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3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0" r:id="rId4"/>
    <p:sldMasterId id="2147483772" r:id="rId5"/>
    <p:sldMasterId id="2147483793" r:id="rId6"/>
    <p:sldMasterId id="2147483809" r:id="rId7"/>
  </p:sldMasterIdLst>
  <p:notesMasterIdLst>
    <p:notesMasterId r:id="rId31"/>
  </p:notesMasterIdLst>
  <p:handoutMasterIdLst>
    <p:handoutMasterId r:id="rId32"/>
  </p:handoutMasterIdLst>
  <p:sldIdLst>
    <p:sldId id="293" r:id="rId8"/>
    <p:sldId id="299" r:id="rId9"/>
    <p:sldId id="279" r:id="rId10"/>
    <p:sldId id="300" r:id="rId11"/>
    <p:sldId id="301" r:id="rId12"/>
    <p:sldId id="302" r:id="rId13"/>
    <p:sldId id="307" r:id="rId14"/>
    <p:sldId id="308" r:id="rId15"/>
    <p:sldId id="313" r:id="rId16"/>
    <p:sldId id="317" r:id="rId17"/>
    <p:sldId id="318" r:id="rId18"/>
    <p:sldId id="319" r:id="rId19"/>
    <p:sldId id="314" r:id="rId20"/>
    <p:sldId id="315" r:id="rId21"/>
    <p:sldId id="316" r:id="rId22"/>
    <p:sldId id="309" r:id="rId23"/>
    <p:sldId id="310" r:id="rId24"/>
    <p:sldId id="311" r:id="rId25"/>
    <p:sldId id="312" r:id="rId26"/>
    <p:sldId id="303" r:id="rId27"/>
    <p:sldId id="304" r:id="rId28"/>
    <p:sldId id="306" r:id="rId29"/>
    <p:sldId id="297" r:id="rId3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349E3"/>
    <a:srgbClr val="1938FF"/>
    <a:srgbClr val="090095"/>
    <a:srgbClr val="1938B3"/>
    <a:srgbClr val="0A0096"/>
    <a:srgbClr val="0A3396"/>
    <a:srgbClr val="233881"/>
    <a:srgbClr val="002060"/>
    <a:srgbClr val="FFFFFF"/>
    <a:srgbClr val="519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Style moyen 2 - Accentuation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Style moyen 2 - Accentuation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8892" autoAdjust="0"/>
    <p:restoredTop sz="96005" autoAdjust="0"/>
  </p:normalViewPr>
  <p:slideViewPr>
    <p:cSldViewPr snapToGrid="0">
      <p:cViewPr varScale="1">
        <p:scale>
          <a:sx n="103" d="100"/>
          <a:sy n="103" d="100"/>
        </p:scale>
        <p:origin x="114" y="27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7" d="100"/>
          <a:sy n="87" d="100"/>
        </p:scale>
        <p:origin x="3840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slide" Target="slides/slide19.xml"/><Relationship Id="rId3" Type="http://schemas.openxmlformats.org/officeDocument/2006/relationships/customXml" Target="../customXml/item3.xml"/><Relationship Id="rId21" Type="http://schemas.openxmlformats.org/officeDocument/2006/relationships/slide" Target="slides/slide14.xml"/><Relationship Id="rId34" Type="http://schemas.openxmlformats.org/officeDocument/2006/relationships/viewProps" Target="viewProps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slide" Target="slides/slide22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handoutMaster" Target="handoutMasters/handout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36" Type="http://schemas.openxmlformats.org/officeDocument/2006/relationships/tableStyles" Target="tableStyles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35" Type="http://schemas.openxmlformats.org/officeDocument/2006/relationships/theme" Target="theme/theme1.xml"/><Relationship Id="rId8" Type="http://schemas.openxmlformats.org/officeDocument/2006/relationships/slide" Target="slides/slid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C3BF6A08-B74A-44A1-9B6E-638842E0A1B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8964490-8121-478B-8E6C-0F40F899632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C9C06B-3A03-409A-B425-472FC6ED632E}" type="datetimeFigureOut">
              <a:rPr lang="fr-FR" smtClean="0"/>
              <a:t>08/03/2024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4ADCB54-6559-417C-B0B0-4A1CC58326B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9DC06BD-BA68-43B5-ADD5-0CC16EE49B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DFDC2C-F50E-4BF3-9C13-9F892CB323E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62542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F3F09E-A5E2-4FD2-AA48-324D4F0E8F41}" type="datetimeFigureOut">
              <a:rPr lang="fr"/>
              <a:t>08/03/2024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CAC06C-F8C2-46C2-88FF-6CBC2099D08A}" type="slidenum">
              <a:rPr lang="fr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7796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4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uverture 1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pour une image  5">
            <a:extLst>
              <a:ext uri="{FF2B5EF4-FFF2-40B4-BE49-F238E27FC236}">
                <a16:creationId xmlns:a16="http://schemas.microsoft.com/office/drawing/2014/main" id="{2A786D32-B8DC-4CF3-A03E-BF4E357A188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1999" cy="6858000"/>
          </a:xfrm>
          <a:prstGeom prst="rect">
            <a:avLst/>
          </a:prstGeom>
        </p:spPr>
        <p:txBody>
          <a:bodyPr/>
          <a:lstStyle>
            <a:lvl1pPr marL="76200" marR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2">
                  <a:lumMod val="90000"/>
                </a:schemeClr>
              </a:buClr>
              <a:buSzPts val="2400"/>
              <a:buFont typeface="+mj-lt"/>
              <a:buNone/>
              <a:tabLst/>
              <a:defRPr/>
            </a:lvl1pPr>
          </a:lstStyle>
          <a:p>
            <a:pPr marL="533400" marR="0" lvl="0" indent="-4572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2">
                  <a:lumMod val="90000"/>
                </a:schemeClr>
              </a:buClr>
              <a:buSzPts val="2400"/>
              <a:buFont typeface="+mj-lt"/>
              <a:buAutoNum type="arabicPeriod"/>
              <a:tabLst/>
              <a:defRPr/>
            </a:pPr>
            <a:r>
              <a:rPr lang="fr-FR" dirty="0"/>
              <a:t>Cliquez. Onglet « Insertion », image.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5" name="Google Shape;32;p6">
            <a:extLst>
              <a:ext uri="{FF2B5EF4-FFF2-40B4-BE49-F238E27FC236}">
                <a16:creationId xmlns:a16="http://schemas.microsoft.com/office/drawing/2014/main" id="{3C3BCCE2-128B-4D81-8DD0-DB4B9C94D878}"/>
              </a:ext>
            </a:extLst>
          </p:cNvPr>
          <p:cNvSpPr txBox="1">
            <a:spLocks noGrp="1"/>
          </p:cNvSpPr>
          <p:nvPr>
            <p:ph type="sldNum" idx="4"/>
          </p:nvPr>
        </p:nvSpPr>
        <p:spPr>
          <a:xfrm>
            <a:off x="11264174" y="6154296"/>
            <a:ext cx="731600" cy="5248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369387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+ 1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73C5A96-7E40-4A4F-A9CA-1DD3EE69821E}"/>
              </a:ext>
            </a:extLst>
          </p:cNvPr>
          <p:cNvSpPr/>
          <p:nvPr userDrawn="1"/>
        </p:nvSpPr>
        <p:spPr>
          <a:xfrm>
            <a:off x="2739346" y="1411515"/>
            <a:ext cx="6713308" cy="403497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Google Shape;24;p5">
            <a:extLst>
              <a:ext uri="{FF2B5EF4-FFF2-40B4-BE49-F238E27FC236}">
                <a16:creationId xmlns:a16="http://schemas.microsoft.com/office/drawing/2014/main" id="{C284A3EA-7B9F-9548-A79F-56A77020B34B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980322" y="980322"/>
            <a:ext cx="9911200" cy="528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ts val="3200"/>
              <a:buFontTx/>
              <a:buNone/>
              <a:tabLst/>
              <a:defRPr sz="3000" b="1">
                <a:solidFill>
                  <a:srgbClr val="090095"/>
                </a:solidFill>
                <a:latin typeface="Montserrat" panose="00000800000000000000" pitchFamily="2" charset="0"/>
                <a:cs typeface="Calibri" panose="020F050202020403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r>
              <a:rPr lang="fr-FR" dirty="0"/>
              <a:t>Cliquez pour ajouter le titre</a:t>
            </a:r>
            <a:endParaRPr dirty="0"/>
          </a:p>
        </p:txBody>
      </p:sp>
      <p:sp>
        <p:nvSpPr>
          <p:cNvPr id="11" name="Google Shape;25;p5">
            <a:extLst>
              <a:ext uri="{FF2B5EF4-FFF2-40B4-BE49-F238E27FC236}">
                <a16:creationId xmlns:a16="http://schemas.microsoft.com/office/drawing/2014/main" id="{2826C7D5-715F-C342-A531-BB29611AD169}"/>
              </a:ext>
            </a:extLst>
          </p:cNvPr>
          <p:cNvSpPr txBox="1">
            <a:spLocks noGrp="1"/>
          </p:cNvSpPr>
          <p:nvPr>
            <p:ph type="body" idx="1" hasCustomPrompt="1"/>
          </p:nvPr>
        </p:nvSpPr>
        <p:spPr>
          <a:xfrm>
            <a:off x="980322" y="1858076"/>
            <a:ext cx="9911200" cy="4045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507987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SzPts val="2400"/>
              <a:buFont typeface="Inria Sans Light"/>
              <a:buChar char="▸"/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Barlow"/>
              </a:defRPr>
            </a:lvl1pPr>
            <a:lvl2pPr marL="1219170" lvl="1" indent="-507987" rtl="0">
              <a:spcBef>
                <a:spcPts val="800"/>
              </a:spcBef>
              <a:spcAft>
                <a:spcPts val="0"/>
              </a:spcAft>
              <a:buSzPts val="2400"/>
              <a:buChar char="▹"/>
              <a:defRPr/>
            </a:lvl2pPr>
            <a:lvl3pPr marL="1828754" lvl="2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3pPr>
            <a:lvl4pPr marL="2438339" lvl="3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4pPr>
            <a:lvl5pPr marL="3047924" lvl="4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5pPr>
            <a:lvl6pPr marL="3657509" lvl="5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6pPr>
            <a:lvl7pPr marL="4267093" lvl="6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7pPr>
            <a:lvl8pPr marL="4876678" lvl="7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8pPr>
            <a:lvl9pPr marL="5486263" lvl="8" indent="-507987" rtl="0">
              <a:spcBef>
                <a:spcPts val="800"/>
              </a:spcBef>
              <a:spcAft>
                <a:spcPts val="800"/>
              </a:spcAft>
              <a:buSzPts val="2400"/>
              <a:buChar char="■"/>
              <a:defRPr/>
            </a:lvl9pPr>
          </a:lstStyle>
          <a:p>
            <a:r>
              <a:rPr lang="fr-FR" dirty="0"/>
              <a:t>Cliquez pour ajouter du texte</a:t>
            </a:r>
            <a:endParaRPr dirty="0"/>
          </a:p>
        </p:txBody>
      </p: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37AA6426-FF56-5345-B69C-CE78C4C36E1C}"/>
              </a:ext>
            </a:extLst>
          </p:cNvPr>
          <p:cNvCxnSpPr>
            <a:cxnSpLocks/>
          </p:cNvCxnSpPr>
          <p:nvPr userDrawn="1"/>
        </p:nvCxnSpPr>
        <p:spPr>
          <a:xfrm>
            <a:off x="162525" y="1261228"/>
            <a:ext cx="612000" cy="0"/>
          </a:xfrm>
          <a:prstGeom prst="line">
            <a:avLst/>
          </a:prstGeom>
          <a:ln w="76200">
            <a:solidFill>
              <a:srgbClr val="E730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Google Shape;32;p6">
            <a:extLst>
              <a:ext uri="{FF2B5EF4-FFF2-40B4-BE49-F238E27FC236}">
                <a16:creationId xmlns:a16="http://schemas.microsoft.com/office/drawing/2014/main" id="{29785BF0-08BC-462A-855B-5755C4E6591D}"/>
              </a:ext>
            </a:extLst>
          </p:cNvPr>
          <p:cNvSpPr txBox="1">
            <a:spLocks noGrp="1"/>
          </p:cNvSpPr>
          <p:nvPr>
            <p:ph type="sldNum" idx="4"/>
          </p:nvPr>
        </p:nvSpPr>
        <p:spPr>
          <a:xfrm>
            <a:off x="11264174" y="6154296"/>
            <a:ext cx="731600" cy="5248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9" name="Espace réservé du texte 2">
            <a:extLst>
              <a:ext uri="{FF2B5EF4-FFF2-40B4-BE49-F238E27FC236}">
                <a16:creationId xmlns:a16="http://schemas.microsoft.com/office/drawing/2014/main" id="{3B80D67E-28DB-4394-B395-81B405A6F3C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0" y="553661"/>
            <a:ext cx="5833582" cy="215900"/>
          </a:xfrm>
          <a:prstGeom prst="rect">
            <a:avLst/>
          </a:prstGeom>
        </p:spPr>
        <p:txBody>
          <a:bodyPr/>
          <a:lstStyle>
            <a:lvl1pPr marL="76200" indent="0">
              <a:buNone/>
              <a:defRPr sz="1500" b="1" i="1">
                <a:latin typeface="Barlow"/>
              </a:defRPr>
            </a:lvl1pPr>
          </a:lstStyle>
          <a:p>
            <a:pPr lvl="0"/>
            <a:r>
              <a:rPr lang="fr-FR" dirty="0"/>
              <a:t>Cliquez ici pour du texte</a:t>
            </a:r>
          </a:p>
        </p:txBody>
      </p:sp>
    </p:spTree>
    <p:extLst>
      <p:ext uri="{BB962C8B-B14F-4D97-AF65-F5344CB8AC3E}">
        <p14:creationId xmlns:p14="http://schemas.microsoft.com/office/powerpoint/2010/main" val="2044303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+ 2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25;p5">
            <a:extLst>
              <a:ext uri="{FF2B5EF4-FFF2-40B4-BE49-F238E27FC236}">
                <a16:creationId xmlns:a16="http://schemas.microsoft.com/office/drawing/2014/main" id="{4E9AC727-D595-424B-8DAE-DD364833E15B}"/>
              </a:ext>
            </a:extLst>
          </p:cNvPr>
          <p:cNvSpPr txBox="1">
            <a:spLocks noGrp="1"/>
          </p:cNvSpPr>
          <p:nvPr>
            <p:ph type="body" idx="13" hasCustomPrompt="1"/>
          </p:nvPr>
        </p:nvSpPr>
        <p:spPr>
          <a:xfrm>
            <a:off x="980321" y="1858076"/>
            <a:ext cx="4923173" cy="4019862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507987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SzPts val="2400"/>
              <a:buFont typeface="Inria Sans Light"/>
              <a:buChar char="▸"/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Barlow"/>
              </a:defRPr>
            </a:lvl1pPr>
            <a:lvl2pPr marL="1219170" lvl="1" indent="-507987" rtl="0">
              <a:spcBef>
                <a:spcPts val="800"/>
              </a:spcBef>
              <a:spcAft>
                <a:spcPts val="0"/>
              </a:spcAft>
              <a:buSzPts val="2400"/>
              <a:buChar char="▹"/>
              <a:defRPr/>
            </a:lvl2pPr>
            <a:lvl3pPr marL="1828754" lvl="2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3pPr>
            <a:lvl4pPr marL="2438339" lvl="3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4pPr>
            <a:lvl5pPr marL="3047924" lvl="4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5pPr>
            <a:lvl6pPr marL="3657509" lvl="5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6pPr>
            <a:lvl7pPr marL="4267093" lvl="6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7pPr>
            <a:lvl8pPr marL="4876678" lvl="7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8pPr>
            <a:lvl9pPr marL="5486263" lvl="8" indent="-507987" rtl="0">
              <a:spcBef>
                <a:spcPts val="800"/>
              </a:spcBef>
              <a:spcAft>
                <a:spcPts val="800"/>
              </a:spcAft>
              <a:buSzPts val="2400"/>
              <a:buChar char="■"/>
              <a:defRPr/>
            </a:lvl9pPr>
          </a:lstStyle>
          <a:p>
            <a:r>
              <a:rPr lang="fr-FR" dirty="0"/>
              <a:t>Cliquez pour ajouter du texte</a:t>
            </a:r>
            <a:endParaRPr dirty="0"/>
          </a:p>
        </p:txBody>
      </p:sp>
      <p:sp>
        <p:nvSpPr>
          <p:cNvPr id="18" name="Google Shape;25;p5">
            <a:extLst>
              <a:ext uri="{FF2B5EF4-FFF2-40B4-BE49-F238E27FC236}">
                <a16:creationId xmlns:a16="http://schemas.microsoft.com/office/drawing/2014/main" id="{37FDBF43-BCF7-D74D-A4DA-A2E2E422FD58}"/>
              </a:ext>
            </a:extLst>
          </p:cNvPr>
          <p:cNvSpPr txBox="1">
            <a:spLocks noGrp="1"/>
          </p:cNvSpPr>
          <p:nvPr>
            <p:ph type="body" idx="14" hasCustomPrompt="1"/>
          </p:nvPr>
        </p:nvSpPr>
        <p:spPr>
          <a:xfrm>
            <a:off x="6282672" y="1858522"/>
            <a:ext cx="4923173" cy="4019862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507987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SzPts val="2400"/>
              <a:buFont typeface="Inria Sans Light"/>
              <a:buChar char="▸"/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Barlow"/>
                <a:cs typeface="Adobe Devanagari" panose="02040503050201020203" pitchFamily="18" charset="0"/>
              </a:defRPr>
            </a:lvl1pPr>
            <a:lvl2pPr marL="1219170" lvl="1" indent="-507987" rtl="0">
              <a:spcBef>
                <a:spcPts val="800"/>
              </a:spcBef>
              <a:spcAft>
                <a:spcPts val="0"/>
              </a:spcAft>
              <a:buSzPts val="2400"/>
              <a:buChar char="▹"/>
              <a:defRPr/>
            </a:lvl2pPr>
            <a:lvl3pPr marL="1828754" lvl="2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3pPr>
            <a:lvl4pPr marL="2438339" lvl="3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4pPr>
            <a:lvl5pPr marL="3047924" lvl="4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5pPr>
            <a:lvl6pPr marL="3657509" lvl="5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6pPr>
            <a:lvl7pPr marL="4267093" lvl="6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7pPr>
            <a:lvl8pPr marL="4876678" lvl="7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8pPr>
            <a:lvl9pPr marL="5486263" lvl="8" indent="-507987" rtl="0">
              <a:spcBef>
                <a:spcPts val="800"/>
              </a:spcBef>
              <a:spcAft>
                <a:spcPts val="800"/>
              </a:spcAft>
              <a:buSzPts val="2400"/>
              <a:buChar char="■"/>
              <a:defRPr/>
            </a:lvl9pPr>
          </a:lstStyle>
          <a:p>
            <a:r>
              <a:rPr lang="fr-FR" dirty="0"/>
              <a:t>Cliquez pour ajouter du texte</a:t>
            </a:r>
            <a:endParaRPr dirty="0"/>
          </a:p>
        </p:txBody>
      </p:sp>
      <p:sp>
        <p:nvSpPr>
          <p:cNvPr id="19" name="Google Shape;29;p6">
            <a:extLst>
              <a:ext uri="{FF2B5EF4-FFF2-40B4-BE49-F238E27FC236}">
                <a16:creationId xmlns:a16="http://schemas.microsoft.com/office/drawing/2014/main" id="{5DC65C95-BCD5-0541-81A5-EFAA27BEC96E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980321" y="988083"/>
            <a:ext cx="10225523" cy="520639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000" b="1">
                <a:solidFill>
                  <a:srgbClr val="090095"/>
                </a:solidFill>
                <a:latin typeface="Montserrat" panose="00000800000000000000" pitchFamily="2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r>
              <a:rPr lang="fr-FR" dirty="0"/>
              <a:t>Cliquez pour ajouter le titre</a:t>
            </a:r>
            <a:endParaRPr dirty="0"/>
          </a:p>
        </p:txBody>
      </p: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8E155FB6-495F-854B-8763-E8CFC7067384}"/>
              </a:ext>
            </a:extLst>
          </p:cNvPr>
          <p:cNvCxnSpPr>
            <a:cxnSpLocks/>
          </p:cNvCxnSpPr>
          <p:nvPr userDrawn="1"/>
        </p:nvCxnSpPr>
        <p:spPr>
          <a:xfrm>
            <a:off x="162525" y="1261228"/>
            <a:ext cx="612000" cy="0"/>
          </a:xfrm>
          <a:prstGeom prst="line">
            <a:avLst/>
          </a:prstGeom>
          <a:ln w="76200">
            <a:solidFill>
              <a:srgbClr val="E730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E0D33634-D6A4-4CF7-829D-F3D56FFBDD1E}"/>
              </a:ext>
            </a:extLst>
          </p:cNvPr>
          <p:cNvCxnSpPr>
            <a:cxnSpLocks/>
          </p:cNvCxnSpPr>
          <p:nvPr userDrawn="1"/>
        </p:nvCxnSpPr>
        <p:spPr>
          <a:xfrm>
            <a:off x="6058263" y="1858076"/>
            <a:ext cx="0" cy="4019862"/>
          </a:xfrm>
          <a:prstGeom prst="line">
            <a:avLst/>
          </a:prstGeom>
          <a:ln w="3175"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" name="Google Shape;32;p6">
            <a:extLst>
              <a:ext uri="{FF2B5EF4-FFF2-40B4-BE49-F238E27FC236}">
                <a16:creationId xmlns:a16="http://schemas.microsoft.com/office/drawing/2014/main" id="{1B0C1DB9-9303-4776-9B24-5B71E62B0A35}"/>
              </a:ext>
            </a:extLst>
          </p:cNvPr>
          <p:cNvSpPr txBox="1">
            <a:spLocks noGrp="1"/>
          </p:cNvSpPr>
          <p:nvPr>
            <p:ph type="sldNum" idx="4"/>
          </p:nvPr>
        </p:nvSpPr>
        <p:spPr>
          <a:xfrm>
            <a:off x="11264174" y="6154296"/>
            <a:ext cx="731600" cy="5248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0" name="Espace réservé du texte 2">
            <a:extLst>
              <a:ext uri="{FF2B5EF4-FFF2-40B4-BE49-F238E27FC236}">
                <a16:creationId xmlns:a16="http://schemas.microsoft.com/office/drawing/2014/main" id="{E3603B3B-C9FF-47F1-966E-7492206DED2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0" y="553661"/>
            <a:ext cx="5833582" cy="215900"/>
          </a:xfrm>
          <a:prstGeom prst="rect">
            <a:avLst/>
          </a:prstGeom>
        </p:spPr>
        <p:txBody>
          <a:bodyPr/>
          <a:lstStyle>
            <a:lvl1pPr marL="76200" indent="0">
              <a:buNone/>
              <a:defRPr sz="1500" b="1" i="1">
                <a:latin typeface="Barlow"/>
              </a:defRPr>
            </a:lvl1pPr>
          </a:lstStyle>
          <a:p>
            <a:pPr lvl="0"/>
            <a:r>
              <a:rPr lang="fr-FR" dirty="0"/>
              <a:t>Cliquez ici pour du texte</a:t>
            </a:r>
          </a:p>
        </p:txBody>
      </p:sp>
    </p:spTree>
    <p:extLst>
      <p:ext uri="{BB962C8B-B14F-4D97-AF65-F5344CB8AC3E}">
        <p14:creationId xmlns:p14="http://schemas.microsoft.com/office/powerpoint/2010/main" val="4099326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+ 1 colonne + 1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pour une image  5">
            <a:extLst>
              <a:ext uri="{FF2B5EF4-FFF2-40B4-BE49-F238E27FC236}">
                <a16:creationId xmlns:a16="http://schemas.microsoft.com/office/drawing/2014/main" id="{2A786D32-B8DC-4CF3-A03E-BF4E357A188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283324" y="0"/>
            <a:ext cx="5908676" cy="6669157"/>
          </a:xfrm>
          <a:prstGeom prst="rect">
            <a:avLst/>
          </a:prstGeom>
        </p:spPr>
        <p:txBody>
          <a:bodyPr/>
          <a:lstStyle>
            <a:lvl1pPr marL="76200" marR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2">
                  <a:lumMod val="90000"/>
                </a:schemeClr>
              </a:buClr>
              <a:buSzPts val="2400"/>
              <a:buFont typeface="+mj-lt"/>
              <a:buNone/>
              <a:tabLst/>
              <a:defRPr>
                <a:latin typeface="Barlow"/>
              </a:defRPr>
            </a:lvl1pPr>
          </a:lstStyle>
          <a:p>
            <a:pPr marL="533400" marR="0" lvl="0" indent="-4572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2">
                  <a:lumMod val="90000"/>
                </a:schemeClr>
              </a:buClr>
              <a:buSzPts val="2400"/>
              <a:buFont typeface="+mj-lt"/>
              <a:buAutoNum type="arabicPeriod"/>
              <a:tabLst/>
              <a:defRPr/>
            </a:pPr>
            <a:r>
              <a:rPr lang="fr-FR" dirty="0"/>
              <a:t>Cliquez. Onglet « Insertion », image.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16" name="Google Shape;25;p5">
            <a:extLst>
              <a:ext uri="{FF2B5EF4-FFF2-40B4-BE49-F238E27FC236}">
                <a16:creationId xmlns:a16="http://schemas.microsoft.com/office/drawing/2014/main" id="{4E9AC727-D595-424B-8DAE-DD364833E15B}"/>
              </a:ext>
            </a:extLst>
          </p:cNvPr>
          <p:cNvSpPr txBox="1">
            <a:spLocks noGrp="1"/>
          </p:cNvSpPr>
          <p:nvPr>
            <p:ph type="body" idx="13" hasCustomPrompt="1"/>
          </p:nvPr>
        </p:nvSpPr>
        <p:spPr>
          <a:xfrm>
            <a:off x="980321" y="2284477"/>
            <a:ext cx="4923173" cy="4019862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507987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SzPts val="2400"/>
              <a:buFont typeface="Inria Sans Light"/>
              <a:buChar char="▸"/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Barlow"/>
              </a:defRPr>
            </a:lvl1pPr>
            <a:lvl2pPr marL="1219170" lvl="1" indent="-507987" rtl="0">
              <a:spcBef>
                <a:spcPts val="800"/>
              </a:spcBef>
              <a:spcAft>
                <a:spcPts val="0"/>
              </a:spcAft>
              <a:buSzPts val="2400"/>
              <a:buChar char="▹"/>
              <a:defRPr/>
            </a:lvl2pPr>
            <a:lvl3pPr marL="1828754" lvl="2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3pPr>
            <a:lvl4pPr marL="2438339" lvl="3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4pPr>
            <a:lvl5pPr marL="3047924" lvl="4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5pPr>
            <a:lvl6pPr marL="3657509" lvl="5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6pPr>
            <a:lvl7pPr marL="4267093" lvl="6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7pPr>
            <a:lvl8pPr marL="4876678" lvl="7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8pPr>
            <a:lvl9pPr marL="5486263" lvl="8" indent="-507987" rtl="0">
              <a:spcBef>
                <a:spcPts val="800"/>
              </a:spcBef>
              <a:spcAft>
                <a:spcPts val="800"/>
              </a:spcAft>
              <a:buSzPts val="2400"/>
              <a:buChar char="■"/>
              <a:defRPr/>
            </a:lvl9pPr>
          </a:lstStyle>
          <a:p>
            <a:r>
              <a:rPr lang="fr-FR" dirty="0"/>
              <a:t>Cliquez pour ajouter du texte</a:t>
            </a:r>
            <a:endParaRPr dirty="0"/>
          </a:p>
        </p:txBody>
      </p:sp>
      <p:sp>
        <p:nvSpPr>
          <p:cNvPr id="10" name="Google Shape;32;p6">
            <a:extLst>
              <a:ext uri="{FF2B5EF4-FFF2-40B4-BE49-F238E27FC236}">
                <a16:creationId xmlns:a16="http://schemas.microsoft.com/office/drawing/2014/main" id="{795A1952-79E7-46F0-8CFE-5BBC503046D6}"/>
              </a:ext>
            </a:extLst>
          </p:cNvPr>
          <p:cNvSpPr txBox="1">
            <a:spLocks noGrp="1"/>
          </p:cNvSpPr>
          <p:nvPr>
            <p:ph type="sldNum" idx="4"/>
          </p:nvPr>
        </p:nvSpPr>
        <p:spPr>
          <a:xfrm>
            <a:off x="11264174" y="6154296"/>
            <a:ext cx="731600" cy="5248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1" name="Espace réservé du texte 2">
            <a:extLst>
              <a:ext uri="{FF2B5EF4-FFF2-40B4-BE49-F238E27FC236}">
                <a16:creationId xmlns:a16="http://schemas.microsoft.com/office/drawing/2014/main" id="{65EBDEE8-7286-4505-90E1-6CBDC202E1E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0" y="553661"/>
            <a:ext cx="5833582" cy="215900"/>
          </a:xfrm>
          <a:prstGeom prst="rect">
            <a:avLst/>
          </a:prstGeom>
        </p:spPr>
        <p:txBody>
          <a:bodyPr/>
          <a:lstStyle>
            <a:lvl1pPr marL="76200" indent="0">
              <a:buNone/>
              <a:defRPr sz="1500" b="1" i="1">
                <a:latin typeface="Barlow"/>
              </a:defRPr>
            </a:lvl1pPr>
          </a:lstStyle>
          <a:p>
            <a:pPr lvl="0"/>
            <a:r>
              <a:rPr lang="fr-FR" dirty="0"/>
              <a:t>Cliquez ici pour du texte</a:t>
            </a:r>
          </a:p>
        </p:txBody>
      </p:sp>
      <p:sp>
        <p:nvSpPr>
          <p:cNvPr id="17" name="Google Shape;24;p5">
            <a:extLst>
              <a:ext uri="{FF2B5EF4-FFF2-40B4-BE49-F238E27FC236}">
                <a16:creationId xmlns:a16="http://schemas.microsoft.com/office/drawing/2014/main" id="{EBAE92C4-41A9-42EC-9114-82CE134C693E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980322" y="980321"/>
            <a:ext cx="4853260" cy="877751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ts val="3200"/>
              <a:buFontTx/>
              <a:buNone/>
              <a:tabLst/>
              <a:defRPr sz="3000" b="1">
                <a:solidFill>
                  <a:srgbClr val="090095"/>
                </a:solidFill>
                <a:latin typeface="Montserrat" panose="00000800000000000000" pitchFamily="2" charset="0"/>
                <a:cs typeface="Calibri" panose="020F050202020403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r>
              <a:rPr lang="fr-FR" dirty="0"/>
              <a:t>Cliquez pour ajouter </a:t>
            </a:r>
            <a:br>
              <a:rPr lang="fr-FR" dirty="0"/>
            </a:br>
            <a:r>
              <a:rPr lang="fr-FR" dirty="0"/>
              <a:t>le titre</a:t>
            </a:r>
            <a:endParaRPr dirty="0"/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5D96F93F-9DCB-458A-BB47-A2907405E285}"/>
              </a:ext>
            </a:extLst>
          </p:cNvPr>
          <p:cNvCxnSpPr>
            <a:cxnSpLocks/>
          </p:cNvCxnSpPr>
          <p:nvPr userDrawn="1"/>
        </p:nvCxnSpPr>
        <p:spPr>
          <a:xfrm>
            <a:off x="162525" y="1261228"/>
            <a:ext cx="612000" cy="0"/>
          </a:xfrm>
          <a:prstGeom prst="line">
            <a:avLst/>
          </a:prstGeom>
          <a:ln w="76200">
            <a:solidFill>
              <a:srgbClr val="E730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4033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25;p5">
            <a:extLst>
              <a:ext uri="{FF2B5EF4-FFF2-40B4-BE49-F238E27FC236}">
                <a16:creationId xmlns:a16="http://schemas.microsoft.com/office/drawing/2014/main" id="{D8EC7F52-DD6A-4A18-8085-B8534EEDFB65}"/>
              </a:ext>
            </a:extLst>
          </p:cNvPr>
          <p:cNvSpPr txBox="1">
            <a:spLocks noGrp="1"/>
          </p:cNvSpPr>
          <p:nvPr>
            <p:ph type="body" idx="13" hasCustomPrompt="1"/>
          </p:nvPr>
        </p:nvSpPr>
        <p:spPr>
          <a:xfrm>
            <a:off x="1138803" y="4505333"/>
            <a:ext cx="1985599" cy="9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101598" lvl="0" indent="0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SzPts val="2400"/>
              <a:buFont typeface="Inria Sans Light"/>
              <a:buNone/>
              <a:defRPr sz="1200">
                <a:solidFill>
                  <a:schemeClr val="tx1">
                    <a:lumMod val="85000"/>
                    <a:lumOff val="15000"/>
                  </a:schemeClr>
                </a:solidFill>
                <a:latin typeface="Barlow"/>
              </a:defRPr>
            </a:lvl1pPr>
            <a:lvl2pPr marL="1219170" lvl="1" indent="-507987" rtl="0">
              <a:spcBef>
                <a:spcPts val="800"/>
              </a:spcBef>
              <a:spcAft>
                <a:spcPts val="0"/>
              </a:spcAft>
              <a:buSzPts val="2400"/>
              <a:buChar char="▹"/>
              <a:defRPr/>
            </a:lvl2pPr>
            <a:lvl3pPr marL="1828754" lvl="2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3pPr>
            <a:lvl4pPr marL="2438339" lvl="3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4pPr>
            <a:lvl5pPr marL="3047924" lvl="4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5pPr>
            <a:lvl6pPr marL="3657509" lvl="5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6pPr>
            <a:lvl7pPr marL="4267093" lvl="6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7pPr>
            <a:lvl8pPr marL="4876678" lvl="7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8pPr>
            <a:lvl9pPr marL="5486263" lvl="8" indent="-507987" rtl="0">
              <a:spcBef>
                <a:spcPts val="800"/>
              </a:spcBef>
              <a:spcAft>
                <a:spcPts val="800"/>
              </a:spcAft>
              <a:buSzPts val="2400"/>
              <a:buChar char="■"/>
              <a:defRPr/>
            </a:lvl9pPr>
          </a:lstStyle>
          <a:p>
            <a:r>
              <a:rPr lang="fr-FR" dirty="0"/>
              <a:t>Cliquez pour ajouter du texte</a:t>
            </a:r>
            <a:endParaRPr dirty="0"/>
          </a:p>
        </p:txBody>
      </p:sp>
      <p:sp>
        <p:nvSpPr>
          <p:cNvPr id="23" name="Google Shape;25;p5">
            <a:extLst>
              <a:ext uri="{FF2B5EF4-FFF2-40B4-BE49-F238E27FC236}">
                <a16:creationId xmlns:a16="http://schemas.microsoft.com/office/drawing/2014/main" id="{71B7F66C-5FF9-4F01-A388-8CAC805DBD2C}"/>
              </a:ext>
            </a:extLst>
          </p:cNvPr>
          <p:cNvSpPr txBox="1">
            <a:spLocks noGrp="1"/>
          </p:cNvSpPr>
          <p:nvPr>
            <p:ph type="body" idx="14" hasCustomPrompt="1"/>
          </p:nvPr>
        </p:nvSpPr>
        <p:spPr>
          <a:xfrm>
            <a:off x="3779235" y="4505333"/>
            <a:ext cx="1985599" cy="9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101598" lvl="0" indent="0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SzPts val="2400"/>
              <a:buFont typeface="Inria Sans Light"/>
              <a:buNone/>
              <a:defRPr sz="1200">
                <a:solidFill>
                  <a:schemeClr val="tx1">
                    <a:lumMod val="85000"/>
                    <a:lumOff val="15000"/>
                  </a:schemeClr>
                </a:solidFill>
                <a:latin typeface="Barlow"/>
              </a:defRPr>
            </a:lvl1pPr>
            <a:lvl2pPr marL="1219170" lvl="1" indent="-507987" rtl="0">
              <a:spcBef>
                <a:spcPts val="800"/>
              </a:spcBef>
              <a:spcAft>
                <a:spcPts val="0"/>
              </a:spcAft>
              <a:buSzPts val="2400"/>
              <a:buChar char="▹"/>
              <a:defRPr/>
            </a:lvl2pPr>
            <a:lvl3pPr marL="1828754" lvl="2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3pPr>
            <a:lvl4pPr marL="2438339" lvl="3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4pPr>
            <a:lvl5pPr marL="3047924" lvl="4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5pPr>
            <a:lvl6pPr marL="3657509" lvl="5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6pPr>
            <a:lvl7pPr marL="4267093" lvl="6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7pPr>
            <a:lvl8pPr marL="4876678" lvl="7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8pPr>
            <a:lvl9pPr marL="5486263" lvl="8" indent="-507987" rtl="0">
              <a:spcBef>
                <a:spcPts val="800"/>
              </a:spcBef>
              <a:spcAft>
                <a:spcPts val="800"/>
              </a:spcAft>
              <a:buSzPts val="2400"/>
              <a:buChar char="■"/>
              <a:defRPr/>
            </a:lvl9pPr>
          </a:lstStyle>
          <a:p>
            <a:r>
              <a:rPr lang="fr-FR" dirty="0"/>
              <a:t>Cliquez pour ajouter du texte</a:t>
            </a:r>
            <a:endParaRPr dirty="0"/>
          </a:p>
        </p:txBody>
      </p:sp>
      <p:sp>
        <p:nvSpPr>
          <p:cNvPr id="24" name="Google Shape;25;p5">
            <a:extLst>
              <a:ext uri="{FF2B5EF4-FFF2-40B4-BE49-F238E27FC236}">
                <a16:creationId xmlns:a16="http://schemas.microsoft.com/office/drawing/2014/main" id="{C6A585DF-B43D-44EF-B158-2138AD45C777}"/>
              </a:ext>
            </a:extLst>
          </p:cNvPr>
          <p:cNvSpPr txBox="1">
            <a:spLocks noGrp="1"/>
          </p:cNvSpPr>
          <p:nvPr>
            <p:ph type="body" idx="15" hasCustomPrompt="1"/>
          </p:nvPr>
        </p:nvSpPr>
        <p:spPr>
          <a:xfrm>
            <a:off x="6414074" y="4505333"/>
            <a:ext cx="1985599" cy="9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101598" lvl="0" indent="0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SzPts val="2400"/>
              <a:buFont typeface="Inria Sans Light"/>
              <a:buNone/>
              <a:defRPr sz="1200">
                <a:solidFill>
                  <a:schemeClr val="tx1">
                    <a:lumMod val="85000"/>
                    <a:lumOff val="15000"/>
                  </a:schemeClr>
                </a:solidFill>
                <a:latin typeface="Barlow"/>
              </a:defRPr>
            </a:lvl1pPr>
            <a:lvl2pPr marL="1219170" lvl="1" indent="-507987" rtl="0">
              <a:spcBef>
                <a:spcPts val="800"/>
              </a:spcBef>
              <a:spcAft>
                <a:spcPts val="0"/>
              </a:spcAft>
              <a:buSzPts val="2400"/>
              <a:buChar char="▹"/>
              <a:defRPr/>
            </a:lvl2pPr>
            <a:lvl3pPr marL="1828754" lvl="2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3pPr>
            <a:lvl4pPr marL="2438339" lvl="3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4pPr>
            <a:lvl5pPr marL="3047924" lvl="4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5pPr>
            <a:lvl6pPr marL="3657509" lvl="5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6pPr>
            <a:lvl7pPr marL="4267093" lvl="6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7pPr>
            <a:lvl8pPr marL="4876678" lvl="7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8pPr>
            <a:lvl9pPr marL="5486263" lvl="8" indent="-507987" rtl="0">
              <a:spcBef>
                <a:spcPts val="800"/>
              </a:spcBef>
              <a:spcAft>
                <a:spcPts val="800"/>
              </a:spcAft>
              <a:buSzPts val="2400"/>
              <a:buChar char="■"/>
              <a:defRPr/>
            </a:lvl9pPr>
          </a:lstStyle>
          <a:p>
            <a:r>
              <a:rPr lang="fr-FR" dirty="0"/>
              <a:t>Cliquez pour ajouter du texte</a:t>
            </a:r>
            <a:endParaRPr dirty="0"/>
          </a:p>
        </p:txBody>
      </p:sp>
      <p:sp>
        <p:nvSpPr>
          <p:cNvPr id="25" name="Google Shape;25;p5">
            <a:extLst>
              <a:ext uri="{FF2B5EF4-FFF2-40B4-BE49-F238E27FC236}">
                <a16:creationId xmlns:a16="http://schemas.microsoft.com/office/drawing/2014/main" id="{BB89BCC3-C074-43D1-B550-06B3D4104482}"/>
              </a:ext>
            </a:extLst>
          </p:cNvPr>
          <p:cNvSpPr txBox="1">
            <a:spLocks noGrp="1"/>
          </p:cNvSpPr>
          <p:nvPr>
            <p:ph type="body" idx="16" hasCustomPrompt="1"/>
          </p:nvPr>
        </p:nvSpPr>
        <p:spPr>
          <a:xfrm>
            <a:off x="9058503" y="4505333"/>
            <a:ext cx="1985599" cy="9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101598" lvl="0" indent="0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SzPts val="2400"/>
              <a:buFont typeface="Inria Sans Light"/>
              <a:buNone/>
              <a:defRPr sz="1200">
                <a:solidFill>
                  <a:schemeClr val="tx1">
                    <a:lumMod val="85000"/>
                    <a:lumOff val="15000"/>
                  </a:schemeClr>
                </a:solidFill>
                <a:latin typeface="Barlow"/>
              </a:defRPr>
            </a:lvl1pPr>
            <a:lvl2pPr marL="1219170" lvl="1" indent="-507987" rtl="0">
              <a:spcBef>
                <a:spcPts val="800"/>
              </a:spcBef>
              <a:spcAft>
                <a:spcPts val="0"/>
              </a:spcAft>
              <a:buSzPts val="2400"/>
              <a:buChar char="▹"/>
              <a:defRPr/>
            </a:lvl2pPr>
            <a:lvl3pPr marL="1828754" lvl="2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3pPr>
            <a:lvl4pPr marL="2438339" lvl="3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4pPr>
            <a:lvl5pPr marL="3047924" lvl="4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5pPr>
            <a:lvl6pPr marL="3657509" lvl="5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6pPr>
            <a:lvl7pPr marL="4267093" lvl="6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7pPr>
            <a:lvl8pPr marL="4876678" lvl="7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8pPr>
            <a:lvl9pPr marL="5486263" lvl="8" indent="-507987" rtl="0">
              <a:spcBef>
                <a:spcPts val="800"/>
              </a:spcBef>
              <a:spcAft>
                <a:spcPts val="800"/>
              </a:spcAft>
              <a:buSzPts val="2400"/>
              <a:buChar char="■"/>
              <a:defRPr/>
            </a:lvl9pPr>
          </a:lstStyle>
          <a:p>
            <a:r>
              <a:rPr lang="fr-FR" dirty="0"/>
              <a:t>Cliquez pour ajouter du texte</a:t>
            </a:r>
            <a:endParaRPr dirty="0"/>
          </a:p>
        </p:txBody>
      </p:sp>
      <p:sp>
        <p:nvSpPr>
          <p:cNvPr id="29" name="Espace réservé pour une image  4">
            <a:extLst>
              <a:ext uri="{FF2B5EF4-FFF2-40B4-BE49-F238E27FC236}">
                <a16:creationId xmlns:a16="http://schemas.microsoft.com/office/drawing/2014/main" id="{C90A7ACF-D2CA-4969-9CE8-AE529198F77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779235" y="2346633"/>
            <a:ext cx="1985600" cy="1985600"/>
          </a:xfrm>
          <a:prstGeom prst="ellipse">
            <a:avLst/>
          </a:prstGeo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sp>
        <p:nvSpPr>
          <p:cNvPr id="30" name="Espace réservé pour une image  4">
            <a:extLst>
              <a:ext uri="{FF2B5EF4-FFF2-40B4-BE49-F238E27FC236}">
                <a16:creationId xmlns:a16="http://schemas.microsoft.com/office/drawing/2014/main" id="{63F74F9A-9401-4051-92B1-9088FA56BFF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138803" y="2346633"/>
            <a:ext cx="1985600" cy="1985600"/>
          </a:xfrm>
          <a:prstGeom prst="ellipse">
            <a:avLst/>
          </a:prstGeo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sp>
        <p:nvSpPr>
          <p:cNvPr id="31" name="Espace réservé pour une image  4">
            <a:extLst>
              <a:ext uri="{FF2B5EF4-FFF2-40B4-BE49-F238E27FC236}">
                <a16:creationId xmlns:a16="http://schemas.microsoft.com/office/drawing/2014/main" id="{A81C8697-B6A3-4517-852B-87C1FE80781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058502" y="2346633"/>
            <a:ext cx="1985600" cy="1985600"/>
          </a:xfrm>
          <a:prstGeom prst="ellipse">
            <a:avLst/>
          </a:prstGeo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sp>
        <p:nvSpPr>
          <p:cNvPr id="32" name="Espace réservé pour une image  4">
            <a:extLst>
              <a:ext uri="{FF2B5EF4-FFF2-40B4-BE49-F238E27FC236}">
                <a16:creationId xmlns:a16="http://schemas.microsoft.com/office/drawing/2014/main" id="{2ED763CE-E3AB-4511-8062-80196FAF2C0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418070" y="2346633"/>
            <a:ext cx="1985600" cy="1985600"/>
          </a:xfrm>
          <a:prstGeom prst="ellipse">
            <a:avLst/>
          </a:prstGeo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sp>
        <p:nvSpPr>
          <p:cNvPr id="33" name="Google Shape;29;p6">
            <a:extLst>
              <a:ext uri="{FF2B5EF4-FFF2-40B4-BE49-F238E27FC236}">
                <a16:creationId xmlns:a16="http://schemas.microsoft.com/office/drawing/2014/main" id="{15E65981-966F-4668-92BC-6DFA088DEC5B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980321" y="988083"/>
            <a:ext cx="10225523" cy="520639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000" b="1">
                <a:solidFill>
                  <a:srgbClr val="090095"/>
                </a:solidFill>
                <a:latin typeface="Montserrat" panose="00000800000000000000" pitchFamily="2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r>
              <a:rPr lang="fr-FR" dirty="0"/>
              <a:t>Cliquez pour ajouter le titre</a:t>
            </a:r>
            <a:endParaRPr dirty="0"/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4F77784A-1FAF-4B71-951E-4C661CCE924A}"/>
              </a:ext>
            </a:extLst>
          </p:cNvPr>
          <p:cNvCxnSpPr>
            <a:cxnSpLocks/>
          </p:cNvCxnSpPr>
          <p:nvPr userDrawn="1"/>
        </p:nvCxnSpPr>
        <p:spPr>
          <a:xfrm>
            <a:off x="162525" y="1261228"/>
            <a:ext cx="612000" cy="0"/>
          </a:xfrm>
          <a:prstGeom prst="line">
            <a:avLst/>
          </a:prstGeom>
          <a:ln w="76200">
            <a:solidFill>
              <a:srgbClr val="E730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Google Shape;32;p6">
            <a:extLst>
              <a:ext uri="{FF2B5EF4-FFF2-40B4-BE49-F238E27FC236}">
                <a16:creationId xmlns:a16="http://schemas.microsoft.com/office/drawing/2014/main" id="{04A7828A-BDFD-453B-A7F3-335B947B3C14}"/>
              </a:ext>
            </a:extLst>
          </p:cNvPr>
          <p:cNvSpPr txBox="1">
            <a:spLocks noGrp="1"/>
          </p:cNvSpPr>
          <p:nvPr>
            <p:ph type="sldNum" idx="4"/>
          </p:nvPr>
        </p:nvSpPr>
        <p:spPr>
          <a:xfrm>
            <a:off x="11264174" y="6154296"/>
            <a:ext cx="731600" cy="5248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58AC0288-C6D1-4861-A185-4FBE1052402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0" y="553661"/>
            <a:ext cx="5833582" cy="215900"/>
          </a:xfrm>
          <a:prstGeom prst="rect">
            <a:avLst/>
          </a:prstGeom>
        </p:spPr>
        <p:txBody>
          <a:bodyPr/>
          <a:lstStyle>
            <a:lvl1pPr marL="76200" indent="0">
              <a:buNone/>
              <a:defRPr sz="1500" b="1" i="1">
                <a:latin typeface="Barlow"/>
              </a:defRPr>
            </a:lvl1pPr>
          </a:lstStyle>
          <a:p>
            <a:pPr lvl="0"/>
            <a:r>
              <a:rPr lang="fr-FR" dirty="0"/>
              <a:t>Cliquez ici pour du texte</a:t>
            </a:r>
          </a:p>
        </p:txBody>
      </p:sp>
    </p:spTree>
    <p:extLst>
      <p:ext uri="{BB962C8B-B14F-4D97-AF65-F5344CB8AC3E}">
        <p14:creationId xmlns:p14="http://schemas.microsoft.com/office/powerpoint/2010/main" val="18996079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+ 2 Colonnes + 1 lig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9;p6">
            <a:extLst>
              <a:ext uri="{FF2B5EF4-FFF2-40B4-BE49-F238E27FC236}">
                <a16:creationId xmlns:a16="http://schemas.microsoft.com/office/drawing/2014/main" id="{573C3066-7235-C74F-8A91-7ED440FE701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980324" y="980322"/>
            <a:ext cx="9911200" cy="528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000" b="1">
                <a:solidFill>
                  <a:srgbClr val="090095"/>
                </a:solidFill>
                <a:latin typeface="Montserrat" panose="00000800000000000000" pitchFamily="2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r>
              <a:rPr lang="fr-FR" dirty="0"/>
              <a:t>Cliquez pour ajouter le titre</a:t>
            </a:r>
            <a:endParaRPr dirty="0"/>
          </a:p>
        </p:txBody>
      </p:sp>
      <p:sp>
        <p:nvSpPr>
          <p:cNvPr id="9" name="Google Shape;25;p5">
            <a:extLst>
              <a:ext uri="{FF2B5EF4-FFF2-40B4-BE49-F238E27FC236}">
                <a16:creationId xmlns:a16="http://schemas.microsoft.com/office/drawing/2014/main" id="{1226BB42-3328-8A42-92EC-D11B69B137C7}"/>
              </a:ext>
            </a:extLst>
          </p:cNvPr>
          <p:cNvSpPr txBox="1">
            <a:spLocks noGrp="1"/>
          </p:cNvSpPr>
          <p:nvPr>
            <p:ph type="body" idx="15" hasCustomPrompt="1"/>
          </p:nvPr>
        </p:nvSpPr>
        <p:spPr>
          <a:xfrm>
            <a:off x="3410997" y="5292262"/>
            <a:ext cx="5336754" cy="862034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101598" lvl="0" indent="0" algn="ctr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SzPts val="2400"/>
              <a:buFont typeface="Inria Sans Light"/>
              <a:buNone/>
              <a:defRPr sz="1800" b="1" i="1">
                <a:solidFill>
                  <a:schemeClr val="bg1">
                    <a:lumMod val="50000"/>
                  </a:schemeClr>
                </a:solidFill>
                <a:latin typeface="Barlow"/>
                <a:ea typeface="Adobe Gothic Std B" panose="020B0800000000000000" pitchFamily="34" charset="-128"/>
              </a:defRPr>
            </a:lvl1pPr>
            <a:lvl2pPr marL="1219170" lvl="1" indent="-507987" rtl="0">
              <a:spcBef>
                <a:spcPts val="800"/>
              </a:spcBef>
              <a:spcAft>
                <a:spcPts val="0"/>
              </a:spcAft>
              <a:buSzPts val="2400"/>
              <a:buChar char="▹"/>
              <a:defRPr/>
            </a:lvl2pPr>
            <a:lvl3pPr marL="1828754" lvl="2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3pPr>
            <a:lvl4pPr marL="2438339" lvl="3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4pPr>
            <a:lvl5pPr marL="3047924" lvl="4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5pPr>
            <a:lvl6pPr marL="3657509" lvl="5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6pPr>
            <a:lvl7pPr marL="4267093" lvl="6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7pPr>
            <a:lvl8pPr marL="4876678" lvl="7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8pPr>
            <a:lvl9pPr marL="5486263" lvl="8" indent="-507987" rtl="0">
              <a:spcBef>
                <a:spcPts val="800"/>
              </a:spcBef>
              <a:spcAft>
                <a:spcPts val="800"/>
              </a:spcAft>
              <a:buSzPts val="2400"/>
              <a:buChar char="■"/>
              <a:defRPr/>
            </a:lvl9pPr>
          </a:lstStyle>
          <a:p>
            <a:r>
              <a:rPr lang="fr-FR" dirty="0"/>
              <a:t>Cliquez pour ajouter du texte</a:t>
            </a:r>
            <a:endParaRPr dirty="0"/>
          </a:p>
        </p:txBody>
      </p:sp>
      <p:sp>
        <p:nvSpPr>
          <p:cNvPr id="12" name="Google Shape;25;p5">
            <a:extLst>
              <a:ext uri="{FF2B5EF4-FFF2-40B4-BE49-F238E27FC236}">
                <a16:creationId xmlns:a16="http://schemas.microsoft.com/office/drawing/2014/main" id="{B7A187A5-12D8-5C46-9518-C722EA931B59}"/>
              </a:ext>
            </a:extLst>
          </p:cNvPr>
          <p:cNvSpPr txBox="1">
            <a:spLocks noGrp="1"/>
          </p:cNvSpPr>
          <p:nvPr>
            <p:ph type="body" idx="13" hasCustomPrompt="1"/>
          </p:nvPr>
        </p:nvSpPr>
        <p:spPr>
          <a:xfrm>
            <a:off x="980323" y="1858076"/>
            <a:ext cx="4923172" cy="2963306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507987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SzPts val="2400"/>
              <a:buFont typeface="Inria Sans Light"/>
              <a:buChar char="▸"/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Barlow"/>
              </a:defRPr>
            </a:lvl1pPr>
            <a:lvl2pPr marL="1219170" lvl="1" indent="-507987" rtl="0">
              <a:spcBef>
                <a:spcPts val="800"/>
              </a:spcBef>
              <a:spcAft>
                <a:spcPts val="0"/>
              </a:spcAft>
              <a:buSzPts val="2400"/>
              <a:buChar char="▹"/>
              <a:defRPr/>
            </a:lvl2pPr>
            <a:lvl3pPr marL="1828754" lvl="2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3pPr>
            <a:lvl4pPr marL="2438339" lvl="3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4pPr>
            <a:lvl5pPr marL="3047924" lvl="4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5pPr>
            <a:lvl6pPr marL="3657509" lvl="5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6pPr>
            <a:lvl7pPr marL="4267093" lvl="6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7pPr>
            <a:lvl8pPr marL="4876678" lvl="7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8pPr>
            <a:lvl9pPr marL="5486263" lvl="8" indent="-507987" rtl="0">
              <a:spcBef>
                <a:spcPts val="800"/>
              </a:spcBef>
              <a:spcAft>
                <a:spcPts val="800"/>
              </a:spcAft>
              <a:buSzPts val="2400"/>
              <a:buChar char="■"/>
              <a:defRPr/>
            </a:lvl9pPr>
          </a:lstStyle>
          <a:p>
            <a:r>
              <a:rPr lang="fr-FR" dirty="0"/>
              <a:t>Cliquez pour ajouter du texte</a:t>
            </a:r>
            <a:endParaRPr dirty="0"/>
          </a:p>
        </p:txBody>
      </p:sp>
      <p:sp>
        <p:nvSpPr>
          <p:cNvPr id="15" name="Google Shape;25;p5">
            <a:extLst>
              <a:ext uri="{FF2B5EF4-FFF2-40B4-BE49-F238E27FC236}">
                <a16:creationId xmlns:a16="http://schemas.microsoft.com/office/drawing/2014/main" id="{CD8414E8-536D-B542-8154-957AD1D8FE9E}"/>
              </a:ext>
            </a:extLst>
          </p:cNvPr>
          <p:cNvSpPr txBox="1">
            <a:spLocks noGrp="1"/>
          </p:cNvSpPr>
          <p:nvPr>
            <p:ph type="body" idx="16" hasCustomPrompt="1"/>
          </p:nvPr>
        </p:nvSpPr>
        <p:spPr>
          <a:xfrm>
            <a:off x="6282673" y="1858074"/>
            <a:ext cx="4923172" cy="2963306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507987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SzPts val="2400"/>
              <a:buFont typeface="Inria Sans Light"/>
              <a:buChar char="▸"/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Barlow"/>
                <a:cs typeface="Adobe Arabic" panose="02040503050201020203" pitchFamily="18" charset="-78"/>
              </a:defRPr>
            </a:lvl1pPr>
            <a:lvl2pPr marL="1219170" lvl="1" indent="-507987" rtl="0">
              <a:spcBef>
                <a:spcPts val="800"/>
              </a:spcBef>
              <a:spcAft>
                <a:spcPts val="0"/>
              </a:spcAft>
              <a:buSzPts val="2400"/>
              <a:buChar char="▹"/>
              <a:defRPr/>
            </a:lvl2pPr>
            <a:lvl3pPr marL="1828754" lvl="2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3pPr>
            <a:lvl4pPr marL="2438339" lvl="3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4pPr>
            <a:lvl5pPr marL="3047924" lvl="4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5pPr>
            <a:lvl6pPr marL="3657509" lvl="5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6pPr>
            <a:lvl7pPr marL="4267093" lvl="6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7pPr>
            <a:lvl8pPr marL="4876678" lvl="7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8pPr>
            <a:lvl9pPr marL="5486263" lvl="8" indent="-507987" rtl="0">
              <a:spcBef>
                <a:spcPts val="800"/>
              </a:spcBef>
              <a:spcAft>
                <a:spcPts val="800"/>
              </a:spcAft>
              <a:buSzPts val="2400"/>
              <a:buChar char="■"/>
              <a:defRPr/>
            </a:lvl9pPr>
          </a:lstStyle>
          <a:p>
            <a:r>
              <a:rPr lang="fr-FR" dirty="0"/>
              <a:t>Cliquez pour ajouter du texte</a:t>
            </a:r>
            <a:endParaRPr dirty="0"/>
          </a:p>
        </p:txBody>
      </p: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EF3E7458-CE17-6F48-8268-C0CB6ECA6FFA}"/>
              </a:ext>
            </a:extLst>
          </p:cNvPr>
          <p:cNvCxnSpPr>
            <a:cxnSpLocks/>
          </p:cNvCxnSpPr>
          <p:nvPr userDrawn="1"/>
        </p:nvCxnSpPr>
        <p:spPr>
          <a:xfrm>
            <a:off x="162525" y="1261228"/>
            <a:ext cx="612000" cy="0"/>
          </a:xfrm>
          <a:prstGeom prst="line">
            <a:avLst/>
          </a:prstGeom>
          <a:ln w="76200">
            <a:solidFill>
              <a:srgbClr val="E730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Connecteur droit 2">
            <a:extLst>
              <a:ext uri="{FF2B5EF4-FFF2-40B4-BE49-F238E27FC236}">
                <a16:creationId xmlns:a16="http://schemas.microsoft.com/office/drawing/2014/main" id="{6F76F3C3-76AF-466B-9B83-574FD839672C}"/>
              </a:ext>
            </a:extLst>
          </p:cNvPr>
          <p:cNvCxnSpPr>
            <a:cxnSpLocks/>
          </p:cNvCxnSpPr>
          <p:nvPr userDrawn="1"/>
        </p:nvCxnSpPr>
        <p:spPr>
          <a:xfrm>
            <a:off x="6078644" y="1858074"/>
            <a:ext cx="0" cy="2963308"/>
          </a:xfrm>
          <a:prstGeom prst="line">
            <a:avLst/>
          </a:prstGeom>
          <a:ln w="3175"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1" name="Google Shape;32;p6">
            <a:extLst>
              <a:ext uri="{FF2B5EF4-FFF2-40B4-BE49-F238E27FC236}">
                <a16:creationId xmlns:a16="http://schemas.microsoft.com/office/drawing/2014/main" id="{42C43A1C-48A7-40D1-BCE0-1672F969DBFD}"/>
              </a:ext>
            </a:extLst>
          </p:cNvPr>
          <p:cNvSpPr txBox="1">
            <a:spLocks noGrp="1"/>
          </p:cNvSpPr>
          <p:nvPr>
            <p:ph type="sldNum" idx="4"/>
          </p:nvPr>
        </p:nvSpPr>
        <p:spPr>
          <a:xfrm>
            <a:off x="11264174" y="6154296"/>
            <a:ext cx="731600" cy="5248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3" name="Espace réservé du texte 2">
            <a:extLst>
              <a:ext uri="{FF2B5EF4-FFF2-40B4-BE49-F238E27FC236}">
                <a16:creationId xmlns:a16="http://schemas.microsoft.com/office/drawing/2014/main" id="{CEFD5076-C2B3-4235-84D1-C7423CE2B9A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553661"/>
            <a:ext cx="5833582" cy="215900"/>
          </a:xfrm>
          <a:prstGeom prst="rect">
            <a:avLst/>
          </a:prstGeom>
        </p:spPr>
        <p:txBody>
          <a:bodyPr/>
          <a:lstStyle>
            <a:lvl1pPr marL="76200" indent="0">
              <a:buNone/>
              <a:defRPr sz="1500" b="1" i="1">
                <a:latin typeface="Barlow"/>
              </a:defRPr>
            </a:lvl1pPr>
          </a:lstStyle>
          <a:p>
            <a:pPr lvl="0"/>
            <a:r>
              <a:rPr lang="fr-FR" dirty="0"/>
              <a:t>Cliquez ici pour du texte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D9997D5-6989-40D6-8161-0D1E6FCB0437}"/>
              </a:ext>
            </a:extLst>
          </p:cNvPr>
          <p:cNvSpPr/>
          <p:nvPr userDrawn="1"/>
        </p:nvSpPr>
        <p:spPr>
          <a:xfrm flipH="1">
            <a:off x="3177168" y="5292262"/>
            <a:ext cx="45719" cy="862034"/>
          </a:xfrm>
          <a:prstGeom prst="rect">
            <a:avLst/>
          </a:prstGeom>
          <a:solidFill>
            <a:srgbClr val="E633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451139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+ 3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9;p6">
            <a:extLst>
              <a:ext uri="{FF2B5EF4-FFF2-40B4-BE49-F238E27FC236}">
                <a16:creationId xmlns:a16="http://schemas.microsoft.com/office/drawing/2014/main" id="{573C3066-7235-C74F-8A91-7ED440FE701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980323" y="984259"/>
            <a:ext cx="10225522" cy="528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000" b="1">
                <a:solidFill>
                  <a:srgbClr val="090095"/>
                </a:solidFill>
                <a:latin typeface="Montserrat" panose="00000800000000000000" pitchFamily="2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r>
              <a:rPr lang="fr-FR" dirty="0"/>
              <a:t>Cliquez pour ajouter le titre</a:t>
            </a:r>
            <a:endParaRPr dirty="0"/>
          </a:p>
        </p:txBody>
      </p:sp>
      <p:sp>
        <p:nvSpPr>
          <p:cNvPr id="16" name="Google Shape;25;p5">
            <a:extLst>
              <a:ext uri="{FF2B5EF4-FFF2-40B4-BE49-F238E27FC236}">
                <a16:creationId xmlns:a16="http://schemas.microsoft.com/office/drawing/2014/main" id="{4E9AC727-D595-424B-8DAE-DD364833E15B}"/>
              </a:ext>
            </a:extLst>
          </p:cNvPr>
          <p:cNvSpPr txBox="1">
            <a:spLocks noGrp="1"/>
          </p:cNvSpPr>
          <p:nvPr>
            <p:ph type="body" idx="13" hasCustomPrompt="1"/>
          </p:nvPr>
        </p:nvSpPr>
        <p:spPr>
          <a:xfrm>
            <a:off x="980322" y="1858997"/>
            <a:ext cx="3219143" cy="3991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507987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SzPts val="2400"/>
              <a:buFont typeface="Inria Sans Light"/>
              <a:buChar char="▸"/>
              <a:defRPr sz="1800">
                <a:solidFill>
                  <a:schemeClr val="tx1">
                    <a:lumMod val="85000"/>
                    <a:lumOff val="15000"/>
                  </a:schemeClr>
                </a:solidFill>
                <a:latin typeface="Barlow"/>
              </a:defRPr>
            </a:lvl1pPr>
            <a:lvl2pPr marL="1219170" lvl="1" indent="-507987" rtl="0">
              <a:spcBef>
                <a:spcPts val="800"/>
              </a:spcBef>
              <a:spcAft>
                <a:spcPts val="0"/>
              </a:spcAft>
              <a:buSzPts val="2400"/>
              <a:buChar char="▹"/>
              <a:defRPr/>
            </a:lvl2pPr>
            <a:lvl3pPr marL="1828754" lvl="2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3pPr>
            <a:lvl4pPr marL="2438339" lvl="3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4pPr>
            <a:lvl5pPr marL="3047924" lvl="4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5pPr>
            <a:lvl6pPr marL="3657509" lvl="5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6pPr>
            <a:lvl7pPr marL="4267093" lvl="6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7pPr>
            <a:lvl8pPr marL="4876678" lvl="7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8pPr>
            <a:lvl9pPr marL="5486263" lvl="8" indent="-507987" rtl="0">
              <a:spcBef>
                <a:spcPts val="800"/>
              </a:spcBef>
              <a:spcAft>
                <a:spcPts val="800"/>
              </a:spcAft>
              <a:buSzPts val="2400"/>
              <a:buChar char="■"/>
              <a:defRPr/>
            </a:lvl9pPr>
          </a:lstStyle>
          <a:p>
            <a:r>
              <a:rPr lang="fr-FR" dirty="0"/>
              <a:t>Cliquez pour ajouter du texte</a:t>
            </a:r>
            <a:endParaRPr dirty="0"/>
          </a:p>
        </p:txBody>
      </p:sp>
      <p:sp>
        <p:nvSpPr>
          <p:cNvPr id="18" name="Google Shape;25;p5">
            <a:extLst>
              <a:ext uri="{FF2B5EF4-FFF2-40B4-BE49-F238E27FC236}">
                <a16:creationId xmlns:a16="http://schemas.microsoft.com/office/drawing/2014/main" id="{37FDBF43-BCF7-D74D-A4DA-A2E2E422FD58}"/>
              </a:ext>
            </a:extLst>
          </p:cNvPr>
          <p:cNvSpPr txBox="1">
            <a:spLocks noGrp="1"/>
          </p:cNvSpPr>
          <p:nvPr>
            <p:ph type="body" idx="14" hasCustomPrompt="1"/>
          </p:nvPr>
        </p:nvSpPr>
        <p:spPr>
          <a:xfrm>
            <a:off x="4578643" y="1858997"/>
            <a:ext cx="3031368" cy="3991599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507987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SzPts val="2400"/>
              <a:buFont typeface="Inria Sans Light"/>
              <a:buChar char="▸"/>
              <a:defRPr sz="1800">
                <a:solidFill>
                  <a:schemeClr val="tx1">
                    <a:lumMod val="85000"/>
                    <a:lumOff val="15000"/>
                  </a:schemeClr>
                </a:solidFill>
                <a:latin typeface="Barlow"/>
              </a:defRPr>
            </a:lvl1pPr>
            <a:lvl2pPr marL="1219170" lvl="1" indent="-507987" rtl="0">
              <a:spcBef>
                <a:spcPts val="800"/>
              </a:spcBef>
              <a:spcAft>
                <a:spcPts val="0"/>
              </a:spcAft>
              <a:buSzPts val="2400"/>
              <a:buChar char="▹"/>
              <a:defRPr/>
            </a:lvl2pPr>
            <a:lvl3pPr marL="1828754" lvl="2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3pPr>
            <a:lvl4pPr marL="2438339" lvl="3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4pPr>
            <a:lvl5pPr marL="3047924" lvl="4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5pPr>
            <a:lvl6pPr marL="3657509" lvl="5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6pPr>
            <a:lvl7pPr marL="4267093" lvl="6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7pPr>
            <a:lvl8pPr marL="4876678" lvl="7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8pPr>
            <a:lvl9pPr marL="5486263" lvl="8" indent="-507987" rtl="0">
              <a:spcBef>
                <a:spcPts val="800"/>
              </a:spcBef>
              <a:spcAft>
                <a:spcPts val="800"/>
              </a:spcAft>
              <a:buSzPts val="2400"/>
              <a:buChar char="■"/>
              <a:defRPr/>
            </a:lvl9pPr>
          </a:lstStyle>
          <a:p>
            <a:r>
              <a:rPr lang="fr-FR" dirty="0"/>
              <a:t>Cliquez pour ajouter du texte</a:t>
            </a:r>
            <a:endParaRPr dirty="0"/>
          </a:p>
        </p:txBody>
      </p:sp>
      <p:sp>
        <p:nvSpPr>
          <p:cNvPr id="20" name="Google Shape;25;p5">
            <a:extLst>
              <a:ext uri="{FF2B5EF4-FFF2-40B4-BE49-F238E27FC236}">
                <a16:creationId xmlns:a16="http://schemas.microsoft.com/office/drawing/2014/main" id="{E38E4900-CD54-0D43-BB3A-68C03752E3AC}"/>
              </a:ext>
            </a:extLst>
          </p:cNvPr>
          <p:cNvSpPr txBox="1">
            <a:spLocks noGrp="1"/>
          </p:cNvSpPr>
          <p:nvPr>
            <p:ph type="body" idx="15" hasCustomPrompt="1"/>
          </p:nvPr>
        </p:nvSpPr>
        <p:spPr>
          <a:xfrm>
            <a:off x="7989188" y="1869799"/>
            <a:ext cx="3031367" cy="3991599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507987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SzPts val="2400"/>
              <a:buFont typeface="Inria Sans Light"/>
              <a:buChar char="▸"/>
              <a:defRPr dirty="0"/>
            </a:lvl1pPr>
            <a:lvl2pPr marL="1219170" lvl="1" indent="-507987" rtl="0">
              <a:spcBef>
                <a:spcPts val="800"/>
              </a:spcBef>
              <a:spcAft>
                <a:spcPts val="0"/>
              </a:spcAft>
              <a:buSzPts val="2400"/>
              <a:buChar char="▹"/>
              <a:defRPr/>
            </a:lvl2pPr>
            <a:lvl3pPr marL="1828754" lvl="2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3pPr>
            <a:lvl4pPr marL="2438339" lvl="3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4pPr>
            <a:lvl5pPr marL="3047924" lvl="4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5pPr>
            <a:lvl6pPr marL="3657509" lvl="5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6pPr>
            <a:lvl7pPr marL="4267093" lvl="6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7pPr>
            <a:lvl8pPr marL="4876678" lvl="7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8pPr>
            <a:lvl9pPr marL="5486263" lvl="8" indent="-507987" rtl="0">
              <a:spcBef>
                <a:spcPts val="800"/>
              </a:spcBef>
              <a:spcAft>
                <a:spcPts val="800"/>
              </a:spcAft>
              <a:buSzPts val="2400"/>
              <a:buChar char="■"/>
              <a:defRPr/>
            </a:lvl9pPr>
          </a:lstStyle>
          <a:p>
            <a:r>
              <a:rPr lang="fr-FR" dirty="0"/>
              <a:t>Cliquez pour ajouter du texte</a:t>
            </a:r>
            <a:endParaRPr dirty="0"/>
          </a:p>
        </p:txBody>
      </p:sp>
      <p:cxnSp>
        <p:nvCxnSpPr>
          <p:cNvPr id="29" name="Connecteur droit 28">
            <a:extLst>
              <a:ext uri="{FF2B5EF4-FFF2-40B4-BE49-F238E27FC236}">
                <a16:creationId xmlns:a16="http://schemas.microsoft.com/office/drawing/2014/main" id="{3B213520-0DA7-3B47-91E8-39B1A7EA47FE}"/>
              </a:ext>
            </a:extLst>
          </p:cNvPr>
          <p:cNvCxnSpPr>
            <a:cxnSpLocks/>
          </p:cNvCxnSpPr>
          <p:nvPr userDrawn="1"/>
        </p:nvCxnSpPr>
        <p:spPr>
          <a:xfrm>
            <a:off x="162525" y="1261228"/>
            <a:ext cx="612000" cy="0"/>
          </a:xfrm>
          <a:prstGeom prst="line">
            <a:avLst/>
          </a:prstGeom>
          <a:ln w="76200">
            <a:solidFill>
              <a:srgbClr val="E730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Connecteur droit 2">
            <a:extLst>
              <a:ext uri="{FF2B5EF4-FFF2-40B4-BE49-F238E27FC236}">
                <a16:creationId xmlns:a16="http://schemas.microsoft.com/office/drawing/2014/main" id="{4AA703BA-6114-4BED-BFBA-E09C1D5DAAEF}"/>
              </a:ext>
            </a:extLst>
          </p:cNvPr>
          <p:cNvCxnSpPr>
            <a:cxnSpLocks/>
          </p:cNvCxnSpPr>
          <p:nvPr userDrawn="1"/>
        </p:nvCxnSpPr>
        <p:spPr>
          <a:xfrm>
            <a:off x="4362377" y="1858997"/>
            <a:ext cx="1673" cy="4002401"/>
          </a:xfrm>
          <a:prstGeom prst="line">
            <a:avLst/>
          </a:prstGeom>
          <a:ln w="3175"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C3F62D67-B40A-4B78-92B0-62719CFB7A45}"/>
              </a:ext>
            </a:extLst>
          </p:cNvPr>
          <p:cNvCxnSpPr>
            <a:cxnSpLocks/>
          </p:cNvCxnSpPr>
          <p:nvPr userDrawn="1"/>
        </p:nvCxnSpPr>
        <p:spPr>
          <a:xfrm>
            <a:off x="7798763" y="1848195"/>
            <a:ext cx="1673" cy="4002401"/>
          </a:xfrm>
          <a:prstGeom prst="line">
            <a:avLst/>
          </a:prstGeom>
          <a:ln w="3175"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2" name="Google Shape;32;p6">
            <a:extLst>
              <a:ext uri="{FF2B5EF4-FFF2-40B4-BE49-F238E27FC236}">
                <a16:creationId xmlns:a16="http://schemas.microsoft.com/office/drawing/2014/main" id="{736D99F8-460D-4519-8B5D-7616B9546EAC}"/>
              </a:ext>
            </a:extLst>
          </p:cNvPr>
          <p:cNvSpPr txBox="1">
            <a:spLocks noGrp="1"/>
          </p:cNvSpPr>
          <p:nvPr>
            <p:ph type="sldNum" idx="4"/>
          </p:nvPr>
        </p:nvSpPr>
        <p:spPr>
          <a:xfrm>
            <a:off x="11264174" y="6154296"/>
            <a:ext cx="731600" cy="5248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3" name="Espace réservé du texte 2">
            <a:extLst>
              <a:ext uri="{FF2B5EF4-FFF2-40B4-BE49-F238E27FC236}">
                <a16:creationId xmlns:a16="http://schemas.microsoft.com/office/drawing/2014/main" id="{FBC296AE-92F3-4C35-9759-34D027E7477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0" y="553661"/>
            <a:ext cx="5833582" cy="215900"/>
          </a:xfrm>
          <a:prstGeom prst="rect">
            <a:avLst/>
          </a:prstGeom>
        </p:spPr>
        <p:txBody>
          <a:bodyPr/>
          <a:lstStyle>
            <a:lvl1pPr marL="76200" indent="0">
              <a:buNone/>
              <a:defRPr sz="1500" b="1" i="1">
                <a:latin typeface="Barlow"/>
              </a:defRPr>
            </a:lvl1pPr>
          </a:lstStyle>
          <a:p>
            <a:pPr lvl="0"/>
            <a:r>
              <a:rPr lang="fr-FR" dirty="0"/>
              <a:t>Cliquez ici pour du texte</a:t>
            </a:r>
          </a:p>
        </p:txBody>
      </p:sp>
    </p:spTree>
    <p:extLst>
      <p:ext uri="{BB962C8B-B14F-4D97-AF65-F5344CB8AC3E}">
        <p14:creationId xmlns:p14="http://schemas.microsoft.com/office/powerpoint/2010/main" val="5452965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+ 6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9;p6">
            <a:extLst>
              <a:ext uri="{FF2B5EF4-FFF2-40B4-BE49-F238E27FC236}">
                <a16:creationId xmlns:a16="http://schemas.microsoft.com/office/drawing/2014/main" id="{573C3066-7235-C74F-8A91-7ED440FE701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980323" y="984259"/>
            <a:ext cx="10225522" cy="528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000" b="1">
                <a:solidFill>
                  <a:srgbClr val="090095"/>
                </a:solidFill>
                <a:latin typeface="Montserrat" panose="00000800000000000000" pitchFamily="2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r>
              <a:rPr lang="fr-FR" dirty="0"/>
              <a:t>Cliquez pour ajouter le titre</a:t>
            </a:r>
            <a:endParaRPr dirty="0"/>
          </a:p>
        </p:txBody>
      </p:sp>
      <p:sp>
        <p:nvSpPr>
          <p:cNvPr id="15" name="Espace réservé pour une image  14">
            <a:extLst>
              <a:ext uri="{FF2B5EF4-FFF2-40B4-BE49-F238E27FC236}">
                <a16:creationId xmlns:a16="http://schemas.microsoft.com/office/drawing/2014/main" id="{93312183-131D-A94F-8118-E79A0CDF63D6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1167733" y="1690385"/>
            <a:ext cx="540000" cy="540000"/>
          </a:xfrm>
          <a:prstGeom prst="ellipse">
            <a:avLst/>
          </a:prstGeom>
        </p:spPr>
        <p:txBody>
          <a:bodyPr/>
          <a:lstStyle>
            <a:lvl1pPr>
              <a:defRPr sz="400"/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125" name="Espace réservé pour une image  14">
            <a:extLst>
              <a:ext uri="{FF2B5EF4-FFF2-40B4-BE49-F238E27FC236}">
                <a16:creationId xmlns:a16="http://schemas.microsoft.com/office/drawing/2014/main" id="{21C84905-79D9-194A-9008-A0B274BEAAFD}"/>
              </a:ext>
            </a:extLst>
          </p:cNvPr>
          <p:cNvSpPr>
            <a:spLocks noGrp="1" noChangeAspect="1"/>
          </p:cNvSpPr>
          <p:nvPr>
            <p:ph type="pic" sz="quarter" idx="40"/>
          </p:nvPr>
        </p:nvSpPr>
        <p:spPr>
          <a:xfrm>
            <a:off x="4680479" y="1690385"/>
            <a:ext cx="540000" cy="540000"/>
          </a:xfrm>
          <a:prstGeom prst="ellipse">
            <a:avLst/>
          </a:prstGeom>
        </p:spPr>
        <p:txBody>
          <a:bodyPr/>
          <a:lstStyle>
            <a:lvl1pPr>
              <a:defRPr sz="400"/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127" name="Espace réservé pour une image  14">
            <a:extLst>
              <a:ext uri="{FF2B5EF4-FFF2-40B4-BE49-F238E27FC236}">
                <a16:creationId xmlns:a16="http://schemas.microsoft.com/office/drawing/2014/main" id="{79700A53-C8BD-9145-A632-5569BFB6647E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8199456" y="1688400"/>
            <a:ext cx="540000" cy="540000"/>
          </a:xfrm>
          <a:prstGeom prst="ellipse">
            <a:avLst/>
          </a:prstGeom>
        </p:spPr>
        <p:txBody>
          <a:bodyPr/>
          <a:lstStyle>
            <a:lvl1pPr>
              <a:defRPr sz="400"/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138" name="Espace réservé du texte 137">
            <a:extLst>
              <a:ext uri="{FF2B5EF4-FFF2-40B4-BE49-F238E27FC236}">
                <a16:creationId xmlns:a16="http://schemas.microsoft.com/office/drawing/2014/main" id="{91A42506-6AAD-C949-BF1F-B08C2539A13E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22338" y="2341626"/>
            <a:ext cx="3335337" cy="1609725"/>
          </a:xfrm>
          <a:prstGeom prst="rect">
            <a:avLst/>
          </a:prstGeom>
        </p:spPr>
        <p:txBody>
          <a:bodyPr/>
          <a:lstStyle>
            <a:lvl1pPr marL="76200" indent="0">
              <a:buNone/>
              <a:defRPr sz="1600" b="0">
                <a:latin typeface="Barlow"/>
              </a:defRPr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fr-FR" b="1" dirty="0"/>
              <a:t>Cliquez pour ajouter du texte</a:t>
            </a:r>
          </a:p>
          <a:p>
            <a:r>
              <a:rPr lang="fr-FR" dirty="0" err="1"/>
              <a:t>Lorem</a:t>
            </a:r>
            <a:r>
              <a:rPr lang="fr-FR" dirty="0"/>
              <a:t> </a:t>
            </a:r>
            <a:r>
              <a:rPr lang="fr-FR" dirty="0" err="1"/>
              <a:t>ipsum</a:t>
            </a:r>
            <a:endParaRPr lang="fr-FR" dirty="0"/>
          </a:p>
        </p:txBody>
      </p:sp>
      <p:sp>
        <p:nvSpPr>
          <p:cNvPr id="140" name="Espace réservé du texte 137">
            <a:extLst>
              <a:ext uri="{FF2B5EF4-FFF2-40B4-BE49-F238E27FC236}">
                <a16:creationId xmlns:a16="http://schemas.microsoft.com/office/drawing/2014/main" id="{D851EDAF-C78C-A148-9B20-9AE25DD656A6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4425415" y="2350458"/>
            <a:ext cx="3335337" cy="1609725"/>
          </a:xfrm>
          <a:prstGeom prst="rect">
            <a:avLst/>
          </a:prstGeom>
        </p:spPr>
        <p:txBody>
          <a:bodyPr/>
          <a:lstStyle>
            <a:lvl1pPr marL="76200" indent="0">
              <a:buNone/>
              <a:defRPr sz="1600" b="0">
                <a:latin typeface="Barlow"/>
              </a:defRPr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fr-FR" b="1" dirty="0"/>
              <a:t>Cliquez pour ajouter du texte</a:t>
            </a:r>
          </a:p>
          <a:p>
            <a:r>
              <a:rPr lang="fr-FR" dirty="0" err="1"/>
              <a:t>Lorem</a:t>
            </a:r>
            <a:r>
              <a:rPr lang="fr-FR" dirty="0"/>
              <a:t> </a:t>
            </a:r>
            <a:r>
              <a:rPr lang="fr-FR" dirty="0" err="1"/>
              <a:t>ipsum</a:t>
            </a:r>
            <a:endParaRPr lang="fr-FR" dirty="0"/>
          </a:p>
        </p:txBody>
      </p:sp>
      <p:sp>
        <p:nvSpPr>
          <p:cNvPr id="142" name="Espace réservé du texte 137">
            <a:extLst>
              <a:ext uri="{FF2B5EF4-FFF2-40B4-BE49-F238E27FC236}">
                <a16:creationId xmlns:a16="http://schemas.microsoft.com/office/drawing/2014/main" id="{61993889-DF2F-1247-B6E1-1573BE0C8C0B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928492" y="2350458"/>
            <a:ext cx="3335337" cy="1609725"/>
          </a:xfrm>
          <a:prstGeom prst="rect">
            <a:avLst/>
          </a:prstGeom>
        </p:spPr>
        <p:txBody>
          <a:bodyPr/>
          <a:lstStyle>
            <a:lvl1pPr marL="76200" indent="0">
              <a:buNone/>
              <a:defRPr sz="1600" b="0">
                <a:latin typeface="Barlow"/>
              </a:defRPr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fr-FR" b="1" dirty="0"/>
              <a:t>Cliquez pour ajouter du texte</a:t>
            </a:r>
          </a:p>
          <a:p>
            <a:r>
              <a:rPr lang="fr-FR" dirty="0" err="1"/>
              <a:t>Lorem</a:t>
            </a:r>
            <a:r>
              <a:rPr lang="fr-FR" dirty="0"/>
              <a:t> </a:t>
            </a:r>
            <a:r>
              <a:rPr lang="fr-FR" dirty="0" err="1"/>
              <a:t>ipsum</a:t>
            </a:r>
            <a:endParaRPr lang="fr-FR" dirty="0"/>
          </a:p>
        </p:txBody>
      </p:sp>
      <p:cxnSp>
        <p:nvCxnSpPr>
          <p:cNvPr id="150" name="Connecteur droit 149">
            <a:extLst>
              <a:ext uri="{FF2B5EF4-FFF2-40B4-BE49-F238E27FC236}">
                <a16:creationId xmlns:a16="http://schemas.microsoft.com/office/drawing/2014/main" id="{9088F0E8-58BD-E24B-8FD6-E98076349B88}"/>
              </a:ext>
            </a:extLst>
          </p:cNvPr>
          <p:cNvCxnSpPr>
            <a:cxnSpLocks/>
          </p:cNvCxnSpPr>
          <p:nvPr userDrawn="1"/>
        </p:nvCxnSpPr>
        <p:spPr>
          <a:xfrm>
            <a:off x="162525" y="1261228"/>
            <a:ext cx="612000" cy="0"/>
          </a:xfrm>
          <a:prstGeom prst="line">
            <a:avLst/>
          </a:prstGeom>
          <a:ln w="76200">
            <a:solidFill>
              <a:srgbClr val="E730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16CBB21E-61FC-404B-BF12-835E6794EDC8}"/>
              </a:ext>
            </a:extLst>
          </p:cNvPr>
          <p:cNvCxnSpPr>
            <a:cxnSpLocks/>
          </p:cNvCxnSpPr>
          <p:nvPr userDrawn="1"/>
        </p:nvCxnSpPr>
        <p:spPr>
          <a:xfrm>
            <a:off x="4344931" y="2341626"/>
            <a:ext cx="0" cy="4337470"/>
          </a:xfrm>
          <a:prstGeom prst="line">
            <a:avLst/>
          </a:prstGeom>
          <a:ln w="3175"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B22EA1F3-4AA3-4A84-B869-C8B28171F5E0}"/>
              </a:ext>
            </a:extLst>
          </p:cNvPr>
          <p:cNvCxnSpPr>
            <a:cxnSpLocks/>
          </p:cNvCxnSpPr>
          <p:nvPr userDrawn="1"/>
        </p:nvCxnSpPr>
        <p:spPr>
          <a:xfrm>
            <a:off x="921600" y="4181731"/>
            <a:ext cx="10341491" cy="0"/>
          </a:xfrm>
          <a:prstGeom prst="line">
            <a:avLst/>
          </a:prstGeom>
          <a:ln w="3175"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ABF3DB55-94AA-4F87-98C7-2BF7FB13664B}"/>
              </a:ext>
            </a:extLst>
          </p:cNvPr>
          <p:cNvCxnSpPr>
            <a:cxnSpLocks/>
          </p:cNvCxnSpPr>
          <p:nvPr userDrawn="1"/>
        </p:nvCxnSpPr>
        <p:spPr>
          <a:xfrm>
            <a:off x="7858839" y="2341626"/>
            <a:ext cx="0" cy="4337470"/>
          </a:xfrm>
          <a:prstGeom prst="line">
            <a:avLst/>
          </a:prstGeom>
          <a:ln w="3175"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7" name="Espace réservé pour une image  14">
            <a:extLst>
              <a:ext uri="{FF2B5EF4-FFF2-40B4-BE49-F238E27FC236}">
                <a16:creationId xmlns:a16="http://schemas.microsoft.com/office/drawing/2014/main" id="{A535389A-B955-4954-BE67-C2289D9C0463}"/>
              </a:ext>
            </a:extLst>
          </p:cNvPr>
          <p:cNvSpPr>
            <a:spLocks noGrp="1" noChangeAspect="1"/>
          </p:cNvSpPr>
          <p:nvPr>
            <p:ph type="pic" sz="quarter" idx="48"/>
          </p:nvPr>
        </p:nvSpPr>
        <p:spPr>
          <a:xfrm>
            <a:off x="1162977" y="4362345"/>
            <a:ext cx="540000" cy="540000"/>
          </a:xfrm>
          <a:prstGeom prst="ellipse">
            <a:avLst/>
          </a:prstGeom>
        </p:spPr>
        <p:txBody>
          <a:bodyPr/>
          <a:lstStyle>
            <a:lvl1pPr>
              <a:defRPr sz="400"/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28" name="Espace réservé pour une image  14">
            <a:extLst>
              <a:ext uri="{FF2B5EF4-FFF2-40B4-BE49-F238E27FC236}">
                <a16:creationId xmlns:a16="http://schemas.microsoft.com/office/drawing/2014/main" id="{69154872-0613-416C-A9CF-2814463BDC8A}"/>
              </a:ext>
            </a:extLst>
          </p:cNvPr>
          <p:cNvSpPr>
            <a:spLocks noGrp="1" noChangeAspect="1"/>
          </p:cNvSpPr>
          <p:nvPr>
            <p:ph type="pic" sz="quarter" idx="49"/>
          </p:nvPr>
        </p:nvSpPr>
        <p:spPr>
          <a:xfrm>
            <a:off x="4675723" y="4362345"/>
            <a:ext cx="540000" cy="540000"/>
          </a:xfrm>
          <a:prstGeom prst="ellipse">
            <a:avLst/>
          </a:prstGeom>
        </p:spPr>
        <p:txBody>
          <a:bodyPr/>
          <a:lstStyle>
            <a:lvl1pPr>
              <a:defRPr sz="400"/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29" name="Espace réservé pour une image  14">
            <a:extLst>
              <a:ext uri="{FF2B5EF4-FFF2-40B4-BE49-F238E27FC236}">
                <a16:creationId xmlns:a16="http://schemas.microsoft.com/office/drawing/2014/main" id="{1C5552CF-D39F-47A5-9A84-00633C97D340}"/>
              </a:ext>
            </a:extLst>
          </p:cNvPr>
          <p:cNvSpPr>
            <a:spLocks noGrp="1" noChangeAspect="1"/>
          </p:cNvSpPr>
          <p:nvPr>
            <p:ph type="pic" sz="quarter" idx="50"/>
          </p:nvPr>
        </p:nvSpPr>
        <p:spPr>
          <a:xfrm>
            <a:off x="8194700" y="4360360"/>
            <a:ext cx="540000" cy="540000"/>
          </a:xfrm>
          <a:prstGeom prst="ellipse">
            <a:avLst/>
          </a:prstGeom>
        </p:spPr>
        <p:txBody>
          <a:bodyPr/>
          <a:lstStyle>
            <a:lvl1pPr>
              <a:defRPr sz="400"/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30" name="Espace réservé du texte 137">
            <a:extLst>
              <a:ext uri="{FF2B5EF4-FFF2-40B4-BE49-F238E27FC236}">
                <a16:creationId xmlns:a16="http://schemas.microsoft.com/office/drawing/2014/main" id="{616C3192-793D-4C9A-8E01-FFE5601E339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917582" y="5013586"/>
            <a:ext cx="3335337" cy="1609725"/>
          </a:xfrm>
          <a:prstGeom prst="rect">
            <a:avLst/>
          </a:prstGeom>
        </p:spPr>
        <p:txBody>
          <a:bodyPr/>
          <a:lstStyle>
            <a:lvl1pPr marL="76200" indent="0">
              <a:buNone/>
              <a:defRPr sz="1600" b="0">
                <a:latin typeface="Barlow"/>
              </a:defRPr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fr-FR" b="1" dirty="0"/>
              <a:t>Cliquez pour ajouter du texte</a:t>
            </a:r>
          </a:p>
          <a:p>
            <a:r>
              <a:rPr lang="fr-FR" dirty="0" err="1"/>
              <a:t>Lorem</a:t>
            </a:r>
            <a:r>
              <a:rPr lang="fr-FR" dirty="0"/>
              <a:t> </a:t>
            </a:r>
            <a:r>
              <a:rPr lang="fr-FR" dirty="0" err="1"/>
              <a:t>ipsum</a:t>
            </a:r>
            <a:endParaRPr lang="fr-FR" dirty="0"/>
          </a:p>
        </p:txBody>
      </p:sp>
      <p:sp>
        <p:nvSpPr>
          <p:cNvPr id="31" name="Espace réservé du texte 137">
            <a:extLst>
              <a:ext uri="{FF2B5EF4-FFF2-40B4-BE49-F238E27FC236}">
                <a16:creationId xmlns:a16="http://schemas.microsoft.com/office/drawing/2014/main" id="{EA4CE173-6E35-4936-863D-DF7D5E2955A5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4420659" y="5022418"/>
            <a:ext cx="3335337" cy="1609725"/>
          </a:xfrm>
          <a:prstGeom prst="rect">
            <a:avLst/>
          </a:prstGeom>
        </p:spPr>
        <p:txBody>
          <a:bodyPr/>
          <a:lstStyle>
            <a:lvl1pPr marL="76200" indent="0">
              <a:buNone/>
              <a:defRPr sz="1600" b="0">
                <a:latin typeface="Barlow"/>
              </a:defRPr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fr-FR" b="1" dirty="0"/>
              <a:t>Cliquez pour ajouter du texte</a:t>
            </a:r>
          </a:p>
          <a:p>
            <a:r>
              <a:rPr lang="fr-FR" dirty="0" err="1"/>
              <a:t>Lorem</a:t>
            </a:r>
            <a:r>
              <a:rPr lang="fr-FR" dirty="0"/>
              <a:t> </a:t>
            </a:r>
            <a:r>
              <a:rPr lang="fr-FR" dirty="0" err="1"/>
              <a:t>ipsum</a:t>
            </a:r>
            <a:endParaRPr lang="fr-FR" dirty="0"/>
          </a:p>
        </p:txBody>
      </p:sp>
      <p:sp>
        <p:nvSpPr>
          <p:cNvPr id="32" name="Espace réservé du texte 137">
            <a:extLst>
              <a:ext uri="{FF2B5EF4-FFF2-40B4-BE49-F238E27FC236}">
                <a16:creationId xmlns:a16="http://schemas.microsoft.com/office/drawing/2014/main" id="{ED06A390-441C-4B5B-906D-D3B17839B3A9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923736" y="5022418"/>
            <a:ext cx="3335337" cy="1609725"/>
          </a:xfrm>
          <a:prstGeom prst="rect">
            <a:avLst/>
          </a:prstGeom>
        </p:spPr>
        <p:txBody>
          <a:bodyPr/>
          <a:lstStyle>
            <a:lvl1pPr marL="76200" indent="0">
              <a:buNone/>
              <a:defRPr sz="1600" b="0">
                <a:latin typeface="Barlow"/>
              </a:defRPr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fr-FR" b="1" dirty="0"/>
              <a:t>Cliquez pour ajouter du texte</a:t>
            </a:r>
          </a:p>
          <a:p>
            <a:r>
              <a:rPr lang="fr-FR" dirty="0" err="1"/>
              <a:t>Lorem</a:t>
            </a:r>
            <a:r>
              <a:rPr lang="fr-FR" dirty="0"/>
              <a:t> </a:t>
            </a:r>
            <a:r>
              <a:rPr lang="fr-FR" dirty="0" err="1"/>
              <a:t>ipsum</a:t>
            </a:r>
            <a:endParaRPr lang="fr-FR" dirty="0"/>
          </a:p>
        </p:txBody>
      </p:sp>
      <p:sp>
        <p:nvSpPr>
          <p:cNvPr id="38" name="Google Shape;32;p6">
            <a:extLst>
              <a:ext uri="{FF2B5EF4-FFF2-40B4-BE49-F238E27FC236}">
                <a16:creationId xmlns:a16="http://schemas.microsoft.com/office/drawing/2014/main" id="{C15C1D79-CC65-4F88-83E7-7523596F8D88}"/>
              </a:ext>
            </a:extLst>
          </p:cNvPr>
          <p:cNvSpPr txBox="1">
            <a:spLocks noGrp="1"/>
          </p:cNvSpPr>
          <p:nvPr>
            <p:ph type="sldNum" idx="4"/>
          </p:nvPr>
        </p:nvSpPr>
        <p:spPr>
          <a:xfrm>
            <a:off x="11264174" y="6154296"/>
            <a:ext cx="731600" cy="5248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23" name="Espace réservé du texte 2">
            <a:extLst>
              <a:ext uri="{FF2B5EF4-FFF2-40B4-BE49-F238E27FC236}">
                <a16:creationId xmlns:a16="http://schemas.microsoft.com/office/drawing/2014/main" id="{D05E616E-F294-4A11-9D67-740E9CFC3F9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0" y="553661"/>
            <a:ext cx="5833582" cy="215900"/>
          </a:xfrm>
          <a:prstGeom prst="rect">
            <a:avLst/>
          </a:prstGeom>
        </p:spPr>
        <p:txBody>
          <a:bodyPr/>
          <a:lstStyle>
            <a:lvl1pPr marL="76200" indent="0">
              <a:buNone/>
              <a:defRPr sz="1500" b="1" i="1">
                <a:latin typeface="Barlow"/>
              </a:defRPr>
            </a:lvl1pPr>
          </a:lstStyle>
          <a:p>
            <a:pPr lvl="0"/>
            <a:r>
              <a:rPr lang="fr-FR" dirty="0"/>
              <a:t>Cliquez ici pour du texte</a:t>
            </a:r>
          </a:p>
        </p:txBody>
      </p:sp>
    </p:spTree>
    <p:extLst>
      <p:ext uri="{BB962C8B-B14F-4D97-AF65-F5344CB8AC3E}">
        <p14:creationId xmlns:p14="http://schemas.microsoft.com/office/powerpoint/2010/main" val="24141653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9;p6">
            <a:extLst>
              <a:ext uri="{FF2B5EF4-FFF2-40B4-BE49-F238E27FC236}">
                <a16:creationId xmlns:a16="http://schemas.microsoft.com/office/drawing/2014/main" id="{573C3066-7235-C74F-8A91-7ED440FE701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980321" y="980322"/>
            <a:ext cx="10225523" cy="528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000" b="1">
                <a:solidFill>
                  <a:srgbClr val="090095"/>
                </a:solidFill>
                <a:latin typeface="Montserrat" panose="00000800000000000000" pitchFamily="2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r>
              <a:rPr lang="fr-FR" dirty="0"/>
              <a:t>Cliquez pour ajouter le titre</a:t>
            </a:r>
            <a:endParaRPr dirty="0"/>
          </a:p>
        </p:txBody>
      </p: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DFD7E31D-30ED-274C-B1C5-11BA3D0F7F5A}"/>
              </a:ext>
            </a:extLst>
          </p:cNvPr>
          <p:cNvCxnSpPr>
            <a:cxnSpLocks/>
          </p:cNvCxnSpPr>
          <p:nvPr userDrawn="1"/>
        </p:nvCxnSpPr>
        <p:spPr>
          <a:xfrm>
            <a:off x="162525" y="1261228"/>
            <a:ext cx="612000" cy="0"/>
          </a:xfrm>
          <a:prstGeom prst="line">
            <a:avLst/>
          </a:prstGeom>
          <a:ln w="76200">
            <a:solidFill>
              <a:srgbClr val="E730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oogle Shape;238;p29">
            <a:extLst>
              <a:ext uri="{FF2B5EF4-FFF2-40B4-BE49-F238E27FC236}">
                <a16:creationId xmlns:a16="http://schemas.microsoft.com/office/drawing/2014/main" id="{40214647-D6DE-448C-B89C-1FB4AC48BB09}"/>
              </a:ext>
            </a:extLst>
          </p:cNvPr>
          <p:cNvGrpSpPr/>
          <p:nvPr/>
        </p:nvGrpSpPr>
        <p:grpSpPr>
          <a:xfrm>
            <a:off x="5041155" y="3755679"/>
            <a:ext cx="2291107" cy="264400"/>
            <a:chOff x="4908100" y="1493307"/>
            <a:chExt cx="1718330" cy="198300"/>
          </a:xfrm>
        </p:grpSpPr>
        <p:cxnSp>
          <p:nvCxnSpPr>
            <p:cNvPr id="30" name="Google Shape;239;p29">
              <a:extLst>
                <a:ext uri="{FF2B5EF4-FFF2-40B4-BE49-F238E27FC236}">
                  <a16:creationId xmlns:a16="http://schemas.microsoft.com/office/drawing/2014/main" id="{23A8E09D-AEA5-4C96-9C7A-E13C1EE1DC7B}"/>
                </a:ext>
              </a:extLst>
            </p:cNvPr>
            <p:cNvCxnSpPr/>
            <p:nvPr/>
          </p:nvCxnSpPr>
          <p:spPr>
            <a:xfrm>
              <a:off x="4908100" y="1593250"/>
              <a:ext cx="1715100" cy="0"/>
            </a:xfrm>
            <a:prstGeom prst="straightConnector1">
              <a:avLst/>
            </a:prstGeom>
            <a:noFill/>
            <a:ln w="9525" cap="flat" cmpd="sng">
              <a:solidFill>
                <a:srgbClr val="ABB4B8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2" name="Google Shape;241;p29">
              <a:extLst>
                <a:ext uri="{FF2B5EF4-FFF2-40B4-BE49-F238E27FC236}">
                  <a16:creationId xmlns:a16="http://schemas.microsoft.com/office/drawing/2014/main" id="{CF0E7474-D665-4132-91F0-7BAB7655EF2A}"/>
                </a:ext>
              </a:extLst>
            </p:cNvPr>
            <p:cNvSpPr/>
            <p:nvPr/>
          </p:nvSpPr>
          <p:spPr>
            <a:xfrm>
              <a:off x="6427830" y="1493307"/>
              <a:ext cx="198600" cy="198300"/>
            </a:xfrm>
            <a:prstGeom prst="ellipse">
              <a:avLst/>
            </a:prstGeom>
            <a:solidFill>
              <a:srgbClr val="42465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/>
            </a:p>
          </p:txBody>
        </p:sp>
      </p:grpSp>
      <p:grpSp>
        <p:nvGrpSpPr>
          <p:cNvPr id="8" name="Google Shape;244;p29">
            <a:extLst>
              <a:ext uri="{FF2B5EF4-FFF2-40B4-BE49-F238E27FC236}">
                <a16:creationId xmlns:a16="http://schemas.microsoft.com/office/drawing/2014/main" id="{93DB4BBE-4BFD-499A-B5E9-A04CFC646BBC}"/>
              </a:ext>
            </a:extLst>
          </p:cNvPr>
          <p:cNvGrpSpPr/>
          <p:nvPr/>
        </p:nvGrpSpPr>
        <p:grpSpPr>
          <a:xfrm>
            <a:off x="4580888" y="5240615"/>
            <a:ext cx="2746303" cy="264400"/>
            <a:chOff x="4562900" y="3212150"/>
            <a:chExt cx="2059727" cy="198300"/>
          </a:xfrm>
        </p:grpSpPr>
        <p:cxnSp>
          <p:nvCxnSpPr>
            <p:cNvPr id="27" name="Google Shape;245;p29">
              <a:extLst>
                <a:ext uri="{FF2B5EF4-FFF2-40B4-BE49-F238E27FC236}">
                  <a16:creationId xmlns:a16="http://schemas.microsoft.com/office/drawing/2014/main" id="{B7320E86-3EC0-46BB-B53E-6AA2E0948EFF}"/>
                </a:ext>
              </a:extLst>
            </p:cNvPr>
            <p:cNvCxnSpPr/>
            <p:nvPr/>
          </p:nvCxnSpPr>
          <p:spPr>
            <a:xfrm>
              <a:off x="4562900" y="3312540"/>
              <a:ext cx="2057100" cy="0"/>
            </a:xfrm>
            <a:prstGeom prst="straightConnector1">
              <a:avLst/>
            </a:prstGeom>
            <a:noFill/>
            <a:ln w="9525" cap="flat" cmpd="sng">
              <a:solidFill>
                <a:srgbClr val="ABB4B8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9" name="Google Shape;247;p29">
              <a:extLst>
                <a:ext uri="{FF2B5EF4-FFF2-40B4-BE49-F238E27FC236}">
                  <a16:creationId xmlns:a16="http://schemas.microsoft.com/office/drawing/2014/main" id="{2CDDC26E-F748-4B02-BBE4-9E187594102E}"/>
                </a:ext>
              </a:extLst>
            </p:cNvPr>
            <p:cNvSpPr/>
            <p:nvPr/>
          </p:nvSpPr>
          <p:spPr>
            <a:xfrm>
              <a:off x="6424027" y="3212150"/>
              <a:ext cx="198600" cy="198300"/>
            </a:xfrm>
            <a:prstGeom prst="ellipse">
              <a:avLst/>
            </a:prstGeom>
            <a:solidFill>
              <a:srgbClr val="42465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dirty="0"/>
            </a:p>
          </p:txBody>
        </p:sp>
      </p:grpSp>
      <p:grpSp>
        <p:nvGrpSpPr>
          <p:cNvPr id="9" name="Google Shape;249;p29">
            <a:extLst>
              <a:ext uri="{FF2B5EF4-FFF2-40B4-BE49-F238E27FC236}">
                <a16:creationId xmlns:a16="http://schemas.microsoft.com/office/drawing/2014/main" id="{70D79D0F-81FD-41D6-ADD1-94946D9FEB43}"/>
              </a:ext>
            </a:extLst>
          </p:cNvPr>
          <p:cNvGrpSpPr/>
          <p:nvPr/>
        </p:nvGrpSpPr>
        <p:grpSpPr>
          <a:xfrm>
            <a:off x="4580886" y="2284704"/>
            <a:ext cx="2751373" cy="264400"/>
            <a:chOff x="4562900" y="1493307"/>
            <a:chExt cx="2063530" cy="198300"/>
          </a:xfrm>
        </p:grpSpPr>
        <p:cxnSp>
          <p:nvCxnSpPr>
            <p:cNvPr id="24" name="Google Shape;250;p29">
              <a:extLst>
                <a:ext uri="{FF2B5EF4-FFF2-40B4-BE49-F238E27FC236}">
                  <a16:creationId xmlns:a16="http://schemas.microsoft.com/office/drawing/2014/main" id="{218E737A-711D-47AF-A76C-B0EB179E9968}"/>
                </a:ext>
              </a:extLst>
            </p:cNvPr>
            <p:cNvCxnSpPr/>
            <p:nvPr/>
          </p:nvCxnSpPr>
          <p:spPr>
            <a:xfrm>
              <a:off x="4562900" y="1593255"/>
              <a:ext cx="2060400" cy="0"/>
            </a:xfrm>
            <a:prstGeom prst="straightConnector1">
              <a:avLst/>
            </a:prstGeom>
            <a:noFill/>
            <a:ln w="9525" cap="flat" cmpd="sng">
              <a:solidFill>
                <a:srgbClr val="ABB4B8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6" name="Google Shape;252;p29">
              <a:extLst>
                <a:ext uri="{FF2B5EF4-FFF2-40B4-BE49-F238E27FC236}">
                  <a16:creationId xmlns:a16="http://schemas.microsoft.com/office/drawing/2014/main" id="{BFFE3F61-9E19-41BB-A090-ECC94B716A21}"/>
                </a:ext>
              </a:extLst>
            </p:cNvPr>
            <p:cNvSpPr/>
            <p:nvPr/>
          </p:nvSpPr>
          <p:spPr>
            <a:xfrm>
              <a:off x="6427830" y="1493307"/>
              <a:ext cx="198600" cy="198300"/>
            </a:xfrm>
            <a:prstGeom prst="ellipse">
              <a:avLst/>
            </a:prstGeom>
            <a:solidFill>
              <a:srgbClr val="42465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dirty="0"/>
            </a:p>
          </p:txBody>
        </p:sp>
      </p:grpSp>
      <p:grpSp>
        <p:nvGrpSpPr>
          <p:cNvPr id="10" name="Google Shape;254;p29">
            <a:extLst>
              <a:ext uri="{FF2B5EF4-FFF2-40B4-BE49-F238E27FC236}">
                <a16:creationId xmlns:a16="http://schemas.microsoft.com/office/drawing/2014/main" id="{5706245C-F4E4-4F2D-935D-38DF15CFE616}"/>
              </a:ext>
            </a:extLst>
          </p:cNvPr>
          <p:cNvGrpSpPr/>
          <p:nvPr/>
        </p:nvGrpSpPr>
        <p:grpSpPr>
          <a:xfrm>
            <a:off x="2249813" y="1859437"/>
            <a:ext cx="4686415" cy="4336003"/>
            <a:chOff x="2991269" y="1153325"/>
            <a:chExt cx="3514811" cy="3252002"/>
          </a:xfrm>
        </p:grpSpPr>
        <p:sp>
          <p:nvSpPr>
            <p:cNvPr id="16" name="Google Shape;255;p29">
              <a:extLst>
                <a:ext uri="{FF2B5EF4-FFF2-40B4-BE49-F238E27FC236}">
                  <a16:creationId xmlns:a16="http://schemas.microsoft.com/office/drawing/2014/main" id="{BDB210FB-EFF7-4808-8AF6-3404455E89C4}"/>
                </a:ext>
              </a:extLst>
            </p:cNvPr>
            <p:cNvSpPr/>
            <p:nvPr/>
          </p:nvSpPr>
          <p:spPr>
            <a:xfrm>
              <a:off x="3477586" y="2585458"/>
              <a:ext cx="2541910" cy="950456"/>
            </a:xfrm>
            <a:custGeom>
              <a:avLst/>
              <a:gdLst/>
              <a:ahLst/>
              <a:cxnLst/>
              <a:rect l="l" t="t" r="r" b="b"/>
              <a:pathLst>
                <a:path w="126826" h="43529" extrusionOk="0">
                  <a:moveTo>
                    <a:pt x="0" y="20002"/>
                  </a:moveTo>
                  <a:lnTo>
                    <a:pt x="63389" y="43529"/>
                  </a:lnTo>
                  <a:lnTo>
                    <a:pt x="126826" y="19907"/>
                  </a:lnTo>
                  <a:lnTo>
                    <a:pt x="63580" y="0"/>
                  </a:lnTo>
                  <a:close/>
                </a:path>
              </a:pathLst>
            </a:custGeom>
            <a:solidFill>
              <a:srgbClr val="ABB4B8"/>
            </a:solidFill>
            <a:ln>
              <a:noFill/>
            </a:ln>
          </p:spPr>
        </p:sp>
        <p:sp>
          <p:nvSpPr>
            <p:cNvPr id="17" name="Google Shape;256;p29">
              <a:extLst>
                <a:ext uri="{FF2B5EF4-FFF2-40B4-BE49-F238E27FC236}">
                  <a16:creationId xmlns:a16="http://schemas.microsoft.com/office/drawing/2014/main" id="{E8CEEC98-BA3B-4937-944C-26EBEF5E30BA}"/>
                </a:ext>
              </a:extLst>
            </p:cNvPr>
            <p:cNvSpPr/>
            <p:nvPr/>
          </p:nvSpPr>
          <p:spPr>
            <a:xfrm>
              <a:off x="2991269" y="3020977"/>
              <a:ext cx="1758228" cy="1384350"/>
            </a:xfrm>
            <a:custGeom>
              <a:avLst/>
              <a:gdLst/>
              <a:ahLst/>
              <a:cxnLst/>
              <a:rect l="l" t="t" r="r" b="b"/>
              <a:pathLst>
                <a:path w="87725" h="63817" extrusionOk="0">
                  <a:moveTo>
                    <a:pt x="24288" y="0"/>
                  </a:moveTo>
                  <a:lnTo>
                    <a:pt x="0" y="29908"/>
                  </a:lnTo>
                  <a:lnTo>
                    <a:pt x="87725" y="63817"/>
                  </a:lnTo>
                  <a:lnTo>
                    <a:pt x="87725" y="42291"/>
                  </a:lnTo>
                  <a:lnTo>
                    <a:pt x="87725" y="23526"/>
                  </a:lnTo>
                  <a:close/>
                </a:path>
              </a:pathLst>
            </a:custGeom>
            <a:solidFill>
              <a:srgbClr val="D6DAE0"/>
            </a:solidFill>
            <a:ln>
              <a:noFill/>
            </a:ln>
          </p:spPr>
        </p:sp>
        <p:sp>
          <p:nvSpPr>
            <p:cNvPr id="18" name="Google Shape;257;p29">
              <a:extLst>
                <a:ext uri="{FF2B5EF4-FFF2-40B4-BE49-F238E27FC236}">
                  <a16:creationId xmlns:a16="http://schemas.microsoft.com/office/drawing/2014/main" id="{ACDDA2F9-A019-4863-8ADD-64B7A9990F0F}"/>
                </a:ext>
              </a:extLst>
            </p:cNvPr>
            <p:cNvSpPr/>
            <p:nvPr/>
          </p:nvSpPr>
          <p:spPr>
            <a:xfrm flipH="1">
              <a:off x="4747852" y="3020977"/>
              <a:ext cx="1758228" cy="1384350"/>
            </a:xfrm>
            <a:custGeom>
              <a:avLst/>
              <a:gdLst/>
              <a:ahLst/>
              <a:cxnLst/>
              <a:rect l="l" t="t" r="r" b="b"/>
              <a:pathLst>
                <a:path w="87725" h="63817" extrusionOk="0">
                  <a:moveTo>
                    <a:pt x="24288" y="0"/>
                  </a:moveTo>
                  <a:lnTo>
                    <a:pt x="0" y="29908"/>
                  </a:lnTo>
                  <a:lnTo>
                    <a:pt x="87725" y="63817"/>
                  </a:lnTo>
                  <a:lnTo>
                    <a:pt x="87725" y="42291"/>
                  </a:lnTo>
                  <a:lnTo>
                    <a:pt x="87725" y="23526"/>
                  </a:lnTo>
                  <a:close/>
                </a:path>
              </a:pathLst>
            </a:custGeom>
            <a:solidFill>
              <a:srgbClr val="E7ECF0"/>
            </a:solidFill>
            <a:ln>
              <a:noFill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19" name="Google Shape;258;p29">
              <a:extLst>
                <a:ext uri="{FF2B5EF4-FFF2-40B4-BE49-F238E27FC236}">
                  <a16:creationId xmlns:a16="http://schemas.microsoft.com/office/drawing/2014/main" id="{EFA52B5A-14C1-48EA-9FBE-FA759AB1AEAD}"/>
                </a:ext>
              </a:extLst>
            </p:cNvPr>
            <p:cNvSpPr/>
            <p:nvPr/>
          </p:nvSpPr>
          <p:spPr>
            <a:xfrm>
              <a:off x="3969199" y="2001324"/>
              <a:ext cx="1565850" cy="585863"/>
            </a:xfrm>
            <a:custGeom>
              <a:avLst/>
              <a:gdLst/>
              <a:ahLst/>
              <a:cxnLst/>
              <a:rect l="l" t="t" r="r" b="b"/>
              <a:pathLst>
                <a:path w="24053" h="8150" extrusionOk="0">
                  <a:moveTo>
                    <a:pt x="0" y="3827"/>
                  </a:moveTo>
                  <a:lnTo>
                    <a:pt x="11976" y="8150"/>
                  </a:lnTo>
                  <a:lnTo>
                    <a:pt x="24053" y="3827"/>
                  </a:lnTo>
                  <a:lnTo>
                    <a:pt x="12126" y="0"/>
                  </a:lnTo>
                  <a:close/>
                </a:path>
              </a:pathLst>
            </a:custGeom>
            <a:solidFill>
              <a:srgbClr val="ABB4B8"/>
            </a:solidFill>
            <a:ln>
              <a:noFill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20" name="Google Shape;259;p29">
              <a:extLst>
                <a:ext uri="{FF2B5EF4-FFF2-40B4-BE49-F238E27FC236}">
                  <a16:creationId xmlns:a16="http://schemas.microsoft.com/office/drawing/2014/main" id="{5B63343D-1593-415C-9FF3-ACC184EBE63E}"/>
                </a:ext>
              </a:extLst>
            </p:cNvPr>
            <p:cNvSpPr/>
            <p:nvPr/>
          </p:nvSpPr>
          <p:spPr>
            <a:xfrm>
              <a:off x="3563255" y="2275837"/>
              <a:ext cx="1189300" cy="1015326"/>
            </a:xfrm>
            <a:custGeom>
              <a:avLst/>
              <a:gdLst/>
              <a:ahLst/>
              <a:cxnLst/>
              <a:rect l="l" t="t" r="r" b="b"/>
              <a:pathLst>
                <a:path w="18238" h="14114" extrusionOk="0">
                  <a:moveTo>
                    <a:pt x="6262" y="0"/>
                  </a:moveTo>
                  <a:lnTo>
                    <a:pt x="18238" y="4324"/>
                  </a:lnTo>
                  <a:lnTo>
                    <a:pt x="18238" y="14114"/>
                  </a:lnTo>
                  <a:lnTo>
                    <a:pt x="0" y="7554"/>
                  </a:lnTo>
                  <a:close/>
                </a:path>
              </a:pathLst>
            </a:custGeom>
            <a:solidFill>
              <a:srgbClr val="D6DAE0"/>
            </a:solidFill>
            <a:ln>
              <a:noFill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21" name="Google Shape;260;p29">
              <a:extLst>
                <a:ext uri="{FF2B5EF4-FFF2-40B4-BE49-F238E27FC236}">
                  <a16:creationId xmlns:a16="http://schemas.microsoft.com/office/drawing/2014/main" id="{C2C93CF9-EA61-4561-B8F8-D376C5C8B919}"/>
                </a:ext>
              </a:extLst>
            </p:cNvPr>
            <p:cNvSpPr/>
            <p:nvPr/>
          </p:nvSpPr>
          <p:spPr>
            <a:xfrm flipH="1">
              <a:off x="4749365" y="2275837"/>
              <a:ext cx="1189300" cy="1015326"/>
            </a:xfrm>
            <a:custGeom>
              <a:avLst/>
              <a:gdLst/>
              <a:ahLst/>
              <a:cxnLst/>
              <a:rect l="l" t="t" r="r" b="b"/>
              <a:pathLst>
                <a:path w="18238" h="14114" extrusionOk="0">
                  <a:moveTo>
                    <a:pt x="6262" y="0"/>
                  </a:moveTo>
                  <a:lnTo>
                    <a:pt x="18238" y="4324"/>
                  </a:lnTo>
                  <a:lnTo>
                    <a:pt x="18238" y="14114"/>
                  </a:lnTo>
                  <a:lnTo>
                    <a:pt x="0" y="7554"/>
                  </a:lnTo>
                  <a:close/>
                </a:path>
              </a:pathLst>
            </a:custGeom>
            <a:solidFill>
              <a:srgbClr val="E7ECF0"/>
            </a:solidFill>
            <a:ln>
              <a:noFill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22" name="Google Shape;261;p29">
              <a:extLst>
                <a:ext uri="{FF2B5EF4-FFF2-40B4-BE49-F238E27FC236}">
                  <a16:creationId xmlns:a16="http://schemas.microsoft.com/office/drawing/2014/main" id="{861F779D-12F4-478E-926B-A4AF7EF8977C}"/>
                </a:ext>
              </a:extLst>
            </p:cNvPr>
            <p:cNvSpPr/>
            <p:nvPr/>
          </p:nvSpPr>
          <p:spPr>
            <a:xfrm>
              <a:off x="4059061" y="1153325"/>
              <a:ext cx="693508" cy="1201140"/>
            </a:xfrm>
            <a:custGeom>
              <a:avLst/>
              <a:gdLst/>
              <a:ahLst/>
              <a:cxnLst/>
              <a:rect l="l" t="t" r="r" b="b"/>
              <a:pathLst>
                <a:path w="10635" h="16697" extrusionOk="0">
                  <a:moveTo>
                    <a:pt x="10635" y="0"/>
                  </a:moveTo>
                  <a:lnTo>
                    <a:pt x="0" y="12722"/>
                  </a:lnTo>
                  <a:lnTo>
                    <a:pt x="10635" y="16697"/>
                  </a:lnTo>
                  <a:close/>
                </a:path>
              </a:pathLst>
            </a:custGeom>
            <a:solidFill>
              <a:srgbClr val="D6DAE0"/>
            </a:solidFill>
            <a:ln>
              <a:noFill/>
            </a:ln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23" name="Google Shape;262;p29">
              <a:extLst>
                <a:ext uri="{FF2B5EF4-FFF2-40B4-BE49-F238E27FC236}">
                  <a16:creationId xmlns:a16="http://schemas.microsoft.com/office/drawing/2014/main" id="{4F504D4E-AB1A-49E6-90B4-A66A02794EBB}"/>
                </a:ext>
              </a:extLst>
            </p:cNvPr>
            <p:cNvSpPr/>
            <p:nvPr/>
          </p:nvSpPr>
          <p:spPr>
            <a:xfrm flipH="1">
              <a:off x="4749350" y="1153325"/>
              <a:ext cx="693508" cy="1201140"/>
            </a:xfrm>
            <a:custGeom>
              <a:avLst/>
              <a:gdLst/>
              <a:ahLst/>
              <a:cxnLst/>
              <a:rect l="l" t="t" r="r" b="b"/>
              <a:pathLst>
                <a:path w="10635" h="16697" extrusionOk="0">
                  <a:moveTo>
                    <a:pt x="10635" y="0"/>
                  </a:moveTo>
                  <a:lnTo>
                    <a:pt x="0" y="12722"/>
                  </a:lnTo>
                  <a:lnTo>
                    <a:pt x="10635" y="16697"/>
                  </a:lnTo>
                  <a:close/>
                </a:path>
              </a:pathLst>
            </a:custGeom>
            <a:solidFill>
              <a:srgbClr val="E7ECF0"/>
            </a:solidFill>
            <a:ln>
              <a:noFill/>
            </a:ln>
          </p:spPr>
          <p:txBody>
            <a:bodyPr/>
            <a:lstStyle/>
            <a:p>
              <a:endParaRPr lang="fr-FR" dirty="0"/>
            </a:p>
          </p:txBody>
        </p:sp>
      </p:grpSp>
      <p:sp>
        <p:nvSpPr>
          <p:cNvPr id="11" name="Google Shape;253;p29">
            <a:extLst>
              <a:ext uri="{FF2B5EF4-FFF2-40B4-BE49-F238E27FC236}">
                <a16:creationId xmlns:a16="http://schemas.microsoft.com/office/drawing/2014/main" id="{6D2C4E68-65F4-463A-A329-AE1BD6C5C6CF}"/>
              </a:ext>
            </a:extLst>
          </p:cNvPr>
          <p:cNvSpPr txBox="1"/>
          <p:nvPr/>
        </p:nvSpPr>
        <p:spPr>
          <a:xfrm>
            <a:off x="7034114" y="2209349"/>
            <a:ext cx="330000" cy="4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>
              <a:spcAft>
                <a:spcPts val="2133"/>
              </a:spcAft>
            </a:pPr>
            <a:r>
              <a:rPr lang="en" sz="1100" b="1" dirty="0">
                <a:solidFill>
                  <a:srgbClr val="FFFFFF"/>
                </a:solidFill>
                <a:latin typeface="Inria Serif"/>
                <a:ea typeface="Inria Serif"/>
                <a:cs typeface="Inria Serif"/>
                <a:sym typeface="Inria Serif"/>
              </a:rPr>
              <a:t>1</a:t>
            </a:r>
            <a:endParaRPr sz="1100" b="1" dirty="0">
              <a:solidFill>
                <a:srgbClr val="FFFFFF"/>
              </a:solidFill>
              <a:latin typeface="Inria Serif"/>
              <a:ea typeface="Inria Serif"/>
              <a:cs typeface="Inria Serif"/>
              <a:sym typeface="Inria Serif"/>
            </a:endParaRPr>
          </a:p>
        </p:txBody>
      </p:sp>
      <p:sp>
        <p:nvSpPr>
          <p:cNvPr id="12" name="Google Shape;242;p29">
            <a:extLst>
              <a:ext uri="{FF2B5EF4-FFF2-40B4-BE49-F238E27FC236}">
                <a16:creationId xmlns:a16="http://schemas.microsoft.com/office/drawing/2014/main" id="{E287E9C1-B223-498B-8A33-7872840221B2}"/>
              </a:ext>
            </a:extLst>
          </p:cNvPr>
          <p:cNvSpPr txBox="1"/>
          <p:nvPr/>
        </p:nvSpPr>
        <p:spPr>
          <a:xfrm>
            <a:off x="7034114" y="3680323"/>
            <a:ext cx="330000" cy="4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>
              <a:spcAft>
                <a:spcPts val="2133"/>
              </a:spcAft>
            </a:pPr>
            <a:r>
              <a:rPr lang="en" sz="1100" b="1" dirty="0">
                <a:solidFill>
                  <a:srgbClr val="FFFFFF"/>
                </a:solidFill>
                <a:latin typeface="Inria Serif"/>
                <a:ea typeface="Inria Serif"/>
                <a:cs typeface="Inria Serif"/>
                <a:sym typeface="Inria Serif"/>
              </a:rPr>
              <a:t>2</a:t>
            </a:r>
            <a:endParaRPr sz="1100" b="1" dirty="0">
              <a:solidFill>
                <a:srgbClr val="FFFFFF"/>
              </a:solidFill>
              <a:latin typeface="Inria Serif"/>
              <a:ea typeface="Inria Serif"/>
              <a:cs typeface="Inria Serif"/>
              <a:sym typeface="Inria Serif"/>
            </a:endParaRPr>
          </a:p>
        </p:txBody>
      </p:sp>
      <p:sp>
        <p:nvSpPr>
          <p:cNvPr id="14" name="Google Shape;248;p29">
            <a:extLst>
              <a:ext uri="{FF2B5EF4-FFF2-40B4-BE49-F238E27FC236}">
                <a16:creationId xmlns:a16="http://schemas.microsoft.com/office/drawing/2014/main" id="{48058F2D-DA6A-45A8-979A-6B61B177504B}"/>
              </a:ext>
            </a:extLst>
          </p:cNvPr>
          <p:cNvSpPr txBox="1"/>
          <p:nvPr/>
        </p:nvSpPr>
        <p:spPr>
          <a:xfrm>
            <a:off x="7029043" y="5165895"/>
            <a:ext cx="330000" cy="4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>
              <a:spcAft>
                <a:spcPts val="2133"/>
              </a:spcAft>
            </a:pPr>
            <a:r>
              <a:rPr lang="en" sz="1100" b="1" dirty="0">
                <a:solidFill>
                  <a:srgbClr val="FFFFFF"/>
                </a:solidFill>
                <a:latin typeface="Inria Serif"/>
                <a:ea typeface="Inria Serif"/>
                <a:cs typeface="Inria Serif"/>
                <a:sym typeface="Inria Serif"/>
              </a:rPr>
              <a:t>3</a:t>
            </a:r>
            <a:endParaRPr sz="1100" b="1" dirty="0">
              <a:solidFill>
                <a:srgbClr val="FFFFFF"/>
              </a:solidFill>
              <a:latin typeface="Inria Serif"/>
              <a:ea typeface="Inria Serif"/>
              <a:cs typeface="Inria Serif"/>
              <a:sym typeface="Inria Serif"/>
            </a:endParaRPr>
          </a:p>
        </p:txBody>
      </p:sp>
      <p:sp>
        <p:nvSpPr>
          <p:cNvPr id="33" name="Espace réservé du texte 2">
            <a:extLst>
              <a:ext uri="{FF2B5EF4-FFF2-40B4-BE49-F238E27FC236}">
                <a16:creationId xmlns:a16="http://schemas.microsoft.com/office/drawing/2014/main" id="{AA5A390D-2017-4EF0-83B2-BA54862D3BB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453313" y="2212695"/>
            <a:ext cx="2489200" cy="809625"/>
          </a:xfrm>
          <a:prstGeom prst="rect">
            <a:avLst/>
          </a:prstGeom>
        </p:spPr>
        <p:txBody>
          <a:bodyPr/>
          <a:lstStyle>
            <a:lvl1pPr marL="76200" indent="0">
              <a:buNone/>
              <a:defRPr sz="1200">
                <a:latin typeface="Barlow"/>
              </a:defRPr>
            </a:lvl1pPr>
            <a:lvl2pPr>
              <a:defRPr>
                <a:latin typeface="Barlow"/>
              </a:defRPr>
            </a:lvl2pPr>
            <a:lvl3pPr>
              <a:defRPr>
                <a:latin typeface="Barlow"/>
              </a:defRPr>
            </a:lvl3pPr>
            <a:lvl4pPr>
              <a:defRPr>
                <a:latin typeface="Barlow"/>
              </a:defRPr>
            </a:lvl4pPr>
            <a:lvl5pPr>
              <a:defRPr>
                <a:latin typeface="Barlow"/>
              </a:defRPr>
            </a:lvl5pPr>
          </a:lstStyle>
          <a:p>
            <a:pPr lvl="0"/>
            <a:r>
              <a:rPr lang="fr-FR" dirty="0"/>
              <a:t>Cliquez pour ajouter du texte</a:t>
            </a:r>
          </a:p>
        </p:txBody>
      </p:sp>
      <p:sp>
        <p:nvSpPr>
          <p:cNvPr id="35" name="Espace réservé du texte 2">
            <a:extLst>
              <a:ext uri="{FF2B5EF4-FFF2-40B4-BE49-F238E27FC236}">
                <a16:creationId xmlns:a16="http://schemas.microsoft.com/office/drawing/2014/main" id="{39FC5EC3-3534-4E07-9C89-89F40FE026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416427" y="3683961"/>
            <a:ext cx="2489200" cy="809625"/>
          </a:xfrm>
          <a:prstGeom prst="rect">
            <a:avLst/>
          </a:prstGeom>
        </p:spPr>
        <p:txBody>
          <a:bodyPr/>
          <a:lstStyle>
            <a:lvl1pPr marL="76200" indent="0">
              <a:buNone/>
              <a:defRPr sz="1200">
                <a:latin typeface="Barlow"/>
              </a:defRPr>
            </a:lvl1pPr>
            <a:lvl2pPr>
              <a:defRPr>
                <a:latin typeface="Barlow"/>
              </a:defRPr>
            </a:lvl2pPr>
            <a:lvl3pPr>
              <a:defRPr>
                <a:latin typeface="Barlow"/>
              </a:defRPr>
            </a:lvl3pPr>
            <a:lvl4pPr>
              <a:defRPr>
                <a:latin typeface="Barlow"/>
              </a:defRPr>
            </a:lvl4pPr>
            <a:lvl5pPr>
              <a:defRPr>
                <a:latin typeface="Barlow"/>
              </a:defRPr>
            </a:lvl5pPr>
          </a:lstStyle>
          <a:p>
            <a:pPr lvl="0"/>
            <a:r>
              <a:rPr lang="fr-FR" dirty="0"/>
              <a:t>Cliquez pour ajouter du texte</a:t>
            </a:r>
          </a:p>
        </p:txBody>
      </p:sp>
      <p:sp>
        <p:nvSpPr>
          <p:cNvPr id="37" name="Espace réservé du texte 2">
            <a:extLst>
              <a:ext uri="{FF2B5EF4-FFF2-40B4-BE49-F238E27FC236}">
                <a16:creationId xmlns:a16="http://schemas.microsoft.com/office/drawing/2014/main" id="{9168270A-7BC1-4728-9ED8-24DCBC64F5D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51858" y="5200822"/>
            <a:ext cx="2489200" cy="809625"/>
          </a:xfrm>
          <a:prstGeom prst="rect">
            <a:avLst/>
          </a:prstGeom>
        </p:spPr>
        <p:txBody>
          <a:bodyPr/>
          <a:lstStyle>
            <a:lvl1pPr marL="76200" indent="0">
              <a:buNone/>
              <a:defRPr sz="1200">
                <a:latin typeface="Barlow"/>
              </a:defRPr>
            </a:lvl1pPr>
            <a:lvl2pPr>
              <a:defRPr>
                <a:latin typeface="Barlow"/>
              </a:defRPr>
            </a:lvl2pPr>
            <a:lvl3pPr>
              <a:defRPr>
                <a:latin typeface="Barlow"/>
              </a:defRPr>
            </a:lvl3pPr>
            <a:lvl4pPr>
              <a:defRPr>
                <a:latin typeface="Barlow"/>
              </a:defRPr>
            </a:lvl4pPr>
            <a:lvl5pPr>
              <a:defRPr>
                <a:latin typeface="Barlow"/>
              </a:defRPr>
            </a:lvl5pPr>
          </a:lstStyle>
          <a:p>
            <a:pPr lvl="0"/>
            <a:r>
              <a:rPr lang="fr-FR" dirty="0"/>
              <a:t>Cliquez pour ajouter du texte</a:t>
            </a:r>
          </a:p>
        </p:txBody>
      </p:sp>
      <p:sp>
        <p:nvSpPr>
          <p:cNvPr id="38" name="Google Shape;32;p6">
            <a:extLst>
              <a:ext uri="{FF2B5EF4-FFF2-40B4-BE49-F238E27FC236}">
                <a16:creationId xmlns:a16="http://schemas.microsoft.com/office/drawing/2014/main" id="{13D7A270-8E6B-40F9-8D25-B94CC804B12D}"/>
              </a:ext>
            </a:extLst>
          </p:cNvPr>
          <p:cNvSpPr txBox="1">
            <a:spLocks noGrp="1"/>
          </p:cNvSpPr>
          <p:nvPr>
            <p:ph type="sldNum" idx="4"/>
          </p:nvPr>
        </p:nvSpPr>
        <p:spPr>
          <a:xfrm>
            <a:off x="11264174" y="6154296"/>
            <a:ext cx="731600" cy="5248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34" name="Espace réservé du texte 2">
            <a:extLst>
              <a:ext uri="{FF2B5EF4-FFF2-40B4-BE49-F238E27FC236}">
                <a16:creationId xmlns:a16="http://schemas.microsoft.com/office/drawing/2014/main" id="{A4A5DC99-3846-4DCC-9F34-58D0C3ECE3E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0" y="553661"/>
            <a:ext cx="5833582" cy="215900"/>
          </a:xfrm>
          <a:prstGeom prst="rect">
            <a:avLst/>
          </a:prstGeom>
        </p:spPr>
        <p:txBody>
          <a:bodyPr/>
          <a:lstStyle>
            <a:lvl1pPr marL="76200" indent="0">
              <a:buNone/>
              <a:defRPr sz="1500" b="1" i="1">
                <a:latin typeface="Barlow"/>
              </a:defRPr>
            </a:lvl1pPr>
          </a:lstStyle>
          <a:p>
            <a:pPr lvl="0"/>
            <a:r>
              <a:rPr lang="fr-FR" dirty="0"/>
              <a:t>Cliquez ici pour du texte</a:t>
            </a:r>
          </a:p>
        </p:txBody>
      </p:sp>
    </p:spTree>
    <p:extLst>
      <p:ext uri="{BB962C8B-B14F-4D97-AF65-F5344CB8AC3E}">
        <p14:creationId xmlns:p14="http://schemas.microsoft.com/office/powerpoint/2010/main" val="40906951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endrier évén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9;p6">
            <a:extLst>
              <a:ext uri="{FF2B5EF4-FFF2-40B4-BE49-F238E27FC236}">
                <a16:creationId xmlns:a16="http://schemas.microsoft.com/office/drawing/2014/main" id="{573C3066-7235-C74F-8A91-7ED440FE701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980321" y="980322"/>
            <a:ext cx="10225523" cy="528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000" b="1">
                <a:solidFill>
                  <a:srgbClr val="090095"/>
                </a:solidFill>
                <a:latin typeface="Montserrat" panose="00000800000000000000" pitchFamily="2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r>
              <a:rPr lang="fr-FR" dirty="0"/>
              <a:t>Cliquez pour ajouter le titre</a:t>
            </a:r>
            <a:endParaRPr dirty="0"/>
          </a:p>
        </p:txBody>
      </p: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DFD7E31D-30ED-274C-B1C5-11BA3D0F7F5A}"/>
              </a:ext>
            </a:extLst>
          </p:cNvPr>
          <p:cNvCxnSpPr>
            <a:cxnSpLocks/>
          </p:cNvCxnSpPr>
          <p:nvPr userDrawn="1"/>
        </p:nvCxnSpPr>
        <p:spPr>
          <a:xfrm>
            <a:off x="162525" y="1261228"/>
            <a:ext cx="612000" cy="0"/>
          </a:xfrm>
          <a:prstGeom prst="line">
            <a:avLst/>
          </a:prstGeom>
          <a:ln w="76200">
            <a:solidFill>
              <a:srgbClr val="E730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Google Shape;355;p39">
            <a:extLst>
              <a:ext uri="{FF2B5EF4-FFF2-40B4-BE49-F238E27FC236}">
                <a16:creationId xmlns:a16="http://schemas.microsoft.com/office/drawing/2014/main" id="{A6917F3B-B247-4FE0-8A02-DFE4C2FFA89D}"/>
              </a:ext>
            </a:extLst>
          </p:cNvPr>
          <p:cNvSpPr/>
          <p:nvPr userDrawn="1"/>
        </p:nvSpPr>
        <p:spPr>
          <a:xfrm>
            <a:off x="10313611" y="3674600"/>
            <a:ext cx="1097200" cy="524800"/>
          </a:xfrm>
          <a:prstGeom prst="homePlate">
            <a:avLst>
              <a:gd name="adj" fmla="val 32030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28575" dist="9525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365733" tIns="0" rIns="0" bIns="0" anchor="ctr" anchorCtr="0">
            <a:noAutofit/>
          </a:bodyPr>
          <a:lstStyle/>
          <a:p>
            <a:r>
              <a:rPr lang="en" sz="1300">
                <a:solidFill>
                  <a:schemeClr val="lt1"/>
                </a:solidFill>
                <a:latin typeface="Inria Sans"/>
                <a:ea typeface="Inria Sans"/>
                <a:cs typeface="Inria Sans"/>
                <a:sym typeface="Inria Sans"/>
              </a:rPr>
              <a:t>DEC</a:t>
            </a:r>
            <a:endParaRPr sz="1300">
              <a:solidFill>
                <a:schemeClr val="lt1"/>
              </a:solidFill>
              <a:latin typeface="Inria Sans"/>
              <a:ea typeface="Inria Sans"/>
              <a:cs typeface="Inria Sans"/>
              <a:sym typeface="Inria Sans"/>
            </a:endParaRPr>
          </a:p>
        </p:txBody>
      </p:sp>
      <p:sp>
        <p:nvSpPr>
          <p:cNvPr id="6" name="Google Shape;356;p39">
            <a:extLst>
              <a:ext uri="{FF2B5EF4-FFF2-40B4-BE49-F238E27FC236}">
                <a16:creationId xmlns:a16="http://schemas.microsoft.com/office/drawing/2014/main" id="{D9185350-F0CC-4CA8-997A-407284A3B0FC}"/>
              </a:ext>
            </a:extLst>
          </p:cNvPr>
          <p:cNvSpPr/>
          <p:nvPr userDrawn="1"/>
        </p:nvSpPr>
        <p:spPr>
          <a:xfrm>
            <a:off x="9433499" y="3674600"/>
            <a:ext cx="1097200" cy="524800"/>
          </a:xfrm>
          <a:prstGeom prst="homePlate">
            <a:avLst>
              <a:gd name="adj" fmla="val 32030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28575" dist="9525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365733" tIns="0" rIns="0" bIns="0" anchor="ctr" anchorCtr="0">
            <a:noAutofit/>
          </a:bodyPr>
          <a:lstStyle/>
          <a:p>
            <a:r>
              <a:rPr lang="en" sz="1300">
                <a:solidFill>
                  <a:schemeClr val="lt1"/>
                </a:solidFill>
                <a:latin typeface="Inria Sans"/>
                <a:ea typeface="Inria Sans"/>
                <a:cs typeface="Inria Sans"/>
                <a:sym typeface="Inria Sans"/>
              </a:rPr>
              <a:t>NOV</a:t>
            </a:r>
            <a:endParaRPr sz="1300">
              <a:solidFill>
                <a:schemeClr val="lt1"/>
              </a:solidFill>
              <a:latin typeface="Inria Sans"/>
              <a:ea typeface="Inria Sans"/>
              <a:cs typeface="Inria Sans"/>
              <a:sym typeface="Inria Sans"/>
            </a:endParaRPr>
          </a:p>
        </p:txBody>
      </p:sp>
      <p:sp>
        <p:nvSpPr>
          <p:cNvPr id="8" name="Google Shape;357;p39">
            <a:extLst>
              <a:ext uri="{FF2B5EF4-FFF2-40B4-BE49-F238E27FC236}">
                <a16:creationId xmlns:a16="http://schemas.microsoft.com/office/drawing/2014/main" id="{F499853F-E9EC-4C59-93C8-9ADA5E3EAF42}"/>
              </a:ext>
            </a:extLst>
          </p:cNvPr>
          <p:cNvSpPr/>
          <p:nvPr userDrawn="1"/>
        </p:nvSpPr>
        <p:spPr>
          <a:xfrm>
            <a:off x="8553387" y="3674600"/>
            <a:ext cx="1097200" cy="524800"/>
          </a:xfrm>
          <a:prstGeom prst="homePlate">
            <a:avLst>
              <a:gd name="adj" fmla="val 32030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28575" dist="9525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365733" tIns="0" rIns="0" bIns="0" anchor="ctr" anchorCtr="0">
            <a:noAutofit/>
          </a:bodyPr>
          <a:lstStyle/>
          <a:p>
            <a:r>
              <a:rPr lang="en" sz="1300">
                <a:solidFill>
                  <a:schemeClr val="lt1"/>
                </a:solidFill>
                <a:latin typeface="Inria Sans"/>
                <a:ea typeface="Inria Sans"/>
                <a:cs typeface="Inria Sans"/>
                <a:sym typeface="Inria Sans"/>
              </a:rPr>
              <a:t>OCT</a:t>
            </a:r>
            <a:endParaRPr sz="1300">
              <a:solidFill>
                <a:schemeClr val="lt1"/>
              </a:solidFill>
              <a:latin typeface="Inria Sans"/>
              <a:ea typeface="Inria Sans"/>
              <a:cs typeface="Inria Sans"/>
              <a:sym typeface="Inria Sans"/>
            </a:endParaRPr>
          </a:p>
        </p:txBody>
      </p:sp>
      <p:sp>
        <p:nvSpPr>
          <p:cNvPr id="9" name="Google Shape;358;p39">
            <a:extLst>
              <a:ext uri="{FF2B5EF4-FFF2-40B4-BE49-F238E27FC236}">
                <a16:creationId xmlns:a16="http://schemas.microsoft.com/office/drawing/2014/main" id="{FCB5DEF3-921F-4D69-93B5-46ED49FC980A}"/>
              </a:ext>
            </a:extLst>
          </p:cNvPr>
          <p:cNvSpPr/>
          <p:nvPr userDrawn="1"/>
        </p:nvSpPr>
        <p:spPr>
          <a:xfrm>
            <a:off x="7673275" y="3674600"/>
            <a:ext cx="1097200" cy="524800"/>
          </a:xfrm>
          <a:prstGeom prst="homePlate">
            <a:avLst>
              <a:gd name="adj" fmla="val 32030"/>
            </a:avLst>
          </a:prstGeom>
          <a:solidFill>
            <a:schemeClr val="bg1">
              <a:lumMod val="75000"/>
            </a:schemeClr>
          </a:solidFill>
          <a:ln>
            <a:noFill/>
          </a:ln>
          <a:effectLst>
            <a:outerShdw blurRad="28575" dist="9525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365733" tIns="0" rIns="0" bIns="0" anchor="ctr" anchorCtr="0">
            <a:noAutofit/>
          </a:bodyPr>
          <a:lstStyle/>
          <a:p>
            <a:r>
              <a:rPr lang="en" sz="1300">
                <a:solidFill>
                  <a:schemeClr val="dk2"/>
                </a:solidFill>
                <a:latin typeface="Inria Sans"/>
                <a:ea typeface="Inria Sans"/>
                <a:cs typeface="Inria Sans"/>
                <a:sym typeface="Inria Sans"/>
              </a:rPr>
              <a:t>SEP</a:t>
            </a:r>
            <a:endParaRPr sz="1300">
              <a:solidFill>
                <a:schemeClr val="dk2"/>
              </a:solidFill>
              <a:latin typeface="Inria Sans"/>
              <a:ea typeface="Inria Sans"/>
              <a:cs typeface="Inria Sans"/>
              <a:sym typeface="Inria Sans"/>
            </a:endParaRPr>
          </a:p>
        </p:txBody>
      </p:sp>
      <p:sp>
        <p:nvSpPr>
          <p:cNvPr id="10" name="Google Shape;359;p39">
            <a:extLst>
              <a:ext uri="{FF2B5EF4-FFF2-40B4-BE49-F238E27FC236}">
                <a16:creationId xmlns:a16="http://schemas.microsoft.com/office/drawing/2014/main" id="{7947BD96-7699-4850-A4FD-5E8884B5016B}"/>
              </a:ext>
            </a:extLst>
          </p:cNvPr>
          <p:cNvSpPr/>
          <p:nvPr userDrawn="1"/>
        </p:nvSpPr>
        <p:spPr>
          <a:xfrm>
            <a:off x="6793163" y="3674600"/>
            <a:ext cx="1097200" cy="524800"/>
          </a:xfrm>
          <a:prstGeom prst="homePlate">
            <a:avLst>
              <a:gd name="adj" fmla="val 32030"/>
            </a:avLst>
          </a:prstGeom>
          <a:solidFill>
            <a:schemeClr val="bg1">
              <a:lumMod val="75000"/>
            </a:schemeClr>
          </a:solidFill>
          <a:ln>
            <a:noFill/>
          </a:ln>
          <a:effectLst>
            <a:outerShdw blurRad="28575" dist="9525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365733" tIns="0" rIns="0" bIns="0" anchor="ctr" anchorCtr="0">
            <a:noAutofit/>
          </a:bodyPr>
          <a:lstStyle/>
          <a:p>
            <a:r>
              <a:rPr lang="en" sz="1300" dirty="0">
                <a:solidFill>
                  <a:schemeClr val="dk2"/>
                </a:solidFill>
                <a:latin typeface="Inria Sans"/>
                <a:ea typeface="Inria Sans"/>
                <a:cs typeface="Inria Sans"/>
                <a:sym typeface="Inria Sans"/>
              </a:rPr>
              <a:t>AOU</a:t>
            </a:r>
            <a:endParaRPr sz="1300" dirty="0">
              <a:solidFill>
                <a:schemeClr val="dk2"/>
              </a:solidFill>
              <a:latin typeface="Inria Sans"/>
              <a:ea typeface="Inria Sans"/>
              <a:cs typeface="Inria Sans"/>
              <a:sym typeface="Inria Sans"/>
            </a:endParaRPr>
          </a:p>
        </p:txBody>
      </p:sp>
      <p:sp>
        <p:nvSpPr>
          <p:cNvPr id="11" name="Google Shape;360;p39">
            <a:extLst>
              <a:ext uri="{FF2B5EF4-FFF2-40B4-BE49-F238E27FC236}">
                <a16:creationId xmlns:a16="http://schemas.microsoft.com/office/drawing/2014/main" id="{0CE9AD65-B152-4313-9AE5-9C3378662474}"/>
              </a:ext>
            </a:extLst>
          </p:cNvPr>
          <p:cNvSpPr/>
          <p:nvPr userDrawn="1"/>
        </p:nvSpPr>
        <p:spPr>
          <a:xfrm>
            <a:off x="5913051" y="3674600"/>
            <a:ext cx="1097200" cy="524800"/>
          </a:xfrm>
          <a:prstGeom prst="homePlate">
            <a:avLst>
              <a:gd name="adj" fmla="val 32030"/>
            </a:avLst>
          </a:prstGeom>
          <a:solidFill>
            <a:schemeClr val="bg1">
              <a:lumMod val="75000"/>
            </a:schemeClr>
          </a:solidFill>
          <a:ln>
            <a:noFill/>
          </a:ln>
          <a:effectLst>
            <a:outerShdw blurRad="28575" dist="9525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365733" tIns="0" rIns="0" bIns="0" anchor="ctr" anchorCtr="0">
            <a:noAutofit/>
          </a:bodyPr>
          <a:lstStyle/>
          <a:p>
            <a:r>
              <a:rPr lang="en" sz="1300" dirty="0">
                <a:solidFill>
                  <a:schemeClr val="dk2"/>
                </a:solidFill>
                <a:latin typeface="Inria Sans"/>
                <a:ea typeface="Inria Sans"/>
                <a:cs typeface="Inria Sans"/>
                <a:sym typeface="Inria Sans"/>
              </a:rPr>
              <a:t>JUL</a:t>
            </a:r>
            <a:endParaRPr sz="1300" dirty="0">
              <a:solidFill>
                <a:schemeClr val="dk2"/>
              </a:solidFill>
              <a:latin typeface="Inria Sans"/>
              <a:ea typeface="Inria Sans"/>
              <a:cs typeface="Inria Sans"/>
              <a:sym typeface="Inria Sans"/>
            </a:endParaRPr>
          </a:p>
        </p:txBody>
      </p:sp>
      <p:sp>
        <p:nvSpPr>
          <p:cNvPr id="12" name="Google Shape;361;p39">
            <a:extLst>
              <a:ext uri="{FF2B5EF4-FFF2-40B4-BE49-F238E27FC236}">
                <a16:creationId xmlns:a16="http://schemas.microsoft.com/office/drawing/2014/main" id="{68DDD71B-3AC7-4100-ADF8-56DAB8E36A7B}"/>
              </a:ext>
            </a:extLst>
          </p:cNvPr>
          <p:cNvSpPr/>
          <p:nvPr userDrawn="1"/>
        </p:nvSpPr>
        <p:spPr>
          <a:xfrm>
            <a:off x="5032939" y="3674600"/>
            <a:ext cx="1097200" cy="524800"/>
          </a:xfrm>
          <a:prstGeom prst="homePlate">
            <a:avLst>
              <a:gd name="adj" fmla="val 32030"/>
            </a:avLst>
          </a:prstGeom>
          <a:solidFill>
            <a:srgbClr val="A5A5A5"/>
          </a:solidFill>
          <a:ln>
            <a:noFill/>
          </a:ln>
          <a:effectLst>
            <a:outerShdw blurRad="28575" dist="9525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365733" tIns="0" rIns="0" bIns="0" anchor="ctr" anchorCtr="0">
            <a:noAutofit/>
          </a:bodyPr>
          <a:lstStyle/>
          <a:p>
            <a:r>
              <a:rPr lang="en" sz="1300" dirty="0">
                <a:solidFill>
                  <a:schemeClr val="bg1"/>
                </a:solidFill>
                <a:latin typeface="Inria Sans"/>
                <a:ea typeface="Inria Sans"/>
                <a:cs typeface="Inria Sans"/>
                <a:sym typeface="Inria Sans"/>
              </a:rPr>
              <a:t>JUN</a:t>
            </a:r>
            <a:endParaRPr sz="1300" dirty="0">
              <a:solidFill>
                <a:schemeClr val="bg1"/>
              </a:solidFill>
              <a:latin typeface="Inria Sans"/>
              <a:ea typeface="Inria Sans"/>
              <a:cs typeface="Inria Sans"/>
              <a:sym typeface="Inria Sans"/>
            </a:endParaRPr>
          </a:p>
        </p:txBody>
      </p:sp>
      <p:sp>
        <p:nvSpPr>
          <p:cNvPr id="14" name="Google Shape;362;p39">
            <a:extLst>
              <a:ext uri="{FF2B5EF4-FFF2-40B4-BE49-F238E27FC236}">
                <a16:creationId xmlns:a16="http://schemas.microsoft.com/office/drawing/2014/main" id="{6EFB724A-B9E9-4E5A-9F4D-B08B33CBA00F}"/>
              </a:ext>
            </a:extLst>
          </p:cNvPr>
          <p:cNvSpPr/>
          <p:nvPr userDrawn="1"/>
        </p:nvSpPr>
        <p:spPr>
          <a:xfrm>
            <a:off x="4152825" y="3674600"/>
            <a:ext cx="1097200" cy="524800"/>
          </a:xfrm>
          <a:prstGeom prst="homePlate">
            <a:avLst>
              <a:gd name="adj" fmla="val 32030"/>
            </a:avLst>
          </a:prstGeom>
          <a:solidFill>
            <a:srgbClr val="A5A5A5"/>
          </a:solidFill>
          <a:ln>
            <a:noFill/>
          </a:ln>
          <a:effectLst>
            <a:outerShdw blurRad="28575" dist="9525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365733" tIns="0" rIns="0" bIns="0" anchor="ctr" anchorCtr="0">
            <a:noAutofit/>
          </a:bodyPr>
          <a:lstStyle/>
          <a:p>
            <a:r>
              <a:rPr lang="en" sz="1300" dirty="0">
                <a:solidFill>
                  <a:schemeClr val="bg1"/>
                </a:solidFill>
                <a:latin typeface="Inria Sans"/>
                <a:ea typeface="Inria Sans"/>
                <a:cs typeface="Inria Sans"/>
                <a:sym typeface="Inria Sans"/>
              </a:rPr>
              <a:t>MAI</a:t>
            </a:r>
            <a:endParaRPr sz="1300" dirty="0">
              <a:solidFill>
                <a:schemeClr val="bg1"/>
              </a:solidFill>
              <a:latin typeface="Inria Sans"/>
              <a:ea typeface="Inria Sans"/>
              <a:cs typeface="Inria Sans"/>
              <a:sym typeface="Inria Sans"/>
            </a:endParaRPr>
          </a:p>
        </p:txBody>
      </p:sp>
      <p:sp>
        <p:nvSpPr>
          <p:cNvPr id="16" name="Google Shape;363;p39">
            <a:extLst>
              <a:ext uri="{FF2B5EF4-FFF2-40B4-BE49-F238E27FC236}">
                <a16:creationId xmlns:a16="http://schemas.microsoft.com/office/drawing/2014/main" id="{A51EAC1D-96D9-4AFA-8614-35927E08B8EC}"/>
              </a:ext>
            </a:extLst>
          </p:cNvPr>
          <p:cNvSpPr/>
          <p:nvPr userDrawn="1"/>
        </p:nvSpPr>
        <p:spPr>
          <a:xfrm>
            <a:off x="3272713" y="3674600"/>
            <a:ext cx="1097200" cy="524800"/>
          </a:xfrm>
          <a:prstGeom prst="homePlate">
            <a:avLst>
              <a:gd name="adj" fmla="val 32030"/>
            </a:avLst>
          </a:prstGeom>
          <a:solidFill>
            <a:srgbClr val="A5A5A5"/>
          </a:solidFill>
          <a:ln>
            <a:noFill/>
          </a:ln>
          <a:effectLst>
            <a:outerShdw blurRad="28575" dist="9525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365733" tIns="0" rIns="0" bIns="0" anchor="ctr" anchorCtr="0">
            <a:noAutofit/>
          </a:bodyPr>
          <a:lstStyle/>
          <a:p>
            <a:r>
              <a:rPr lang="en" sz="1300" dirty="0">
                <a:solidFill>
                  <a:schemeClr val="bg1"/>
                </a:solidFill>
                <a:latin typeface="Inria Sans"/>
                <a:ea typeface="Inria Sans"/>
                <a:cs typeface="Inria Sans"/>
                <a:sym typeface="Inria Sans"/>
              </a:rPr>
              <a:t>AVR</a:t>
            </a:r>
            <a:endParaRPr sz="1300" dirty="0">
              <a:solidFill>
                <a:schemeClr val="bg1"/>
              </a:solidFill>
              <a:latin typeface="Inria Sans"/>
              <a:ea typeface="Inria Sans"/>
              <a:cs typeface="Inria Sans"/>
              <a:sym typeface="Inria Sans"/>
            </a:endParaRPr>
          </a:p>
        </p:txBody>
      </p:sp>
      <p:sp>
        <p:nvSpPr>
          <p:cNvPr id="17" name="Google Shape;364;p39">
            <a:extLst>
              <a:ext uri="{FF2B5EF4-FFF2-40B4-BE49-F238E27FC236}">
                <a16:creationId xmlns:a16="http://schemas.microsoft.com/office/drawing/2014/main" id="{7EF23AB7-2E94-4B64-8792-8B4684082FAB}"/>
              </a:ext>
            </a:extLst>
          </p:cNvPr>
          <p:cNvSpPr/>
          <p:nvPr userDrawn="1"/>
        </p:nvSpPr>
        <p:spPr>
          <a:xfrm>
            <a:off x="2392601" y="3674600"/>
            <a:ext cx="1097200" cy="524800"/>
          </a:xfrm>
          <a:prstGeom prst="homePlate">
            <a:avLst>
              <a:gd name="adj" fmla="val 32030"/>
            </a:avLst>
          </a:prstGeom>
          <a:solidFill>
            <a:srgbClr val="424650"/>
          </a:solidFill>
          <a:ln>
            <a:noFill/>
          </a:ln>
          <a:effectLst>
            <a:outerShdw blurRad="28575" dist="9525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365733" tIns="0" rIns="0" bIns="0" anchor="ctr" anchorCtr="0">
            <a:noAutofit/>
          </a:bodyPr>
          <a:lstStyle/>
          <a:p>
            <a:r>
              <a:rPr lang="en" sz="1300">
                <a:solidFill>
                  <a:schemeClr val="lt1"/>
                </a:solidFill>
                <a:latin typeface="Inria Sans"/>
                <a:ea typeface="Inria Sans"/>
                <a:cs typeface="Inria Sans"/>
                <a:sym typeface="Inria Sans"/>
              </a:rPr>
              <a:t>MAR</a:t>
            </a:r>
            <a:endParaRPr sz="1300">
              <a:solidFill>
                <a:schemeClr val="lt1"/>
              </a:solidFill>
              <a:latin typeface="Inria Sans"/>
              <a:ea typeface="Inria Sans"/>
              <a:cs typeface="Inria Sans"/>
              <a:sym typeface="Inria Sans"/>
            </a:endParaRPr>
          </a:p>
        </p:txBody>
      </p:sp>
      <p:sp>
        <p:nvSpPr>
          <p:cNvPr id="18" name="Google Shape;365;p39">
            <a:extLst>
              <a:ext uri="{FF2B5EF4-FFF2-40B4-BE49-F238E27FC236}">
                <a16:creationId xmlns:a16="http://schemas.microsoft.com/office/drawing/2014/main" id="{1AB603DA-08EF-4980-8149-506F324E79B9}"/>
              </a:ext>
            </a:extLst>
          </p:cNvPr>
          <p:cNvSpPr/>
          <p:nvPr userDrawn="1"/>
        </p:nvSpPr>
        <p:spPr>
          <a:xfrm>
            <a:off x="1512489" y="3674600"/>
            <a:ext cx="1097200" cy="524800"/>
          </a:xfrm>
          <a:prstGeom prst="homePlate">
            <a:avLst>
              <a:gd name="adj" fmla="val 32030"/>
            </a:avLst>
          </a:prstGeom>
          <a:solidFill>
            <a:srgbClr val="424650"/>
          </a:solidFill>
          <a:ln>
            <a:noFill/>
          </a:ln>
          <a:effectLst>
            <a:outerShdw blurRad="28575" dist="9525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365733" tIns="0" rIns="0" bIns="0" anchor="ctr" anchorCtr="0">
            <a:noAutofit/>
          </a:bodyPr>
          <a:lstStyle/>
          <a:p>
            <a:r>
              <a:rPr lang="en" sz="1300" dirty="0">
                <a:solidFill>
                  <a:schemeClr val="lt1"/>
                </a:solidFill>
                <a:latin typeface="Inria Sans"/>
                <a:ea typeface="Inria Sans"/>
                <a:cs typeface="Inria Sans"/>
                <a:sym typeface="Inria Sans"/>
              </a:rPr>
              <a:t>FEV</a:t>
            </a:r>
            <a:endParaRPr sz="1300" dirty="0">
              <a:solidFill>
                <a:schemeClr val="lt1"/>
              </a:solidFill>
              <a:latin typeface="Inria Sans"/>
              <a:ea typeface="Inria Sans"/>
              <a:cs typeface="Inria Sans"/>
              <a:sym typeface="Inria Sans"/>
            </a:endParaRPr>
          </a:p>
        </p:txBody>
      </p:sp>
      <p:sp>
        <p:nvSpPr>
          <p:cNvPr id="19" name="Google Shape;366;p39">
            <a:extLst>
              <a:ext uri="{FF2B5EF4-FFF2-40B4-BE49-F238E27FC236}">
                <a16:creationId xmlns:a16="http://schemas.microsoft.com/office/drawing/2014/main" id="{EB824AA2-6F57-4B5D-B340-E66B5EBBB04E}"/>
              </a:ext>
            </a:extLst>
          </p:cNvPr>
          <p:cNvSpPr/>
          <p:nvPr userDrawn="1"/>
        </p:nvSpPr>
        <p:spPr>
          <a:xfrm>
            <a:off x="632377" y="3674600"/>
            <a:ext cx="1097200" cy="524800"/>
          </a:xfrm>
          <a:prstGeom prst="homePlate">
            <a:avLst>
              <a:gd name="adj" fmla="val 32030"/>
            </a:avLst>
          </a:prstGeom>
          <a:solidFill>
            <a:srgbClr val="424650"/>
          </a:solidFill>
          <a:ln>
            <a:noFill/>
          </a:ln>
          <a:effectLst>
            <a:outerShdw blurRad="28575" dist="9525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365733" tIns="0" rIns="0" bIns="0" anchor="ctr" anchorCtr="0">
            <a:noAutofit/>
          </a:bodyPr>
          <a:lstStyle/>
          <a:p>
            <a:r>
              <a:rPr lang="en" sz="1300" dirty="0">
                <a:solidFill>
                  <a:schemeClr val="lt1"/>
                </a:solidFill>
                <a:latin typeface="Inria Sans"/>
                <a:ea typeface="Inria Sans"/>
                <a:cs typeface="Inria Sans"/>
                <a:sym typeface="Inria Sans"/>
              </a:rPr>
              <a:t>JAN</a:t>
            </a:r>
            <a:endParaRPr sz="1300" dirty="0">
              <a:solidFill>
                <a:schemeClr val="lt1"/>
              </a:solidFill>
              <a:latin typeface="Inria Sans"/>
              <a:ea typeface="Inria Sans"/>
              <a:cs typeface="Inria Sans"/>
              <a:sym typeface="Inria Sans"/>
            </a:endParaRPr>
          </a:p>
        </p:txBody>
      </p:sp>
      <p:sp>
        <p:nvSpPr>
          <p:cNvPr id="20" name="Google Shape;367;p39">
            <a:extLst>
              <a:ext uri="{FF2B5EF4-FFF2-40B4-BE49-F238E27FC236}">
                <a16:creationId xmlns:a16="http://schemas.microsoft.com/office/drawing/2014/main" id="{907ADFC6-280C-40FD-8EB0-FF055E6C6C95}"/>
              </a:ext>
            </a:extLst>
          </p:cNvPr>
          <p:cNvSpPr/>
          <p:nvPr userDrawn="1"/>
        </p:nvSpPr>
        <p:spPr>
          <a:xfrm>
            <a:off x="0" y="3674600"/>
            <a:ext cx="849600" cy="524800"/>
          </a:xfrm>
          <a:prstGeom prst="homePlate">
            <a:avLst>
              <a:gd name="adj" fmla="val 32030"/>
            </a:avLst>
          </a:prstGeom>
          <a:solidFill>
            <a:schemeClr val="lt2"/>
          </a:solidFill>
          <a:ln>
            <a:noFill/>
          </a:ln>
          <a:effectLst>
            <a:outerShdw blurRad="28575" dist="9525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1300">
              <a:solidFill>
                <a:schemeClr val="dk1"/>
              </a:solidFill>
            </a:endParaRPr>
          </a:p>
        </p:txBody>
      </p:sp>
      <p:grpSp>
        <p:nvGrpSpPr>
          <p:cNvPr id="32" name="Groupe 31">
            <a:extLst>
              <a:ext uri="{FF2B5EF4-FFF2-40B4-BE49-F238E27FC236}">
                <a16:creationId xmlns:a16="http://schemas.microsoft.com/office/drawing/2014/main" id="{2E5BD6C3-AF6B-4FF6-B08A-546E089BBDA1}"/>
              </a:ext>
            </a:extLst>
          </p:cNvPr>
          <p:cNvGrpSpPr/>
          <p:nvPr userDrawn="1"/>
        </p:nvGrpSpPr>
        <p:grpSpPr>
          <a:xfrm>
            <a:off x="1025231" y="3042575"/>
            <a:ext cx="9702585" cy="1788850"/>
            <a:chOff x="1025231" y="3042575"/>
            <a:chExt cx="9702585" cy="1788850"/>
          </a:xfrm>
        </p:grpSpPr>
        <p:cxnSp>
          <p:nvCxnSpPr>
            <p:cNvPr id="33" name="Google Shape;368;p39">
              <a:extLst>
                <a:ext uri="{FF2B5EF4-FFF2-40B4-BE49-F238E27FC236}">
                  <a16:creationId xmlns:a16="http://schemas.microsoft.com/office/drawing/2014/main" id="{FD6FE5E1-23EE-42A7-8FC1-8F324CCE0BD1}"/>
                </a:ext>
              </a:extLst>
            </p:cNvPr>
            <p:cNvCxnSpPr/>
            <p:nvPr/>
          </p:nvCxnSpPr>
          <p:spPr>
            <a:xfrm rot="10800000">
              <a:off x="1025231" y="3042575"/>
              <a:ext cx="0" cy="664800"/>
            </a:xfrm>
            <a:prstGeom prst="straightConnector1">
              <a:avLst/>
            </a:prstGeom>
            <a:noFill/>
            <a:ln w="9525" cap="flat" cmpd="sng">
              <a:solidFill>
                <a:srgbClr val="D6DAE0"/>
              </a:solidFill>
              <a:prstDash val="solid"/>
              <a:round/>
              <a:headEnd type="oval" w="med" len="med"/>
              <a:tailEnd type="oval" w="med" len="med"/>
            </a:ln>
          </p:spPr>
        </p:cxnSp>
        <p:cxnSp>
          <p:nvCxnSpPr>
            <p:cNvPr id="34" name="Google Shape;370;p39">
              <a:extLst>
                <a:ext uri="{FF2B5EF4-FFF2-40B4-BE49-F238E27FC236}">
                  <a16:creationId xmlns:a16="http://schemas.microsoft.com/office/drawing/2014/main" id="{E926AE98-63E1-4A67-BB1C-5A86900B37A2}"/>
                </a:ext>
              </a:extLst>
            </p:cNvPr>
            <p:cNvCxnSpPr/>
            <p:nvPr/>
          </p:nvCxnSpPr>
          <p:spPr>
            <a:xfrm rot="10800000">
              <a:off x="2786877" y="3042575"/>
              <a:ext cx="0" cy="664800"/>
            </a:xfrm>
            <a:prstGeom prst="straightConnector1">
              <a:avLst/>
            </a:prstGeom>
            <a:noFill/>
            <a:ln w="9525" cap="flat" cmpd="sng">
              <a:solidFill>
                <a:srgbClr val="D6DAE0"/>
              </a:solidFill>
              <a:prstDash val="solid"/>
              <a:round/>
              <a:headEnd type="oval" w="med" len="med"/>
              <a:tailEnd type="oval" w="med" len="med"/>
            </a:ln>
          </p:spPr>
        </p:cxnSp>
        <p:cxnSp>
          <p:nvCxnSpPr>
            <p:cNvPr id="35" name="Google Shape;372;p39">
              <a:extLst>
                <a:ext uri="{FF2B5EF4-FFF2-40B4-BE49-F238E27FC236}">
                  <a16:creationId xmlns:a16="http://schemas.microsoft.com/office/drawing/2014/main" id="{B956DD69-B2CD-45AC-86CF-DC84AC3B4545}"/>
                </a:ext>
              </a:extLst>
            </p:cNvPr>
            <p:cNvCxnSpPr/>
            <p:nvPr/>
          </p:nvCxnSpPr>
          <p:spPr>
            <a:xfrm rot="10800000">
              <a:off x="4548524" y="3042575"/>
              <a:ext cx="0" cy="664800"/>
            </a:xfrm>
            <a:prstGeom prst="straightConnector1">
              <a:avLst/>
            </a:prstGeom>
            <a:noFill/>
            <a:ln w="9525" cap="flat" cmpd="sng">
              <a:solidFill>
                <a:srgbClr val="D6DAE0"/>
              </a:solidFill>
              <a:prstDash val="solid"/>
              <a:round/>
              <a:headEnd type="oval" w="med" len="med"/>
              <a:tailEnd type="oval" w="med" len="med"/>
            </a:ln>
          </p:spPr>
        </p:cxnSp>
        <p:cxnSp>
          <p:nvCxnSpPr>
            <p:cNvPr id="36" name="Google Shape;374;p39">
              <a:extLst>
                <a:ext uri="{FF2B5EF4-FFF2-40B4-BE49-F238E27FC236}">
                  <a16:creationId xmlns:a16="http://schemas.microsoft.com/office/drawing/2014/main" id="{34F4559D-1516-4D76-8293-ECDA65532A7D}"/>
                </a:ext>
              </a:extLst>
            </p:cNvPr>
            <p:cNvCxnSpPr/>
            <p:nvPr/>
          </p:nvCxnSpPr>
          <p:spPr>
            <a:xfrm rot="10800000">
              <a:off x="6310171" y="3042575"/>
              <a:ext cx="0" cy="664800"/>
            </a:xfrm>
            <a:prstGeom prst="straightConnector1">
              <a:avLst/>
            </a:prstGeom>
            <a:noFill/>
            <a:ln w="9525" cap="flat" cmpd="sng">
              <a:solidFill>
                <a:srgbClr val="D6DAE0"/>
              </a:solidFill>
              <a:prstDash val="solid"/>
              <a:round/>
              <a:headEnd type="oval" w="med" len="med"/>
              <a:tailEnd type="oval" w="med" len="med"/>
            </a:ln>
          </p:spPr>
        </p:cxnSp>
        <p:cxnSp>
          <p:nvCxnSpPr>
            <p:cNvPr id="37" name="Google Shape;376;p39">
              <a:extLst>
                <a:ext uri="{FF2B5EF4-FFF2-40B4-BE49-F238E27FC236}">
                  <a16:creationId xmlns:a16="http://schemas.microsoft.com/office/drawing/2014/main" id="{D0B01B73-2107-4504-83F0-89AADA64418A}"/>
                </a:ext>
              </a:extLst>
            </p:cNvPr>
            <p:cNvCxnSpPr/>
            <p:nvPr/>
          </p:nvCxnSpPr>
          <p:spPr>
            <a:xfrm rot="10800000">
              <a:off x="8071817" y="3042575"/>
              <a:ext cx="0" cy="664800"/>
            </a:xfrm>
            <a:prstGeom prst="straightConnector1">
              <a:avLst/>
            </a:prstGeom>
            <a:noFill/>
            <a:ln w="9525" cap="flat" cmpd="sng">
              <a:solidFill>
                <a:srgbClr val="D6DAE0"/>
              </a:solidFill>
              <a:prstDash val="solid"/>
              <a:round/>
              <a:headEnd type="oval" w="med" len="med"/>
              <a:tailEnd type="oval" w="med" len="med"/>
            </a:ln>
          </p:spPr>
        </p:cxnSp>
        <p:cxnSp>
          <p:nvCxnSpPr>
            <p:cNvPr id="38" name="Google Shape;378;p39">
              <a:extLst>
                <a:ext uri="{FF2B5EF4-FFF2-40B4-BE49-F238E27FC236}">
                  <a16:creationId xmlns:a16="http://schemas.microsoft.com/office/drawing/2014/main" id="{1667B7EF-206C-4106-A932-C360A4901C37}"/>
                </a:ext>
              </a:extLst>
            </p:cNvPr>
            <p:cNvCxnSpPr/>
            <p:nvPr/>
          </p:nvCxnSpPr>
          <p:spPr>
            <a:xfrm rot="10800000">
              <a:off x="9833464" y="3042575"/>
              <a:ext cx="0" cy="664800"/>
            </a:xfrm>
            <a:prstGeom prst="straightConnector1">
              <a:avLst/>
            </a:prstGeom>
            <a:noFill/>
            <a:ln w="9525" cap="flat" cmpd="sng">
              <a:solidFill>
                <a:srgbClr val="D6DAE0"/>
              </a:solidFill>
              <a:prstDash val="solid"/>
              <a:round/>
              <a:headEnd type="oval" w="med" len="med"/>
              <a:tailEnd type="oval" w="med" len="med"/>
            </a:ln>
          </p:spPr>
        </p:cxnSp>
        <p:cxnSp>
          <p:nvCxnSpPr>
            <p:cNvPr id="39" name="Google Shape;380;p39">
              <a:extLst>
                <a:ext uri="{FF2B5EF4-FFF2-40B4-BE49-F238E27FC236}">
                  <a16:creationId xmlns:a16="http://schemas.microsoft.com/office/drawing/2014/main" id="{71639FCC-C762-4D38-BCAB-F288E0FBAC88}"/>
                </a:ext>
              </a:extLst>
            </p:cNvPr>
            <p:cNvCxnSpPr/>
            <p:nvPr/>
          </p:nvCxnSpPr>
          <p:spPr>
            <a:xfrm rot="10800000">
              <a:off x="1919583" y="4166625"/>
              <a:ext cx="0" cy="664800"/>
            </a:xfrm>
            <a:prstGeom prst="straightConnector1">
              <a:avLst/>
            </a:prstGeom>
            <a:noFill/>
            <a:ln w="9525" cap="flat" cmpd="sng">
              <a:solidFill>
                <a:srgbClr val="D6DAE0"/>
              </a:solidFill>
              <a:prstDash val="solid"/>
              <a:round/>
              <a:headEnd type="oval" w="med" len="med"/>
              <a:tailEnd type="oval" w="med" len="med"/>
            </a:ln>
          </p:spPr>
        </p:cxnSp>
        <p:cxnSp>
          <p:nvCxnSpPr>
            <p:cNvPr id="40" name="Google Shape;382;p39">
              <a:extLst>
                <a:ext uri="{FF2B5EF4-FFF2-40B4-BE49-F238E27FC236}">
                  <a16:creationId xmlns:a16="http://schemas.microsoft.com/office/drawing/2014/main" id="{7C19A26B-DB9C-44BD-AD93-C0BEA8CB5044}"/>
                </a:ext>
              </a:extLst>
            </p:cNvPr>
            <p:cNvCxnSpPr/>
            <p:nvPr/>
          </p:nvCxnSpPr>
          <p:spPr>
            <a:xfrm rot="10800000">
              <a:off x="3681229" y="4166625"/>
              <a:ext cx="0" cy="664800"/>
            </a:xfrm>
            <a:prstGeom prst="straightConnector1">
              <a:avLst/>
            </a:prstGeom>
            <a:noFill/>
            <a:ln w="9525" cap="flat" cmpd="sng">
              <a:solidFill>
                <a:srgbClr val="D6DAE0"/>
              </a:solidFill>
              <a:prstDash val="solid"/>
              <a:round/>
              <a:headEnd type="oval" w="med" len="med"/>
              <a:tailEnd type="oval" w="med" len="med"/>
            </a:ln>
          </p:spPr>
        </p:cxnSp>
        <p:cxnSp>
          <p:nvCxnSpPr>
            <p:cNvPr id="41" name="Google Shape;384;p39">
              <a:extLst>
                <a:ext uri="{FF2B5EF4-FFF2-40B4-BE49-F238E27FC236}">
                  <a16:creationId xmlns:a16="http://schemas.microsoft.com/office/drawing/2014/main" id="{CB048544-D82D-44B4-8EC2-42F3CDFFD383}"/>
                </a:ext>
              </a:extLst>
            </p:cNvPr>
            <p:cNvCxnSpPr/>
            <p:nvPr/>
          </p:nvCxnSpPr>
          <p:spPr>
            <a:xfrm rot="10800000">
              <a:off x="5442876" y="4166625"/>
              <a:ext cx="0" cy="664800"/>
            </a:xfrm>
            <a:prstGeom prst="straightConnector1">
              <a:avLst/>
            </a:prstGeom>
            <a:noFill/>
            <a:ln w="9525" cap="flat" cmpd="sng">
              <a:solidFill>
                <a:srgbClr val="D6DAE0"/>
              </a:solidFill>
              <a:prstDash val="solid"/>
              <a:round/>
              <a:headEnd type="oval" w="med" len="med"/>
              <a:tailEnd type="oval" w="med" len="med"/>
            </a:ln>
          </p:spPr>
        </p:cxnSp>
        <p:cxnSp>
          <p:nvCxnSpPr>
            <p:cNvPr id="42" name="Google Shape;386;p39">
              <a:extLst>
                <a:ext uri="{FF2B5EF4-FFF2-40B4-BE49-F238E27FC236}">
                  <a16:creationId xmlns:a16="http://schemas.microsoft.com/office/drawing/2014/main" id="{754E0C33-BAA3-4369-A30C-F498B55E13AE}"/>
                </a:ext>
              </a:extLst>
            </p:cNvPr>
            <p:cNvCxnSpPr/>
            <p:nvPr/>
          </p:nvCxnSpPr>
          <p:spPr>
            <a:xfrm rot="10800000">
              <a:off x="7204523" y="4166625"/>
              <a:ext cx="0" cy="664800"/>
            </a:xfrm>
            <a:prstGeom prst="straightConnector1">
              <a:avLst/>
            </a:prstGeom>
            <a:noFill/>
            <a:ln w="9525" cap="flat" cmpd="sng">
              <a:solidFill>
                <a:srgbClr val="D6DAE0"/>
              </a:solidFill>
              <a:prstDash val="solid"/>
              <a:round/>
              <a:headEnd type="oval" w="med" len="med"/>
              <a:tailEnd type="oval" w="med" len="med"/>
            </a:ln>
          </p:spPr>
        </p:cxnSp>
        <p:cxnSp>
          <p:nvCxnSpPr>
            <p:cNvPr id="43" name="Google Shape;388;p39">
              <a:extLst>
                <a:ext uri="{FF2B5EF4-FFF2-40B4-BE49-F238E27FC236}">
                  <a16:creationId xmlns:a16="http://schemas.microsoft.com/office/drawing/2014/main" id="{2E7D3906-9D6A-469D-B9C6-A8FAFD424E3B}"/>
                </a:ext>
              </a:extLst>
            </p:cNvPr>
            <p:cNvCxnSpPr/>
            <p:nvPr/>
          </p:nvCxnSpPr>
          <p:spPr>
            <a:xfrm rot="10800000">
              <a:off x="8966169" y="4166625"/>
              <a:ext cx="0" cy="664800"/>
            </a:xfrm>
            <a:prstGeom prst="straightConnector1">
              <a:avLst/>
            </a:prstGeom>
            <a:noFill/>
            <a:ln w="9525" cap="flat" cmpd="sng">
              <a:solidFill>
                <a:srgbClr val="D6DAE0"/>
              </a:solidFill>
              <a:prstDash val="solid"/>
              <a:round/>
              <a:headEnd type="oval" w="med" len="med"/>
              <a:tailEnd type="oval" w="med" len="med"/>
            </a:ln>
          </p:spPr>
        </p:cxnSp>
        <p:cxnSp>
          <p:nvCxnSpPr>
            <p:cNvPr id="44" name="Google Shape;390;p39">
              <a:extLst>
                <a:ext uri="{FF2B5EF4-FFF2-40B4-BE49-F238E27FC236}">
                  <a16:creationId xmlns:a16="http://schemas.microsoft.com/office/drawing/2014/main" id="{9E53BE1D-358C-4C86-B2D7-C8721CD57AAD}"/>
                </a:ext>
              </a:extLst>
            </p:cNvPr>
            <p:cNvCxnSpPr/>
            <p:nvPr/>
          </p:nvCxnSpPr>
          <p:spPr>
            <a:xfrm rot="10800000">
              <a:off x="10727816" y="4166625"/>
              <a:ext cx="0" cy="664800"/>
            </a:xfrm>
            <a:prstGeom prst="straightConnector1">
              <a:avLst/>
            </a:prstGeom>
            <a:noFill/>
            <a:ln w="9525" cap="flat" cmpd="sng">
              <a:solidFill>
                <a:srgbClr val="D6DAE0"/>
              </a:solidFill>
              <a:prstDash val="solid"/>
              <a:round/>
              <a:headEnd type="oval" w="med" len="med"/>
              <a:tailEnd type="oval" w="med" len="med"/>
            </a:ln>
          </p:spPr>
        </p:cxnSp>
      </p:grpSp>
      <p:sp>
        <p:nvSpPr>
          <p:cNvPr id="47" name="Espace réservé du texte 45">
            <a:extLst>
              <a:ext uri="{FF2B5EF4-FFF2-40B4-BE49-F238E27FC236}">
                <a16:creationId xmlns:a16="http://schemas.microsoft.com/office/drawing/2014/main" id="{A1FE6AFF-1DCB-42B0-8BC7-3FF47FADA59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7257" y="2135188"/>
            <a:ext cx="1666875" cy="711200"/>
          </a:xfrm>
          <a:prstGeom prst="rect">
            <a:avLst/>
          </a:prstGeom>
        </p:spPr>
        <p:txBody>
          <a:bodyPr/>
          <a:lstStyle>
            <a:lvl1pPr marL="76200" indent="0">
              <a:buNone/>
              <a:defRPr sz="1000">
                <a:latin typeface="Barlow"/>
              </a:defRPr>
            </a:lvl1pPr>
            <a:lvl2pPr marL="457200" indent="0">
              <a:buFont typeface="+mj-lt"/>
              <a:buNone/>
              <a:defRPr sz="1000">
                <a:latin typeface="Barlow"/>
              </a:defRPr>
            </a:lvl2pPr>
            <a:lvl3pPr marL="914400" indent="0">
              <a:buFont typeface="+mj-lt"/>
              <a:buNone/>
              <a:defRPr sz="1000">
                <a:latin typeface="Barlow"/>
              </a:defRPr>
            </a:lvl3pPr>
            <a:lvl4pPr marL="1371600" indent="0">
              <a:buFont typeface="+mj-lt"/>
              <a:buNone/>
              <a:defRPr sz="1000">
                <a:latin typeface="Barlow"/>
              </a:defRPr>
            </a:lvl4pPr>
            <a:lvl5pPr marL="1828800" indent="0">
              <a:buFont typeface="+mj-lt"/>
              <a:buNone/>
              <a:defRPr sz="1000">
                <a:latin typeface="Barlow"/>
              </a:defRPr>
            </a:lvl5pPr>
          </a:lstStyle>
          <a:p>
            <a:pPr lvl="0"/>
            <a:r>
              <a:rPr lang="fr-FR" dirty="0"/>
              <a:t>Cliquez pour ajouter du texte</a:t>
            </a:r>
          </a:p>
        </p:txBody>
      </p:sp>
      <p:sp>
        <p:nvSpPr>
          <p:cNvPr id="49" name="Espace réservé du texte 45">
            <a:extLst>
              <a:ext uri="{FF2B5EF4-FFF2-40B4-BE49-F238E27FC236}">
                <a16:creationId xmlns:a16="http://schemas.microsoft.com/office/drawing/2014/main" id="{D02F4E13-A6B6-44E9-845D-EB36C06AEB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152393" y="2135092"/>
            <a:ext cx="1666875" cy="711200"/>
          </a:xfrm>
          <a:prstGeom prst="rect">
            <a:avLst/>
          </a:prstGeom>
        </p:spPr>
        <p:txBody>
          <a:bodyPr/>
          <a:lstStyle>
            <a:lvl1pPr marL="76200" indent="0">
              <a:buNone/>
              <a:defRPr sz="1000">
                <a:latin typeface="Barlow"/>
              </a:defRPr>
            </a:lvl1pPr>
            <a:lvl2pPr marL="457200" indent="0">
              <a:buFont typeface="+mj-lt"/>
              <a:buNone/>
              <a:defRPr sz="1000">
                <a:latin typeface="Barlow"/>
              </a:defRPr>
            </a:lvl2pPr>
            <a:lvl3pPr marL="914400" indent="0">
              <a:buFont typeface="+mj-lt"/>
              <a:buNone/>
              <a:defRPr sz="1000">
                <a:latin typeface="Barlow"/>
              </a:defRPr>
            </a:lvl3pPr>
            <a:lvl4pPr marL="1371600" indent="0">
              <a:buFont typeface="+mj-lt"/>
              <a:buNone/>
              <a:defRPr sz="1000">
                <a:latin typeface="Barlow"/>
              </a:defRPr>
            </a:lvl4pPr>
            <a:lvl5pPr marL="1828800" indent="0">
              <a:buFont typeface="+mj-lt"/>
              <a:buNone/>
              <a:defRPr sz="1000">
                <a:latin typeface="Barlow"/>
              </a:defRPr>
            </a:lvl5pPr>
          </a:lstStyle>
          <a:p>
            <a:pPr lvl="0"/>
            <a:r>
              <a:rPr lang="fr-FR" dirty="0"/>
              <a:t>Cliquez pour ajouter du texte</a:t>
            </a:r>
          </a:p>
        </p:txBody>
      </p:sp>
      <p:sp>
        <p:nvSpPr>
          <p:cNvPr id="51" name="Espace réservé du texte 45">
            <a:extLst>
              <a:ext uri="{FF2B5EF4-FFF2-40B4-BE49-F238E27FC236}">
                <a16:creationId xmlns:a16="http://schemas.microsoft.com/office/drawing/2014/main" id="{0A561DBB-C3AA-464C-9841-B9A3FC0A82C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914854" y="2135092"/>
            <a:ext cx="1666875" cy="711200"/>
          </a:xfrm>
          <a:prstGeom prst="rect">
            <a:avLst/>
          </a:prstGeom>
        </p:spPr>
        <p:txBody>
          <a:bodyPr/>
          <a:lstStyle>
            <a:lvl1pPr marL="76200" indent="0">
              <a:buNone/>
              <a:defRPr sz="1000">
                <a:latin typeface="Barlow"/>
              </a:defRPr>
            </a:lvl1pPr>
            <a:lvl2pPr marL="457200" indent="0">
              <a:buFont typeface="+mj-lt"/>
              <a:buNone/>
              <a:defRPr sz="1000">
                <a:latin typeface="Barlow"/>
              </a:defRPr>
            </a:lvl2pPr>
            <a:lvl3pPr marL="914400" indent="0">
              <a:buFont typeface="+mj-lt"/>
              <a:buNone/>
              <a:defRPr sz="1000">
                <a:latin typeface="Barlow"/>
              </a:defRPr>
            </a:lvl3pPr>
            <a:lvl4pPr marL="1371600" indent="0">
              <a:buFont typeface="+mj-lt"/>
              <a:buNone/>
              <a:defRPr sz="1000">
                <a:latin typeface="Barlow"/>
              </a:defRPr>
            </a:lvl4pPr>
            <a:lvl5pPr marL="1828800" indent="0">
              <a:buFont typeface="+mj-lt"/>
              <a:buNone/>
              <a:defRPr sz="1000">
                <a:latin typeface="Barlow"/>
              </a:defRPr>
            </a:lvl5pPr>
          </a:lstStyle>
          <a:p>
            <a:pPr lvl="0"/>
            <a:r>
              <a:rPr lang="fr-FR" dirty="0"/>
              <a:t>Cliquez pour ajouter du texte</a:t>
            </a:r>
          </a:p>
        </p:txBody>
      </p:sp>
      <p:sp>
        <p:nvSpPr>
          <p:cNvPr id="53" name="Espace réservé du texte 45">
            <a:extLst>
              <a:ext uri="{FF2B5EF4-FFF2-40B4-BE49-F238E27FC236}">
                <a16:creationId xmlns:a16="http://schemas.microsoft.com/office/drawing/2014/main" id="{BD1D5DA9-95E4-45FA-A99F-DD0676FB2F6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77315" y="2135092"/>
            <a:ext cx="1666875" cy="711200"/>
          </a:xfrm>
          <a:prstGeom prst="rect">
            <a:avLst/>
          </a:prstGeom>
        </p:spPr>
        <p:txBody>
          <a:bodyPr/>
          <a:lstStyle>
            <a:lvl1pPr marL="76200" indent="0">
              <a:buNone/>
              <a:defRPr sz="1000">
                <a:latin typeface="Barlow"/>
              </a:defRPr>
            </a:lvl1pPr>
            <a:lvl2pPr marL="457200" indent="0">
              <a:buFont typeface="+mj-lt"/>
              <a:buNone/>
              <a:defRPr sz="1000">
                <a:latin typeface="Barlow"/>
              </a:defRPr>
            </a:lvl2pPr>
            <a:lvl3pPr marL="914400" indent="0">
              <a:buFont typeface="+mj-lt"/>
              <a:buNone/>
              <a:defRPr sz="1000">
                <a:latin typeface="Barlow"/>
              </a:defRPr>
            </a:lvl3pPr>
            <a:lvl4pPr marL="1371600" indent="0">
              <a:buFont typeface="+mj-lt"/>
              <a:buNone/>
              <a:defRPr sz="1000">
                <a:latin typeface="Barlow"/>
              </a:defRPr>
            </a:lvl4pPr>
            <a:lvl5pPr marL="1828800" indent="0">
              <a:buFont typeface="+mj-lt"/>
              <a:buNone/>
              <a:defRPr sz="1000">
                <a:latin typeface="Barlow"/>
              </a:defRPr>
            </a:lvl5pPr>
          </a:lstStyle>
          <a:p>
            <a:pPr lvl="0"/>
            <a:r>
              <a:rPr lang="fr-FR" dirty="0"/>
              <a:t>Cliquez pour ajouter du texte</a:t>
            </a:r>
          </a:p>
        </p:txBody>
      </p:sp>
      <p:sp>
        <p:nvSpPr>
          <p:cNvPr id="55" name="Espace réservé du texte 45">
            <a:extLst>
              <a:ext uri="{FF2B5EF4-FFF2-40B4-BE49-F238E27FC236}">
                <a16:creationId xmlns:a16="http://schemas.microsoft.com/office/drawing/2014/main" id="{235086B5-DFD4-44B3-9551-94A840BAE88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442013" y="2139572"/>
            <a:ext cx="1666875" cy="711200"/>
          </a:xfrm>
          <a:prstGeom prst="rect">
            <a:avLst/>
          </a:prstGeom>
        </p:spPr>
        <p:txBody>
          <a:bodyPr/>
          <a:lstStyle>
            <a:lvl1pPr marL="76200" indent="0">
              <a:buNone/>
              <a:defRPr sz="1000">
                <a:latin typeface="Barlow"/>
              </a:defRPr>
            </a:lvl1pPr>
            <a:lvl2pPr marL="457200" indent="0">
              <a:buFont typeface="+mj-lt"/>
              <a:buNone/>
              <a:defRPr sz="1000">
                <a:latin typeface="Barlow"/>
              </a:defRPr>
            </a:lvl2pPr>
            <a:lvl3pPr marL="914400" indent="0">
              <a:buFont typeface="+mj-lt"/>
              <a:buNone/>
              <a:defRPr sz="1000">
                <a:latin typeface="Barlow"/>
              </a:defRPr>
            </a:lvl3pPr>
            <a:lvl4pPr marL="1371600" indent="0">
              <a:buFont typeface="+mj-lt"/>
              <a:buNone/>
              <a:defRPr sz="1000">
                <a:latin typeface="Barlow"/>
              </a:defRPr>
            </a:lvl4pPr>
            <a:lvl5pPr marL="1828800" indent="0">
              <a:buFont typeface="+mj-lt"/>
              <a:buNone/>
              <a:defRPr sz="1000">
                <a:latin typeface="Barlow"/>
              </a:defRPr>
            </a:lvl5pPr>
          </a:lstStyle>
          <a:p>
            <a:pPr lvl="0"/>
            <a:r>
              <a:rPr lang="fr-FR" dirty="0"/>
              <a:t>Cliquez pour ajouter du texte</a:t>
            </a:r>
          </a:p>
        </p:txBody>
      </p:sp>
      <p:sp>
        <p:nvSpPr>
          <p:cNvPr id="57" name="Espace réservé du texte 45">
            <a:extLst>
              <a:ext uri="{FF2B5EF4-FFF2-40B4-BE49-F238E27FC236}">
                <a16:creationId xmlns:a16="http://schemas.microsoft.com/office/drawing/2014/main" id="{1D2B7EC4-CE1E-4946-8E23-4078DA0288F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205669" y="2135092"/>
            <a:ext cx="1666875" cy="711200"/>
          </a:xfrm>
          <a:prstGeom prst="rect">
            <a:avLst/>
          </a:prstGeom>
        </p:spPr>
        <p:txBody>
          <a:bodyPr/>
          <a:lstStyle>
            <a:lvl1pPr marL="76200" indent="0">
              <a:buNone/>
              <a:defRPr sz="1000">
                <a:latin typeface="Barlow"/>
              </a:defRPr>
            </a:lvl1pPr>
            <a:lvl2pPr marL="457200" indent="0">
              <a:buFont typeface="+mj-lt"/>
              <a:buNone/>
              <a:defRPr sz="1000">
                <a:latin typeface="Barlow"/>
              </a:defRPr>
            </a:lvl2pPr>
            <a:lvl3pPr marL="914400" indent="0">
              <a:buFont typeface="+mj-lt"/>
              <a:buNone/>
              <a:defRPr sz="1000">
                <a:latin typeface="Barlow"/>
              </a:defRPr>
            </a:lvl3pPr>
            <a:lvl4pPr marL="1371600" indent="0">
              <a:buFont typeface="+mj-lt"/>
              <a:buNone/>
              <a:defRPr sz="1000">
                <a:latin typeface="Barlow"/>
              </a:defRPr>
            </a:lvl4pPr>
            <a:lvl5pPr marL="1828800" indent="0">
              <a:buFont typeface="+mj-lt"/>
              <a:buNone/>
              <a:defRPr sz="1000">
                <a:latin typeface="Barlow"/>
              </a:defRPr>
            </a:lvl5pPr>
          </a:lstStyle>
          <a:p>
            <a:pPr lvl="0"/>
            <a:r>
              <a:rPr lang="fr-FR" dirty="0"/>
              <a:t>Cliquez pour ajouter du texte</a:t>
            </a:r>
          </a:p>
        </p:txBody>
      </p:sp>
      <p:sp>
        <p:nvSpPr>
          <p:cNvPr id="64" name="Espace réservé du texte 45">
            <a:extLst>
              <a:ext uri="{FF2B5EF4-FFF2-40B4-BE49-F238E27FC236}">
                <a16:creationId xmlns:a16="http://schemas.microsoft.com/office/drawing/2014/main" id="{ADB72052-957A-4300-A819-2882139B37C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243358" y="5032188"/>
            <a:ext cx="1666875" cy="711200"/>
          </a:xfrm>
          <a:prstGeom prst="rect">
            <a:avLst/>
          </a:prstGeom>
        </p:spPr>
        <p:txBody>
          <a:bodyPr/>
          <a:lstStyle>
            <a:lvl1pPr marL="76200" indent="0">
              <a:buNone/>
              <a:defRPr sz="1000">
                <a:latin typeface="Barlow"/>
              </a:defRPr>
            </a:lvl1pPr>
            <a:lvl2pPr marL="457200" indent="0">
              <a:buFont typeface="+mj-lt"/>
              <a:buNone/>
              <a:defRPr sz="1000">
                <a:latin typeface="Barlow"/>
              </a:defRPr>
            </a:lvl2pPr>
            <a:lvl3pPr marL="914400" indent="0">
              <a:buFont typeface="+mj-lt"/>
              <a:buNone/>
              <a:defRPr sz="1000">
                <a:latin typeface="Barlow"/>
              </a:defRPr>
            </a:lvl3pPr>
            <a:lvl4pPr marL="1371600" indent="0">
              <a:buFont typeface="+mj-lt"/>
              <a:buNone/>
              <a:defRPr sz="1000">
                <a:latin typeface="Barlow"/>
              </a:defRPr>
            </a:lvl4pPr>
            <a:lvl5pPr marL="1828800" indent="0">
              <a:buFont typeface="+mj-lt"/>
              <a:buNone/>
              <a:defRPr sz="1000">
                <a:latin typeface="Barlow"/>
              </a:defRPr>
            </a:lvl5pPr>
          </a:lstStyle>
          <a:p>
            <a:pPr lvl="0"/>
            <a:r>
              <a:rPr lang="fr-FR" dirty="0"/>
              <a:t>Cliquez pour ajouter du texte</a:t>
            </a:r>
          </a:p>
        </p:txBody>
      </p:sp>
      <p:sp>
        <p:nvSpPr>
          <p:cNvPr id="65" name="Espace réservé du texte 45">
            <a:extLst>
              <a:ext uri="{FF2B5EF4-FFF2-40B4-BE49-F238E27FC236}">
                <a16:creationId xmlns:a16="http://schemas.microsoft.com/office/drawing/2014/main" id="{A08E1E97-7FD5-4EF5-9A16-90B51ED4CF4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008494" y="5032092"/>
            <a:ext cx="1666875" cy="711200"/>
          </a:xfrm>
          <a:prstGeom prst="rect">
            <a:avLst/>
          </a:prstGeom>
        </p:spPr>
        <p:txBody>
          <a:bodyPr/>
          <a:lstStyle>
            <a:lvl1pPr marL="76200" indent="0">
              <a:buNone/>
              <a:defRPr sz="1000">
                <a:latin typeface="Barlow"/>
              </a:defRPr>
            </a:lvl1pPr>
            <a:lvl2pPr marL="457200" indent="0">
              <a:buFont typeface="+mj-lt"/>
              <a:buNone/>
              <a:defRPr sz="1000">
                <a:latin typeface="Barlow"/>
              </a:defRPr>
            </a:lvl2pPr>
            <a:lvl3pPr marL="914400" indent="0">
              <a:buFont typeface="+mj-lt"/>
              <a:buNone/>
              <a:defRPr sz="1000">
                <a:latin typeface="Barlow"/>
              </a:defRPr>
            </a:lvl3pPr>
            <a:lvl4pPr marL="1371600" indent="0">
              <a:buFont typeface="+mj-lt"/>
              <a:buNone/>
              <a:defRPr sz="1000">
                <a:latin typeface="Barlow"/>
              </a:defRPr>
            </a:lvl4pPr>
            <a:lvl5pPr marL="1828800" indent="0">
              <a:buFont typeface="+mj-lt"/>
              <a:buNone/>
              <a:defRPr sz="1000">
                <a:latin typeface="Barlow"/>
              </a:defRPr>
            </a:lvl5pPr>
          </a:lstStyle>
          <a:p>
            <a:pPr lvl="0"/>
            <a:r>
              <a:rPr lang="fr-FR" dirty="0"/>
              <a:t>Cliquez pour ajouter du texte</a:t>
            </a:r>
          </a:p>
        </p:txBody>
      </p:sp>
      <p:sp>
        <p:nvSpPr>
          <p:cNvPr id="66" name="Espace réservé du texte 45">
            <a:extLst>
              <a:ext uri="{FF2B5EF4-FFF2-40B4-BE49-F238E27FC236}">
                <a16:creationId xmlns:a16="http://schemas.microsoft.com/office/drawing/2014/main" id="{A6B76954-1753-4BE1-9815-4ECBA8F8C8F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70955" y="5032092"/>
            <a:ext cx="1666875" cy="711200"/>
          </a:xfrm>
          <a:prstGeom prst="rect">
            <a:avLst/>
          </a:prstGeom>
        </p:spPr>
        <p:txBody>
          <a:bodyPr/>
          <a:lstStyle>
            <a:lvl1pPr marL="76200" indent="0">
              <a:buNone/>
              <a:defRPr sz="1000">
                <a:latin typeface="Barlow"/>
              </a:defRPr>
            </a:lvl1pPr>
            <a:lvl2pPr marL="457200" indent="0">
              <a:buFont typeface="+mj-lt"/>
              <a:buNone/>
              <a:defRPr sz="1000">
                <a:latin typeface="Barlow"/>
              </a:defRPr>
            </a:lvl2pPr>
            <a:lvl3pPr marL="914400" indent="0">
              <a:buFont typeface="+mj-lt"/>
              <a:buNone/>
              <a:defRPr sz="1000">
                <a:latin typeface="Barlow"/>
              </a:defRPr>
            </a:lvl3pPr>
            <a:lvl4pPr marL="1371600" indent="0">
              <a:buFont typeface="+mj-lt"/>
              <a:buNone/>
              <a:defRPr sz="1000">
                <a:latin typeface="Barlow"/>
              </a:defRPr>
            </a:lvl4pPr>
            <a:lvl5pPr marL="1828800" indent="0">
              <a:buFont typeface="+mj-lt"/>
              <a:buNone/>
              <a:defRPr sz="1000">
                <a:latin typeface="Barlow"/>
              </a:defRPr>
            </a:lvl5pPr>
          </a:lstStyle>
          <a:p>
            <a:pPr lvl="0"/>
            <a:r>
              <a:rPr lang="fr-FR" dirty="0"/>
              <a:t>Cliquez pour ajouter du texte</a:t>
            </a:r>
          </a:p>
        </p:txBody>
      </p:sp>
      <p:sp>
        <p:nvSpPr>
          <p:cNvPr id="67" name="Espace réservé du texte 45">
            <a:extLst>
              <a:ext uri="{FF2B5EF4-FFF2-40B4-BE49-F238E27FC236}">
                <a16:creationId xmlns:a16="http://schemas.microsoft.com/office/drawing/2014/main" id="{F972A133-F851-4C7E-BF6A-5A413421A39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533416" y="5032092"/>
            <a:ext cx="1666875" cy="711200"/>
          </a:xfrm>
          <a:prstGeom prst="rect">
            <a:avLst/>
          </a:prstGeom>
        </p:spPr>
        <p:txBody>
          <a:bodyPr/>
          <a:lstStyle>
            <a:lvl1pPr marL="76200" indent="0">
              <a:buNone/>
              <a:defRPr sz="1000">
                <a:latin typeface="Barlow"/>
              </a:defRPr>
            </a:lvl1pPr>
            <a:lvl2pPr marL="457200" indent="0">
              <a:buFont typeface="+mj-lt"/>
              <a:buNone/>
              <a:defRPr sz="1000">
                <a:latin typeface="Barlow"/>
              </a:defRPr>
            </a:lvl2pPr>
            <a:lvl3pPr marL="914400" indent="0">
              <a:buFont typeface="+mj-lt"/>
              <a:buNone/>
              <a:defRPr sz="1000">
                <a:latin typeface="Barlow"/>
              </a:defRPr>
            </a:lvl3pPr>
            <a:lvl4pPr marL="1371600" indent="0">
              <a:buFont typeface="+mj-lt"/>
              <a:buNone/>
              <a:defRPr sz="1000">
                <a:latin typeface="Barlow"/>
              </a:defRPr>
            </a:lvl4pPr>
            <a:lvl5pPr marL="1828800" indent="0">
              <a:buFont typeface="+mj-lt"/>
              <a:buNone/>
              <a:defRPr sz="1000">
                <a:latin typeface="Barlow"/>
              </a:defRPr>
            </a:lvl5pPr>
          </a:lstStyle>
          <a:p>
            <a:pPr lvl="0"/>
            <a:r>
              <a:rPr lang="fr-FR" dirty="0"/>
              <a:t>Cliquez pour ajouter du texte</a:t>
            </a:r>
          </a:p>
        </p:txBody>
      </p:sp>
      <p:sp>
        <p:nvSpPr>
          <p:cNvPr id="68" name="Espace réservé du texte 45">
            <a:extLst>
              <a:ext uri="{FF2B5EF4-FFF2-40B4-BE49-F238E27FC236}">
                <a16:creationId xmlns:a16="http://schemas.microsoft.com/office/drawing/2014/main" id="{3BD8C773-971F-4B49-BDFC-3627B901F17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298114" y="5036572"/>
            <a:ext cx="1666875" cy="711200"/>
          </a:xfrm>
          <a:prstGeom prst="rect">
            <a:avLst/>
          </a:prstGeom>
        </p:spPr>
        <p:txBody>
          <a:bodyPr/>
          <a:lstStyle>
            <a:lvl1pPr marL="76200" indent="0">
              <a:buNone/>
              <a:defRPr sz="1000">
                <a:latin typeface="Barlow"/>
              </a:defRPr>
            </a:lvl1pPr>
            <a:lvl2pPr marL="457200" indent="0">
              <a:buFont typeface="+mj-lt"/>
              <a:buNone/>
              <a:defRPr sz="1000">
                <a:latin typeface="Barlow"/>
              </a:defRPr>
            </a:lvl2pPr>
            <a:lvl3pPr marL="914400" indent="0">
              <a:buFont typeface="+mj-lt"/>
              <a:buNone/>
              <a:defRPr sz="1000">
                <a:latin typeface="Barlow"/>
              </a:defRPr>
            </a:lvl3pPr>
            <a:lvl4pPr marL="1371600" indent="0">
              <a:buFont typeface="+mj-lt"/>
              <a:buNone/>
              <a:defRPr sz="1000">
                <a:latin typeface="Barlow"/>
              </a:defRPr>
            </a:lvl4pPr>
            <a:lvl5pPr marL="1828800" indent="0">
              <a:buFont typeface="+mj-lt"/>
              <a:buNone/>
              <a:defRPr sz="1000">
                <a:latin typeface="Barlow"/>
              </a:defRPr>
            </a:lvl5pPr>
          </a:lstStyle>
          <a:p>
            <a:pPr lvl="0"/>
            <a:r>
              <a:rPr lang="fr-FR" dirty="0"/>
              <a:t>Cliquez pour ajouter du texte</a:t>
            </a:r>
          </a:p>
        </p:txBody>
      </p:sp>
      <p:sp>
        <p:nvSpPr>
          <p:cNvPr id="69" name="Espace réservé du texte 45">
            <a:extLst>
              <a:ext uri="{FF2B5EF4-FFF2-40B4-BE49-F238E27FC236}">
                <a16:creationId xmlns:a16="http://schemas.microsoft.com/office/drawing/2014/main" id="{887A850E-DDFB-4B30-A3CC-60839965A4F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061770" y="5032092"/>
            <a:ext cx="1666875" cy="711200"/>
          </a:xfrm>
          <a:prstGeom prst="rect">
            <a:avLst/>
          </a:prstGeom>
        </p:spPr>
        <p:txBody>
          <a:bodyPr/>
          <a:lstStyle>
            <a:lvl1pPr marL="76200" indent="0">
              <a:buNone/>
              <a:defRPr sz="1000">
                <a:latin typeface="Barlow"/>
              </a:defRPr>
            </a:lvl1pPr>
            <a:lvl2pPr marL="457200" indent="0">
              <a:buFont typeface="+mj-lt"/>
              <a:buNone/>
              <a:defRPr sz="1000">
                <a:latin typeface="Barlow"/>
              </a:defRPr>
            </a:lvl2pPr>
            <a:lvl3pPr marL="914400" indent="0">
              <a:buFont typeface="+mj-lt"/>
              <a:buNone/>
              <a:defRPr sz="1000">
                <a:latin typeface="Barlow"/>
              </a:defRPr>
            </a:lvl3pPr>
            <a:lvl4pPr marL="1371600" indent="0">
              <a:buFont typeface="+mj-lt"/>
              <a:buNone/>
              <a:defRPr sz="1000">
                <a:latin typeface="Barlow"/>
              </a:defRPr>
            </a:lvl4pPr>
            <a:lvl5pPr marL="1828800" indent="0">
              <a:buFont typeface="+mj-lt"/>
              <a:buNone/>
              <a:defRPr sz="1000">
                <a:latin typeface="Barlow"/>
              </a:defRPr>
            </a:lvl5pPr>
          </a:lstStyle>
          <a:p>
            <a:pPr lvl="0"/>
            <a:r>
              <a:rPr lang="fr-FR" dirty="0"/>
              <a:t>Cliquez pour ajouter du texte</a:t>
            </a:r>
          </a:p>
        </p:txBody>
      </p:sp>
      <p:sp>
        <p:nvSpPr>
          <p:cNvPr id="70" name="Google Shape;32;p6">
            <a:extLst>
              <a:ext uri="{FF2B5EF4-FFF2-40B4-BE49-F238E27FC236}">
                <a16:creationId xmlns:a16="http://schemas.microsoft.com/office/drawing/2014/main" id="{27811ABC-4B79-468C-85D9-A6B9AEA2E1B2}"/>
              </a:ext>
            </a:extLst>
          </p:cNvPr>
          <p:cNvSpPr txBox="1">
            <a:spLocks noGrp="1"/>
          </p:cNvSpPr>
          <p:nvPr>
            <p:ph type="sldNum" idx="4"/>
          </p:nvPr>
        </p:nvSpPr>
        <p:spPr>
          <a:xfrm>
            <a:off x="11264174" y="6154296"/>
            <a:ext cx="731600" cy="5248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46" name="Espace réservé du texte 2">
            <a:extLst>
              <a:ext uri="{FF2B5EF4-FFF2-40B4-BE49-F238E27FC236}">
                <a16:creationId xmlns:a16="http://schemas.microsoft.com/office/drawing/2014/main" id="{02840E39-7C26-4E48-812E-A6A0401AEA5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0" y="553661"/>
            <a:ext cx="5833582" cy="215900"/>
          </a:xfrm>
          <a:prstGeom prst="rect">
            <a:avLst/>
          </a:prstGeom>
        </p:spPr>
        <p:txBody>
          <a:bodyPr/>
          <a:lstStyle>
            <a:lvl1pPr marL="76200" indent="0">
              <a:buNone/>
              <a:defRPr sz="1500" b="1" i="1">
                <a:latin typeface="Barlow"/>
              </a:defRPr>
            </a:lvl1pPr>
          </a:lstStyle>
          <a:p>
            <a:pPr lvl="0"/>
            <a:r>
              <a:rPr lang="fr-FR" dirty="0"/>
              <a:t>Cliquez ici pour du texte</a:t>
            </a:r>
          </a:p>
        </p:txBody>
      </p:sp>
    </p:spTree>
    <p:extLst>
      <p:ext uri="{BB962C8B-B14F-4D97-AF65-F5344CB8AC3E}">
        <p14:creationId xmlns:p14="http://schemas.microsoft.com/office/powerpoint/2010/main" val="33123015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9;p6">
            <a:extLst>
              <a:ext uri="{FF2B5EF4-FFF2-40B4-BE49-F238E27FC236}">
                <a16:creationId xmlns:a16="http://schemas.microsoft.com/office/drawing/2014/main" id="{573C3066-7235-C74F-8A91-7ED440FE701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980321" y="980322"/>
            <a:ext cx="10225523" cy="528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000" b="1">
                <a:solidFill>
                  <a:srgbClr val="090095"/>
                </a:solidFill>
                <a:latin typeface="Montserrat" panose="00000800000000000000" pitchFamily="2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r>
              <a:rPr lang="fr-FR" dirty="0"/>
              <a:t>Cliquez pour ajouter le titre</a:t>
            </a:r>
            <a:endParaRPr dirty="0"/>
          </a:p>
        </p:txBody>
      </p: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DFD7E31D-30ED-274C-B1C5-11BA3D0F7F5A}"/>
              </a:ext>
            </a:extLst>
          </p:cNvPr>
          <p:cNvCxnSpPr>
            <a:cxnSpLocks/>
          </p:cNvCxnSpPr>
          <p:nvPr userDrawn="1"/>
        </p:nvCxnSpPr>
        <p:spPr>
          <a:xfrm>
            <a:off x="162525" y="1261228"/>
            <a:ext cx="612000" cy="0"/>
          </a:xfrm>
          <a:prstGeom prst="line">
            <a:avLst/>
          </a:prstGeom>
          <a:ln w="76200">
            <a:solidFill>
              <a:srgbClr val="E730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Google Shape;32;p6">
            <a:extLst>
              <a:ext uri="{FF2B5EF4-FFF2-40B4-BE49-F238E27FC236}">
                <a16:creationId xmlns:a16="http://schemas.microsoft.com/office/drawing/2014/main" id="{507F3901-C51F-4B86-A6B3-B6AD8D38DDB7}"/>
              </a:ext>
            </a:extLst>
          </p:cNvPr>
          <p:cNvSpPr txBox="1">
            <a:spLocks noGrp="1"/>
          </p:cNvSpPr>
          <p:nvPr>
            <p:ph type="sldNum" idx="4"/>
          </p:nvPr>
        </p:nvSpPr>
        <p:spPr>
          <a:xfrm>
            <a:off x="11264174" y="6154296"/>
            <a:ext cx="731600" cy="5248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8" name="Espace réservé du texte 2">
            <a:extLst>
              <a:ext uri="{FF2B5EF4-FFF2-40B4-BE49-F238E27FC236}">
                <a16:creationId xmlns:a16="http://schemas.microsoft.com/office/drawing/2014/main" id="{B8F557D0-F906-48E4-9676-2FCF206075E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0" y="553661"/>
            <a:ext cx="5833582" cy="215900"/>
          </a:xfrm>
          <a:prstGeom prst="rect">
            <a:avLst/>
          </a:prstGeom>
        </p:spPr>
        <p:txBody>
          <a:bodyPr/>
          <a:lstStyle>
            <a:lvl1pPr marL="76200" indent="0">
              <a:buNone/>
              <a:defRPr sz="1500" b="1" i="1">
                <a:latin typeface="Barlow"/>
              </a:defRPr>
            </a:lvl1pPr>
          </a:lstStyle>
          <a:p>
            <a:pPr lvl="0"/>
            <a:r>
              <a:rPr lang="fr-FR" dirty="0"/>
              <a:t>Cliquez ici pour du texte</a:t>
            </a:r>
          </a:p>
        </p:txBody>
      </p:sp>
    </p:spTree>
    <p:extLst>
      <p:ext uri="{BB962C8B-B14F-4D97-AF65-F5344CB8AC3E}">
        <p14:creationId xmlns:p14="http://schemas.microsoft.com/office/powerpoint/2010/main" val="7902315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6;p9">
            <a:extLst>
              <a:ext uri="{FF2B5EF4-FFF2-40B4-BE49-F238E27FC236}">
                <a16:creationId xmlns:a16="http://schemas.microsoft.com/office/drawing/2014/main" id="{31D6BDB8-40A4-AB40-9EC0-61074D386A46}"/>
              </a:ext>
            </a:extLst>
          </p:cNvPr>
          <p:cNvSpPr txBox="1">
            <a:spLocks noGrp="1"/>
          </p:cNvSpPr>
          <p:nvPr>
            <p:ph type="body" idx="1" hasCustomPrompt="1"/>
          </p:nvPr>
        </p:nvSpPr>
        <p:spPr>
          <a:xfrm>
            <a:off x="980322" y="5987362"/>
            <a:ext cx="10225522" cy="692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304792" rtl="0">
              <a:spcBef>
                <a:spcPts val="0"/>
              </a:spcBef>
              <a:spcAft>
                <a:spcPts val="800"/>
              </a:spcAft>
              <a:buSzPts val="1600"/>
              <a:buNone/>
              <a:defRPr sz="1400">
                <a:solidFill>
                  <a:schemeClr val="tx1">
                    <a:lumMod val="85000"/>
                    <a:lumOff val="15000"/>
                  </a:schemeClr>
                </a:solidFill>
                <a:latin typeface="Barlow"/>
              </a:defRPr>
            </a:lvl1pPr>
          </a:lstStyle>
          <a:p>
            <a:r>
              <a:rPr lang="fr-FR" dirty="0"/>
              <a:t>Cliquez pour ajouter du texte</a:t>
            </a:r>
            <a:endParaRPr dirty="0"/>
          </a:p>
        </p:txBody>
      </p:sp>
      <p:sp>
        <p:nvSpPr>
          <p:cNvPr id="5" name="Google Shape;32;p6">
            <a:extLst>
              <a:ext uri="{FF2B5EF4-FFF2-40B4-BE49-F238E27FC236}">
                <a16:creationId xmlns:a16="http://schemas.microsoft.com/office/drawing/2014/main" id="{F4B6C03F-1988-45C2-A41B-CDD7235AA36B}"/>
              </a:ext>
            </a:extLst>
          </p:cNvPr>
          <p:cNvSpPr txBox="1">
            <a:spLocks noGrp="1"/>
          </p:cNvSpPr>
          <p:nvPr>
            <p:ph type="sldNum" idx="4"/>
          </p:nvPr>
        </p:nvSpPr>
        <p:spPr>
          <a:xfrm>
            <a:off x="11264174" y="6154296"/>
            <a:ext cx="731600" cy="5248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648422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32;p6">
            <a:extLst>
              <a:ext uri="{FF2B5EF4-FFF2-40B4-BE49-F238E27FC236}">
                <a16:creationId xmlns:a16="http://schemas.microsoft.com/office/drawing/2014/main" id="{833FC38E-CCC0-435B-94EC-EE892C21532A}"/>
              </a:ext>
            </a:extLst>
          </p:cNvPr>
          <p:cNvSpPr txBox="1">
            <a:spLocks noGrp="1"/>
          </p:cNvSpPr>
          <p:nvPr>
            <p:ph type="sldNum" idx="4"/>
          </p:nvPr>
        </p:nvSpPr>
        <p:spPr>
          <a:xfrm>
            <a:off x="11264174" y="6154296"/>
            <a:ext cx="731600" cy="5248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827970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hap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4;p3">
            <a:extLst>
              <a:ext uri="{FF2B5EF4-FFF2-40B4-BE49-F238E27FC236}">
                <a16:creationId xmlns:a16="http://schemas.microsoft.com/office/drawing/2014/main" id="{57E06FC8-0DA7-554E-A78A-2A68CA53BA98}"/>
              </a:ext>
            </a:extLst>
          </p:cNvPr>
          <p:cNvSpPr/>
          <p:nvPr userDrawn="1"/>
        </p:nvSpPr>
        <p:spPr>
          <a:xfrm>
            <a:off x="1882816" y="2324111"/>
            <a:ext cx="8426369" cy="2209779"/>
          </a:xfrm>
          <a:prstGeom prst="rect">
            <a:avLst/>
          </a:prstGeom>
          <a:noFill/>
          <a:ln w="38100">
            <a:solidFill>
              <a:schemeClr val="bg1"/>
            </a:solidFill>
          </a:ln>
          <a:effectLst>
            <a:outerShdw blurRad="271463" dist="66675" algn="bl" rotWithShape="0">
              <a:schemeClr val="dk1">
                <a:alpha val="3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Titre 1">
            <a:extLst>
              <a:ext uri="{FF2B5EF4-FFF2-40B4-BE49-F238E27FC236}">
                <a16:creationId xmlns:a16="http://schemas.microsoft.com/office/drawing/2014/main" id="{D7589303-CBC2-E045-81CC-E4BBE5EED7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7354" y="2898055"/>
            <a:ext cx="7101830" cy="53094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ctr">
              <a:defRPr sz="4000" b="1">
                <a:solidFill>
                  <a:schemeClr val="bg1"/>
                </a:solidFill>
                <a:latin typeface="Montserrat" panose="00000800000000000000" pitchFamily="2" charset="0"/>
              </a:defRPr>
            </a:lvl1pPr>
          </a:lstStyle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17" name="Espace réservé du contenu 2">
            <a:extLst>
              <a:ext uri="{FF2B5EF4-FFF2-40B4-BE49-F238E27FC236}">
                <a16:creationId xmlns:a16="http://schemas.microsoft.com/office/drawing/2014/main" id="{4D2CDF79-EDC0-B848-AC91-D6120EDECDB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207352" y="3610441"/>
            <a:ext cx="7101831" cy="33249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  <a:latin typeface="Barlow"/>
              </a:defRPr>
            </a:lvl1pPr>
            <a:lvl2pPr>
              <a:defRPr sz="1000">
                <a:latin typeface="+mn-lt"/>
              </a:defRPr>
            </a:lvl2pPr>
            <a:lvl3pPr>
              <a:defRPr sz="1000">
                <a:latin typeface="+mn-lt"/>
              </a:defRPr>
            </a:lvl3pPr>
            <a:lvl4pPr>
              <a:defRPr sz="1000">
                <a:latin typeface="+mn-lt"/>
              </a:defRPr>
            </a:lvl4pPr>
            <a:lvl5pPr>
              <a:defRPr sz="1000">
                <a:latin typeface="+mn-lt"/>
              </a:defRPr>
            </a:lvl5pPr>
          </a:lstStyle>
          <a:p>
            <a:pPr lvl="0"/>
            <a:r>
              <a:rPr lang="fr-FR" dirty="0"/>
              <a:t>Modifiez le style du sous titre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76DA3E1-44B8-6E47-8FB9-FEAC45794208}"/>
              </a:ext>
            </a:extLst>
          </p:cNvPr>
          <p:cNvSpPr/>
          <p:nvPr userDrawn="1"/>
        </p:nvSpPr>
        <p:spPr>
          <a:xfrm>
            <a:off x="1882816" y="2324111"/>
            <a:ext cx="1311797" cy="22097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Espace réservé du texte 23">
            <a:extLst>
              <a:ext uri="{FF2B5EF4-FFF2-40B4-BE49-F238E27FC236}">
                <a16:creationId xmlns:a16="http://schemas.microsoft.com/office/drawing/2014/main" id="{3DC2B321-C0A8-C440-99CD-F8C1CF7899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20488" y="2609140"/>
            <a:ext cx="1403488" cy="2029241"/>
          </a:xfrm>
          <a:prstGeom prst="rect">
            <a:avLst/>
          </a:prstGeom>
          <a:ln>
            <a:noFill/>
          </a:ln>
        </p:spPr>
        <p:txBody>
          <a:bodyPr/>
          <a:lstStyle>
            <a:lvl1pPr marL="76200" marR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2">
                  <a:lumMod val="90000"/>
                </a:schemeClr>
              </a:buClr>
              <a:buSzPts val="2400"/>
              <a:buFont typeface="+mj-lt"/>
              <a:buNone/>
              <a:tabLst/>
              <a:defRPr sz="8500" b="1">
                <a:solidFill>
                  <a:srgbClr val="0A0096"/>
                </a:solidFill>
                <a:latin typeface="Montserrat" panose="00000800000000000000" pitchFamily="2" charset="0"/>
              </a:defRPr>
            </a:lvl1pPr>
          </a:lstStyle>
          <a:p>
            <a:pPr marL="762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2">
                  <a:lumMod val="90000"/>
                </a:schemeClr>
              </a:buClr>
              <a:buSzPts val="2400"/>
              <a:buFont typeface="+mj-lt"/>
              <a:buNone/>
              <a:tabLst/>
              <a:defRPr/>
            </a:pPr>
            <a:r>
              <a:rPr lang="fr-FR" dirty="0"/>
              <a:t>n°</a:t>
            </a:r>
          </a:p>
        </p:txBody>
      </p:sp>
    </p:spTree>
    <p:extLst>
      <p:ext uri="{BB962C8B-B14F-4D97-AF65-F5344CB8AC3E}">
        <p14:creationId xmlns:p14="http://schemas.microsoft.com/office/powerpoint/2010/main" val="1902769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ND BLAN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16357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5;p5">
            <a:extLst>
              <a:ext uri="{FF2B5EF4-FFF2-40B4-BE49-F238E27FC236}">
                <a16:creationId xmlns:a16="http://schemas.microsoft.com/office/drawing/2014/main" id="{E5E4396F-4D98-4AE2-A6D3-37B80851AB9A}"/>
              </a:ext>
            </a:extLst>
          </p:cNvPr>
          <p:cNvSpPr txBox="1">
            <a:spLocks noGrp="1"/>
          </p:cNvSpPr>
          <p:nvPr>
            <p:ph type="body" idx="1" hasCustomPrompt="1"/>
          </p:nvPr>
        </p:nvSpPr>
        <p:spPr>
          <a:xfrm>
            <a:off x="5440823" y="2054715"/>
            <a:ext cx="5330518" cy="587857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101598" lvl="0" indent="0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SzPts val="2400"/>
              <a:buFont typeface="Inria Sans Light"/>
              <a:buNone/>
              <a:defRPr sz="1800" b="1">
                <a:solidFill>
                  <a:schemeClr val="tx1">
                    <a:lumMod val="85000"/>
                    <a:lumOff val="15000"/>
                  </a:schemeClr>
                </a:solidFill>
                <a:latin typeface="Barlow"/>
              </a:defRPr>
            </a:lvl1pPr>
            <a:lvl2pPr marL="1219170" lvl="1" indent="-507987" rtl="0">
              <a:spcBef>
                <a:spcPts val="800"/>
              </a:spcBef>
              <a:spcAft>
                <a:spcPts val="0"/>
              </a:spcAft>
              <a:buSzPts val="2400"/>
              <a:buChar char="▹"/>
              <a:defRPr/>
            </a:lvl2pPr>
            <a:lvl3pPr marL="1828754" lvl="2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3pPr>
            <a:lvl4pPr marL="2438339" lvl="3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4pPr>
            <a:lvl5pPr marL="3047924" lvl="4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5pPr>
            <a:lvl6pPr marL="3657509" lvl="5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6pPr>
            <a:lvl7pPr marL="4267093" lvl="6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7pPr>
            <a:lvl8pPr marL="4876678" lvl="7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8pPr>
            <a:lvl9pPr marL="5486263" lvl="8" indent="-507987" rtl="0">
              <a:spcBef>
                <a:spcPts val="800"/>
              </a:spcBef>
              <a:spcAft>
                <a:spcPts val="800"/>
              </a:spcAft>
              <a:buSzPts val="2400"/>
              <a:buChar char="■"/>
              <a:defRPr/>
            </a:lvl9pPr>
          </a:lstStyle>
          <a:p>
            <a:r>
              <a:rPr lang="fr-FR" dirty="0"/>
              <a:t>Cliquez pour ajouter le titre</a:t>
            </a:r>
          </a:p>
          <a:p>
            <a:r>
              <a:rPr lang="fr-FR" dirty="0"/>
              <a:t>Ajoutez du texte</a:t>
            </a:r>
          </a:p>
          <a:p>
            <a:endParaRPr lang="fr-FR" dirty="0"/>
          </a:p>
        </p:txBody>
      </p:sp>
      <p:sp>
        <p:nvSpPr>
          <p:cNvPr id="9" name="Espace réservé pour une image  5">
            <a:extLst>
              <a:ext uri="{FF2B5EF4-FFF2-40B4-BE49-F238E27FC236}">
                <a16:creationId xmlns:a16="http://schemas.microsoft.com/office/drawing/2014/main" id="{9213FE85-ACEC-446A-A027-DE766253360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2876204" cy="6858000"/>
          </a:xfrm>
          <a:prstGeom prst="rect">
            <a:avLst/>
          </a:prstGeom>
        </p:spPr>
        <p:txBody>
          <a:bodyPr/>
          <a:lstStyle>
            <a:lvl1pPr marL="76200" marR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2">
                  <a:lumMod val="90000"/>
                </a:schemeClr>
              </a:buClr>
              <a:buSzPts val="2400"/>
              <a:buFont typeface="+mj-lt"/>
              <a:buNone/>
              <a:tabLst/>
              <a:defRPr>
                <a:latin typeface="Barlow"/>
              </a:defRPr>
            </a:lvl1pPr>
          </a:lstStyle>
          <a:p>
            <a:pPr marL="533400" marR="0" lvl="0" indent="-4572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2">
                  <a:lumMod val="90000"/>
                </a:schemeClr>
              </a:buClr>
              <a:buSzPts val="2400"/>
              <a:buFont typeface="+mj-lt"/>
              <a:buAutoNum type="arabicPeriod"/>
              <a:tabLst/>
              <a:defRPr/>
            </a:pPr>
            <a:r>
              <a:rPr lang="fr-FR" dirty="0"/>
              <a:t>Cliquez. Onglet « Insertion », image.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14" name="Google Shape;24;p5">
            <a:extLst>
              <a:ext uri="{FF2B5EF4-FFF2-40B4-BE49-F238E27FC236}">
                <a16:creationId xmlns:a16="http://schemas.microsoft.com/office/drawing/2014/main" id="{7D9DA230-F9F6-41CA-8C2D-CC2C5689895C}"/>
              </a:ext>
            </a:extLst>
          </p:cNvPr>
          <p:cNvSpPr txBox="1">
            <a:spLocks/>
          </p:cNvSpPr>
          <p:nvPr userDrawn="1"/>
        </p:nvSpPr>
        <p:spPr>
          <a:xfrm rot="16200000">
            <a:off x="72248" y="2596101"/>
            <a:ext cx="6858000" cy="1665803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ts val="3200"/>
              <a:buFontTx/>
              <a:buNone/>
              <a:tabLst/>
              <a:defRPr sz="3000" b="1" kern="1200">
                <a:ln>
                  <a:noFill/>
                </a:ln>
                <a:solidFill>
                  <a:srgbClr val="5190CC"/>
                </a:solidFill>
                <a:latin typeface="Montserrat" panose="00000800000000000000" pitchFamily="2" charset="0"/>
                <a:ea typeface="+mj-ea"/>
                <a:cs typeface="Calibri" panose="020F050202020403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 algn="ctr"/>
            <a:r>
              <a:rPr lang="fr-FR" sz="8500" dirty="0">
                <a:solidFill>
                  <a:schemeClr val="bg1">
                    <a:lumMod val="75000"/>
                  </a:schemeClr>
                </a:solidFill>
              </a:rPr>
              <a:t>SOMMAIRE</a:t>
            </a:r>
          </a:p>
        </p:txBody>
      </p:sp>
      <p:sp>
        <p:nvSpPr>
          <p:cNvPr id="15" name="Google Shape;25;p5">
            <a:extLst>
              <a:ext uri="{FF2B5EF4-FFF2-40B4-BE49-F238E27FC236}">
                <a16:creationId xmlns:a16="http://schemas.microsoft.com/office/drawing/2014/main" id="{ED770C59-BB9B-4F2E-9610-C178A1871226}"/>
              </a:ext>
            </a:extLst>
          </p:cNvPr>
          <p:cNvSpPr txBox="1">
            <a:spLocks noGrp="1"/>
          </p:cNvSpPr>
          <p:nvPr>
            <p:ph type="body" idx="16" hasCustomPrompt="1"/>
          </p:nvPr>
        </p:nvSpPr>
        <p:spPr>
          <a:xfrm>
            <a:off x="4518111" y="2054715"/>
            <a:ext cx="802035" cy="587857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101598" lvl="0" indent="0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SzPts val="2400"/>
              <a:buFont typeface="Inria Sans Light"/>
              <a:buNone/>
              <a:defRPr sz="4000" b="1">
                <a:solidFill>
                  <a:schemeClr val="tx1">
                    <a:lumMod val="85000"/>
                    <a:lumOff val="15000"/>
                  </a:schemeClr>
                </a:solidFill>
                <a:latin typeface="Montserrat" panose="00000800000000000000" pitchFamily="2" charset="0"/>
              </a:defRPr>
            </a:lvl1pPr>
            <a:lvl2pPr marL="1219170" lvl="1" indent="-507987" rtl="0">
              <a:spcBef>
                <a:spcPts val="800"/>
              </a:spcBef>
              <a:spcAft>
                <a:spcPts val="0"/>
              </a:spcAft>
              <a:buSzPts val="2400"/>
              <a:buChar char="▹"/>
              <a:defRPr/>
            </a:lvl2pPr>
            <a:lvl3pPr marL="1828754" lvl="2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3pPr>
            <a:lvl4pPr marL="2438339" lvl="3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4pPr>
            <a:lvl5pPr marL="3047924" lvl="4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5pPr>
            <a:lvl6pPr marL="3657509" lvl="5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6pPr>
            <a:lvl7pPr marL="4267093" lvl="6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7pPr>
            <a:lvl8pPr marL="4876678" lvl="7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8pPr>
            <a:lvl9pPr marL="5486263" lvl="8" indent="-507987" rtl="0">
              <a:spcBef>
                <a:spcPts val="800"/>
              </a:spcBef>
              <a:spcAft>
                <a:spcPts val="800"/>
              </a:spcAft>
              <a:buSzPts val="2400"/>
              <a:buChar char="■"/>
              <a:defRPr/>
            </a:lvl9pPr>
          </a:lstStyle>
          <a:p>
            <a:r>
              <a:rPr lang="fr-FR" dirty="0"/>
              <a:t>01</a:t>
            </a:r>
            <a:endParaRPr dirty="0"/>
          </a:p>
        </p:txBody>
      </p:sp>
      <p:sp>
        <p:nvSpPr>
          <p:cNvPr id="21" name="Google Shape;25;p5">
            <a:extLst>
              <a:ext uri="{FF2B5EF4-FFF2-40B4-BE49-F238E27FC236}">
                <a16:creationId xmlns:a16="http://schemas.microsoft.com/office/drawing/2014/main" id="{2DCC4B1F-0E59-4DCB-AAA6-0EEB6EBAF0FA}"/>
              </a:ext>
            </a:extLst>
          </p:cNvPr>
          <p:cNvSpPr txBox="1">
            <a:spLocks noGrp="1"/>
          </p:cNvSpPr>
          <p:nvPr>
            <p:ph type="body" idx="17" hasCustomPrompt="1"/>
          </p:nvPr>
        </p:nvSpPr>
        <p:spPr>
          <a:xfrm>
            <a:off x="5434648" y="2779076"/>
            <a:ext cx="5330518" cy="587857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101598" lvl="0" indent="0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SzPts val="2400"/>
              <a:buFont typeface="Inria Sans Light"/>
              <a:buNone/>
              <a:defRPr sz="1800" b="1">
                <a:solidFill>
                  <a:schemeClr val="tx1">
                    <a:lumMod val="85000"/>
                    <a:lumOff val="15000"/>
                  </a:schemeClr>
                </a:solidFill>
                <a:latin typeface="Barlow"/>
              </a:defRPr>
            </a:lvl1pPr>
            <a:lvl2pPr marL="1219170" lvl="1" indent="-507987" rtl="0">
              <a:spcBef>
                <a:spcPts val="800"/>
              </a:spcBef>
              <a:spcAft>
                <a:spcPts val="0"/>
              </a:spcAft>
              <a:buSzPts val="2400"/>
              <a:buChar char="▹"/>
              <a:defRPr/>
            </a:lvl2pPr>
            <a:lvl3pPr marL="1828754" lvl="2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3pPr>
            <a:lvl4pPr marL="2438339" lvl="3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4pPr>
            <a:lvl5pPr marL="3047924" lvl="4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5pPr>
            <a:lvl6pPr marL="3657509" lvl="5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6pPr>
            <a:lvl7pPr marL="4267093" lvl="6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7pPr>
            <a:lvl8pPr marL="4876678" lvl="7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8pPr>
            <a:lvl9pPr marL="5486263" lvl="8" indent="-507987" rtl="0">
              <a:spcBef>
                <a:spcPts val="800"/>
              </a:spcBef>
              <a:spcAft>
                <a:spcPts val="800"/>
              </a:spcAft>
              <a:buSzPts val="2400"/>
              <a:buChar char="■"/>
              <a:defRPr/>
            </a:lvl9pPr>
          </a:lstStyle>
          <a:p>
            <a:r>
              <a:rPr lang="fr-FR" dirty="0"/>
              <a:t>Cliquez pour ajouter le titre</a:t>
            </a:r>
          </a:p>
          <a:p>
            <a:r>
              <a:rPr lang="fr-FR" dirty="0"/>
              <a:t>Ajoutez du texte</a:t>
            </a:r>
          </a:p>
          <a:p>
            <a:endParaRPr lang="fr-FR" dirty="0"/>
          </a:p>
        </p:txBody>
      </p:sp>
      <p:sp>
        <p:nvSpPr>
          <p:cNvPr id="22" name="Google Shape;25;p5">
            <a:extLst>
              <a:ext uri="{FF2B5EF4-FFF2-40B4-BE49-F238E27FC236}">
                <a16:creationId xmlns:a16="http://schemas.microsoft.com/office/drawing/2014/main" id="{C72BD9A8-DEA7-4FC4-80B4-7AD4402DFD9C}"/>
              </a:ext>
            </a:extLst>
          </p:cNvPr>
          <p:cNvSpPr txBox="1">
            <a:spLocks noGrp="1"/>
          </p:cNvSpPr>
          <p:nvPr>
            <p:ph type="body" idx="18" hasCustomPrompt="1"/>
          </p:nvPr>
        </p:nvSpPr>
        <p:spPr>
          <a:xfrm>
            <a:off x="4511936" y="2779076"/>
            <a:ext cx="802035" cy="587857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101598" lvl="0" indent="0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SzPts val="2400"/>
              <a:buFont typeface="Inria Sans Light"/>
              <a:buNone/>
              <a:defRPr sz="4000" b="1">
                <a:solidFill>
                  <a:schemeClr val="tx1">
                    <a:lumMod val="85000"/>
                    <a:lumOff val="15000"/>
                  </a:schemeClr>
                </a:solidFill>
                <a:latin typeface="Montserrat" panose="00000800000000000000" pitchFamily="2" charset="0"/>
              </a:defRPr>
            </a:lvl1pPr>
            <a:lvl2pPr marL="1219170" lvl="1" indent="-507987" rtl="0">
              <a:spcBef>
                <a:spcPts val="800"/>
              </a:spcBef>
              <a:spcAft>
                <a:spcPts val="0"/>
              </a:spcAft>
              <a:buSzPts val="2400"/>
              <a:buChar char="▹"/>
              <a:defRPr/>
            </a:lvl2pPr>
            <a:lvl3pPr marL="1828754" lvl="2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3pPr>
            <a:lvl4pPr marL="2438339" lvl="3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4pPr>
            <a:lvl5pPr marL="3047924" lvl="4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5pPr>
            <a:lvl6pPr marL="3657509" lvl="5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6pPr>
            <a:lvl7pPr marL="4267093" lvl="6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7pPr>
            <a:lvl8pPr marL="4876678" lvl="7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8pPr>
            <a:lvl9pPr marL="5486263" lvl="8" indent="-507987" rtl="0">
              <a:spcBef>
                <a:spcPts val="800"/>
              </a:spcBef>
              <a:spcAft>
                <a:spcPts val="800"/>
              </a:spcAft>
              <a:buSzPts val="2400"/>
              <a:buChar char="■"/>
              <a:defRPr/>
            </a:lvl9pPr>
          </a:lstStyle>
          <a:p>
            <a:r>
              <a:rPr lang="fr-FR" dirty="0"/>
              <a:t>02</a:t>
            </a:r>
            <a:endParaRPr dirty="0"/>
          </a:p>
        </p:txBody>
      </p:sp>
      <p:sp>
        <p:nvSpPr>
          <p:cNvPr id="25" name="Google Shape;25;p5">
            <a:extLst>
              <a:ext uri="{FF2B5EF4-FFF2-40B4-BE49-F238E27FC236}">
                <a16:creationId xmlns:a16="http://schemas.microsoft.com/office/drawing/2014/main" id="{15BC5ED5-FD2E-4FB2-AA69-1B8202059E2A}"/>
              </a:ext>
            </a:extLst>
          </p:cNvPr>
          <p:cNvSpPr txBox="1">
            <a:spLocks noGrp="1"/>
          </p:cNvSpPr>
          <p:nvPr>
            <p:ph type="body" idx="19" hasCustomPrompt="1"/>
          </p:nvPr>
        </p:nvSpPr>
        <p:spPr>
          <a:xfrm>
            <a:off x="5440823" y="3503437"/>
            <a:ext cx="5330518" cy="587857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101598" lvl="0" indent="0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SzPts val="2400"/>
              <a:buFont typeface="Inria Sans Light"/>
              <a:buNone/>
              <a:defRPr sz="1800" b="1">
                <a:solidFill>
                  <a:schemeClr val="tx1">
                    <a:lumMod val="85000"/>
                    <a:lumOff val="15000"/>
                  </a:schemeClr>
                </a:solidFill>
                <a:latin typeface="Barlow"/>
              </a:defRPr>
            </a:lvl1pPr>
            <a:lvl2pPr marL="1219170" lvl="1" indent="-507987" rtl="0">
              <a:spcBef>
                <a:spcPts val="800"/>
              </a:spcBef>
              <a:spcAft>
                <a:spcPts val="0"/>
              </a:spcAft>
              <a:buSzPts val="2400"/>
              <a:buChar char="▹"/>
              <a:defRPr/>
            </a:lvl2pPr>
            <a:lvl3pPr marL="1828754" lvl="2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3pPr>
            <a:lvl4pPr marL="2438339" lvl="3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4pPr>
            <a:lvl5pPr marL="3047924" lvl="4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5pPr>
            <a:lvl6pPr marL="3657509" lvl="5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6pPr>
            <a:lvl7pPr marL="4267093" lvl="6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7pPr>
            <a:lvl8pPr marL="4876678" lvl="7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8pPr>
            <a:lvl9pPr marL="5486263" lvl="8" indent="-507987" rtl="0">
              <a:spcBef>
                <a:spcPts val="800"/>
              </a:spcBef>
              <a:spcAft>
                <a:spcPts val="800"/>
              </a:spcAft>
              <a:buSzPts val="2400"/>
              <a:buChar char="■"/>
              <a:defRPr/>
            </a:lvl9pPr>
          </a:lstStyle>
          <a:p>
            <a:r>
              <a:rPr lang="fr-FR" dirty="0"/>
              <a:t>Cliquez pour ajouter le titre</a:t>
            </a:r>
          </a:p>
          <a:p>
            <a:r>
              <a:rPr lang="fr-FR" dirty="0"/>
              <a:t>Ajoutez du texte</a:t>
            </a:r>
          </a:p>
          <a:p>
            <a:endParaRPr lang="fr-FR" dirty="0"/>
          </a:p>
        </p:txBody>
      </p:sp>
      <p:sp>
        <p:nvSpPr>
          <p:cNvPr id="26" name="Google Shape;25;p5">
            <a:extLst>
              <a:ext uri="{FF2B5EF4-FFF2-40B4-BE49-F238E27FC236}">
                <a16:creationId xmlns:a16="http://schemas.microsoft.com/office/drawing/2014/main" id="{00BE4F92-AE87-48C5-92DE-C3526520E167}"/>
              </a:ext>
            </a:extLst>
          </p:cNvPr>
          <p:cNvSpPr txBox="1">
            <a:spLocks noGrp="1"/>
          </p:cNvSpPr>
          <p:nvPr>
            <p:ph type="body" idx="20" hasCustomPrompt="1"/>
          </p:nvPr>
        </p:nvSpPr>
        <p:spPr>
          <a:xfrm>
            <a:off x="4518111" y="3503437"/>
            <a:ext cx="802035" cy="587857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101598" lvl="0" indent="0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SzPts val="2400"/>
              <a:buFont typeface="Inria Sans Light"/>
              <a:buNone/>
              <a:defRPr sz="4000" b="1">
                <a:solidFill>
                  <a:schemeClr val="tx1">
                    <a:lumMod val="85000"/>
                    <a:lumOff val="15000"/>
                  </a:schemeClr>
                </a:solidFill>
                <a:latin typeface="Montserrat" panose="00000800000000000000" pitchFamily="2" charset="0"/>
              </a:defRPr>
            </a:lvl1pPr>
            <a:lvl2pPr marL="1219170" lvl="1" indent="-507987" rtl="0">
              <a:spcBef>
                <a:spcPts val="800"/>
              </a:spcBef>
              <a:spcAft>
                <a:spcPts val="0"/>
              </a:spcAft>
              <a:buSzPts val="2400"/>
              <a:buChar char="▹"/>
              <a:defRPr/>
            </a:lvl2pPr>
            <a:lvl3pPr marL="1828754" lvl="2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3pPr>
            <a:lvl4pPr marL="2438339" lvl="3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4pPr>
            <a:lvl5pPr marL="3047924" lvl="4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5pPr>
            <a:lvl6pPr marL="3657509" lvl="5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6pPr>
            <a:lvl7pPr marL="4267093" lvl="6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7pPr>
            <a:lvl8pPr marL="4876678" lvl="7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8pPr>
            <a:lvl9pPr marL="5486263" lvl="8" indent="-507987" rtl="0">
              <a:spcBef>
                <a:spcPts val="800"/>
              </a:spcBef>
              <a:spcAft>
                <a:spcPts val="800"/>
              </a:spcAft>
              <a:buSzPts val="2400"/>
              <a:buChar char="■"/>
              <a:defRPr/>
            </a:lvl9pPr>
          </a:lstStyle>
          <a:p>
            <a:r>
              <a:rPr lang="fr-FR" dirty="0"/>
              <a:t>03</a:t>
            </a:r>
            <a:endParaRPr dirty="0"/>
          </a:p>
        </p:txBody>
      </p:sp>
      <p:sp>
        <p:nvSpPr>
          <p:cNvPr id="27" name="Google Shape;25;p5">
            <a:extLst>
              <a:ext uri="{FF2B5EF4-FFF2-40B4-BE49-F238E27FC236}">
                <a16:creationId xmlns:a16="http://schemas.microsoft.com/office/drawing/2014/main" id="{67159D45-09CC-4226-A53E-14DF91985069}"/>
              </a:ext>
            </a:extLst>
          </p:cNvPr>
          <p:cNvSpPr txBox="1">
            <a:spLocks noGrp="1"/>
          </p:cNvSpPr>
          <p:nvPr>
            <p:ph type="body" idx="21" hasCustomPrompt="1"/>
          </p:nvPr>
        </p:nvSpPr>
        <p:spPr>
          <a:xfrm>
            <a:off x="5434648" y="4227798"/>
            <a:ext cx="5330518" cy="587857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101598" lvl="0" indent="0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SzPts val="2400"/>
              <a:buFont typeface="Inria Sans Light"/>
              <a:buNone/>
              <a:defRPr sz="1800" b="1">
                <a:solidFill>
                  <a:schemeClr val="tx1">
                    <a:lumMod val="85000"/>
                    <a:lumOff val="15000"/>
                  </a:schemeClr>
                </a:solidFill>
                <a:latin typeface="Barlow"/>
              </a:defRPr>
            </a:lvl1pPr>
            <a:lvl2pPr marL="1219170" lvl="1" indent="-507987" rtl="0">
              <a:spcBef>
                <a:spcPts val="800"/>
              </a:spcBef>
              <a:spcAft>
                <a:spcPts val="0"/>
              </a:spcAft>
              <a:buSzPts val="2400"/>
              <a:buChar char="▹"/>
              <a:defRPr/>
            </a:lvl2pPr>
            <a:lvl3pPr marL="1828754" lvl="2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3pPr>
            <a:lvl4pPr marL="2438339" lvl="3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4pPr>
            <a:lvl5pPr marL="3047924" lvl="4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5pPr>
            <a:lvl6pPr marL="3657509" lvl="5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6pPr>
            <a:lvl7pPr marL="4267093" lvl="6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7pPr>
            <a:lvl8pPr marL="4876678" lvl="7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8pPr>
            <a:lvl9pPr marL="5486263" lvl="8" indent="-507987" rtl="0">
              <a:spcBef>
                <a:spcPts val="800"/>
              </a:spcBef>
              <a:spcAft>
                <a:spcPts val="800"/>
              </a:spcAft>
              <a:buSzPts val="2400"/>
              <a:buChar char="■"/>
              <a:defRPr/>
            </a:lvl9pPr>
          </a:lstStyle>
          <a:p>
            <a:r>
              <a:rPr lang="fr-FR" dirty="0"/>
              <a:t>Cliquez pour ajouter le titre</a:t>
            </a:r>
          </a:p>
          <a:p>
            <a:r>
              <a:rPr lang="fr-FR" dirty="0"/>
              <a:t>Ajoutez du texte</a:t>
            </a:r>
          </a:p>
          <a:p>
            <a:endParaRPr lang="fr-FR" dirty="0"/>
          </a:p>
        </p:txBody>
      </p:sp>
      <p:sp>
        <p:nvSpPr>
          <p:cNvPr id="28" name="Google Shape;25;p5">
            <a:extLst>
              <a:ext uri="{FF2B5EF4-FFF2-40B4-BE49-F238E27FC236}">
                <a16:creationId xmlns:a16="http://schemas.microsoft.com/office/drawing/2014/main" id="{F176A760-EFC1-4E26-83CD-DAB258C0D87A}"/>
              </a:ext>
            </a:extLst>
          </p:cNvPr>
          <p:cNvSpPr txBox="1">
            <a:spLocks noGrp="1"/>
          </p:cNvSpPr>
          <p:nvPr>
            <p:ph type="body" idx="22" hasCustomPrompt="1"/>
          </p:nvPr>
        </p:nvSpPr>
        <p:spPr>
          <a:xfrm>
            <a:off x="4511936" y="4227798"/>
            <a:ext cx="802035" cy="587857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101598" lvl="0" indent="0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SzPts val="2400"/>
              <a:buFont typeface="Inria Sans Light"/>
              <a:buNone/>
              <a:defRPr sz="4000" b="1">
                <a:solidFill>
                  <a:schemeClr val="tx1">
                    <a:lumMod val="85000"/>
                    <a:lumOff val="15000"/>
                  </a:schemeClr>
                </a:solidFill>
                <a:latin typeface="Montserrat" panose="00000800000000000000" pitchFamily="2" charset="0"/>
              </a:defRPr>
            </a:lvl1pPr>
            <a:lvl2pPr marL="1219170" lvl="1" indent="-507987" rtl="0">
              <a:spcBef>
                <a:spcPts val="800"/>
              </a:spcBef>
              <a:spcAft>
                <a:spcPts val="0"/>
              </a:spcAft>
              <a:buSzPts val="2400"/>
              <a:buChar char="▹"/>
              <a:defRPr/>
            </a:lvl2pPr>
            <a:lvl3pPr marL="1828754" lvl="2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3pPr>
            <a:lvl4pPr marL="2438339" lvl="3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4pPr>
            <a:lvl5pPr marL="3047924" lvl="4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5pPr>
            <a:lvl6pPr marL="3657509" lvl="5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6pPr>
            <a:lvl7pPr marL="4267093" lvl="6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7pPr>
            <a:lvl8pPr marL="4876678" lvl="7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8pPr>
            <a:lvl9pPr marL="5486263" lvl="8" indent="-507987" rtl="0">
              <a:spcBef>
                <a:spcPts val="800"/>
              </a:spcBef>
              <a:spcAft>
                <a:spcPts val="800"/>
              </a:spcAft>
              <a:buSzPts val="2400"/>
              <a:buChar char="■"/>
              <a:defRPr/>
            </a:lvl9pPr>
          </a:lstStyle>
          <a:p>
            <a:r>
              <a:rPr lang="fr-FR" dirty="0"/>
              <a:t>04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150605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que 5">
            <a:extLst>
              <a:ext uri="{FF2B5EF4-FFF2-40B4-BE49-F238E27FC236}">
                <a16:creationId xmlns:a16="http://schemas.microsoft.com/office/drawing/2014/main" id="{017D8CF2-6DC2-B848-A5E3-6D4E43757F3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-842" b="-842"/>
          <a:stretch/>
        </p:blipFill>
        <p:spPr>
          <a:xfrm>
            <a:off x="5485626" y="2363986"/>
            <a:ext cx="1220749" cy="1997020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779E0B2D-D6A6-46FA-80C1-EA72A0A71B73}"/>
              </a:ext>
            </a:extLst>
          </p:cNvPr>
          <p:cNvSpPr txBox="1"/>
          <p:nvPr userDrawn="1"/>
        </p:nvSpPr>
        <p:spPr>
          <a:xfrm>
            <a:off x="4375265" y="4735058"/>
            <a:ext cx="34248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b="1" dirty="0">
                <a:latin typeface="Barlow"/>
              </a:rPr>
              <a:t>www.ffjudo.com</a:t>
            </a:r>
          </a:p>
        </p:txBody>
      </p:sp>
      <p:sp>
        <p:nvSpPr>
          <p:cNvPr id="8" name="Espace réservé du texte 13">
            <a:extLst>
              <a:ext uri="{FF2B5EF4-FFF2-40B4-BE49-F238E27FC236}">
                <a16:creationId xmlns:a16="http://schemas.microsoft.com/office/drawing/2014/main" id="{BEA5828F-6946-4327-BE29-F32381D3DC2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-8313" y="5218738"/>
            <a:ext cx="12192000" cy="707765"/>
          </a:xfrm>
          <a:prstGeom prst="rect">
            <a:avLst/>
          </a:prstGeom>
        </p:spPr>
        <p:txBody>
          <a:bodyPr/>
          <a:lstStyle>
            <a:lvl1pPr marL="76200" indent="0">
              <a:buNone/>
              <a:defRPr sz="1200" b="0" u="none">
                <a:latin typeface="Barlow"/>
              </a:defRPr>
            </a:lvl1pPr>
          </a:lstStyle>
          <a:p>
            <a:pPr algn="ctr"/>
            <a:r>
              <a:rPr lang="fr-FR" sz="1200" dirty="0"/>
              <a:t>CONTACT </a:t>
            </a:r>
          </a:p>
          <a:p>
            <a:pPr algn="ctr"/>
            <a:r>
              <a:rPr lang="fr-FR" sz="1200" dirty="0"/>
              <a:t>Prénom Nom</a:t>
            </a:r>
          </a:p>
          <a:p>
            <a:pPr algn="ctr"/>
            <a:r>
              <a:rPr lang="fr-FR" sz="1200" dirty="0"/>
              <a:t>Adresse, tél</a:t>
            </a:r>
            <a:endParaRPr lang="fr-FR" sz="1600" dirty="0"/>
          </a:p>
          <a:p>
            <a:pPr lvl="0"/>
            <a:endParaRPr lang="fr-FR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D74F9E6-CA94-4F5B-9247-714AB37C3368}"/>
              </a:ext>
            </a:extLst>
          </p:cNvPr>
          <p:cNvSpPr/>
          <p:nvPr userDrawn="1"/>
        </p:nvSpPr>
        <p:spPr>
          <a:xfrm flipV="1">
            <a:off x="5093623" y="5092538"/>
            <a:ext cx="2004753" cy="45719"/>
          </a:xfrm>
          <a:prstGeom prst="rect">
            <a:avLst/>
          </a:prstGeom>
          <a:solidFill>
            <a:srgbClr val="0A009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7" name="Graphique 5">
            <a:extLst>
              <a:ext uri="{FF2B5EF4-FFF2-40B4-BE49-F238E27FC236}">
                <a16:creationId xmlns:a16="http://schemas.microsoft.com/office/drawing/2014/main" id="{C71D668A-FB4E-D142-8FE7-4DCB8545F5A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91" r="9091"/>
          <a:stretch/>
        </p:blipFill>
        <p:spPr>
          <a:xfrm>
            <a:off x="3566909" y="1385794"/>
            <a:ext cx="5041556" cy="314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78478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1">
            <a:extLst>
              <a:ext uri="{FF2B5EF4-FFF2-40B4-BE49-F238E27FC236}">
                <a16:creationId xmlns:a16="http://schemas.microsoft.com/office/drawing/2014/main" id="{287A5AED-3BE0-F245-86CE-C53070C57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2815" y="2892971"/>
            <a:ext cx="8426369" cy="59791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ctr">
              <a:defRPr sz="4000" b="1">
                <a:solidFill>
                  <a:schemeClr val="bg1"/>
                </a:solidFill>
                <a:latin typeface="Montserrat" panose="00000800000000000000" pitchFamily="2" charset="0"/>
              </a:defRPr>
            </a:lvl1pPr>
          </a:lstStyle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13" name="Espace réservé du contenu 2">
            <a:extLst>
              <a:ext uri="{FF2B5EF4-FFF2-40B4-BE49-F238E27FC236}">
                <a16:creationId xmlns:a16="http://schemas.microsoft.com/office/drawing/2014/main" id="{3020AC55-885A-D044-92E0-CB406041165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1882814" y="3605357"/>
            <a:ext cx="8426370" cy="35967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  <a:latin typeface="Barlow"/>
              </a:defRPr>
            </a:lvl1pPr>
            <a:lvl2pPr>
              <a:defRPr sz="1000">
                <a:latin typeface="+mn-lt"/>
              </a:defRPr>
            </a:lvl2pPr>
            <a:lvl3pPr>
              <a:defRPr sz="1000">
                <a:latin typeface="+mn-lt"/>
              </a:defRPr>
            </a:lvl3pPr>
            <a:lvl4pPr>
              <a:defRPr sz="1000">
                <a:latin typeface="+mn-lt"/>
              </a:defRPr>
            </a:lvl4pPr>
            <a:lvl5pPr>
              <a:defRPr sz="1000">
                <a:latin typeface="+mn-lt"/>
              </a:defRPr>
            </a:lvl5pPr>
          </a:lstStyle>
          <a:p>
            <a:pPr lvl="0"/>
            <a:r>
              <a:rPr lang="fr-FR" dirty="0"/>
              <a:t>Modifiez le style du sous titre </a:t>
            </a:r>
          </a:p>
        </p:txBody>
      </p:sp>
      <p:sp>
        <p:nvSpPr>
          <p:cNvPr id="12" name="Google Shape;14;p3">
            <a:extLst>
              <a:ext uri="{FF2B5EF4-FFF2-40B4-BE49-F238E27FC236}">
                <a16:creationId xmlns:a16="http://schemas.microsoft.com/office/drawing/2014/main" id="{CA8D2623-81DF-6942-AB15-784C5CEC08DD}"/>
              </a:ext>
            </a:extLst>
          </p:cNvPr>
          <p:cNvSpPr/>
          <p:nvPr userDrawn="1"/>
        </p:nvSpPr>
        <p:spPr>
          <a:xfrm>
            <a:off x="1882816" y="2324111"/>
            <a:ext cx="8426369" cy="2209779"/>
          </a:xfrm>
          <a:prstGeom prst="rect">
            <a:avLst/>
          </a:prstGeom>
          <a:noFill/>
          <a:ln w="38100">
            <a:solidFill>
              <a:schemeClr val="bg1"/>
            </a:solidFill>
          </a:ln>
          <a:effectLst>
            <a:outerShdw blurRad="271463" dist="66675" algn="bl" rotWithShape="0">
              <a:schemeClr val="dk1">
                <a:alpha val="3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7086615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4;p3">
            <a:extLst>
              <a:ext uri="{FF2B5EF4-FFF2-40B4-BE49-F238E27FC236}">
                <a16:creationId xmlns:a16="http://schemas.microsoft.com/office/drawing/2014/main" id="{57E06FC8-0DA7-554E-A78A-2A68CA53BA98}"/>
              </a:ext>
            </a:extLst>
          </p:cNvPr>
          <p:cNvSpPr/>
          <p:nvPr userDrawn="1"/>
        </p:nvSpPr>
        <p:spPr>
          <a:xfrm>
            <a:off x="1882816" y="2324111"/>
            <a:ext cx="8426369" cy="2209779"/>
          </a:xfrm>
          <a:prstGeom prst="rect">
            <a:avLst/>
          </a:prstGeom>
          <a:noFill/>
          <a:ln w="38100">
            <a:solidFill>
              <a:schemeClr val="bg1"/>
            </a:solidFill>
          </a:ln>
          <a:effectLst>
            <a:outerShdw blurRad="271463" dist="66675" algn="bl" rotWithShape="0">
              <a:schemeClr val="dk1">
                <a:alpha val="3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Titre 1">
            <a:extLst>
              <a:ext uri="{FF2B5EF4-FFF2-40B4-BE49-F238E27FC236}">
                <a16:creationId xmlns:a16="http://schemas.microsoft.com/office/drawing/2014/main" id="{D7589303-CBC2-E045-81CC-E4BBE5EED7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7354" y="2898055"/>
            <a:ext cx="7101830" cy="53094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ctr">
              <a:defRPr sz="4000" b="1">
                <a:solidFill>
                  <a:schemeClr val="bg1"/>
                </a:solidFill>
                <a:latin typeface="Montserrat" panose="00000800000000000000" pitchFamily="2" charset="0"/>
              </a:defRPr>
            </a:lvl1pPr>
          </a:lstStyle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17" name="Espace réservé du contenu 2">
            <a:extLst>
              <a:ext uri="{FF2B5EF4-FFF2-40B4-BE49-F238E27FC236}">
                <a16:creationId xmlns:a16="http://schemas.microsoft.com/office/drawing/2014/main" id="{4D2CDF79-EDC0-B848-AC91-D6120EDECDB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207352" y="3610441"/>
            <a:ext cx="7101831" cy="33249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  <a:latin typeface="Barlow"/>
              </a:defRPr>
            </a:lvl1pPr>
            <a:lvl2pPr>
              <a:defRPr sz="1000">
                <a:latin typeface="+mn-lt"/>
              </a:defRPr>
            </a:lvl2pPr>
            <a:lvl3pPr>
              <a:defRPr sz="1000">
                <a:latin typeface="+mn-lt"/>
              </a:defRPr>
            </a:lvl3pPr>
            <a:lvl4pPr>
              <a:defRPr sz="1000">
                <a:latin typeface="+mn-lt"/>
              </a:defRPr>
            </a:lvl4pPr>
            <a:lvl5pPr>
              <a:defRPr sz="1000">
                <a:latin typeface="+mn-lt"/>
              </a:defRPr>
            </a:lvl5pPr>
          </a:lstStyle>
          <a:p>
            <a:pPr lvl="0"/>
            <a:r>
              <a:rPr lang="fr-FR" dirty="0"/>
              <a:t>Modifiez le style du sous titre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76DA3E1-44B8-6E47-8FB9-FEAC45794208}"/>
              </a:ext>
            </a:extLst>
          </p:cNvPr>
          <p:cNvSpPr/>
          <p:nvPr userDrawn="1"/>
        </p:nvSpPr>
        <p:spPr>
          <a:xfrm>
            <a:off x="1882816" y="2324111"/>
            <a:ext cx="1311797" cy="22097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Espace réservé du texte 23">
            <a:extLst>
              <a:ext uri="{FF2B5EF4-FFF2-40B4-BE49-F238E27FC236}">
                <a16:creationId xmlns:a16="http://schemas.microsoft.com/office/drawing/2014/main" id="{3DC2B321-C0A8-C440-99CD-F8C1CF7899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20488" y="2609140"/>
            <a:ext cx="1403488" cy="2029241"/>
          </a:xfrm>
          <a:prstGeom prst="rect">
            <a:avLst/>
          </a:prstGeom>
          <a:ln>
            <a:noFill/>
          </a:ln>
        </p:spPr>
        <p:txBody>
          <a:bodyPr/>
          <a:lstStyle>
            <a:lvl1pPr marL="76200" marR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2">
                  <a:lumMod val="90000"/>
                </a:schemeClr>
              </a:buClr>
              <a:buSzPts val="2400"/>
              <a:buFont typeface="+mj-lt"/>
              <a:buNone/>
              <a:tabLst/>
              <a:defRPr sz="8500" b="1">
                <a:solidFill>
                  <a:srgbClr val="0A0096"/>
                </a:solidFill>
                <a:latin typeface="Montserrat" panose="00000800000000000000" pitchFamily="2" charset="0"/>
              </a:defRPr>
            </a:lvl1pPr>
          </a:lstStyle>
          <a:p>
            <a:pPr marL="762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2">
                  <a:lumMod val="90000"/>
                </a:schemeClr>
              </a:buClr>
              <a:buSzPts val="2400"/>
              <a:buFont typeface="+mj-lt"/>
              <a:buNone/>
              <a:tabLst/>
              <a:defRPr/>
            </a:pPr>
            <a:r>
              <a:rPr lang="fr-FR" dirty="0"/>
              <a:t>n°</a:t>
            </a:r>
          </a:p>
        </p:txBody>
      </p:sp>
    </p:spTree>
    <p:extLst>
      <p:ext uri="{BB962C8B-B14F-4D97-AF65-F5344CB8AC3E}">
        <p14:creationId xmlns:p14="http://schemas.microsoft.com/office/powerpoint/2010/main" val="427423403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no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1">
            <a:extLst>
              <a:ext uri="{FF2B5EF4-FFF2-40B4-BE49-F238E27FC236}">
                <a16:creationId xmlns:a16="http://schemas.microsoft.com/office/drawing/2014/main" id="{287A5AED-3BE0-F245-86CE-C53070C57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2815" y="1873930"/>
            <a:ext cx="8426369" cy="59791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ctr">
              <a:defRPr sz="10000" b="1">
                <a:solidFill>
                  <a:schemeClr val="bg1"/>
                </a:solidFill>
                <a:latin typeface="Montserrat" panose="00000800000000000000" pitchFamily="2" charset="0"/>
              </a:defRPr>
            </a:lvl1pPr>
          </a:lstStyle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13" name="Espace réservé du contenu 2">
            <a:extLst>
              <a:ext uri="{FF2B5EF4-FFF2-40B4-BE49-F238E27FC236}">
                <a16:creationId xmlns:a16="http://schemas.microsoft.com/office/drawing/2014/main" id="{3020AC55-885A-D044-92E0-CB406041165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1882814" y="4852265"/>
            <a:ext cx="8426370" cy="35967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  <a:latin typeface="Barlow"/>
              </a:defRPr>
            </a:lvl1pPr>
            <a:lvl2pPr>
              <a:defRPr sz="1000">
                <a:latin typeface="+mn-lt"/>
              </a:defRPr>
            </a:lvl2pPr>
            <a:lvl3pPr>
              <a:defRPr sz="1000">
                <a:latin typeface="+mn-lt"/>
              </a:defRPr>
            </a:lvl3pPr>
            <a:lvl4pPr>
              <a:defRPr sz="1000">
                <a:latin typeface="+mn-lt"/>
              </a:defRPr>
            </a:lvl4pPr>
            <a:lvl5pPr>
              <a:defRPr sz="1000">
                <a:latin typeface="+mn-lt"/>
              </a:defRPr>
            </a:lvl5pPr>
          </a:lstStyle>
          <a:p>
            <a:pPr lvl="0"/>
            <a:r>
              <a:rPr lang="fr-FR" dirty="0"/>
              <a:t>Modifiez le style du sous titre </a:t>
            </a:r>
          </a:p>
        </p:txBody>
      </p:sp>
    </p:spTree>
    <p:extLst>
      <p:ext uri="{BB962C8B-B14F-4D97-AF65-F5344CB8AC3E}">
        <p14:creationId xmlns:p14="http://schemas.microsoft.com/office/powerpoint/2010/main" val="32224485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+ 2 colonne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25;p5">
            <a:extLst>
              <a:ext uri="{FF2B5EF4-FFF2-40B4-BE49-F238E27FC236}">
                <a16:creationId xmlns:a16="http://schemas.microsoft.com/office/drawing/2014/main" id="{4E9AC727-D595-424B-8DAE-DD364833E15B}"/>
              </a:ext>
            </a:extLst>
          </p:cNvPr>
          <p:cNvSpPr txBox="1">
            <a:spLocks noGrp="1"/>
          </p:cNvSpPr>
          <p:nvPr>
            <p:ph type="body" idx="13" hasCustomPrompt="1"/>
          </p:nvPr>
        </p:nvSpPr>
        <p:spPr>
          <a:xfrm>
            <a:off x="980321" y="2232147"/>
            <a:ext cx="4806351" cy="4019862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507987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2400"/>
              <a:buFont typeface="Inria Sans Light"/>
              <a:buChar char="▸"/>
              <a:defRPr sz="2000">
                <a:solidFill>
                  <a:schemeClr val="bg1"/>
                </a:solidFill>
                <a:latin typeface="Barlow"/>
              </a:defRPr>
            </a:lvl1pPr>
            <a:lvl2pPr marL="1219170" lvl="1" indent="-507987" rtl="0">
              <a:spcBef>
                <a:spcPts val="800"/>
              </a:spcBef>
              <a:spcAft>
                <a:spcPts val="0"/>
              </a:spcAft>
              <a:buSzPts val="2400"/>
              <a:buChar char="▹"/>
              <a:defRPr/>
            </a:lvl2pPr>
            <a:lvl3pPr marL="1828754" lvl="2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3pPr>
            <a:lvl4pPr marL="2438339" lvl="3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4pPr>
            <a:lvl5pPr marL="3047924" lvl="4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5pPr>
            <a:lvl6pPr marL="3657509" lvl="5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6pPr>
            <a:lvl7pPr marL="4267093" lvl="6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7pPr>
            <a:lvl8pPr marL="4876678" lvl="7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8pPr>
            <a:lvl9pPr marL="5486263" lvl="8" indent="-507987" rtl="0">
              <a:spcBef>
                <a:spcPts val="800"/>
              </a:spcBef>
              <a:spcAft>
                <a:spcPts val="800"/>
              </a:spcAft>
              <a:buSzPts val="2400"/>
              <a:buChar char="■"/>
              <a:defRPr/>
            </a:lvl9pPr>
          </a:lstStyle>
          <a:p>
            <a:r>
              <a:rPr lang="fr-FR" dirty="0"/>
              <a:t>Cliquez pour ajouter du texte</a:t>
            </a:r>
          </a:p>
        </p:txBody>
      </p:sp>
      <p:sp>
        <p:nvSpPr>
          <p:cNvPr id="15" name="Google Shape;32;p6">
            <a:extLst>
              <a:ext uri="{FF2B5EF4-FFF2-40B4-BE49-F238E27FC236}">
                <a16:creationId xmlns:a16="http://schemas.microsoft.com/office/drawing/2014/main" id="{1694EB44-9E14-4F2A-BECC-0B0403384AA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205845" y="6082680"/>
            <a:ext cx="731600" cy="52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>
                <a:solidFill>
                  <a:schemeClr val="bg1"/>
                </a:solidFill>
              </a:defRPr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7" name="Google Shape;25;p5">
            <a:extLst>
              <a:ext uri="{FF2B5EF4-FFF2-40B4-BE49-F238E27FC236}">
                <a16:creationId xmlns:a16="http://schemas.microsoft.com/office/drawing/2014/main" id="{8F91B836-7C3E-49A2-9849-8A3698623EBB}"/>
              </a:ext>
            </a:extLst>
          </p:cNvPr>
          <p:cNvSpPr txBox="1">
            <a:spLocks noGrp="1"/>
          </p:cNvSpPr>
          <p:nvPr>
            <p:ph type="body" idx="14" hasCustomPrompt="1"/>
          </p:nvPr>
        </p:nvSpPr>
        <p:spPr>
          <a:xfrm>
            <a:off x="6772826" y="1240623"/>
            <a:ext cx="4433019" cy="5011385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507987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2400"/>
              <a:buFont typeface="Inria Sans Light"/>
              <a:buChar char="▸"/>
              <a:defRPr sz="2000">
                <a:solidFill>
                  <a:schemeClr val="bg1"/>
                </a:solidFill>
                <a:latin typeface="Barlow"/>
              </a:defRPr>
            </a:lvl1pPr>
            <a:lvl2pPr marL="1219170" lvl="1" indent="-507987" rtl="0">
              <a:spcBef>
                <a:spcPts val="800"/>
              </a:spcBef>
              <a:spcAft>
                <a:spcPts val="0"/>
              </a:spcAft>
              <a:buSzPts val="2400"/>
              <a:buChar char="▹"/>
              <a:defRPr/>
            </a:lvl2pPr>
            <a:lvl3pPr marL="1828754" lvl="2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3pPr>
            <a:lvl4pPr marL="2438339" lvl="3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4pPr>
            <a:lvl5pPr marL="3047924" lvl="4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5pPr>
            <a:lvl6pPr marL="3657509" lvl="5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6pPr>
            <a:lvl7pPr marL="4267093" lvl="6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7pPr>
            <a:lvl8pPr marL="4876678" lvl="7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8pPr>
            <a:lvl9pPr marL="5486263" lvl="8" indent="-507987" rtl="0">
              <a:spcBef>
                <a:spcPts val="800"/>
              </a:spcBef>
              <a:spcAft>
                <a:spcPts val="800"/>
              </a:spcAft>
              <a:buSzPts val="2400"/>
              <a:buChar char="■"/>
              <a:defRPr/>
            </a:lvl9pPr>
          </a:lstStyle>
          <a:p>
            <a:r>
              <a:rPr lang="fr-FR" dirty="0"/>
              <a:t>Cliquez pour ajouter du texte</a:t>
            </a:r>
          </a:p>
        </p:txBody>
      </p:sp>
      <p:sp>
        <p:nvSpPr>
          <p:cNvPr id="20" name="Espace réservé du texte 2">
            <a:extLst>
              <a:ext uri="{FF2B5EF4-FFF2-40B4-BE49-F238E27FC236}">
                <a16:creationId xmlns:a16="http://schemas.microsoft.com/office/drawing/2014/main" id="{9FBFBF23-B3A9-4224-AA2C-7A19A4C691E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0" y="553661"/>
            <a:ext cx="5833582" cy="215900"/>
          </a:xfrm>
          <a:prstGeom prst="rect">
            <a:avLst/>
          </a:prstGeom>
        </p:spPr>
        <p:txBody>
          <a:bodyPr/>
          <a:lstStyle>
            <a:lvl1pPr marL="76200" indent="0">
              <a:buNone/>
              <a:defRPr sz="1500" b="1" i="1">
                <a:solidFill>
                  <a:schemeClr val="bg1"/>
                </a:solidFill>
                <a:latin typeface="Barlow"/>
              </a:defRPr>
            </a:lvl1pPr>
          </a:lstStyle>
          <a:p>
            <a:pPr lvl="0"/>
            <a:r>
              <a:rPr lang="fr-FR" dirty="0"/>
              <a:t>Cliquez ici pour du texte</a:t>
            </a:r>
          </a:p>
        </p:txBody>
      </p:sp>
      <p:sp>
        <p:nvSpPr>
          <p:cNvPr id="24" name="Google Shape;24;p5">
            <a:extLst>
              <a:ext uri="{FF2B5EF4-FFF2-40B4-BE49-F238E27FC236}">
                <a16:creationId xmlns:a16="http://schemas.microsoft.com/office/drawing/2014/main" id="{F5B4B604-7A44-4DAD-8B90-3B1ACFFE4058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980322" y="980321"/>
            <a:ext cx="4853260" cy="877751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ts val="3200"/>
              <a:buFontTx/>
              <a:buNone/>
              <a:tabLst/>
              <a:defRPr sz="3000" b="1">
                <a:solidFill>
                  <a:srgbClr val="090095"/>
                </a:solidFill>
                <a:latin typeface="Montserrat" panose="00000800000000000000" pitchFamily="2" charset="0"/>
                <a:cs typeface="Calibri" panose="020F050202020403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r>
              <a:rPr lang="fr-FR" dirty="0"/>
              <a:t>Cliquez pour ajouter </a:t>
            </a:r>
            <a:br>
              <a:rPr lang="fr-FR" dirty="0"/>
            </a:br>
            <a:r>
              <a:rPr lang="fr-FR" dirty="0"/>
              <a:t>le titre</a:t>
            </a:r>
            <a:endParaRPr dirty="0"/>
          </a:p>
        </p:txBody>
      </p:sp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32B17A13-D5F3-4AD3-B0F6-2F767FA6A699}"/>
              </a:ext>
            </a:extLst>
          </p:cNvPr>
          <p:cNvCxnSpPr>
            <a:cxnSpLocks/>
          </p:cNvCxnSpPr>
          <p:nvPr userDrawn="1"/>
        </p:nvCxnSpPr>
        <p:spPr>
          <a:xfrm>
            <a:off x="162525" y="1261228"/>
            <a:ext cx="612000" cy="0"/>
          </a:xfrm>
          <a:prstGeom prst="line">
            <a:avLst/>
          </a:prstGeom>
          <a:ln w="76200">
            <a:solidFill>
              <a:srgbClr val="E730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814988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+ 1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73C5A96-7E40-4A4F-A9CA-1DD3EE69821E}"/>
              </a:ext>
            </a:extLst>
          </p:cNvPr>
          <p:cNvSpPr/>
          <p:nvPr userDrawn="1"/>
        </p:nvSpPr>
        <p:spPr>
          <a:xfrm>
            <a:off x="2739346" y="1411515"/>
            <a:ext cx="6713308" cy="403497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Google Shape;24;p5">
            <a:extLst>
              <a:ext uri="{FF2B5EF4-FFF2-40B4-BE49-F238E27FC236}">
                <a16:creationId xmlns:a16="http://schemas.microsoft.com/office/drawing/2014/main" id="{C284A3EA-7B9F-9548-A79F-56A77020B34B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980322" y="980322"/>
            <a:ext cx="9911200" cy="528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ts val="3200"/>
              <a:buFontTx/>
              <a:buNone/>
              <a:tabLst/>
              <a:defRPr sz="3000" b="1">
                <a:solidFill>
                  <a:srgbClr val="090095"/>
                </a:solidFill>
                <a:latin typeface="Montserrat" panose="00000800000000000000" pitchFamily="2" charset="0"/>
                <a:cs typeface="Calibri" panose="020F050202020403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r>
              <a:rPr lang="fr-FR" dirty="0"/>
              <a:t>Cliquez pour ajouter le titre</a:t>
            </a:r>
            <a:endParaRPr dirty="0"/>
          </a:p>
        </p:txBody>
      </p:sp>
      <p:sp>
        <p:nvSpPr>
          <p:cNvPr id="11" name="Google Shape;25;p5">
            <a:extLst>
              <a:ext uri="{FF2B5EF4-FFF2-40B4-BE49-F238E27FC236}">
                <a16:creationId xmlns:a16="http://schemas.microsoft.com/office/drawing/2014/main" id="{2826C7D5-715F-C342-A531-BB29611AD169}"/>
              </a:ext>
            </a:extLst>
          </p:cNvPr>
          <p:cNvSpPr txBox="1">
            <a:spLocks noGrp="1"/>
          </p:cNvSpPr>
          <p:nvPr>
            <p:ph type="body" idx="1" hasCustomPrompt="1"/>
          </p:nvPr>
        </p:nvSpPr>
        <p:spPr>
          <a:xfrm>
            <a:off x="980322" y="1858076"/>
            <a:ext cx="9911200" cy="4045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507987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SzPts val="2400"/>
              <a:buFont typeface="Inria Sans Light"/>
              <a:buChar char="▸"/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Barlow"/>
              </a:defRPr>
            </a:lvl1pPr>
            <a:lvl2pPr marL="1219170" lvl="1" indent="-507987" rtl="0">
              <a:spcBef>
                <a:spcPts val="800"/>
              </a:spcBef>
              <a:spcAft>
                <a:spcPts val="0"/>
              </a:spcAft>
              <a:buSzPts val="2400"/>
              <a:buChar char="▹"/>
              <a:defRPr/>
            </a:lvl2pPr>
            <a:lvl3pPr marL="1828754" lvl="2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3pPr>
            <a:lvl4pPr marL="2438339" lvl="3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4pPr>
            <a:lvl5pPr marL="3047924" lvl="4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5pPr>
            <a:lvl6pPr marL="3657509" lvl="5" indent="-507987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6pPr>
            <a:lvl7pPr marL="4267093" lvl="6" indent="-507987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7pPr>
            <a:lvl8pPr marL="4876678" lvl="7" indent="-507987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8pPr>
            <a:lvl9pPr marL="5486263" lvl="8" indent="-507987" rtl="0">
              <a:spcBef>
                <a:spcPts val="800"/>
              </a:spcBef>
              <a:spcAft>
                <a:spcPts val="800"/>
              </a:spcAft>
              <a:buSzPts val="2400"/>
              <a:buChar char="■"/>
              <a:defRPr/>
            </a:lvl9pPr>
          </a:lstStyle>
          <a:p>
            <a:r>
              <a:rPr lang="fr-FR" dirty="0"/>
              <a:t>Cliquez pour ajouter du texte</a:t>
            </a:r>
            <a:endParaRPr dirty="0"/>
          </a:p>
        </p:txBody>
      </p: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37AA6426-FF56-5345-B69C-CE78C4C36E1C}"/>
              </a:ext>
            </a:extLst>
          </p:cNvPr>
          <p:cNvCxnSpPr>
            <a:cxnSpLocks/>
          </p:cNvCxnSpPr>
          <p:nvPr userDrawn="1"/>
        </p:nvCxnSpPr>
        <p:spPr>
          <a:xfrm>
            <a:off x="162525" y="1261228"/>
            <a:ext cx="612000" cy="0"/>
          </a:xfrm>
          <a:prstGeom prst="line">
            <a:avLst/>
          </a:prstGeom>
          <a:ln w="76200">
            <a:solidFill>
              <a:srgbClr val="E730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Google Shape;32;p6">
            <a:extLst>
              <a:ext uri="{FF2B5EF4-FFF2-40B4-BE49-F238E27FC236}">
                <a16:creationId xmlns:a16="http://schemas.microsoft.com/office/drawing/2014/main" id="{29785BF0-08BC-462A-855B-5755C4E6591D}"/>
              </a:ext>
            </a:extLst>
          </p:cNvPr>
          <p:cNvSpPr txBox="1">
            <a:spLocks noGrp="1"/>
          </p:cNvSpPr>
          <p:nvPr>
            <p:ph type="sldNum" idx="4"/>
          </p:nvPr>
        </p:nvSpPr>
        <p:spPr>
          <a:xfrm>
            <a:off x="11264174" y="6154296"/>
            <a:ext cx="731600" cy="5248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9" name="Espace réservé du texte 2">
            <a:extLst>
              <a:ext uri="{FF2B5EF4-FFF2-40B4-BE49-F238E27FC236}">
                <a16:creationId xmlns:a16="http://schemas.microsoft.com/office/drawing/2014/main" id="{3B80D67E-28DB-4394-B395-81B405A6F3C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0" y="553661"/>
            <a:ext cx="5833582" cy="215900"/>
          </a:xfrm>
          <a:prstGeom prst="rect">
            <a:avLst/>
          </a:prstGeom>
        </p:spPr>
        <p:txBody>
          <a:bodyPr/>
          <a:lstStyle>
            <a:lvl1pPr marL="76200" indent="0">
              <a:buNone/>
              <a:defRPr sz="1500" b="1" i="1">
                <a:latin typeface="Barlow"/>
              </a:defRPr>
            </a:lvl1pPr>
          </a:lstStyle>
          <a:p>
            <a:pPr lvl="0"/>
            <a:r>
              <a:rPr lang="fr-FR" dirty="0"/>
              <a:t>Cliquez ici pour du texte</a:t>
            </a:r>
          </a:p>
        </p:txBody>
      </p:sp>
    </p:spTree>
    <p:extLst>
      <p:ext uri="{BB962C8B-B14F-4D97-AF65-F5344CB8AC3E}">
        <p14:creationId xmlns:p14="http://schemas.microsoft.com/office/powerpoint/2010/main" val="128559554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8002032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que 5">
            <a:extLst>
              <a:ext uri="{FF2B5EF4-FFF2-40B4-BE49-F238E27FC236}">
                <a16:creationId xmlns:a16="http://schemas.microsoft.com/office/drawing/2014/main" id="{017D8CF2-6DC2-B848-A5E3-6D4E43757F3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25" r="9156"/>
          <a:stretch/>
        </p:blipFill>
        <p:spPr>
          <a:xfrm>
            <a:off x="3566909" y="1385794"/>
            <a:ext cx="5041556" cy="3142583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779E0B2D-D6A6-46FA-80C1-EA72A0A71B73}"/>
              </a:ext>
            </a:extLst>
          </p:cNvPr>
          <p:cNvSpPr txBox="1"/>
          <p:nvPr userDrawn="1"/>
        </p:nvSpPr>
        <p:spPr>
          <a:xfrm>
            <a:off x="4375265" y="4735058"/>
            <a:ext cx="34248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b="1">
                <a:solidFill>
                  <a:schemeClr val="bg1"/>
                </a:solidFill>
                <a:latin typeface="Barlow"/>
              </a:rPr>
              <a:t>www.ffjudo.com</a:t>
            </a:r>
          </a:p>
        </p:txBody>
      </p:sp>
      <p:sp>
        <p:nvSpPr>
          <p:cNvPr id="8" name="Espace réservé du texte 13">
            <a:extLst>
              <a:ext uri="{FF2B5EF4-FFF2-40B4-BE49-F238E27FC236}">
                <a16:creationId xmlns:a16="http://schemas.microsoft.com/office/drawing/2014/main" id="{BEA5828F-6946-4327-BE29-F32381D3DC2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-8313" y="5218738"/>
            <a:ext cx="12192000" cy="707765"/>
          </a:xfrm>
          <a:prstGeom prst="rect">
            <a:avLst/>
          </a:prstGeom>
        </p:spPr>
        <p:txBody>
          <a:bodyPr/>
          <a:lstStyle>
            <a:lvl1pPr marL="76200" indent="0">
              <a:buNone/>
              <a:defRPr sz="1200" b="0" u="none">
                <a:solidFill>
                  <a:schemeClr val="bg1"/>
                </a:solidFill>
                <a:latin typeface="Barlow"/>
              </a:defRPr>
            </a:lvl1pPr>
          </a:lstStyle>
          <a:p>
            <a:pPr algn="ctr"/>
            <a:r>
              <a:rPr lang="fr-FR" sz="1200"/>
              <a:t>CONTACT </a:t>
            </a:r>
          </a:p>
          <a:p>
            <a:pPr algn="ctr"/>
            <a:r>
              <a:rPr lang="fr-FR" sz="1200"/>
              <a:t>Prénom Nom</a:t>
            </a:r>
          </a:p>
          <a:p>
            <a:pPr algn="ctr"/>
            <a:r>
              <a:rPr lang="fr-FR" sz="1200"/>
              <a:t>Adresse, tél</a:t>
            </a:r>
            <a:endParaRPr lang="fr-FR" sz="1600"/>
          </a:p>
          <a:p>
            <a:pPr lvl="0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D74F9E6-CA94-4F5B-9247-714AB37C3368}"/>
              </a:ext>
            </a:extLst>
          </p:cNvPr>
          <p:cNvSpPr/>
          <p:nvPr userDrawn="1"/>
        </p:nvSpPr>
        <p:spPr>
          <a:xfrm flipV="1">
            <a:off x="5093623" y="5092538"/>
            <a:ext cx="2004753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18355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0.xml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6" Type="http://schemas.openxmlformats.org/officeDocument/2006/relationships/theme" Target="../theme/theme3.xml"/><Relationship Id="rId5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1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theme" Target="../theme/theme4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97500AB-525E-E34C-820E-370900AC2016}"/>
              </a:ext>
            </a:extLst>
          </p:cNvPr>
          <p:cNvSpPr/>
          <p:nvPr userDrawn="1"/>
        </p:nvSpPr>
        <p:spPr>
          <a:xfrm>
            <a:off x="1" y="6595969"/>
            <a:ext cx="12192000" cy="262031"/>
          </a:xfrm>
          <a:prstGeom prst="rect">
            <a:avLst/>
          </a:prstGeom>
          <a:solidFill>
            <a:srgbClr val="0A009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" name="Google Shape;32;p6">
            <a:extLst>
              <a:ext uri="{FF2B5EF4-FFF2-40B4-BE49-F238E27FC236}">
                <a16:creationId xmlns:a16="http://schemas.microsoft.com/office/drawing/2014/main" id="{B4891CD4-3824-4F17-BDC6-B3EE5D1F3D67}"/>
              </a:ext>
            </a:extLst>
          </p:cNvPr>
          <p:cNvSpPr txBox="1">
            <a:spLocks noGrp="1"/>
          </p:cNvSpPr>
          <p:nvPr>
            <p:ph type="sldNum" idx="4"/>
          </p:nvPr>
        </p:nvSpPr>
        <p:spPr>
          <a:xfrm>
            <a:off x="11264174" y="6154296"/>
            <a:ext cx="731600" cy="5248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fr-FR" smtClean="0"/>
              <a:pPr/>
              <a:t>‹N°›</a:t>
            </a:fld>
            <a:endParaRPr lang="fr-FR" dirty="0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B1244A78-D027-704D-B511-597D4F32011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0309190" y="122549"/>
            <a:ext cx="1757935" cy="8965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D7ACA563-1C77-9192-3A1B-BF09E1CD941A}"/>
              </a:ext>
            </a:extLst>
          </p:cNvPr>
          <p:cNvSpPr txBox="1"/>
          <p:nvPr userDrawn="1"/>
        </p:nvSpPr>
        <p:spPr>
          <a:xfrm>
            <a:off x="-26161" y="6588484"/>
            <a:ext cx="607929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i="1" dirty="0">
                <a:solidFill>
                  <a:schemeClr val="bg1"/>
                </a:solidFill>
                <a:latin typeface="Montserrat" panose="00000800000000000000" pitchFamily="2" charset="0"/>
              </a:rPr>
              <a:t>v1.2.0.0 – 06/02/2024 </a:t>
            </a:r>
          </a:p>
        </p:txBody>
      </p:sp>
    </p:spTree>
    <p:extLst>
      <p:ext uri="{BB962C8B-B14F-4D97-AF65-F5344CB8AC3E}">
        <p14:creationId xmlns:p14="http://schemas.microsoft.com/office/powerpoint/2010/main" val="5457812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4" r:id="rId1"/>
    <p:sldLayoutId id="2147483753" r:id="rId2"/>
    <p:sldLayoutId id="2147483754" r:id="rId3"/>
    <p:sldLayoutId id="2147483763" r:id="rId4"/>
    <p:sldLayoutId id="2147483765" r:id="rId5"/>
    <p:sldLayoutId id="2147483755" r:id="rId6"/>
    <p:sldLayoutId id="2147483756" r:id="rId7"/>
    <p:sldLayoutId id="2147483757" r:id="rId8"/>
    <p:sldLayoutId id="2147483766" r:id="rId9"/>
    <p:sldLayoutId id="2147483767" r:id="rId10"/>
    <p:sldLayoutId id="2147483758" r:id="rId11"/>
    <p:sldLayoutId id="2147483759" r:id="rId12"/>
    <p:sldLayoutId id="2147483760" r:id="rId13"/>
    <p:sldLayoutId id="2147483816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ln>
            <a:noFill/>
          </a:ln>
          <a:solidFill>
            <a:srgbClr val="5191CC"/>
          </a:solidFill>
          <a:latin typeface="+mj-lt"/>
          <a:ea typeface="+mj-ea"/>
          <a:cs typeface="+mj-cs"/>
        </a:defRPr>
      </a:lvl1pPr>
    </p:titleStyle>
    <p:bodyStyle>
      <a:lvl1pPr marL="533400" marR="0" indent="-457200" algn="l" defTabSz="914400" rtl="0" eaLnBrk="1" fontAlgn="auto" latinLnBrk="0" hangingPunct="1">
        <a:lnSpc>
          <a:spcPct val="115000"/>
        </a:lnSpc>
        <a:spcBef>
          <a:spcPts val="0"/>
        </a:spcBef>
        <a:spcAft>
          <a:spcPts val="0"/>
        </a:spcAft>
        <a:buClr>
          <a:schemeClr val="bg2">
            <a:lumMod val="90000"/>
          </a:schemeClr>
        </a:buClr>
        <a:buSzPts val="2400"/>
        <a:buFont typeface="+mj-lt"/>
        <a:buAutoNum type="arabicPeriod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39827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78" r:id="rId2"/>
    <p:sldLayoutId id="2147483775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ln>
            <a:noFill/>
          </a:ln>
          <a:solidFill>
            <a:srgbClr val="5191CC"/>
          </a:solidFill>
          <a:latin typeface="+mj-lt"/>
          <a:ea typeface="+mj-ea"/>
          <a:cs typeface="+mj-cs"/>
        </a:defRPr>
      </a:lvl1pPr>
    </p:titleStyle>
    <p:bodyStyle>
      <a:lvl1pPr marL="533400" marR="0" indent="-457200" algn="l" defTabSz="914400" rtl="0" eaLnBrk="1" fontAlgn="auto" latinLnBrk="0" hangingPunct="1">
        <a:lnSpc>
          <a:spcPct val="115000"/>
        </a:lnSpc>
        <a:spcBef>
          <a:spcPts val="0"/>
        </a:spcBef>
        <a:spcAft>
          <a:spcPts val="0"/>
        </a:spcAft>
        <a:buClr>
          <a:schemeClr val="bg2">
            <a:lumMod val="90000"/>
          </a:schemeClr>
        </a:buClr>
        <a:buSzPts val="2400"/>
        <a:buFont typeface="+mj-lt"/>
        <a:buAutoNum type="arabicPeriod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7699B8B-A1B0-4142-AC30-102699662AE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09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37D6C13C-99EB-5443-AA85-B2461218A8F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0309189" y="122549"/>
            <a:ext cx="1757937" cy="8965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20940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1" r:id="rId1"/>
    <p:sldLayoutId id="2147483752" r:id="rId2"/>
    <p:sldLayoutId id="2147483777" r:id="rId3"/>
    <p:sldLayoutId id="2147483761" r:id="rId4"/>
    <p:sldLayoutId id="2147483817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ln>
            <a:noFill/>
          </a:ln>
          <a:solidFill>
            <a:srgbClr val="5191CC"/>
          </a:solidFill>
          <a:latin typeface="+mj-lt"/>
          <a:ea typeface="+mj-ea"/>
          <a:cs typeface="+mj-cs"/>
        </a:defRPr>
      </a:lvl1pPr>
    </p:titleStyle>
    <p:bodyStyle>
      <a:lvl1pPr marL="533400" marR="0" indent="-457200" algn="l" defTabSz="914400" rtl="0" eaLnBrk="1" fontAlgn="auto" latinLnBrk="0" hangingPunct="1">
        <a:lnSpc>
          <a:spcPct val="115000"/>
        </a:lnSpc>
        <a:spcBef>
          <a:spcPts val="0"/>
        </a:spcBef>
        <a:spcAft>
          <a:spcPts val="0"/>
        </a:spcAft>
        <a:buClr>
          <a:schemeClr val="bg2">
            <a:lumMod val="90000"/>
          </a:schemeClr>
        </a:buClr>
        <a:buSzPts val="2400"/>
        <a:buFont typeface="+mj-lt"/>
        <a:buAutoNum type="arabicPeriod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7699B8B-A1B0-4142-AC30-102699662AE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09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96652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4" r:id="rId1"/>
    <p:sldLayoutId id="214748381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ln>
            <a:noFill/>
          </a:ln>
          <a:solidFill>
            <a:srgbClr val="5191CC"/>
          </a:solidFill>
          <a:latin typeface="+mj-lt"/>
          <a:ea typeface="+mj-ea"/>
          <a:cs typeface="+mj-cs"/>
        </a:defRPr>
      </a:lvl1pPr>
    </p:titleStyle>
    <p:bodyStyle>
      <a:lvl1pPr marL="533400" marR="0" indent="-457200" algn="l" defTabSz="914400" rtl="0" eaLnBrk="1" fontAlgn="auto" latinLnBrk="0" hangingPunct="1">
        <a:lnSpc>
          <a:spcPct val="115000"/>
        </a:lnSpc>
        <a:spcBef>
          <a:spcPts val="0"/>
        </a:spcBef>
        <a:spcAft>
          <a:spcPts val="0"/>
        </a:spcAft>
        <a:buClr>
          <a:schemeClr val="bg2">
            <a:lumMod val="90000"/>
          </a:schemeClr>
        </a:buClr>
        <a:buSzPts val="2400"/>
        <a:buFont typeface="+mj-lt"/>
        <a:buAutoNum type="arabicPeriod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e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Espace réservé pour une image  32" descr="Une image contenant ciel nocturne&#10;&#10;Description générée automatiquement">
            <a:extLst>
              <a:ext uri="{FF2B5EF4-FFF2-40B4-BE49-F238E27FC236}">
                <a16:creationId xmlns:a16="http://schemas.microsoft.com/office/drawing/2014/main" id="{C1CD9785-FA38-4882-AC5F-57F169D12DC2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3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3D32FE82-AEA6-4A55-856E-579EDD1B10D4}"/>
              </a:ext>
            </a:extLst>
          </p:cNvPr>
          <p:cNvSpPr/>
          <p:nvPr/>
        </p:nvSpPr>
        <p:spPr>
          <a:xfrm>
            <a:off x="1882816" y="2723609"/>
            <a:ext cx="8426369" cy="1533099"/>
          </a:xfrm>
          <a:prstGeom prst="rect">
            <a:avLst/>
          </a:prstGeom>
          <a:solidFill>
            <a:srgbClr val="FFFFFF">
              <a:alpha val="69804"/>
            </a:srgbClr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itre 1">
            <a:extLst>
              <a:ext uri="{FF2B5EF4-FFF2-40B4-BE49-F238E27FC236}">
                <a16:creationId xmlns:a16="http://schemas.microsoft.com/office/drawing/2014/main" id="{2C288DE0-F2FB-40D1-8E75-A68B7E38637B}"/>
              </a:ext>
            </a:extLst>
          </p:cNvPr>
          <p:cNvSpPr txBox="1">
            <a:spLocks/>
          </p:cNvSpPr>
          <p:nvPr/>
        </p:nvSpPr>
        <p:spPr>
          <a:xfrm>
            <a:off x="1882815" y="2747751"/>
            <a:ext cx="8426369" cy="1533099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ln>
                  <a:noFill/>
                </a:ln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fr-FR" sz="4000" dirty="0">
                <a:solidFill>
                  <a:srgbClr val="0A0096"/>
                </a:solidFill>
                <a:latin typeface="Montserrat" panose="00000800000000000000" pitchFamily="2" charset="0"/>
              </a:rPr>
              <a:t>Publication Suivi Compétition</a:t>
            </a:r>
          </a:p>
          <a:p>
            <a:r>
              <a:rPr lang="fr-FR" sz="3200" i="1" dirty="0">
                <a:solidFill>
                  <a:srgbClr val="0A0096"/>
                </a:solidFill>
                <a:latin typeface="Montserrat" panose="00000800000000000000" pitchFamily="2" charset="0"/>
              </a:rPr>
              <a:t>Manuel d’utilisation</a:t>
            </a:r>
          </a:p>
          <a:p>
            <a:r>
              <a:rPr lang="fr-FR" sz="2400" i="1" dirty="0">
                <a:solidFill>
                  <a:srgbClr val="0A0096"/>
                </a:solidFill>
                <a:latin typeface="Montserrat" panose="00000800000000000000" pitchFamily="2" charset="0"/>
              </a:rPr>
              <a:t>v1.2.0.0 – 06/02/2024 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7078E40A-6D3C-F947-AB65-EDFB398C34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0309189" y="122549"/>
            <a:ext cx="1757937" cy="896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575401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ce réservé pour une image  4">
            <a:extLst>
              <a:ext uri="{FF2B5EF4-FFF2-40B4-BE49-F238E27FC236}">
                <a16:creationId xmlns:a16="http://schemas.microsoft.com/office/drawing/2014/main" id="{B6C45F69-FDBB-463E-9DE0-1A12DDC8F185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11" r="12711"/>
          <a:stretch/>
        </p:blipFill>
        <p:spPr/>
      </p:pic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8EB29456-1DEE-495F-8839-B430D09DFC5F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fr-FR" dirty="0"/>
              <a:t>01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3F4D0747-7C2F-42CD-AE36-42F3281DE445}"/>
              </a:ext>
            </a:extLst>
          </p:cNvPr>
          <p:cNvSpPr>
            <a:spLocks noGrp="1"/>
          </p:cNvSpPr>
          <p:nvPr>
            <p:ph type="body" idx="17"/>
          </p:nvPr>
        </p:nvSpPr>
        <p:spPr/>
        <p:txBody>
          <a:bodyPr/>
          <a:lstStyle/>
          <a:p>
            <a:r>
              <a:rPr lang="fr-FR" dirty="0"/>
              <a:t>Ecrans &amp; fonctionnalités</a:t>
            </a:r>
          </a:p>
          <a:p>
            <a:r>
              <a:rPr lang="fr-FR" sz="1400" b="0" dirty="0"/>
              <a:t>Description des différents écrans et fonctions</a:t>
            </a:r>
          </a:p>
        </p:txBody>
      </p:sp>
      <p:sp>
        <p:nvSpPr>
          <p:cNvPr id="14" name="Espace réservé du texte 13">
            <a:extLst>
              <a:ext uri="{FF2B5EF4-FFF2-40B4-BE49-F238E27FC236}">
                <a16:creationId xmlns:a16="http://schemas.microsoft.com/office/drawing/2014/main" id="{02FB8E2F-FE0C-48C3-B556-BB42CC135670}"/>
              </a:ext>
            </a:extLst>
          </p:cNvPr>
          <p:cNvSpPr>
            <a:spLocks noGrp="1"/>
          </p:cNvSpPr>
          <p:nvPr>
            <p:ph type="body" idx="18"/>
          </p:nvPr>
        </p:nvSpPr>
        <p:spPr/>
        <p:txBody>
          <a:bodyPr/>
          <a:lstStyle/>
          <a:p>
            <a:r>
              <a:rPr lang="fr-FR" dirty="0"/>
              <a:t>02</a:t>
            </a:r>
          </a:p>
        </p:txBody>
      </p:sp>
      <p:sp>
        <p:nvSpPr>
          <p:cNvPr id="15" name="Espace réservé du texte 14">
            <a:extLst>
              <a:ext uri="{FF2B5EF4-FFF2-40B4-BE49-F238E27FC236}">
                <a16:creationId xmlns:a16="http://schemas.microsoft.com/office/drawing/2014/main" id="{12917C18-BFCF-4CCA-8469-51D9CFA4FE44}"/>
              </a:ext>
            </a:extLst>
          </p:cNvPr>
          <p:cNvSpPr>
            <a:spLocks noGrp="1"/>
          </p:cNvSpPr>
          <p:nvPr>
            <p:ph type="body" idx="19"/>
          </p:nvPr>
        </p:nvSpPr>
        <p:spPr/>
        <p:txBody>
          <a:bodyPr/>
          <a:lstStyle/>
          <a:p>
            <a:r>
              <a:rPr lang="fr-FR" dirty="0"/>
              <a:t>Mise en œuvre</a:t>
            </a:r>
          </a:p>
          <a:p>
            <a:r>
              <a:rPr lang="fr-FR" sz="1400" b="0" dirty="0"/>
              <a:t>Mise en œuvre des cas d’usage simple</a:t>
            </a:r>
          </a:p>
        </p:txBody>
      </p:sp>
      <p:sp>
        <p:nvSpPr>
          <p:cNvPr id="16" name="Espace réservé du texte 15">
            <a:extLst>
              <a:ext uri="{FF2B5EF4-FFF2-40B4-BE49-F238E27FC236}">
                <a16:creationId xmlns:a16="http://schemas.microsoft.com/office/drawing/2014/main" id="{05DEB939-C60C-4A5D-B993-E4AB1732A3D7}"/>
              </a:ext>
            </a:extLst>
          </p:cNvPr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rPr lang="fr-FR" dirty="0"/>
              <a:t>03</a:t>
            </a:r>
          </a:p>
        </p:txBody>
      </p:sp>
      <p:sp>
        <p:nvSpPr>
          <p:cNvPr id="17" name="Espace réservé du texte 16">
            <a:extLst>
              <a:ext uri="{FF2B5EF4-FFF2-40B4-BE49-F238E27FC236}">
                <a16:creationId xmlns:a16="http://schemas.microsoft.com/office/drawing/2014/main" id="{E68B9AFF-69F1-42FC-8E73-EE80452757E1}"/>
              </a:ext>
            </a:extLst>
          </p:cNvPr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rPr lang="fr-FR" dirty="0"/>
              <a:t>Dépannage</a:t>
            </a:r>
          </a:p>
          <a:p>
            <a:r>
              <a:rPr lang="fr-FR" sz="1400" b="0" dirty="0"/>
              <a:t>Aide au diagnostique et à la résolution des problèmes courants</a:t>
            </a:r>
          </a:p>
        </p:txBody>
      </p:sp>
      <p:sp>
        <p:nvSpPr>
          <p:cNvPr id="18" name="Espace réservé du texte 17">
            <a:extLst>
              <a:ext uri="{FF2B5EF4-FFF2-40B4-BE49-F238E27FC236}">
                <a16:creationId xmlns:a16="http://schemas.microsoft.com/office/drawing/2014/main" id="{8ED88D73-8A43-4E2A-B753-71F5F6D56CA9}"/>
              </a:ext>
            </a:extLst>
          </p:cNvPr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rPr lang="fr-FR" dirty="0"/>
              <a:t>04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7913BD2-1629-4C37-B849-A93B697D5949}"/>
              </a:ext>
            </a:extLst>
          </p:cNvPr>
          <p:cNvSpPr/>
          <p:nvPr/>
        </p:nvSpPr>
        <p:spPr>
          <a:xfrm>
            <a:off x="2832983" y="0"/>
            <a:ext cx="86441" cy="2146157"/>
          </a:xfrm>
          <a:prstGeom prst="rect">
            <a:avLst/>
          </a:prstGeom>
          <a:solidFill>
            <a:srgbClr val="E633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Espace réservé du texte 19">
            <a:extLst>
              <a:ext uri="{FF2B5EF4-FFF2-40B4-BE49-F238E27FC236}">
                <a16:creationId xmlns:a16="http://schemas.microsoft.com/office/drawing/2014/main" id="{16671DCD-C41D-45AE-B02D-B07B185570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Description générale</a:t>
            </a:r>
          </a:p>
          <a:p>
            <a:r>
              <a:rPr lang="fr-FR" sz="1400" b="0" dirty="0"/>
              <a:t>Description du logiciel et des ses fonctionnalités</a:t>
            </a:r>
          </a:p>
        </p:txBody>
      </p:sp>
    </p:spTree>
    <p:extLst>
      <p:ext uri="{BB962C8B-B14F-4D97-AF65-F5344CB8AC3E}">
        <p14:creationId xmlns:p14="http://schemas.microsoft.com/office/powerpoint/2010/main" val="37106739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5AB25890-5D2B-8A4F-90E1-E25E94E888E5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fr-FR" dirty="0"/>
              <a:t>Description générale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24F509AC-E712-3C45-AAC9-0BA6E5C35D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fr-FR" b="0" dirty="0"/>
              <a:t>Description du logiciel et des ses fonctionnalités</a:t>
            </a:r>
          </a:p>
        </p:txBody>
      </p:sp>
      <p:sp>
        <p:nvSpPr>
          <p:cNvPr id="2" name="Espace réservé du texte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fr-FR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6158549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8D8815-1B88-49CE-A8D4-493301311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Aperçu du logiciel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6981134-79F2-4F1B-B9B0-7A097FBC56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600" dirty="0"/>
              <a:t>Le logiciel est un composant de la solution de gestion de compétition « Gestion de compétition 2.0 » de France Judo. Il permet de générer un site web permettant au public, aux coachs de suivre le déroulement d’une compétition gérée par « Gestion de compétition 2.0 » depuis un Smartphone, une tablette ou un ordinateur.</a:t>
            </a:r>
          </a:p>
          <a:p>
            <a:r>
              <a:rPr lang="fr-FR" sz="1600" dirty="0"/>
              <a:t>Le site web peut être publié sur le réseau local du site de la compétition (s’il est disponible) ou sur Internet.</a:t>
            </a:r>
          </a:p>
          <a:p>
            <a:r>
              <a:rPr lang="fr-FR" sz="1600" dirty="0"/>
              <a:t>« </a:t>
            </a:r>
            <a:r>
              <a:rPr lang="fr-FR" sz="1600" dirty="0" err="1"/>
              <a:t>PublicationSuiviCompetition</a:t>
            </a:r>
            <a:r>
              <a:rPr lang="fr-FR" sz="1600" dirty="0"/>
              <a:t> » supporte différents types de compétitions (Equipe, Individuelle, Shiai) et différentes formules de rencontres (Tableaux, Poules).</a:t>
            </a:r>
          </a:p>
          <a:p>
            <a:pPr marL="101598" indent="0">
              <a:buNone/>
            </a:pPr>
            <a:endParaRPr lang="fr-FR" sz="1600" b="1" dirty="0"/>
          </a:p>
          <a:p>
            <a:pPr marL="101598" indent="0">
              <a:buNone/>
            </a:pPr>
            <a:r>
              <a:rPr lang="fr-FR" sz="1600" b="1" dirty="0"/>
              <a:t>Notes</a:t>
            </a:r>
            <a:r>
              <a:rPr lang="fr-FR" sz="1600" dirty="0"/>
              <a:t>:</a:t>
            </a:r>
          </a:p>
          <a:p>
            <a:r>
              <a:rPr lang="fr-FR" sz="1600" i="1" dirty="0"/>
              <a:t>« </a:t>
            </a:r>
            <a:r>
              <a:rPr lang="fr-FR" sz="1600" i="1" dirty="0" err="1"/>
              <a:t>PublicationSuiviCompetition</a:t>
            </a:r>
            <a:r>
              <a:rPr lang="fr-FR" sz="1600" i="1" dirty="0"/>
              <a:t> » nécessite d’être connecté à une instance de « Gestion de compétition 2.0 » exécutant le déroulement de la compétition.</a:t>
            </a:r>
          </a:p>
          <a:p>
            <a:r>
              <a:rPr lang="fr-FR" sz="1600" i="1" dirty="0"/>
              <a:t>La publication sur Internet nécessite de disposer d’un compte auprès d’un fournisseur d’accès comme Free, Orange, etc.</a:t>
            </a:r>
          </a:p>
          <a:p>
            <a:endParaRPr lang="fr-FR" sz="1800" dirty="0"/>
          </a:p>
          <a:p>
            <a:pPr lvl="1"/>
            <a:endParaRPr lang="fr-FR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0B6AACD-756F-43A0-96F5-4F25AEF45CB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fr-FR" dirty="0"/>
              <a:t>Description générale</a:t>
            </a:r>
          </a:p>
        </p:txBody>
      </p:sp>
    </p:spTree>
    <p:extLst>
      <p:ext uri="{BB962C8B-B14F-4D97-AF65-F5344CB8AC3E}">
        <p14:creationId xmlns:p14="http://schemas.microsoft.com/office/powerpoint/2010/main" val="10200182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51AA81-A5DF-3A18-38B6-020B45588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Configuration nécessaire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97918DB-A234-7002-388D-E181D0CF76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2693" y="1858076"/>
            <a:ext cx="11369615" cy="3887116"/>
          </a:xfrm>
        </p:spPr>
        <p:txBody>
          <a:bodyPr/>
          <a:lstStyle/>
          <a:p>
            <a:r>
              <a:rPr lang="fr-FR" dirty="0"/>
              <a:t>Un poste de type PC équipé de Windows 10 ou supérieur avec au moins 6Go de RAM, un processeur i5 ou supérieur et aux moins 5Go d’espace disque disponible</a:t>
            </a:r>
            <a:r>
              <a:rPr lang="fr-FR" baseline="30000" dirty="0"/>
              <a:t>(*)</a:t>
            </a:r>
            <a:r>
              <a:rPr lang="fr-FR" dirty="0"/>
              <a:t>.</a:t>
            </a:r>
          </a:p>
          <a:p>
            <a:r>
              <a:rPr lang="fr-FR" dirty="0"/>
              <a:t>Le logiciel « Gestion de compétition 2.0 » doit être installé soit sur le même PC soit sur un autre PC mais joignable par le réseau.</a:t>
            </a:r>
          </a:p>
          <a:p>
            <a:r>
              <a:rPr lang="fr-FR" dirty="0"/>
              <a:t>Pour utiliser la fonction de publication locale, le PC exécutant « </a:t>
            </a:r>
            <a:r>
              <a:rPr lang="fr-FR" dirty="0" err="1"/>
              <a:t>PublicationSuiviCompetition</a:t>
            </a:r>
            <a:r>
              <a:rPr lang="fr-FR" dirty="0"/>
              <a:t> » doit être connecté au réseau local du site de la compétition.</a:t>
            </a:r>
          </a:p>
          <a:p>
            <a:r>
              <a:rPr lang="fr-FR" dirty="0"/>
              <a:t>Pour utiliser la fonction de publication à distance:</a:t>
            </a:r>
          </a:p>
          <a:p>
            <a:pPr lvl="1"/>
            <a:r>
              <a:rPr lang="fr-FR" sz="1800" dirty="0">
                <a:latin typeface="Barlow" panose="00000500000000000000" pitchFamily="2" charset="0"/>
              </a:rPr>
              <a:t>le PC exécutant « </a:t>
            </a:r>
            <a:r>
              <a:rPr lang="fr-FR" sz="1800" dirty="0" err="1">
                <a:latin typeface="Barlow" panose="00000500000000000000" pitchFamily="2" charset="0"/>
              </a:rPr>
              <a:t>PublicationSuiviCompetition</a:t>
            </a:r>
            <a:r>
              <a:rPr lang="fr-FR" sz="1800" dirty="0">
                <a:latin typeface="Barlow" panose="00000500000000000000" pitchFamily="2" charset="0"/>
              </a:rPr>
              <a:t> » doit être avoir accès à Internet.</a:t>
            </a:r>
          </a:p>
          <a:p>
            <a:pPr lvl="1"/>
            <a:r>
              <a:rPr lang="fr-FR" sz="1800" dirty="0">
                <a:latin typeface="Barlow" panose="00000500000000000000" pitchFamily="2" charset="0"/>
              </a:rPr>
              <a:t>Vous devez disposer d’un compte avec accès FTP auprès de votre fournisseur Internet.</a:t>
            </a:r>
          </a:p>
          <a:p>
            <a:pPr lvl="1"/>
            <a:endParaRPr lang="fr-FR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BDCEFA8-59A6-33CC-D69F-6DDA6E4D963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fr-FR" dirty="0"/>
              <a:t>Description générale</a:t>
            </a:r>
          </a:p>
        </p:txBody>
      </p:sp>
      <p:sp>
        <p:nvSpPr>
          <p:cNvPr id="5" name="Espace réservé du texte 2">
            <a:extLst>
              <a:ext uri="{FF2B5EF4-FFF2-40B4-BE49-F238E27FC236}">
                <a16:creationId xmlns:a16="http://schemas.microsoft.com/office/drawing/2014/main" id="{7EC21768-606A-3380-D673-5D5D70E3C60D}"/>
              </a:ext>
            </a:extLst>
          </p:cNvPr>
          <p:cNvSpPr txBox="1">
            <a:spLocks/>
          </p:cNvSpPr>
          <p:nvPr/>
        </p:nvSpPr>
        <p:spPr>
          <a:xfrm>
            <a:off x="-1" y="6015354"/>
            <a:ext cx="12042475" cy="57797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609585" marR="0" lvl="0" indent="-507987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SzPts val="2400"/>
              <a:buFont typeface="Inria Sans Light"/>
              <a:buChar char="▸"/>
              <a:tabLst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Barlow"/>
                <a:ea typeface="+mn-ea"/>
                <a:cs typeface="+mn-cs"/>
              </a:defRPr>
            </a:lvl1pPr>
            <a:lvl2pPr marL="1219170" lvl="1" indent="-507987" algn="l" defTabSz="914400" rtl="0" eaLnBrk="1" latinLnBrk="0" hangingPunct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2400"/>
              <a:buFont typeface="Arial" panose="020B0604020202020204" pitchFamily="34" charset="0"/>
              <a:buChar char="▹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754" lvl="2" indent="-507987" algn="l" defTabSz="914400" rtl="0" eaLnBrk="1" latinLnBrk="0" hangingPunct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2400"/>
              <a:buFont typeface="Arial" panose="020B0604020202020204" pitchFamily="34" charset="0"/>
              <a:buChar char="■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438339" lvl="3" indent="-507987" algn="l" defTabSz="914400" rtl="0" eaLnBrk="1" latinLnBrk="0" hangingPunct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2400"/>
              <a:buFont typeface="Arial" panose="020B0604020202020204" pitchFamily="34" charset="0"/>
              <a:buChar char="●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047924" lvl="4" indent="-507987" algn="l" defTabSz="914400" rtl="0" eaLnBrk="1" latinLnBrk="0" hangingPunct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2400"/>
              <a:buFont typeface="Arial" panose="020B0604020202020204" pitchFamily="34" charset="0"/>
              <a:buChar char="○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657509" lvl="5" indent="-507987" algn="l" defTabSz="914400" rtl="0" eaLnBrk="1" latinLnBrk="0" hangingPunct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2400"/>
              <a:buFont typeface="Arial" panose="020B0604020202020204" pitchFamily="34" charset="0"/>
              <a:buChar char="■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67093" lvl="6" indent="-507987" algn="l" defTabSz="914400" rtl="0" eaLnBrk="1" latinLnBrk="0" hangingPunct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2400"/>
              <a:buFont typeface="Arial" panose="020B0604020202020204" pitchFamily="34" charset="0"/>
              <a:buChar char="●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6678" lvl="7" indent="-507987" algn="l" defTabSz="914400" rtl="0" eaLnBrk="1" latinLnBrk="0" hangingPunct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2400"/>
              <a:buFont typeface="Arial" panose="020B0604020202020204" pitchFamily="34" charset="0"/>
              <a:buChar char="○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263" lvl="8" indent="-507987" algn="l" defTabSz="914400" rtl="0" eaLnBrk="1" latinLnBrk="0" hangingPunct="1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SzPts val="2400"/>
              <a:buFont typeface="Arial" panose="020B0604020202020204" pitchFamily="34" charset="0"/>
              <a:buChar char="■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01598" indent="0">
              <a:buNone/>
            </a:pPr>
            <a:r>
              <a:rPr lang="fr-FR" sz="1600" i="1" dirty="0"/>
              <a:t>(*) Si « Gestion de compétition 2.0 » et « </a:t>
            </a:r>
            <a:r>
              <a:rPr lang="fr-FR" sz="1600" i="1" dirty="0" err="1"/>
              <a:t>PublicationSuiviCompetition</a:t>
            </a:r>
            <a:r>
              <a:rPr lang="fr-FR" sz="1600" i="1" dirty="0"/>
              <a:t> » sont installés sur le même PC, les besoins indiqués doivent être ajoutés à ceux de « Gestion de compétition 2.0 »</a:t>
            </a:r>
          </a:p>
        </p:txBody>
      </p:sp>
    </p:spTree>
    <p:extLst>
      <p:ext uri="{BB962C8B-B14F-4D97-AF65-F5344CB8AC3E}">
        <p14:creationId xmlns:p14="http://schemas.microsoft.com/office/powerpoint/2010/main" val="32122357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51AA81-A5DF-3A18-38B6-020B45588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Principe de fonctionnement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97918DB-A234-7002-388D-E181D0CF76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2693" y="1858075"/>
            <a:ext cx="11369615" cy="4552249"/>
          </a:xfrm>
        </p:spPr>
        <p:txBody>
          <a:bodyPr/>
          <a:lstStyle/>
          <a:p>
            <a:r>
              <a:rPr lang="fr-FR" sz="1800" dirty="0"/>
              <a:t>Le logiciel « Gestion de compétition 2.0  » assure le suivi de la compétition (pesées, déroulement des combats, etc.) et transmet ces informations aux clients qui lui sont connectés.</a:t>
            </a:r>
          </a:p>
          <a:p>
            <a:r>
              <a:rPr lang="fr-FR" sz="1800" dirty="0">
                <a:latin typeface="Barlow" panose="00000500000000000000" pitchFamily="2" charset="0"/>
              </a:rPr>
              <a:t>Le logiciel « </a:t>
            </a:r>
            <a:r>
              <a:rPr lang="fr-FR" sz="1800" dirty="0" err="1">
                <a:latin typeface="Barlow" panose="00000500000000000000" pitchFamily="2" charset="0"/>
              </a:rPr>
              <a:t>PublicationSuiviCompetition</a:t>
            </a:r>
            <a:r>
              <a:rPr lang="fr-FR" sz="1800" dirty="0">
                <a:latin typeface="Barlow" panose="00000500000000000000" pitchFamily="2" charset="0"/>
              </a:rPr>
              <a:t> » reçoit et stocke les informations de déroulement.</a:t>
            </a:r>
          </a:p>
          <a:p>
            <a:r>
              <a:rPr lang="fr-FR" sz="1800" dirty="0">
                <a:latin typeface="Barlow" panose="00000500000000000000" pitchFamily="2" charset="0"/>
              </a:rPr>
              <a:t>Régulièrement, « </a:t>
            </a:r>
            <a:r>
              <a:rPr lang="fr-FR" sz="1800" dirty="0" err="1">
                <a:latin typeface="Barlow" panose="00000500000000000000" pitchFamily="2" charset="0"/>
              </a:rPr>
              <a:t>PublicationSuiviCompetition</a:t>
            </a:r>
            <a:r>
              <a:rPr lang="fr-FR" sz="1800" dirty="0">
                <a:latin typeface="Barlow" panose="00000500000000000000" pitchFamily="2" charset="0"/>
              </a:rPr>
              <a:t> » génère le contenu du site web de suivi sur la base des dernières informations de déroulement dont il dispose.</a:t>
            </a:r>
          </a:p>
          <a:p>
            <a:r>
              <a:rPr lang="fr-FR" sz="1800" dirty="0">
                <a:latin typeface="Barlow" panose="00000500000000000000" pitchFamily="2" charset="0"/>
              </a:rPr>
              <a:t>Si la publication  locale est activée: « </a:t>
            </a:r>
            <a:r>
              <a:rPr lang="fr-FR" sz="1800" dirty="0" err="1">
                <a:latin typeface="Barlow" panose="00000500000000000000" pitchFamily="2" charset="0"/>
              </a:rPr>
              <a:t>PublicationSuiviCompetition</a:t>
            </a:r>
            <a:r>
              <a:rPr lang="fr-FR" sz="1800" dirty="0">
                <a:latin typeface="Barlow" panose="00000500000000000000" pitchFamily="2" charset="0"/>
              </a:rPr>
              <a:t> » donne accès directement par une adresse web locale à la dernière version généré du site de suivi.</a:t>
            </a:r>
          </a:p>
          <a:p>
            <a:r>
              <a:rPr lang="fr-FR" sz="1800" dirty="0">
                <a:latin typeface="Barlow" panose="00000500000000000000" pitchFamily="2" charset="0"/>
              </a:rPr>
              <a:t>Si la publication distante est activée: « </a:t>
            </a:r>
            <a:r>
              <a:rPr lang="fr-FR" sz="1800" dirty="0" err="1">
                <a:latin typeface="Barlow" panose="00000500000000000000" pitchFamily="2" charset="0"/>
              </a:rPr>
              <a:t>PublicationSuiviCompetition</a:t>
            </a:r>
            <a:r>
              <a:rPr lang="fr-FR" sz="1800" dirty="0">
                <a:latin typeface="Barlow" panose="00000500000000000000" pitchFamily="2" charset="0"/>
              </a:rPr>
              <a:t> » copie par FTP sur le site du fournisseur distant la dernière version généré du site de suivi.</a:t>
            </a:r>
          </a:p>
          <a:p>
            <a:endParaRPr lang="fr-FR" sz="1800" dirty="0"/>
          </a:p>
          <a:p>
            <a:endParaRPr lang="fr-FR" sz="1800" dirty="0"/>
          </a:p>
          <a:p>
            <a:pPr marL="101598" indent="0">
              <a:buNone/>
            </a:pPr>
            <a:r>
              <a:rPr lang="fr-FR" sz="1800" b="1" i="1" dirty="0"/>
              <a:t>Note</a:t>
            </a:r>
            <a:r>
              <a:rPr lang="fr-FR" sz="1800" i="1" dirty="0"/>
              <a:t>: En cas de publication distante, l’accès des utilisateurs se fait via l’adresse distante du fournisseur internet. Il n’y a pas de lien direct avec </a:t>
            </a:r>
            <a:r>
              <a:rPr lang="fr-FR" sz="1800" i="1" dirty="0">
                <a:latin typeface="Barlow" panose="00000500000000000000" pitchFamily="2" charset="0"/>
              </a:rPr>
              <a:t>« </a:t>
            </a:r>
            <a:r>
              <a:rPr lang="fr-FR" sz="1800" i="1" dirty="0" err="1">
                <a:latin typeface="Barlow" panose="00000500000000000000" pitchFamily="2" charset="0"/>
              </a:rPr>
              <a:t>PublicationSuiviCompetition</a:t>
            </a:r>
            <a:r>
              <a:rPr lang="fr-FR" sz="1800" i="1" dirty="0">
                <a:latin typeface="Barlow" panose="00000500000000000000" pitchFamily="2" charset="0"/>
              </a:rPr>
              <a:t> ».</a:t>
            </a:r>
            <a:endParaRPr lang="fr-FR" sz="1800" i="1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BDCEFA8-59A6-33CC-D69F-6DDA6E4D963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fr-FR" dirty="0"/>
              <a:t>Description générale</a:t>
            </a:r>
          </a:p>
        </p:txBody>
      </p:sp>
    </p:spTree>
    <p:extLst>
      <p:ext uri="{BB962C8B-B14F-4D97-AF65-F5344CB8AC3E}">
        <p14:creationId xmlns:p14="http://schemas.microsoft.com/office/powerpoint/2010/main" val="28488655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5AB25890-5D2B-8A4F-90E1-E25E94E888E5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fr-FR" dirty="0"/>
              <a:t>Ecrans &amp; fonctionnalités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24F509AC-E712-3C45-AAC9-0BA6E5C35D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fr-FR" sz="1800" b="0" dirty="0"/>
              <a:t>Description des différents écrans et fonctions</a:t>
            </a:r>
          </a:p>
        </p:txBody>
      </p:sp>
      <p:sp>
        <p:nvSpPr>
          <p:cNvPr id="2" name="Espace réservé du texte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fr-FR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600002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51AA81-A5DF-3A18-38B6-020B45588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Principe de fonctionnement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97918DB-A234-7002-388D-E181D0CF76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2693" y="1858075"/>
            <a:ext cx="11369615" cy="4552249"/>
          </a:xfrm>
        </p:spPr>
        <p:txBody>
          <a:bodyPr/>
          <a:lstStyle/>
          <a:p>
            <a:r>
              <a:rPr lang="fr-FR" sz="1800" dirty="0"/>
              <a:t>Le logiciel « Gestion de compétition 2.0  » assure le suivi de la compétition (pesées, déroulement des combats, etc.) et transmet ces informations aux clients qui lui sont connectés.</a:t>
            </a:r>
          </a:p>
          <a:p>
            <a:r>
              <a:rPr lang="fr-FR" sz="1800" dirty="0">
                <a:latin typeface="Barlow" panose="00000500000000000000" pitchFamily="2" charset="0"/>
              </a:rPr>
              <a:t>Le logiciel « </a:t>
            </a:r>
            <a:r>
              <a:rPr lang="fr-FR" sz="1800" dirty="0" err="1">
                <a:latin typeface="Barlow" panose="00000500000000000000" pitchFamily="2" charset="0"/>
              </a:rPr>
              <a:t>PublicationSuiviCompetition</a:t>
            </a:r>
            <a:r>
              <a:rPr lang="fr-FR" sz="1800" dirty="0">
                <a:latin typeface="Barlow" panose="00000500000000000000" pitchFamily="2" charset="0"/>
              </a:rPr>
              <a:t> » reçoit et stocke les informations de déroulement.</a:t>
            </a:r>
          </a:p>
          <a:p>
            <a:r>
              <a:rPr lang="fr-FR" sz="1800" dirty="0">
                <a:latin typeface="Barlow" panose="00000500000000000000" pitchFamily="2" charset="0"/>
              </a:rPr>
              <a:t>Régulièrement, « </a:t>
            </a:r>
            <a:r>
              <a:rPr lang="fr-FR" sz="1800" dirty="0" err="1">
                <a:latin typeface="Barlow" panose="00000500000000000000" pitchFamily="2" charset="0"/>
              </a:rPr>
              <a:t>PublicationSuiviCompetition</a:t>
            </a:r>
            <a:r>
              <a:rPr lang="fr-FR" sz="1800" dirty="0">
                <a:latin typeface="Barlow" panose="00000500000000000000" pitchFamily="2" charset="0"/>
              </a:rPr>
              <a:t> » génère le contenu du site web de suivi sur la base des dernières informations de déroulement dont il dispose.</a:t>
            </a:r>
          </a:p>
          <a:p>
            <a:r>
              <a:rPr lang="fr-FR" sz="1800" dirty="0">
                <a:latin typeface="Barlow" panose="00000500000000000000" pitchFamily="2" charset="0"/>
              </a:rPr>
              <a:t>Si la publication  locale est activée: « </a:t>
            </a:r>
            <a:r>
              <a:rPr lang="fr-FR" sz="1800" dirty="0" err="1">
                <a:latin typeface="Barlow" panose="00000500000000000000" pitchFamily="2" charset="0"/>
              </a:rPr>
              <a:t>PublicationSuiviCompetition</a:t>
            </a:r>
            <a:r>
              <a:rPr lang="fr-FR" sz="1800" dirty="0">
                <a:latin typeface="Barlow" panose="00000500000000000000" pitchFamily="2" charset="0"/>
              </a:rPr>
              <a:t> » donne accès directement par une adresse web locale à la dernière version généré du site de suivi.</a:t>
            </a:r>
          </a:p>
          <a:p>
            <a:r>
              <a:rPr lang="fr-FR" sz="1800" dirty="0">
                <a:latin typeface="Barlow" panose="00000500000000000000" pitchFamily="2" charset="0"/>
              </a:rPr>
              <a:t>Si la publication distante est activée: « </a:t>
            </a:r>
            <a:r>
              <a:rPr lang="fr-FR" sz="1800" dirty="0" err="1">
                <a:latin typeface="Barlow" panose="00000500000000000000" pitchFamily="2" charset="0"/>
              </a:rPr>
              <a:t>PublicationSuiviCompetition</a:t>
            </a:r>
            <a:r>
              <a:rPr lang="fr-FR" sz="1800" dirty="0">
                <a:latin typeface="Barlow" panose="00000500000000000000" pitchFamily="2" charset="0"/>
              </a:rPr>
              <a:t> » copie par FTP sur le site du fournisseur distant la dernière version généré du site de suivi. La 1</a:t>
            </a:r>
            <a:r>
              <a:rPr lang="fr-FR" sz="1800" baseline="30000" dirty="0">
                <a:latin typeface="Barlow" panose="00000500000000000000" pitchFamily="2" charset="0"/>
              </a:rPr>
              <a:t>ère</a:t>
            </a:r>
            <a:r>
              <a:rPr lang="fr-FR" sz="1800" dirty="0">
                <a:latin typeface="Barlow" panose="00000500000000000000" pitchFamily="2" charset="0"/>
              </a:rPr>
              <a:t> copie transmet tous le fichiers du site. Les copies suivantes peuvent se faire soit en transmettant tous les fichiers du site, soit en transmettant uniquement les fichiers modifiés.</a:t>
            </a:r>
          </a:p>
          <a:p>
            <a:endParaRPr lang="fr-FR" sz="1800" dirty="0"/>
          </a:p>
          <a:p>
            <a:pPr marL="101598" indent="0">
              <a:buNone/>
            </a:pPr>
            <a:r>
              <a:rPr lang="fr-FR" sz="1800" b="1" i="1" dirty="0"/>
              <a:t>Note</a:t>
            </a:r>
            <a:r>
              <a:rPr lang="fr-FR" sz="1800" i="1" dirty="0"/>
              <a:t>: En cas de publication distante, l’accès des utilisateurs se fait via l’adresse distante du fournisseur internet. Il n’y a pas de lien direct avec </a:t>
            </a:r>
            <a:r>
              <a:rPr lang="fr-FR" sz="1800" i="1" dirty="0">
                <a:latin typeface="Barlow" panose="00000500000000000000" pitchFamily="2" charset="0"/>
              </a:rPr>
              <a:t>« </a:t>
            </a:r>
            <a:r>
              <a:rPr lang="fr-FR" sz="1800" i="1" dirty="0" err="1">
                <a:latin typeface="Barlow" panose="00000500000000000000" pitchFamily="2" charset="0"/>
              </a:rPr>
              <a:t>PublicationSuiviCompetition</a:t>
            </a:r>
            <a:r>
              <a:rPr lang="fr-FR" sz="1800" i="1" dirty="0">
                <a:latin typeface="Barlow" panose="00000500000000000000" pitchFamily="2" charset="0"/>
              </a:rPr>
              <a:t> ».</a:t>
            </a:r>
            <a:endParaRPr lang="fr-FR" sz="1800" i="1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BDCEFA8-59A6-33CC-D69F-6DDA6E4D963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fr-FR" dirty="0"/>
              <a:t>Ecrans &amp; fonctionnalités</a:t>
            </a:r>
          </a:p>
        </p:txBody>
      </p:sp>
    </p:spTree>
    <p:extLst>
      <p:ext uri="{BB962C8B-B14F-4D97-AF65-F5344CB8AC3E}">
        <p14:creationId xmlns:p14="http://schemas.microsoft.com/office/powerpoint/2010/main" val="40017068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51AA81-A5DF-3A18-38B6-020B45588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Ecran Principal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BDCEFA8-59A6-33CC-D69F-6DDA6E4D963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fr-FR" dirty="0"/>
              <a:t>Ecrans &amp; fonctionnalités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BD73F828-99E4-A271-AFA1-9ABFDCBF90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8919" y="1536773"/>
            <a:ext cx="8040262" cy="4767566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EF85812-DC0E-5DF2-05BA-E6781244FF00}"/>
              </a:ext>
            </a:extLst>
          </p:cNvPr>
          <p:cNvSpPr/>
          <p:nvPr/>
        </p:nvSpPr>
        <p:spPr>
          <a:xfrm>
            <a:off x="3680351" y="1738092"/>
            <a:ext cx="7917398" cy="91817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4BC05A-1046-B62B-BF55-075C40F57369}"/>
              </a:ext>
            </a:extLst>
          </p:cNvPr>
          <p:cNvSpPr/>
          <p:nvPr/>
        </p:nvSpPr>
        <p:spPr>
          <a:xfrm>
            <a:off x="3680351" y="2656264"/>
            <a:ext cx="3958699" cy="35706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6D6A123-4204-B6B1-FD80-1AC8B7B8668E}"/>
              </a:ext>
            </a:extLst>
          </p:cNvPr>
          <p:cNvSpPr/>
          <p:nvPr/>
        </p:nvSpPr>
        <p:spPr>
          <a:xfrm>
            <a:off x="7639050" y="2656264"/>
            <a:ext cx="3958699" cy="35706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B03627CF-F515-1173-1A6A-C1F81960D57E}"/>
              </a:ext>
            </a:extLst>
          </p:cNvPr>
          <p:cNvSpPr txBox="1"/>
          <p:nvPr/>
        </p:nvSpPr>
        <p:spPr>
          <a:xfrm>
            <a:off x="9365766" y="4043142"/>
            <a:ext cx="5052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>
                <a:solidFill>
                  <a:srgbClr val="FF0000"/>
                </a:solidFill>
                <a:sym typeface="Wingdings" panose="05000000000000000000" pitchFamily="2" charset="2"/>
              </a:rPr>
              <a:t></a:t>
            </a:r>
            <a:endParaRPr lang="fr-FR" sz="2800" dirty="0">
              <a:solidFill>
                <a:srgbClr val="FF0000"/>
              </a:solidFill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0A1DF1AB-91CE-6F54-59B6-B286510A1DBD}"/>
              </a:ext>
            </a:extLst>
          </p:cNvPr>
          <p:cNvSpPr txBox="1"/>
          <p:nvPr/>
        </p:nvSpPr>
        <p:spPr>
          <a:xfrm>
            <a:off x="303259" y="2489395"/>
            <a:ext cx="325422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ym typeface="Wingdings" panose="05000000000000000000" pitchFamily="2" charset="2"/>
              </a:rPr>
              <a:t>: Panneau de commande principal (génération, etc.)</a:t>
            </a:r>
          </a:p>
          <a:p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r>
              <a:rPr lang="fr-FR" dirty="0">
                <a:sym typeface="Wingdings" panose="05000000000000000000" pitchFamily="2" charset="2"/>
              </a:rPr>
              <a:t>: Panneau de gestion de la publication locale</a:t>
            </a:r>
          </a:p>
          <a:p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r>
              <a:rPr lang="fr-FR" dirty="0">
                <a:sym typeface="Wingdings" panose="05000000000000000000" pitchFamily="2" charset="2"/>
              </a:rPr>
              <a:t>: Panneau de gestion de la publication à distance</a:t>
            </a:r>
            <a:endParaRPr lang="fr-FR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7D581123-3D62-C575-C2C3-952DBEE99940}"/>
              </a:ext>
            </a:extLst>
          </p:cNvPr>
          <p:cNvSpPr txBox="1"/>
          <p:nvPr/>
        </p:nvSpPr>
        <p:spPr>
          <a:xfrm>
            <a:off x="5407066" y="5052792"/>
            <a:ext cx="5052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>
                <a:solidFill>
                  <a:srgbClr val="FF0000"/>
                </a:solidFill>
                <a:sym typeface="Wingdings" panose="05000000000000000000" pitchFamily="2" charset="2"/>
              </a:rPr>
              <a:t></a:t>
            </a:r>
            <a:endParaRPr lang="fr-FR" sz="2800" dirty="0">
              <a:solidFill>
                <a:srgbClr val="FF0000"/>
              </a:solidFill>
            </a:endParaRP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1F77CE8F-4882-8C73-2E0F-71F5AF9C74D4}"/>
              </a:ext>
            </a:extLst>
          </p:cNvPr>
          <p:cNvSpPr txBox="1"/>
          <p:nvPr/>
        </p:nvSpPr>
        <p:spPr>
          <a:xfrm>
            <a:off x="7386416" y="1910140"/>
            <a:ext cx="5052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>
                <a:solidFill>
                  <a:srgbClr val="FF0000"/>
                </a:solidFill>
                <a:sym typeface="Wingdings" panose="05000000000000000000" pitchFamily="2" charset="2"/>
              </a:rPr>
              <a:t></a:t>
            </a:r>
            <a:endParaRPr lang="fr-FR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35929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51AA81-A5DF-3A18-38B6-020B45588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Ecran Principal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BDCEFA8-59A6-33CC-D69F-6DDA6E4D963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fr-FR" dirty="0"/>
              <a:t>Ecrans &amp; fonctionnalités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BD73F828-99E4-A271-AFA1-9ABFDCBF907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833" b="76064"/>
          <a:stretch/>
        </p:blipFill>
        <p:spPr>
          <a:xfrm>
            <a:off x="706029" y="3257550"/>
            <a:ext cx="10779941" cy="1284974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8E7FD4D-8C04-4974-5239-B39E2BC9BCF2}"/>
              </a:ext>
            </a:extLst>
          </p:cNvPr>
          <p:cNvSpPr/>
          <p:nvPr/>
        </p:nvSpPr>
        <p:spPr>
          <a:xfrm>
            <a:off x="868103" y="3289842"/>
            <a:ext cx="272297" cy="329680"/>
          </a:xfrm>
          <a:prstGeom prst="rect">
            <a:avLst/>
          </a:prstGeom>
          <a:noFill/>
          <a:ln w="28575">
            <a:solidFill>
              <a:srgbClr val="2349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Légende : double flèche courbée encadrée à une bordure 4">
            <a:extLst>
              <a:ext uri="{FF2B5EF4-FFF2-40B4-BE49-F238E27FC236}">
                <a16:creationId xmlns:a16="http://schemas.microsoft.com/office/drawing/2014/main" id="{8DA20678-2478-FA4B-8880-0A055A87EDFA}"/>
              </a:ext>
            </a:extLst>
          </p:cNvPr>
          <p:cNvSpPr/>
          <p:nvPr/>
        </p:nvSpPr>
        <p:spPr>
          <a:xfrm>
            <a:off x="706029" y="1614230"/>
            <a:ext cx="6018621" cy="294278"/>
          </a:xfrm>
          <a:prstGeom prst="accentBorderCallout3">
            <a:avLst>
              <a:gd name="adj1" fmla="val 31413"/>
              <a:gd name="adj2" fmla="val -2489"/>
              <a:gd name="adj3" fmla="val 31413"/>
              <a:gd name="adj4" fmla="val -4514"/>
              <a:gd name="adj5" fmla="val 294316"/>
              <a:gd name="adj6" fmla="val -4357"/>
              <a:gd name="adj7" fmla="val 616020"/>
              <a:gd name="adj8" fmla="val 2523"/>
            </a:avLst>
          </a:prstGeom>
          <a:ln>
            <a:solidFill>
              <a:schemeClr val="tx1"/>
            </a:solidFill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Etat de la connexion au serveur de compétition (vert si connecté, rouge sinon)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F9B5AAC-BD8A-10ED-4879-E75C4EA89365}"/>
              </a:ext>
            </a:extLst>
          </p:cNvPr>
          <p:cNvSpPr/>
          <p:nvPr/>
        </p:nvSpPr>
        <p:spPr>
          <a:xfrm>
            <a:off x="1175321" y="3283232"/>
            <a:ext cx="276982" cy="329680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Légende : double flèche courbée encadrée à une bordure 6">
            <a:extLst>
              <a:ext uri="{FF2B5EF4-FFF2-40B4-BE49-F238E27FC236}">
                <a16:creationId xmlns:a16="http://schemas.microsoft.com/office/drawing/2014/main" id="{5D1872B0-6286-1BE5-3A3C-F5CEDE7FF81A}"/>
              </a:ext>
            </a:extLst>
          </p:cNvPr>
          <p:cNvSpPr/>
          <p:nvPr/>
        </p:nvSpPr>
        <p:spPr>
          <a:xfrm>
            <a:off x="1175321" y="2024084"/>
            <a:ext cx="3650980" cy="365366"/>
          </a:xfrm>
          <a:prstGeom prst="accentBorderCallout3">
            <a:avLst>
              <a:gd name="adj1" fmla="val 22921"/>
              <a:gd name="adj2" fmla="val -2698"/>
              <a:gd name="adj3" fmla="val 20836"/>
              <a:gd name="adj4" fmla="val -11867"/>
              <a:gd name="adj5" fmla="val 181338"/>
              <a:gd name="adj6" fmla="val -11658"/>
              <a:gd name="adj7" fmla="val 344462"/>
              <a:gd name="adj8" fmla="val 1059"/>
            </a:avLst>
          </a:prstGeom>
          <a:ln>
            <a:solidFill>
              <a:schemeClr val="accent4"/>
            </a:solidFill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Affiche l’écran de connexion à une compétition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E1F7A3F-9C16-0CE5-8C7A-B350FA4D4104}"/>
              </a:ext>
            </a:extLst>
          </p:cNvPr>
          <p:cNvSpPr/>
          <p:nvPr/>
        </p:nvSpPr>
        <p:spPr>
          <a:xfrm>
            <a:off x="1609692" y="3289604"/>
            <a:ext cx="276982" cy="329680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0D1162E-16A1-8275-BFD1-818755ABE7C3}"/>
              </a:ext>
            </a:extLst>
          </p:cNvPr>
          <p:cNvSpPr/>
          <p:nvPr/>
        </p:nvSpPr>
        <p:spPr>
          <a:xfrm>
            <a:off x="1921595" y="3289604"/>
            <a:ext cx="276982" cy="329680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E78E4C6-8987-ECEE-AF0D-E09C264CE9AD}"/>
              </a:ext>
            </a:extLst>
          </p:cNvPr>
          <p:cNvSpPr/>
          <p:nvPr/>
        </p:nvSpPr>
        <p:spPr>
          <a:xfrm>
            <a:off x="2355966" y="3289604"/>
            <a:ext cx="276982" cy="329680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Légende : encadrée à une bordure 18">
            <a:extLst>
              <a:ext uri="{FF2B5EF4-FFF2-40B4-BE49-F238E27FC236}">
                <a16:creationId xmlns:a16="http://schemas.microsoft.com/office/drawing/2014/main" id="{572BC67F-1F9F-919B-178B-E0DA288D977F}"/>
              </a:ext>
            </a:extLst>
          </p:cNvPr>
          <p:cNvSpPr/>
          <p:nvPr/>
        </p:nvSpPr>
        <p:spPr>
          <a:xfrm>
            <a:off x="3750680" y="2904197"/>
            <a:ext cx="2573978" cy="237777"/>
          </a:xfrm>
          <a:prstGeom prst="accentBorderCallout1">
            <a:avLst>
              <a:gd name="adj1" fmla="val 18750"/>
              <a:gd name="adj2" fmla="val -8333"/>
              <a:gd name="adj3" fmla="val 161997"/>
              <a:gd name="adj4" fmla="val -46324"/>
            </a:avLst>
          </a:prstGeom>
          <a:ln>
            <a:solidFill>
              <a:schemeClr val="accent4"/>
            </a:solidFill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Affiche l’écran des statistiques</a:t>
            </a:r>
          </a:p>
        </p:txBody>
      </p:sp>
      <p:sp>
        <p:nvSpPr>
          <p:cNvPr id="20" name="Légende : double flèche courbée encadrée à une bordure 19">
            <a:extLst>
              <a:ext uri="{FF2B5EF4-FFF2-40B4-BE49-F238E27FC236}">
                <a16:creationId xmlns:a16="http://schemas.microsoft.com/office/drawing/2014/main" id="{BB413D56-A6C2-A1BC-420C-6FFDAA9D32B8}"/>
              </a:ext>
            </a:extLst>
          </p:cNvPr>
          <p:cNvSpPr/>
          <p:nvPr/>
        </p:nvSpPr>
        <p:spPr>
          <a:xfrm>
            <a:off x="1452303" y="2485704"/>
            <a:ext cx="1668048" cy="294277"/>
          </a:xfrm>
          <a:prstGeom prst="accent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100000"/>
              <a:gd name="adj6" fmla="val -16667"/>
              <a:gd name="adj7" fmla="val 278684"/>
              <a:gd name="adj8" fmla="val 12681"/>
            </a:avLst>
          </a:prstGeom>
          <a:ln>
            <a:solidFill>
              <a:schemeClr val="accent4"/>
            </a:solidFill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Lance le site local</a:t>
            </a:r>
          </a:p>
        </p:txBody>
      </p:sp>
      <p:sp>
        <p:nvSpPr>
          <p:cNvPr id="21" name="Légende : encadrée à une bordure 20">
            <a:extLst>
              <a:ext uri="{FF2B5EF4-FFF2-40B4-BE49-F238E27FC236}">
                <a16:creationId xmlns:a16="http://schemas.microsoft.com/office/drawing/2014/main" id="{BD3746F1-EC0A-ED91-C764-20FFD3B0B40F}"/>
              </a:ext>
            </a:extLst>
          </p:cNvPr>
          <p:cNvSpPr/>
          <p:nvPr/>
        </p:nvSpPr>
        <p:spPr>
          <a:xfrm>
            <a:off x="3685059" y="2485704"/>
            <a:ext cx="1668048" cy="294277"/>
          </a:xfrm>
          <a:prstGeom prst="accentBorderCallout1">
            <a:avLst>
              <a:gd name="adj1" fmla="val 73127"/>
              <a:gd name="adj2" fmla="val -5135"/>
              <a:gd name="adj3" fmla="val 271097"/>
              <a:gd name="adj4" fmla="val -88533"/>
            </a:avLst>
          </a:prstGeom>
          <a:ln>
            <a:solidFill>
              <a:schemeClr val="accent4"/>
            </a:solidFill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Lance le site distant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FE0C285-0046-0D8C-79B0-4E7B8EA57031}"/>
              </a:ext>
            </a:extLst>
          </p:cNvPr>
          <p:cNvSpPr/>
          <p:nvPr/>
        </p:nvSpPr>
        <p:spPr>
          <a:xfrm>
            <a:off x="928428" y="4138277"/>
            <a:ext cx="779722" cy="243223"/>
          </a:xfrm>
          <a:prstGeom prst="rect">
            <a:avLst/>
          </a:prstGeom>
          <a:noFill/>
          <a:ln w="28575">
            <a:solidFill>
              <a:srgbClr val="2349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6D7C0C-DA98-0954-9FB7-5173A943958E}"/>
              </a:ext>
            </a:extLst>
          </p:cNvPr>
          <p:cNvSpPr/>
          <p:nvPr/>
        </p:nvSpPr>
        <p:spPr>
          <a:xfrm>
            <a:off x="1886673" y="4138277"/>
            <a:ext cx="1602651" cy="243223"/>
          </a:xfrm>
          <a:prstGeom prst="rect">
            <a:avLst/>
          </a:prstGeom>
          <a:noFill/>
          <a:ln w="28575">
            <a:solidFill>
              <a:srgbClr val="2349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96C745A-3333-A663-49C5-54EFC482B851}"/>
              </a:ext>
            </a:extLst>
          </p:cNvPr>
          <p:cNvSpPr/>
          <p:nvPr/>
        </p:nvSpPr>
        <p:spPr>
          <a:xfrm>
            <a:off x="3667847" y="4138277"/>
            <a:ext cx="2263053" cy="243223"/>
          </a:xfrm>
          <a:prstGeom prst="rect">
            <a:avLst/>
          </a:prstGeom>
          <a:noFill/>
          <a:ln w="28575">
            <a:solidFill>
              <a:srgbClr val="2349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DAE6F7-1C58-71D8-56B8-DF982FA18C3C}"/>
              </a:ext>
            </a:extLst>
          </p:cNvPr>
          <p:cNvSpPr/>
          <p:nvPr/>
        </p:nvSpPr>
        <p:spPr>
          <a:xfrm>
            <a:off x="8331033" y="4095048"/>
            <a:ext cx="1000292" cy="329680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0908D09-8BC3-5D43-5A7D-62251E1B5BC7}"/>
              </a:ext>
            </a:extLst>
          </p:cNvPr>
          <p:cNvSpPr/>
          <p:nvPr/>
        </p:nvSpPr>
        <p:spPr>
          <a:xfrm>
            <a:off x="9658183" y="4095048"/>
            <a:ext cx="825667" cy="329680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8E80608-5F05-5F4A-450D-44D3541AC136}"/>
              </a:ext>
            </a:extLst>
          </p:cNvPr>
          <p:cNvSpPr/>
          <p:nvPr/>
        </p:nvSpPr>
        <p:spPr>
          <a:xfrm>
            <a:off x="10607675" y="4095048"/>
            <a:ext cx="708026" cy="329680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Légende : encadrée à une bordure 32">
            <a:extLst>
              <a:ext uri="{FF2B5EF4-FFF2-40B4-BE49-F238E27FC236}">
                <a16:creationId xmlns:a16="http://schemas.microsoft.com/office/drawing/2014/main" id="{1DB118D8-FC86-47B4-0DC9-E1853D0FCB9E}"/>
              </a:ext>
            </a:extLst>
          </p:cNvPr>
          <p:cNvSpPr/>
          <p:nvPr/>
        </p:nvSpPr>
        <p:spPr>
          <a:xfrm>
            <a:off x="4230280" y="4596524"/>
            <a:ext cx="3989796" cy="294278"/>
          </a:xfrm>
          <a:prstGeom prst="accentBorderCallout1">
            <a:avLst>
              <a:gd name="adj1" fmla="val 18750"/>
              <a:gd name="adj2" fmla="val -8333"/>
              <a:gd name="adj3" fmla="val -75231"/>
              <a:gd name="adj4" fmla="val -12550"/>
            </a:avLst>
          </a:prstGeom>
          <a:ln>
            <a:solidFill>
              <a:schemeClr val="tx1"/>
            </a:solidFill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Informations sur la dernière génération réalisée</a:t>
            </a:r>
          </a:p>
        </p:txBody>
      </p:sp>
      <p:sp>
        <p:nvSpPr>
          <p:cNvPr id="34" name="Légende : encadrée à une bordure 33">
            <a:extLst>
              <a:ext uri="{FF2B5EF4-FFF2-40B4-BE49-F238E27FC236}">
                <a16:creationId xmlns:a16="http://schemas.microsoft.com/office/drawing/2014/main" id="{782AE494-7FCE-18B8-1156-EB8F4CC349B3}"/>
              </a:ext>
            </a:extLst>
          </p:cNvPr>
          <p:cNvSpPr/>
          <p:nvPr/>
        </p:nvSpPr>
        <p:spPr>
          <a:xfrm>
            <a:off x="3685059" y="5020093"/>
            <a:ext cx="3989796" cy="294278"/>
          </a:xfrm>
          <a:prstGeom prst="accentBorderCallout1">
            <a:avLst>
              <a:gd name="adj1" fmla="val 18750"/>
              <a:gd name="adj2" fmla="val -8333"/>
              <a:gd name="adj3" fmla="val -211174"/>
              <a:gd name="adj4" fmla="val -22577"/>
            </a:avLst>
          </a:prstGeom>
          <a:ln>
            <a:solidFill>
              <a:schemeClr val="tx1"/>
            </a:solidFill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Informations sur l’état courant de la génération</a:t>
            </a:r>
          </a:p>
        </p:txBody>
      </p:sp>
      <p:sp>
        <p:nvSpPr>
          <p:cNvPr id="35" name="Légende : encadrée à une bordure 34">
            <a:extLst>
              <a:ext uri="{FF2B5EF4-FFF2-40B4-BE49-F238E27FC236}">
                <a16:creationId xmlns:a16="http://schemas.microsoft.com/office/drawing/2014/main" id="{15C8248F-0553-89EF-D3B5-3B878CF08246}"/>
              </a:ext>
            </a:extLst>
          </p:cNvPr>
          <p:cNvSpPr/>
          <p:nvPr/>
        </p:nvSpPr>
        <p:spPr>
          <a:xfrm>
            <a:off x="1438420" y="5523248"/>
            <a:ext cx="2312260" cy="708859"/>
          </a:xfrm>
          <a:prstGeom prst="accentBorderCallout1">
            <a:avLst>
              <a:gd name="adj1" fmla="val 18750"/>
              <a:gd name="adj2" fmla="val -8333"/>
              <a:gd name="adj3" fmla="val -160113"/>
              <a:gd name="adj4" fmla="val -19693"/>
            </a:avLst>
          </a:prstGeom>
          <a:ln>
            <a:solidFill>
              <a:schemeClr val="tx1"/>
            </a:solidFill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Etat de fonctionnement de la génération (arrêtée ou démarrée)</a:t>
            </a:r>
          </a:p>
        </p:txBody>
      </p:sp>
      <p:sp>
        <p:nvSpPr>
          <p:cNvPr id="36" name="Légende : encadrée à une bordure 35">
            <a:extLst>
              <a:ext uri="{FF2B5EF4-FFF2-40B4-BE49-F238E27FC236}">
                <a16:creationId xmlns:a16="http://schemas.microsoft.com/office/drawing/2014/main" id="{BF178A12-A0A2-F3CB-8EAE-08A20E2432B8}"/>
              </a:ext>
            </a:extLst>
          </p:cNvPr>
          <p:cNvSpPr/>
          <p:nvPr/>
        </p:nvSpPr>
        <p:spPr>
          <a:xfrm>
            <a:off x="9182643" y="2035155"/>
            <a:ext cx="2651125" cy="728647"/>
          </a:xfrm>
          <a:prstGeom prst="accentBorderCallout1">
            <a:avLst>
              <a:gd name="adj1" fmla="val 18750"/>
              <a:gd name="adj2" fmla="val -8333"/>
              <a:gd name="adj3" fmla="val 286512"/>
              <a:gd name="adj4" fmla="val -27951"/>
            </a:avLst>
          </a:prstGeom>
          <a:ln>
            <a:solidFill>
              <a:schemeClr val="accent4"/>
            </a:solidFill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Affiche l’écran de configuration (uniquement si la génération est arrêtée)</a:t>
            </a:r>
          </a:p>
        </p:txBody>
      </p:sp>
      <p:sp>
        <p:nvSpPr>
          <p:cNvPr id="37" name="Légende : encadrée à une bordure 36">
            <a:extLst>
              <a:ext uri="{FF2B5EF4-FFF2-40B4-BE49-F238E27FC236}">
                <a16:creationId xmlns:a16="http://schemas.microsoft.com/office/drawing/2014/main" id="{86741583-7C7A-DBC6-0298-25DE6CDD5796}"/>
              </a:ext>
            </a:extLst>
          </p:cNvPr>
          <p:cNvSpPr/>
          <p:nvPr/>
        </p:nvSpPr>
        <p:spPr>
          <a:xfrm flipH="1">
            <a:off x="6724650" y="5410624"/>
            <a:ext cx="2215036" cy="436361"/>
          </a:xfrm>
          <a:prstGeom prst="accentBorderCallout1">
            <a:avLst>
              <a:gd name="adj1" fmla="val 18750"/>
              <a:gd name="adj2" fmla="val -8333"/>
              <a:gd name="adj3" fmla="val -219996"/>
              <a:gd name="adj4" fmla="val -47312"/>
            </a:avLst>
          </a:prstGeom>
          <a:ln>
            <a:solidFill>
              <a:schemeClr val="accent4"/>
            </a:solidFill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Démarre la génération (uniquement si connecté)</a:t>
            </a:r>
          </a:p>
        </p:txBody>
      </p:sp>
      <p:sp>
        <p:nvSpPr>
          <p:cNvPr id="38" name="Légende : encadrée à une bordure 37">
            <a:extLst>
              <a:ext uri="{FF2B5EF4-FFF2-40B4-BE49-F238E27FC236}">
                <a16:creationId xmlns:a16="http://schemas.microsoft.com/office/drawing/2014/main" id="{D87E87A9-DB41-87CF-2E7B-39D597A14269}"/>
              </a:ext>
            </a:extLst>
          </p:cNvPr>
          <p:cNvSpPr/>
          <p:nvPr/>
        </p:nvSpPr>
        <p:spPr>
          <a:xfrm flipH="1">
            <a:off x="7978844" y="6013926"/>
            <a:ext cx="2215036" cy="436362"/>
          </a:xfrm>
          <a:prstGeom prst="accentBorderCallout1">
            <a:avLst>
              <a:gd name="adj1" fmla="val 18750"/>
              <a:gd name="adj2" fmla="val -8333"/>
              <a:gd name="adj3" fmla="val -366244"/>
              <a:gd name="adj4" fmla="val -35702"/>
            </a:avLst>
          </a:prstGeom>
          <a:ln>
            <a:solidFill>
              <a:schemeClr val="accent4"/>
            </a:solidFill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Arrête la génération (uniquement si connecté)</a:t>
            </a:r>
          </a:p>
        </p:txBody>
      </p:sp>
    </p:spTree>
    <p:extLst>
      <p:ext uri="{BB962C8B-B14F-4D97-AF65-F5344CB8AC3E}">
        <p14:creationId xmlns:p14="http://schemas.microsoft.com/office/powerpoint/2010/main" val="10767670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51AA81-A5DF-3A18-38B6-020B45588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Ecran Principal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BDCEFA8-59A6-33CC-D69F-6DDA6E4D963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fr-FR" dirty="0"/>
              <a:t>Ecrans &amp; fonctionnalités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BD73F828-99E4-A271-AFA1-9ABFDCBF907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65" t="24306" r="50118" b="2133"/>
          <a:stretch/>
        </p:blipFill>
        <p:spPr>
          <a:xfrm>
            <a:off x="4236719" y="1719483"/>
            <a:ext cx="3949065" cy="350710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ABECE64-1973-30B8-8BA8-85E8DFAD91F1}"/>
              </a:ext>
            </a:extLst>
          </p:cNvPr>
          <p:cNvSpPr/>
          <p:nvPr/>
        </p:nvSpPr>
        <p:spPr>
          <a:xfrm>
            <a:off x="4586288" y="2277866"/>
            <a:ext cx="776286" cy="760609"/>
          </a:xfrm>
          <a:prstGeom prst="rect">
            <a:avLst/>
          </a:prstGeom>
          <a:noFill/>
          <a:ln w="28575">
            <a:solidFill>
              <a:srgbClr val="2349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5005D2-76BB-3074-76F8-D1E48C360CCD}"/>
              </a:ext>
            </a:extLst>
          </p:cNvPr>
          <p:cNvSpPr/>
          <p:nvPr/>
        </p:nvSpPr>
        <p:spPr>
          <a:xfrm>
            <a:off x="5404820" y="2232257"/>
            <a:ext cx="217311" cy="227575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Légende : encadrée à une bordure 5">
            <a:extLst>
              <a:ext uri="{FF2B5EF4-FFF2-40B4-BE49-F238E27FC236}">
                <a16:creationId xmlns:a16="http://schemas.microsoft.com/office/drawing/2014/main" id="{6CCC1849-A415-202A-0C34-FCF17F0F7B9F}"/>
              </a:ext>
            </a:extLst>
          </p:cNvPr>
          <p:cNvSpPr/>
          <p:nvPr/>
        </p:nvSpPr>
        <p:spPr>
          <a:xfrm>
            <a:off x="1511994" y="2480748"/>
            <a:ext cx="2312260" cy="708859"/>
          </a:xfrm>
          <a:prstGeom prst="accentBorderCallout1">
            <a:avLst>
              <a:gd name="adj1" fmla="val 18750"/>
              <a:gd name="adj2" fmla="val -8333"/>
              <a:gd name="adj3" fmla="val -160113"/>
              <a:gd name="adj4" fmla="val -19693"/>
            </a:avLst>
          </a:prstGeom>
          <a:ln>
            <a:solidFill>
              <a:schemeClr val="tx1"/>
            </a:solidFill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Etat de fonctionnement de la génération (arrêtée ou démarrée)</a:t>
            </a:r>
          </a:p>
        </p:txBody>
      </p:sp>
      <p:sp>
        <p:nvSpPr>
          <p:cNvPr id="7" name="Légende : encadrée à une bordure 6">
            <a:extLst>
              <a:ext uri="{FF2B5EF4-FFF2-40B4-BE49-F238E27FC236}">
                <a16:creationId xmlns:a16="http://schemas.microsoft.com/office/drawing/2014/main" id="{59208C1D-522D-3CF4-0DB4-C8C129A46416}"/>
              </a:ext>
            </a:extLst>
          </p:cNvPr>
          <p:cNvSpPr/>
          <p:nvPr/>
        </p:nvSpPr>
        <p:spPr>
          <a:xfrm>
            <a:off x="8685840" y="4199185"/>
            <a:ext cx="3093177" cy="728647"/>
          </a:xfrm>
          <a:prstGeom prst="accentBorderCallout1">
            <a:avLst>
              <a:gd name="adj1" fmla="val 18750"/>
              <a:gd name="adj2" fmla="val -8333"/>
              <a:gd name="adj3" fmla="val -53727"/>
              <a:gd name="adj4" fmla="val -72561"/>
            </a:avLst>
          </a:prstGeom>
          <a:ln>
            <a:solidFill>
              <a:schemeClr val="accent4"/>
            </a:solidFill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Sélectionne l’interface réseau sur laquelle se fait la publication (uniquement la publication est arrêtée)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417BE45-5776-678C-886E-B30AF6338DB5}"/>
              </a:ext>
            </a:extLst>
          </p:cNvPr>
          <p:cNvSpPr/>
          <p:nvPr/>
        </p:nvSpPr>
        <p:spPr>
          <a:xfrm>
            <a:off x="5581032" y="4927832"/>
            <a:ext cx="634031" cy="227575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8FA8705-3EE6-B863-051A-C0EACFFD37D6}"/>
              </a:ext>
            </a:extLst>
          </p:cNvPr>
          <p:cNvSpPr/>
          <p:nvPr/>
        </p:nvSpPr>
        <p:spPr>
          <a:xfrm>
            <a:off x="6333507" y="4930214"/>
            <a:ext cx="557831" cy="227575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3F52DC7-A2F8-A7FD-1DF7-4DEF03BC1ACE}"/>
              </a:ext>
            </a:extLst>
          </p:cNvPr>
          <p:cNvSpPr/>
          <p:nvPr/>
        </p:nvSpPr>
        <p:spPr>
          <a:xfrm>
            <a:off x="4338638" y="3092730"/>
            <a:ext cx="564356" cy="156506"/>
          </a:xfrm>
          <a:prstGeom prst="rect">
            <a:avLst/>
          </a:prstGeom>
          <a:noFill/>
          <a:ln w="28575">
            <a:solidFill>
              <a:srgbClr val="2349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24A82F3-1AC6-950F-058A-1585E07E3363}"/>
              </a:ext>
            </a:extLst>
          </p:cNvPr>
          <p:cNvSpPr/>
          <p:nvPr/>
        </p:nvSpPr>
        <p:spPr>
          <a:xfrm>
            <a:off x="5057774" y="3092730"/>
            <a:ext cx="1071563" cy="156506"/>
          </a:xfrm>
          <a:prstGeom prst="rect">
            <a:avLst/>
          </a:prstGeom>
          <a:noFill/>
          <a:ln w="28575">
            <a:solidFill>
              <a:srgbClr val="2349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8F585F-D411-1838-ED6A-320FD56372B5}"/>
              </a:ext>
            </a:extLst>
          </p:cNvPr>
          <p:cNvSpPr/>
          <p:nvPr/>
        </p:nvSpPr>
        <p:spPr>
          <a:xfrm>
            <a:off x="5404820" y="2480748"/>
            <a:ext cx="2693811" cy="156506"/>
          </a:xfrm>
          <a:prstGeom prst="rect">
            <a:avLst/>
          </a:prstGeom>
          <a:noFill/>
          <a:ln w="28575">
            <a:solidFill>
              <a:srgbClr val="2349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99432E0-FB67-7B6C-A419-8470C2B69BDE}"/>
              </a:ext>
            </a:extLst>
          </p:cNvPr>
          <p:cNvSpPr/>
          <p:nvPr/>
        </p:nvSpPr>
        <p:spPr>
          <a:xfrm>
            <a:off x="5283200" y="3634593"/>
            <a:ext cx="1149350" cy="227575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Légende : encadrée à une bordure 21">
            <a:extLst>
              <a:ext uri="{FF2B5EF4-FFF2-40B4-BE49-F238E27FC236}">
                <a16:creationId xmlns:a16="http://schemas.microsoft.com/office/drawing/2014/main" id="{43C37784-6A64-22FE-527F-F90DFBFB77AA}"/>
              </a:ext>
            </a:extLst>
          </p:cNvPr>
          <p:cNvSpPr/>
          <p:nvPr/>
        </p:nvSpPr>
        <p:spPr>
          <a:xfrm flipH="1">
            <a:off x="2842738" y="5641305"/>
            <a:ext cx="2215036" cy="436361"/>
          </a:xfrm>
          <a:prstGeom prst="accentBorderCallout1">
            <a:avLst>
              <a:gd name="adj1" fmla="val 18750"/>
              <a:gd name="adj2" fmla="val -8333"/>
              <a:gd name="adj3" fmla="val -108235"/>
              <a:gd name="adj4" fmla="val -33552"/>
            </a:avLst>
          </a:prstGeom>
          <a:ln>
            <a:solidFill>
              <a:schemeClr val="accent4"/>
            </a:solidFill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Démarre la publication (uniquement si connecté)</a:t>
            </a:r>
          </a:p>
        </p:txBody>
      </p:sp>
      <p:sp>
        <p:nvSpPr>
          <p:cNvPr id="23" name="Légende : encadrée à une bordure 22">
            <a:extLst>
              <a:ext uri="{FF2B5EF4-FFF2-40B4-BE49-F238E27FC236}">
                <a16:creationId xmlns:a16="http://schemas.microsoft.com/office/drawing/2014/main" id="{3C6CC558-66AD-0A1E-CE1F-CB2A19073262}"/>
              </a:ext>
            </a:extLst>
          </p:cNvPr>
          <p:cNvSpPr/>
          <p:nvPr/>
        </p:nvSpPr>
        <p:spPr>
          <a:xfrm>
            <a:off x="7549502" y="5641304"/>
            <a:ext cx="2272677" cy="436362"/>
          </a:xfrm>
          <a:prstGeom prst="accentBorderCallout1">
            <a:avLst>
              <a:gd name="adj1" fmla="val 18750"/>
              <a:gd name="adj2" fmla="val -8333"/>
              <a:gd name="adj3" fmla="val -102559"/>
              <a:gd name="adj4" fmla="val -34696"/>
            </a:avLst>
          </a:prstGeom>
          <a:ln>
            <a:solidFill>
              <a:schemeClr val="accent4"/>
            </a:solidFill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Arrête la publication (uniquement si connecté)</a:t>
            </a:r>
          </a:p>
        </p:txBody>
      </p:sp>
      <p:sp>
        <p:nvSpPr>
          <p:cNvPr id="24" name="Légende : encadrée à une bordure 23">
            <a:extLst>
              <a:ext uri="{FF2B5EF4-FFF2-40B4-BE49-F238E27FC236}">
                <a16:creationId xmlns:a16="http://schemas.microsoft.com/office/drawing/2014/main" id="{C956C3BA-6C73-CCF2-A04C-8C94086C7B7C}"/>
              </a:ext>
            </a:extLst>
          </p:cNvPr>
          <p:cNvSpPr/>
          <p:nvPr/>
        </p:nvSpPr>
        <p:spPr>
          <a:xfrm>
            <a:off x="6333507" y="1220814"/>
            <a:ext cx="3093177" cy="283867"/>
          </a:xfrm>
          <a:prstGeom prst="accentBorderCallout1">
            <a:avLst>
              <a:gd name="adj1" fmla="val 18750"/>
              <a:gd name="adj2" fmla="val -8333"/>
              <a:gd name="adj3" fmla="val 337422"/>
              <a:gd name="adj4" fmla="val -23693"/>
            </a:avLst>
          </a:prstGeom>
          <a:ln>
            <a:solidFill>
              <a:schemeClr val="accent4"/>
            </a:solidFill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Copie le QR Code dans le presse-papier</a:t>
            </a:r>
          </a:p>
        </p:txBody>
      </p:sp>
    </p:spTree>
    <p:extLst>
      <p:ext uri="{BB962C8B-B14F-4D97-AF65-F5344CB8AC3E}">
        <p14:creationId xmlns:p14="http://schemas.microsoft.com/office/powerpoint/2010/main" val="21243479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51AA81-A5DF-3A18-38B6-020B45588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Ecran Principal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BDCEFA8-59A6-33CC-D69F-6DDA6E4D963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fr-FR" dirty="0"/>
              <a:t>Ecrans &amp; fonctionnalités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BD73F828-99E4-A271-AFA1-9ABFDCBF90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8919" y="1536773"/>
            <a:ext cx="8040262" cy="4767566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EF85812-DC0E-5DF2-05BA-E6781244FF00}"/>
              </a:ext>
            </a:extLst>
          </p:cNvPr>
          <p:cNvSpPr/>
          <p:nvPr/>
        </p:nvSpPr>
        <p:spPr>
          <a:xfrm>
            <a:off x="3680351" y="1738092"/>
            <a:ext cx="7917398" cy="91817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4BC05A-1046-B62B-BF55-075C40F57369}"/>
              </a:ext>
            </a:extLst>
          </p:cNvPr>
          <p:cNvSpPr/>
          <p:nvPr/>
        </p:nvSpPr>
        <p:spPr>
          <a:xfrm>
            <a:off x="3680351" y="2656264"/>
            <a:ext cx="3958699" cy="35706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6D6A123-4204-B6B1-FD80-1AC8B7B8668E}"/>
              </a:ext>
            </a:extLst>
          </p:cNvPr>
          <p:cNvSpPr/>
          <p:nvPr/>
        </p:nvSpPr>
        <p:spPr>
          <a:xfrm>
            <a:off x="7639050" y="2656264"/>
            <a:ext cx="3958699" cy="35706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B03627CF-F515-1173-1A6A-C1F81960D57E}"/>
              </a:ext>
            </a:extLst>
          </p:cNvPr>
          <p:cNvSpPr txBox="1"/>
          <p:nvPr/>
        </p:nvSpPr>
        <p:spPr>
          <a:xfrm>
            <a:off x="9365766" y="4043142"/>
            <a:ext cx="5052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>
                <a:solidFill>
                  <a:srgbClr val="FF0000"/>
                </a:solidFill>
                <a:sym typeface="Wingdings" panose="05000000000000000000" pitchFamily="2" charset="2"/>
              </a:rPr>
              <a:t></a:t>
            </a:r>
            <a:endParaRPr lang="fr-FR" sz="2800" dirty="0">
              <a:solidFill>
                <a:srgbClr val="FF0000"/>
              </a:solidFill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0A1DF1AB-91CE-6F54-59B6-B286510A1DBD}"/>
              </a:ext>
            </a:extLst>
          </p:cNvPr>
          <p:cNvSpPr txBox="1"/>
          <p:nvPr/>
        </p:nvSpPr>
        <p:spPr>
          <a:xfrm>
            <a:off x="303259" y="2489395"/>
            <a:ext cx="325422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ym typeface="Wingdings" panose="05000000000000000000" pitchFamily="2" charset="2"/>
              </a:rPr>
              <a:t>: Panneau de commande principal (génération, etc.)</a:t>
            </a:r>
          </a:p>
          <a:p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r>
              <a:rPr lang="fr-FR" dirty="0">
                <a:sym typeface="Wingdings" panose="05000000000000000000" pitchFamily="2" charset="2"/>
              </a:rPr>
              <a:t>: Panneau de gestion de la publication locale</a:t>
            </a:r>
          </a:p>
          <a:p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r>
              <a:rPr lang="fr-FR" dirty="0">
                <a:sym typeface="Wingdings" panose="05000000000000000000" pitchFamily="2" charset="2"/>
              </a:rPr>
              <a:t>: Panneau de gestion de la publication à distance</a:t>
            </a:r>
            <a:endParaRPr lang="fr-FR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7D581123-3D62-C575-C2C3-952DBEE99940}"/>
              </a:ext>
            </a:extLst>
          </p:cNvPr>
          <p:cNvSpPr txBox="1"/>
          <p:nvPr/>
        </p:nvSpPr>
        <p:spPr>
          <a:xfrm>
            <a:off x="5407066" y="5052792"/>
            <a:ext cx="5052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>
                <a:solidFill>
                  <a:srgbClr val="FF0000"/>
                </a:solidFill>
                <a:sym typeface="Wingdings" panose="05000000000000000000" pitchFamily="2" charset="2"/>
              </a:rPr>
              <a:t></a:t>
            </a:r>
            <a:endParaRPr lang="fr-FR" sz="2800" dirty="0">
              <a:solidFill>
                <a:srgbClr val="FF0000"/>
              </a:solidFill>
            </a:endParaRP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1F77CE8F-4882-8C73-2E0F-71F5AF9C74D4}"/>
              </a:ext>
            </a:extLst>
          </p:cNvPr>
          <p:cNvSpPr txBox="1"/>
          <p:nvPr/>
        </p:nvSpPr>
        <p:spPr>
          <a:xfrm>
            <a:off x="7386416" y="1910140"/>
            <a:ext cx="5052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>
                <a:solidFill>
                  <a:srgbClr val="FF0000"/>
                </a:solidFill>
                <a:sym typeface="Wingdings" panose="05000000000000000000" pitchFamily="2" charset="2"/>
              </a:rPr>
              <a:t></a:t>
            </a:r>
            <a:endParaRPr lang="fr-FR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52407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51AA81-A5DF-3A18-38B6-020B45588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Ecran de connexion à une compétition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BDCEFA8-59A6-33CC-D69F-6DDA6E4D963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fr-FR" dirty="0"/>
              <a:t>Ecrans &amp; fonctionnalités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E1B9E928-1B5F-C80F-9EBF-D027A90522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5200" y="2205790"/>
            <a:ext cx="4895850" cy="367188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00424AE-1C82-C6DA-CE47-52D2FAC46BCC}"/>
              </a:ext>
            </a:extLst>
          </p:cNvPr>
          <p:cNvSpPr/>
          <p:nvPr/>
        </p:nvSpPr>
        <p:spPr>
          <a:xfrm>
            <a:off x="6315075" y="2619375"/>
            <a:ext cx="1162050" cy="257175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Légende : encadrée à une bordure 8">
            <a:extLst>
              <a:ext uri="{FF2B5EF4-FFF2-40B4-BE49-F238E27FC236}">
                <a16:creationId xmlns:a16="http://schemas.microsoft.com/office/drawing/2014/main" id="{396C6FE9-9445-E42D-3C93-E6FCAD642CD7}"/>
              </a:ext>
            </a:extLst>
          </p:cNvPr>
          <p:cNvSpPr/>
          <p:nvPr/>
        </p:nvSpPr>
        <p:spPr>
          <a:xfrm>
            <a:off x="8753475" y="2106739"/>
            <a:ext cx="2724150" cy="636461"/>
          </a:xfrm>
          <a:prstGeom prst="accentBorderCallout1">
            <a:avLst>
              <a:gd name="adj1" fmla="val 18750"/>
              <a:gd name="adj2" fmla="val -8333"/>
              <a:gd name="adj3" fmla="val 107778"/>
              <a:gd name="adj4" fmla="val -46782"/>
            </a:avLst>
          </a:prstGeom>
          <a:ln>
            <a:solidFill>
              <a:schemeClr val="tx1"/>
            </a:solidFill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Lance la recherche des compétitions sur le réseau local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B8E593F-E2A3-09CD-6672-99AB38C2A276}"/>
              </a:ext>
            </a:extLst>
          </p:cNvPr>
          <p:cNvSpPr/>
          <p:nvPr/>
        </p:nvSpPr>
        <p:spPr>
          <a:xfrm>
            <a:off x="3571875" y="2876550"/>
            <a:ext cx="4762500" cy="2914650"/>
          </a:xfrm>
          <a:prstGeom prst="rect">
            <a:avLst/>
          </a:prstGeom>
          <a:noFill/>
          <a:ln w="28575">
            <a:solidFill>
              <a:srgbClr val="2349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Légende : encadrée à une bordure 10">
            <a:extLst>
              <a:ext uri="{FF2B5EF4-FFF2-40B4-BE49-F238E27FC236}">
                <a16:creationId xmlns:a16="http://schemas.microsoft.com/office/drawing/2014/main" id="{B4A986D4-7FFA-FC52-3615-F6DAEDEA7F3B}"/>
              </a:ext>
            </a:extLst>
          </p:cNvPr>
          <p:cNvSpPr/>
          <p:nvPr/>
        </p:nvSpPr>
        <p:spPr>
          <a:xfrm>
            <a:off x="9039225" y="3916489"/>
            <a:ext cx="2438400" cy="636461"/>
          </a:xfrm>
          <a:prstGeom prst="accentBorderCallout1">
            <a:avLst>
              <a:gd name="adj1" fmla="val 18750"/>
              <a:gd name="adj2" fmla="val -8333"/>
              <a:gd name="adj3" fmla="val 109274"/>
              <a:gd name="adj4" fmla="val -25803"/>
            </a:avLst>
          </a:prstGeom>
          <a:ln>
            <a:solidFill>
              <a:schemeClr val="tx1"/>
            </a:solidFill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Affiche la liste des compétitions trouvées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731DDC-9506-E769-D48D-2E0DCBEB56E1}"/>
              </a:ext>
            </a:extLst>
          </p:cNvPr>
          <p:cNvSpPr/>
          <p:nvPr/>
        </p:nvSpPr>
        <p:spPr>
          <a:xfrm>
            <a:off x="5219699" y="2662238"/>
            <a:ext cx="1052513" cy="178593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Légende : encadrée à une bordure 12">
            <a:extLst>
              <a:ext uri="{FF2B5EF4-FFF2-40B4-BE49-F238E27FC236}">
                <a16:creationId xmlns:a16="http://schemas.microsoft.com/office/drawing/2014/main" id="{8FDFAE3A-3A6C-DE60-721E-AD2DB7234D0C}"/>
              </a:ext>
            </a:extLst>
          </p:cNvPr>
          <p:cNvSpPr/>
          <p:nvPr/>
        </p:nvSpPr>
        <p:spPr>
          <a:xfrm flipH="1">
            <a:off x="214266" y="2202862"/>
            <a:ext cx="2809875" cy="636461"/>
          </a:xfrm>
          <a:prstGeom prst="accentBorderCallout1">
            <a:avLst>
              <a:gd name="adj1" fmla="val 18750"/>
              <a:gd name="adj2" fmla="val -8333"/>
              <a:gd name="adj3" fmla="val 74302"/>
              <a:gd name="adj4" fmla="val -77113"/>
            </a:avLst>
          </a:prstGeom>
          <a:ln>
            <a:solidFill>
              <a:schemeClr val="tx1"/>
            </a:solidFill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Adresse IP pour recherche un serveur de compétition spécifique (optionnelle)</a:t>
            </a:r>
          </a:p>
        </p:txBody>
      </p:sp>
    </p:spTree>
    <p:extLst>
      <p:ext uri="{BB962C8B-B14F-4D97-AF65-F5344CB8AC3E}">
        <p14:creationId xmlns:p14="http://schemas.microsoft.com/office/powerpoint/2010/main" val="17637637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51AA81-A5DF-3A18-38B6-020B45588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Ecran de Configuration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BDCEFA8-59A6-33CC-D69F-6DDA6E4D963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fr-FR" dirty="0"/>
              <a:t>Ecrans &amp; fonctionnalités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4CC962D-3DBE-400A-60DA-11F73D3CE8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4496" y="1982866"/>
            <a:ext cx="7772400" cy="3743325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F88C5BE-8A7D-7692-F037-2C25DA6FD90A}"/>
              </a:ext>
            </a:extLst>
          </p:cNvPr>
          <p:cNvSpPr/>
          <p:nvPr/>
        </p:nvSpPr>
        <p:spPr>
          <a:xfrm>
            <a:off x="3727005" y="2307014"/>
            <a:ext cx="3933055" cy="290879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E3516E-B308-263B-9C32-A7D8928EE329}"/>
              </a:ext>
            </a:extLst>
          </p:cNvPr>
          <p:cNvSpPr/>
          <p:nvPr/>
        </p:nvSpPr>
        <p:spPr>
          <a:xfrm>
            <a:off x="7744905" y="2307014"/>
            <a:ext cx="3470491" cy="290879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2F22DC4-07A8-E70F-12BE-52BB9F29079F}"/>
              </a:ext>
            </a:extLst>
          </p:cNvPr>
          <p:cNvSpPr txBox="1"/>
          <p:nvPr/>
        </p:nvSpPr>
        <p:spPr>
          <a:xfrm>
            <a:off x="164657" y="2977365"/>
            <a:ext cx="325422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ym typeface="Wingdings" panose="05000000000000000000" pitchFamily="2" charset="2"/>
              </a:rPr>
              <a:t>: Panneau de configuration du contenu du site</a:t>
            </a:r>
          </a:p>
          <a:p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r>
              <a:rPr lang="fr-FR" dirty="0">
                <a:sym typeface="Wingdings" panose="05000000000000000000" pitchFamily="2" charset="2"/>
              </a:rPr>
              <a:t>: Panneau configuration technique de la génération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BAB07F8-FD11-726F-9B83-2F510506E61F}"/>
              </a:ext>
            </a:extLst>
          </p:cNvPr>
          <p:cNvSpPr txBox="1"/>
          <p:nvPr/>
        </p:nvSpPr>
        <p:spPr>
          <a:xfrm>
            <a:off x="9298272" y="3678517"/>
            <a:ext cx="5052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>
                <a:solidFill>
                  <a:srgbClr val="FF0000"/>
                </a:solidFill>
                <a:sym typeface="Wingdings" panose="05000000000000000000" pitchFamily="2" charset="2"/>
              </a:rPr>
              <a:t></a:t>
            </a:r>
            <a:endParaRPr lang="fr-FR" sz="2800" dirty="0">
              <a:solidFill>
                <a:srgbClr val="FF0000"/>
              </a:solidFill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2ACFD3E4-ACF2-1F6B-16C4-0AAE1D1AA967}"/>
              </a:ext>
            </a:extLst>
          </p:cNvPr>
          <p:cNvSpPr txBox="1"/>
          <p:nvPr/>
        </p:nvSpPr>
        <p:spPr>
          <a:xfrm>
            <a:off x="5372068" y="3592918"/>
            <a:ext cx="5052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>
                <a:solidFill>
                  <a:srgbClr val="FF0000"/>
                </a:solidFill>
                <a:sym typeface="Wingdings" panose="05000000000000000000" pitchFamily="2" charset="2"/>
              </a:rPr>
              <a:t></a:t>
            </a:r>
            <a:endParaRPr lang="fr-FR" sz="2800" dirty="0">
              <a:solidFill>
                <a:srgbClr val="FF0000"/>
              </a:solidFill>
            </a:endParaRPr>
          </a:p>
        </p:txBody>
      </p:sp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C5238C37-DE22-EF7D-E138-0BE8C7B02A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1192" y="6135963"/>
            <a:ext cx="11369615" cy="336752"/>
          </a:xfrm>
        </p:spPr>
        <p:txBody>
          <a:bodyPr/>
          <a:lstStyle/>
          <a:p>
            <a:pPr marL="101598" indent="0">
              <a:buNone/>
            </a:pPr>
            <a:r>
              <a:rPr lang="fr-FR" sz="1800" b="1" i="1" dirty="0"/>
              <a:t>Note</a:t>
            </a:r>
            <a:r>
              <a:rPr lang="fr-FR" sz="1800" i="1" dirty="0"/>
              <a:t>: Cet écran n’est accessible que si la génération est arrêtée.</a:t>
            </a:r>
          </a:p>
        </p:txBody>
      </p:sp>
    </p:spTree>
    <p:extLst>
      <p:ext uri="{BB962C8B-B14F-4D97-AF65-F5344CB8AC3E}">
        <p14:creationId xmlns:p14="http://schemas.microsoft.com/office/powerpoint/2010/main" val="15334817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51AA81-A5DF-3A18-38B6-020B45588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Ecran des statistiques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BDCEFA8-59A6-33CC-D69F-6DDA6E4D963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fr-FR" dirty="0"/>
              <a:t>Ecrans &amp; fonctionnalités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86E7361-FF86-741B-77FD-BFA13AC595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1738" y="1595886"/>
            <a:ext cx="6852608" cy="411156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85D6089-7A25-3467-1A11-EB17E5E06885}"/>
              </a:ext>
            </a:extLst>
          </p:cNvPr>
          <p:cNvSpPr/>
          <p:nvPr/>
        </p:nvSpPr>
        <p:spPr>
          <a:xfrm>
            <a:off x="2622969" y="1875886"/>
            <a:ext cx="3312005" cy="1661041"/>
          </a:xfrm>
          <a:prstGeom prst="rect">
            <a:avLst/>
          </a:prstGeom>
          <a:noFill/>
          <a:ln w="28575">
            <a:solidFill>
              <a:srgbClr val="2349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Légende : encadrée à une bordure 6">
            <a:extLst>
              <a:ext uri="{FF2B5EF4-FFF2-40B4-BE49-F238E27FC236}">
                <a16:creationId xmlns:a16="http://schemas.microsoft.com/office/drawing/2014/main" id="{9A4B764B-B252-CB40-E956-144836DCFE39}"/>
              </a:ext>
            </a:extLst>
          </p:cNvPr>
          <p:cNvSpPr/>
          <p:nvPr/>
        </p:nvSpPr>
        <p:spPr>
          <a:xfrm flipH="1">
            <a:off x="129397" y="2015701"/>
            <a:ext cx="2078966" cy="636461"/>
          </a:xfrm>
          <a:prstGeom prst="accentBorderCallout1">
            <a:avLst>
              <a:gd name="adj1" fmla="val 18750"/>
              <a:gd name="adj2" fmla="val -8333"/>
              <a:gd name="adj3" fmla="val 114695"/>
              <a:gd name="adj4" fmla="val -20686"/>
            </a:avLst>
          </a:prstGeom>
          <a:ln>
            <a:solidFill>
              <a:schemeClr val="tx1"/>
            </a:solidFill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Statistiques de génération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270597-BE85-DE57-3442-B8D7305DECBD}"/>
              </a:ext>
            </a:extLst>
          </p:cNvPr>
          <p:cNvSpPr/>
          <p:nvPr/>
        </p:nvSpPr>
        <p:spPr>
          <a:xfrm>
            <a:off x="6016205" y="2213429"/>
            <a:ext cx="3312005" cy="1661041"/>
          </a:xfrm>
          <a:prstGeom prst="rect">
            <a:avLst/>
          </a:prstGeom>
          <a:noFill/>
          <a:ln w="28575">
            <a:solidFill>
              <a:srgbClr val="2349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Légende : encadrée à une bordure 9">
            <a:extLst>
              <a:ext uri="{FF2B5EF4-FFF2-40B4-BE49-F238E27FC236}">
                <a16:creationId xmlns:a16="http://schemas.microsoft.com/office/drawing/2014/main" id="{02848745-633A-9681-061D-58C42EEA84E9}"/>
              </a:ext>
            </a:extLst>
          </p:cNvPr>
          <p:cNvSpPr/>
          <p:nvPr/>
        </p:nvSpPr>
        <p:spPr>
          <a:xfrm>
            <a:off x="9727721" y="2333931"/>
            <a:ext cx="2279710" cy="636461"/>
          </a:xfrm>
          <a:prstGeom prst="accentBorderCallout1">
            <a:avLst>
              <a:gd name="adj1" fmla="val 18750"/>
              <a:gd name="adj2" fmla="val -8333"/>
              <a:gd name="adj3" fmla="val 105208"/>
              <a:gd name="adj4" fmla="val -15965"/>
            </a:avLst>
          </a:prstGeom>
          <a:ln>
            <a:solidFill>
              <a:schemeClr val="tx1"/>
            </a:solidFill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Statistiques d’envoi complet du site vers le serveur distant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4E4F95-16ED-56DD-365A-95311BF21DA6}"/>
              </a:ext>
            </a:extLst>
          </p:cNvPr>
          <p:cNvSpPr/>
          <p:nvPr/>
        </p:nvSpPr>
        <p:spPr>
          <a:xfrm>
            <a:off x="6016205" y="3954313"/>
            <a:ext cx="3312005" cy="1445823"/>
          </a:xfrm>
          <a:prstGeom prst="rect">
            <a:avLst/>
          </a:prstGeom>
          <a:noFill/>
          <a:ln w="28575">
            <a:solidFill>
              <a:srgbClr val="2349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Légende : encadrée à une bordure 11">
            <a:extLst>
              <a:ext uri="{FF2B5EF4-FFF2-40B4-BE49-F238E27FC236}">
                <a16:creationId xmlns:a16="http://schemas.microsoft.com/office/drawing/2014/main" id="{E949497C-CD0A-19E6-1C77-62AFD8BAE3CF}"/>
              </a:ext>
            </a:extLst>
          </p:cNvPr>
          <p:cNvSpPr/>
          <p:nvPr/>
        </p:nvSpPr>
        <p:spPr>
          <a:xfrm>
            <a:off x="9727719" y="3954313"/>
            <a:ext cx="2279711" cy="1078205"/>
          </a:xfrm>
          <a:prstGeom prst="accentBorderCallout1">
            <a:avLst>
              <a:gd name="adj1" fmla="val 18750"/>
              <a:gd name="adj2" fmla="val -8333"/>
              <a:gd name="adj3" fmla="val 81271"/>
              <a:gd name="adj4" fmla="val -17478"/>
            </a:avLst>
          </a:prstGeom>
          <a:ln>
            <a:solidFill>
              <a:schemeClr val="tx1"/>
            </a:solidFill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Statistiques d’envoi uniquement des fichiers modifiés du site vers le serveur distant </a:t>
            </a:r>
          </a:p>
        </p:txBody>
      </p:sp>
      <p:sp>
        <p:nvSpPr>
          <p:cNvPr id="13" name="Espace réservé du texte 2">
            <a:extLst>
              <a:ext uri="{FF2B5EF4-FFF2-40B4-BE49-F238E27FC236}">
                <a16:creationId xmlns:a16="http://schemas.microsoft.com/office/drawing/2014/main" id="{1C1F426F-D783-A1FE-B636-46DF3E62F8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1192" y="6135963"/>
            <a:ext cx="11369615" cy="336752"/>
          </a:xfrm>
        </p:spPr>
        <p:txBody>
          <a:bodyPr/>
          <a:lstStyle/>
          <a:p>
            <a:pPr marL="101598" indent="0">
              <a:buNone/>
            </a:pPr>
            <a:r>
              <a:rPr lang="fr-FR" sz="1800" b="1" i="1" dirty="0"/>
              <a:t>Note</a:t>
            </a:r>
            <a:r>
              <a:rPr lang="fr-FR" sz="1800" i="1" dirty="0"/>
              <a:t>: Cet écran peut rester ouvert en même temps que l’écran principal sans gêner le fonctionnement.</a:t>
            </a:r>
          </a:p>
        </p:txBody>
      </p:sp>
    </p:spTree>
    <p:extLst>
      <p:ext uri="{BB962C8B-B14F-4D97-AF65-F5344CB8AC3E}">
        <p14:creationId xmlns:p14="http://schemas.microsoft.com/office/powerpoint/2010/main" val="5521528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5AB25890-5D2B-8A4F-90E1-E25E94E888E5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fr-FR" dirty="0"/>
              <a:t>Mise en œuvre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24F509AC-E712-3C45-AAC9-0BA6E5C35D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fr-FR" sz="1800" b="0" dirty="0"/>
              <a:t>Mise en œuvre des cas d’usage simple</a:t>
            </a:r>
          </a:p>
        </p:txBody>
      </p:sp>
      <p:sp>
        <p:nvSpPr>
          <p:cNvPr id="2" name="Espace réservé du texte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fr-FR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8377408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51AA81-A5DF-3A18-38B6-020B45588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Installation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BDCEFA8-59A6-33CC-D69F-6DDA6E4D963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fr-FR" dirty="0"/>
              <a:t>Mise en œuvre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0B0C767B-974F-E959-6140-4938A52F84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212" y="1404765"/>
            <a:ext cx="823183" cy="913733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6CC45401-B294-C0D5-5779-1E7BA73F24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37" y="3349315"/>
            <a:ext cx="2078129" cy="161246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2951444F-7147-9475-3A27-2FA4B3AC7B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236" y="5034190"/>
            <a:ext cx="2078129" cy="1612462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E5E05F2A-E7DF-257F-308E-1A8CF41AD3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3573" y="995567"/>
            <a:ext cx="2581308" cy="1991909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BC02C3AC-E04F-B414-5E71-8BE3185F2B7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83" y="2166510"/>
            <a:ext cx="1166240" cy="1094157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5C13711E-8445-48B0-1C8E-DFFF516CDC60}"/>
              </a:ext>
            </a:extLst>
          </p:cNvPr>
          <p:cNvSpPr txBox="1"/>
          <p:nvPr/>
        </p:nvSpPr>
        <p:spPr>
          <a:xfrm>
            <a:off x="2414588" y="1742407"/>
            <a:ext cx="3033882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1 – Lancer l’installeur en double cliquant sur l’icone.</a:t>
            </a:r>
          </a:p>
          <a:p>
            <a:endParaRPr lang="fr-FR" dirty="0"/>
          </a:p>
          <a:p>
            <a:r>
              <a:rPr lang="fr-FR" dirty="0"/>
              <a:t>2 – Autoriser l’installation de l’application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3 – Cliquer sur Suivant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4 – Lancer l’installation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60F54B69-1716-B667-18A0-0641A47ECF64}"/>
              </a:ext>
            </a:extLst>
          </p:cNvPr>
          <p:cNvSpPr/>
          <p:nvPr/>
        </p:nvSpPr>
        <p:spPr>
          <a:xfrm>
            <a:off x="432020" y="3023103"/>
            <a:ext cx="823183" cy="237564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 : coins arrondis 20">
            <a:extLst>
              <a:ext uri="{FF2B5EF4-FFF2-40B4-BE49-F238E27FC236}">
                <a16:creationId xmlns:a16="http://schemas.microsoft.com/office/drawing/2014/main" id="{9DED1198-CC09-A70D-6806-9F540BF394BB}"/>
              </a:ext>
            </a:extLst>
          </p:cNvPr>
          <p:cNvSpPr/>
          <p:nvPr/>
        </p:nvSpPr>
        <p:spPr>
          <a:xfrm>
            <a:off x="1552495" y="6508503"/>
            <a:ext cx="358553" cy="123848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Rectangle : coins arrondis 21">
            <a:extLst>
              <a:ext uri="{FF2B5EF4-FFF2-40B4-BE49-F238E27FC236}">
                <a16:creationId xmlns:a16="http://schemas.microsoft.com/office/drawing/2014/main" id="{5AD23E91-712A-90D5-13DA-9D47E7B49CAB}"/>
              </a:ext>
            </a:extLst>
          </p:cNvPr>
          <p:cNvSpPr/>
          <p:nvPr/>
        </p:nvSpPr>
        <p:spPr>
          <a:xfrm>
            <a:off x="1542438" y="4818561"/>
            <a:ext cx="358553" cy="123848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9F06C21A-28E0-3C09-D778-6C6F64E9ABDC}"/>
              </a:ext>
            </a:extLst>
          </p:cNvPr>
          <p:cNvSpPr txBox="1"/>
          <p:nvPr/>
        </p:nvSpPr>
        <p:spPr>
          <a:xfrm>
            <a:off x="6747580" y="3083267"/>
            <a:ext cx="472099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5 – Une fois l’installation terminée, cliquer sur Terminer (laisser la case cochée si vous souhaitez lancer l’application immédiatement)</a:t>
            </a:r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5676C6D7-4F8C-E132-EBFF-FE4964CAA91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43869" y="4815076"/>
            <a:ext cx="990600" cy="923925"/>
          </a:xfrm>
          <a:prstGeom prst="rect">
            <a:avLst/>
          </a:prstGeom>
        </p:spPr>
      </p:pic>
      <p:sp>
        <p:nvSpPr>
          <p:cNvPr id="28" name="ZoneTexte 27">
            <a:extLst>
              <a:ext uri="{FF2B5EF4-FFF2-40B4-BE49-F238E27FC236}">
                <a16:creationId xmlns:a16="http://schemas.microsoft.com/office/drawing/2014/main" id="{C271D5E0-8555-283C-16B6-6A747620EFD2}"/>
              </a:ext>
            </a:extLst>
          </p:cNvPr>
          <p:cNvSpPr txBox="1"/>
          <p:nvPr/>
        </p:nvSpPr>
        <p:spPr>
          <a:xfrm>
            <a:off x="8693661" y="4880485"/>
            <a:ext cx="30338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6 – Pour lancer l’application, double-cliquez sur l’icone qui a été ajoutée sur le bureau</a:t>
            </a:r>
          </a:p>
        </p:txBody>
      </p: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E3D19940-7302-D2FD-192E-E5478E656AB2}"/>
              </a:ext>
            </a:extLst>
          </p:cNvPr>
          <p:cNvCxnSpPr/>
          <p:nvPr/>
        </p:nvCxnSpPr>
        <p:spPr>
          <a:xfrm flipV="1">
            <a:off x="5986733" y="980322"/>
            <a:ext cx="0" cy="548953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1" name="Rectangle : coins arrondis 30">
            <a:extLst>
              <a:ext uri="{FF2B5EF4-FFF2-40B4-BE49-F238E27FC236}">
                <a16:creationId xmlns:a16="http://schemas.microsoft.com/office/drawing/2014/main" id="{1F682B0C-804A-3137-E057-E1E755FE25BA}"/>
              </a:ext>
            </a:extLst>
          </p:cNvPr>
          <p:cNvSpPr/>
          <p:nvPr/>
        </p:nvSpPr>
        <p:spPr>
          <a:xfrm>
            <a:off x="9703431" y="2834891"/>
            <a:ext cx="358553" cy="123848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68051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5AB25890-5D2B-8A4F-90E1-E25E94E888E5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fr-FR" dirty="0"/>
              <a:t>Dépannage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24F509AC-E712-3C45-AAC9-0BA6E5C35D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fr-FR" sz="1800" b="0" dirty="0"/>
              <a:t>Aide au diagnostique et à la résolution des problèmes courants</a:t>
            </a:r>
          </a:p>
        </p:txBody>
      </p:sp>
      <p:sp>
        <p:nvSpPr>
          <p:cNvPr id="2" name="Espace réservé du texte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fr-FR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1882594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51AA81-A5DF-3A18-38B6-020B45588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Principe de fonctionnement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97918DB-A234-7002-388D-E181D0CF76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2693" y="1858075"/>
            <a:ext cx="11369615" cy="4552249"/>
          </a:xfrm>
        </p:spPr>
        <p:txBody>
          <a:bodyPr/>
          <a:lstStyle/>
          <a:p>
            <a:r>
              <a:rPr lang="fr-FR" sz="1800" dirty="0"/>
              <a:t>Le logiciel « Gestion de compétition 2.0  » assure le suivi de la compétition (pesées, déroulement des combats, etc.) et transmet ces informations aux clients qui lui sont connectés.</a:t>
            </a:r>
          </a:p>
          <a:p>
            <a:r>
              <a:rPr lang="fr-FR" sz="1800" dirty="0">
                <a:latin typeface="Barlow" panose="00000500000000000000" pitchFamily="2" charset="0"/>
              </a:rPr>
              <a:t>Le logiciel « </a:t>
            </a:r>
            <a:r>
              <a:rPr lang="fr-FR" sz="1800" dirty="0" err="1">
                <a:latin typeface="Barlow" panose="00000500000000000000" pitchFamily="2" charset="0"/>
              </a:rPr>
              <a:t>PublicationSuiviCompetition</a:t>
            </a:r>
            <a:r>
              <a:rPr lang="fr-FR" sz="1800" dirty="0">
                <a:latin typeface="Barlow" panose="00000500000000000000" pitchFamily="2" charset="0"/>
              </a:rPr>
              <a:t> » reçoit et stocke les informations de déroulement.</a:t>
            </a:r>
          </a:p>
          <a:p>
            <a:r>
              <a:rPr lang="fr-FR" sz="1800" dirty="0">
                <a:latin typeface="Barlow" panose="00000500000000000000" pitchFamily="2" charset="0"/>
              </a:rPr>
              <a:t>Régulièrement, « </a:t>
            </a:r>
            <a:r>
              <a:rPr lang="fr-FR" sz="1800" dirty="0" err="1">
                <a:latin typeface="Barlow" panose="00000500000000000000" pitchFamily="2" charset="0"/>
              </a:rPr>
              <a:t>PublicationSuiviCompetition</a:t>
            </a:r>
            <a:r>
              <a:rPr lang="fr-FR" sz="1800" dirty="0">
                <a:latin typeface="Barlow" panose="00000500000000000000" pitchFamily="2" charset="0"/>
              </a:rPr>
              <a:t> » génère le contenu du site web de suivi sur la base des dernières informations de déroulement dont il dispose.</a:t>
            </a:r>
          </a:p>
          <a:p>
            <a:r>
              <a:rPr lang="fr-FR" sz="1800" dirty="0">
                <a:latin typeface="Barlow" panose="00000500000000000000" pitchFamily="2" charset="0"/>
              </a:rPr>
              <a:t>Si la publication  locale est activée: « </a:t>
            </a:r>
            <a:r>
              <a:rPr lang="fr-FR" sz="1800" dirty="0" err="1">
                <a:latin typeface="Barlow" panose="00000500000000000000" pitchFamily="2" charset="0"/>
              </a:rPr>
              <a:t>PublicationSuiviCompetition</a:t>
            </a:r>
            <a:r>
              <a:rPr lang="fr-FR" sz="1800" dirty="0">
                <a:latin typeface="Barlow" panose="00000500000000000000" pitchFamily="2" charset="0"/>
              </a:rPr>
              <a:t> » donne accès directement par une adresse web locale à la dernière version généré du site de suivi.</a:t>
            </a:r>
          </a:p>
          <a:p>
            <a:r>
              <a:rPr lang="fr-FR" sz="1800" dirty="0">
                <a:latin typeface="Barlow" panose="00000500000000000000" pitchFamily="2" charset="0"/>
              </a:rPr>
              <a:t>Si la publication distante est activée: « </a:t>
            </a:r>
            <a:r>
              <a:rPr lang="fr-FR" sz="1800" dirty="0" err="1">
                <a:latin typeface="Barlow" panose="00000500000000000000" pitchFamily="2" charset="0"/>
              </a:rPr>
              <a:t>PublicationSuiviCompetition</a:t>
            </a:r>
            <a:r>
              <a:rPr lang="fr-FR" sz="1800" dirty="0">
                <a:latin typeface="Barlow" panose="00000500000000000000" pitchFamily="2" charset="0"/>
              </a:rPr>
              <a:t> » copie par FTP sur le site du fournisseur distant la dernière version généré du site de suivi.</a:t>
            </a:r>
          </a:p>
          <a:p>
            <a:endParaRPr lang="fr-FR" sz="1800" dirty="0"/>
          </a:p>
          <a:p>
            <a:endParaRPr lang="fr-FR" sz="1800" dirty="0"/>
          </a:p>
          <a:p>
            <a:pPr marL="101598" indent="0">
              <a:buNone/>
            </a:pPr>
            <a:r>
              <a:rPr lang="fr-FR" sz="1800" b="1" i="1" dirty="0"/>
              <a:t>Note</a:t>
            </a:r>
            <a:r>
              <a:rPr lang="fr-FR" sz="1800" i="1" dirty="0"/>
              <a:t>: En cas de publication distante, l’accès des utilisateurs se fait via l’adresse distante du fournisseur internet. Il n’y a pas de lien direct avec </a:t>
            </a:r>
            <a:r>
              <a:rPr lang="fr-FR" sz="1800" i="1" dirty="0">
                <a:latin typeface="Barlow" panose="00000500000000000000" pitchFamily="2" charset="0"/>
              </a:rPr>
              <a:t>« </a:t>
            </a:r>
            <a:r>
              <a:rPr lang="fr-FR" sz="1800" i="1" dirty="0" err="1">
                <a:latin typeface="Barlow" panose="00000500000000000000" pitchFamily="2" charset="0"/>
              </a:rPr>
              <a:t>PublicationSuiviCompetition</a:t>
            </a:r>
            <a:r>
              <a:rPr lang="fr-FR" sz="1800" i="1" dirty="0">
                <a:latin typeface="Barlow" panose="00000500000000000000" pitchFamily="2" charset="0"/>
              </a:rPr>
              <a:t> ».</a:t>
            </a:r>
            <a:endParaRPr lang="fr-FR" sz="1800" i="1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BDCEFA8-59A6-33CC-D69F-6DDA6E4D963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fr-FR" dirty="0"/>
              <a:t>Dépannage</a:t>
            </a:r>
          </a:p>
        </p:txBody>
      </p:sp>
    </p:spTree>
    <p:extLst>
      <p:ext uri="{BB962C8B-B14F-4D97-AF65-F5344CB8AC3E}">
        <p14:creationId xmlns:p14="http://schemas.microsoft.com/office/powerpoint/2010/main" val="24673633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7">
            <a:extLst>
              <a:ext uri="{FF2B5EF4-FFF2-40B4-BE49-F238E27FC236}">
                <a16:creationId xmlns:a16="http://schemas.microsoft.com/office/drawing/2014/main" id="{0A28920A-A4B1-1B98-5CB7-04341E9FF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Annexe</a:t>
            </a:r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48CE4D4E-D1F7-3BE0-7833-9EB1BD2A30C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60414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A87CE6F6-4320-4BF1-A136-A65C0670D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Matrice de compatibilité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FE148435-48CF-CFA1-7757-31EB5D299CB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fr-FR" dirty="0"/>
              <a:t>Annexe</a:t>
            </a:r>
          </a:p>
        </p:txBody>
      </p:sp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21CD416E-0666-5DE4-0469-3CA38CF788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265226"/>
              </p:ext>
            </p:extLst>
          </p:nvPr>
        </p:nvGraphicFramePr>
        <p:xfrm>
          <a:off x="1697420" y="1912088"/>
          <a:ext cx="8477001" cy="3561782"/>
        </p:xfrm>
        <a:graphic>
          <a:graphicData uri="http://schemas.openxmlformats.org/drawingml/2006/table">
            <a:tbl>
              <a:tblPr>
                <a:tableStyleId>{7DF18680-E054-41AD-8BC1-D1AEF772440D}</a:tableStyleId>
              </a:tblPr>
              <a:tblGrid>
                <a:gridCol w="554503">
                  <a:extLst>
                    <a:ext uri="{9D8B030D-6E8A-4147-A177-3AD203B41FA5}">
                      <a16:colId xmlns:a16="http://schemas.microsoft.com/office/drawing/2014/main" val="3736857135"/>
                    </a:ext>
                  </a:extLst>
                </a:gridCol>
                <a:gridCol w="1265408">
                  <a:extLst>
                    <a:ext uri="{9D8B030D-6E8A-4147-A177-3AD203B41FA5}">
                      <a16:colId xmlns:a16="http://schemas.microsoft.com/office/drawing/2014/main" val="3696878891"/>
                    </a:ext>
                  </a:extLst>
                </a:gridCol>
                <a:gridCol w="870268">
                  <a:extLst>
                    <a:ext uri="{9D8B030D-6E8A-4147-A177-3AD203B41FA5}">
                      <a16:colId xmlns:a16="http://schemas.microsoft.com/office/drawing/2014/main" val="2257898591"/>
                    </a:ext>
                  </a:extLst>
                </a:gridCol>
                <a:gridCol w="870268">
                  <a:extLst>
                    <a:ext uri="{9D8B030D-6E8A-4147-A177-3AD203B41FA5}">
                      <a16:colId xmlns:a16="http://schemas.microsoft.com/office/drawing/2014/main" val="2384296798"/>
                    </a:ext>
                  </a:extLst>
                </a:gridCol>
                <a:gridCol w="870268">
                  <a:extLst>
                    <a:ext uri="{9D8B030D-6E8A-4147-A177-3AD203B41FA5}">
                      <a16:colId xmlns:a16="http://schemas.microsoft.com/office/drawing/2014/main" val="618733032"/>
                    </a:ext>
                  </a:extLst>
                </a:gridCol>
                <a:gridCol w="870268">
                  <a:extLst>
                    <a:ext uri="{9D8B030D-6E8A-4147-A177-3AD203B41FA5}">
                      <a16:colId xmlns:a16="http://schemas.microsoft.com/office/drawing/2014/main" val="3964921429"/>
                    </a:ext>
                  </a:extLst>
                </a:gridCol>
                <a:gridCol w="870268">
                  <a:extLst>
                    <a:ext uri="{9D8B030D-6E8A-4147-A177-3AD203B41FA5}">
                      <a16:colId xmlns:a16="http://schemas.microsoft.com/office/drawing/2014/main" val="2528599786"/>
                    </a:ext>
                  </a:extLst>
                </a:gridCol>
                <a:gridCol w="870268">
                  <a:extLst>
                    <a:ext uri="{9D8B030D-6E8A-4147-A177-3AD203B41FA5}">
                      <a16:colId xmlns:a16="http://schemas.microsoft.com/office/drawing/2014/main" val="2631112101"/>
                    </a:ext>
                  </a:extLst>
                </a:gridCol>
                <a:gridCol w="1435482">
                  <a:extLst>
                    <a:ext uri="{9D8B030D-6E8A-4147-A177-3AD203B41FA5}">
                      <a16:colId xmlns:a16="http://schemas.microsoft.com/office/drawing/2014/main" val="1640724778"/>
                    </a:ext>
                  </a:extLst>
                </a:gridCol>
              </a:tblGrid>
              <a:tr h="727366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 anchor="ctr"/>
                </a:tc>
                <a:tc gridSpan="7">
                  <a:txBody>
                    <a:bodyPr/>
                    <a:lstStyle/>
                    <a:p>
                      <a:pPr algn="ctr"/>
                      <a:r>
                        <a:rPr lang="fr-FR" sz="1800" dirty="0" err="1">
                          <a:solidFill>
                            <a:schemeClr val="bg1"/>
                          </a:solidFill>
                        </a:rPr>
                        <a:t>PublicationSuiviCompetition</a:t>
                      </a:r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3834373"/>
                  </a:ext>
                </a:extLst>
              </a:tr>
              <a:tr h="727366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1.0.0.0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1.1.0.0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1.1.1.0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1.1.1.1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1.1.1.2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1.1.1.3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1.2.0.0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517425"/>
                  </a:ext>
                </a:extLst>
              </a:tr>
              <a:tr h="421410">
                <a:tc row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Gestion de compétition 2.0</a:t>
                      </a:r>
                    </a:p>
                  </a:txBody>
                  <a:tcPr vert="vert27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1.2.5.1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9122409"/>
                  </a:ext>
                </a:extLst>
              </a:tr>
              <a:tr h="421410">
                <a:tc vMerge="1"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1.2.6.0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 anchor="ctr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4935851"/>
                  </a:ext>
                </a:extLst>
              </a:tr>
              <a:tr h="421410">
                <a:tc vMerge="1"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1.2.6.1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 anchor="ctr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6006590"/>
                  </a:ext>
                </a:extLst>
              </a:tr>
              <a:tr h="421410">
                <a:tc vMerge="1"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1.2.6.3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 anchor="ctr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6719246"/>
                  </a:ext>
                </a:extLst>
              </a:tr>
              <a:tr h="421410">
                <a:tc vMerge="1"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1.2.6.5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 anchor="ctr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1909874"/>
                  </a:ext>
                </a:extLst>
              </a:tr>
            </a:tbl>
          </a:graphicData>
        </a:graphic>
      </p:graphicFrame>
      <p:graphicFrame>
        <p:nvGraphicFramePr>
          <p:cNvPr id="9" name="Tableau 8">
            <a:extLst>
              <a:ext uri="{FF2B5EF4-FFF2-40B4-BE49-F238E27FC236}">
                <a16:creationId xmlns:a16="http://schemas.microsoft.com/office/drawing/2014/main" id="{4E2F8476-1D9B-F59F-3B36-E33FE3A033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5101607"/>
              </p:ext>
            </p:extLst>
          </p:nvPr>
        </p:nvGraphicFramePr>
        <p:xfrm>
          <a:off x="1505207" y="5963403"/>
          <a:ext cx="8861428" cy="528202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1028700">
                  <a:extLst>
                    <a:ext uri="{9D8B030D-6E8A-4147-A177-3AD203B41FA5}">
                      <a16:colId xmlns:a16="http://schemas.microsoft.com/office/drawing/2014/main" val="359222285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765939601"/>
                    </a:ext>
                  </a:extLst>
                </a:gridCol>
                <a:gridCol w="4962525">
                  <a:extLst>
                    <a:ext uri="{9D8B030D-6E8A-4147-A177-3AD203B41FA5}">
                      <a16:colId xmlns:a16="http://schemas.microsoft.com/office/drawing/2014/main" val="3432360843"/>
                    </a:ext>
                  </a:extLst>
                </a:gridCol>
                <a:gridCol w="1651003">
                  <a:extLst>
                    <a:ext uri="{9D8B030D-6E8A-4147-A177-3AD203B41FA5}">
                      <a16:colId xmlns:a16="http://schemas.microsoft.com/office/drawing/2014/main" val="317854955"/>
                    </a:ext>
                  </a:extLst>
                </a:gridCol>
              </a:tblGrid>
              <a:tr h="528202">
                <a:tc>
                  <a:txBody>
                    <a:bodyPr/>
                    <a:lstStyle/>
                    <a:p>
                      <a:pPr algn="r"/>
                      <a:r>
                        <a:rPr lang="fr-FR" sz="1400" i="1" dirty="0"/>
                        <a:t>Légende: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1400" i="1" dirty="0"/>
                        <a:t>Compatible</a:t>
                      </a:r>
                    </a:p>
                  </a:txBody>
                  <a:tcPr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400" i="1" dirty="0"/>
                        <a:t>Utilisable mais certaines données peuvent ne pas s’afficher correctement</a:t>
                      </a: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400" i="1" dirty="0"/>
                        <a:t>Incompatible</a:t>
                      </a:r>
                    </a:p>
                  </a:txBody>
                  <a:tcPr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32998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96302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A87CE6F6-4320-4BF1-A136-A65C0670D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Historique des versions</a:t>
            </a:r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413A7101-73A3-9752-1C42-D8A6184713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7871" y="1719483"/>
            <a:ext cx="11240253" cy="4862292"/>
          </a:xfrm>
        </p:spPr>
        <p:txBody>
          <a:bodyPr/>
          <a:lstStyle/>
          <a:p>
            <a:r>
              <a:rPr lang="fr-FR" sz="1200" b="1" dirty="0">
                <a:latin typeface="Barlow" panose="00000500000000000000" pitchFamily="2" charset="0"/>
              </a:rPr>
              <a:t>v1.2.0.0 – 06/02/2024</a:t>
            </a:r>
          </a:p>
          <a:p>
            <a:pPr lvl="1"/>
            <a:r>
              <a:rPr lang="fr-FR" sz="1200" dirty="0">
                <a:latin typeface="Barlow" panose="00000500000000000000" pitchFamily="2" charset="0"/>
              </a:rPr>
              <a:t>Ajout de la gestion de la chambre d'appel</a:t>
            </a:r>
          </a:p>
          <a:p>
            <a:pPr lvl="1"/>
            <a:r>
              <a:rPr lang="fr-FR" sz="1200" dirty="0">
                <a:latin typeface="Barlow" panose="00000500000000000000" pitchFamily="2" charset="0"/>
              </a:rPr>
              <a:t>Correction graphique</a:t>
            </a:r>
          </a:p>
          <a:p>
            <a:pPr lvl="1"/>
            <a:r>
              <a:rPr lang="fr-FR" sz="1200" dirty="0">
                <a:latin typeface="Barlow" panose="00000500000000000000" pitchFamily="2" charset="0"/>
              </a:rPr>
              <a:t>Amélioration de l'affichage des pages</a:t>
            </a:r>
          </a:p>
          <a:p>
            <a:r>
              <a:rPr lang="fr-FR" sz="1200" b="1" dirty="0">
                <a:latin typeface="Barlow" panose="00000500000000000000" pitchFamily="2" charset="0"/>
              </a:rPr>
              <a:t>v1.1.1.3 – 06/12/2023</a:t>
            </a:r>
          </a:p>
          <a:p>
            <a:pPr lvl="1"/>
            <a:r>
              <a:rPr lang="fr-FR" sz="1200" dirty="0">
                <a:latin typeface="Barlow" panose="00000500000000000000" pitchFamily="2" charset="0"/>
              </a:rPr>
              <a:t>Correction du non affichage du </a:t>
            </a:r>
            <a:r>
              <a:rPr lang="fr-FR" sz="1200" dirty="0" err="1">
                <a:latin typeface="Barlow" panose="00000500000000000000" pitchFamily="2" charset="0"/>
              </a:rPr>
              <a:t>status</a:t>
            </a:r>
            <a:r>
              <a:rPr lang="fr-FR" sz="1200" dirty="0">
                <a:latin typeface="Barlow" panose="00000500000000000000" pitchFamily="2" charset="0"/>
              </a:rPr>
              <a:t> FTP en cas de nettoyage</a:t>
            </a:r>
          </a:p>
          <a:p>
            <a:pPr lvl="1"/>
            <a:r>
              <a:rPr lang="fr-FR" sz="1200" dirty="0">
                <a:latin typeface="Barlow" panose="00000500000000000000" pitchFamily="2" charset="0"/>
              </a:rPr>
              <a:t>Correction d'un bug FTP Not a Regular File en </a:t>
            </a:r>
            <a:r>
              <a:rPr lang="fr-FR" sz="1200" dirty="0" err="1">
                <a:latin typeface="Barlow" panose="00000500000000000000" pitchFamily="2" charset="0"/>
              </a:rPr>
              <a:t>debut</a:t>
            </a:r>
            <a:r>
              <a:rPr lang="fr-FR" sz="1200" dirty="0">
                <a:latin typeface="Barlow" panose="00000500000000000000" pitchFamily="2" charset="0"/>
              </a:rPr>
              <a:t> de </a:t>
            </a:r>
            <a:r>
              <a:rPr lang="fr-FR" sz="1200" dirty="0" err="1">
                <a:latin typeface="Barlow" panose="00000500000000000000" pitchFamily="2" charset="0"/>
              </a:rPr>
              <a:t>competition</a:t>
            </a:r>
            <a:endParaRPr lang="fr-FR" sz="1200" dirty="0">
              <a:latin typeface="Barlow" panose="00000500000000000000" pitchFamily="2" charset="0"/>
            </a:endParaRPr>
          </a:p>
          <a:p>
            <a:r>
              <a:rPr lang="fr-FR" sz="1200" b="1" dirty="0">
                <a:latin typeface="Barlow" panose="00000500000000000000" pitchFamily="2" charset="0"/>
              </a:rPr>
              <a:t>v1.1.1.2 – 25/11/2023</a:t>
            </a:r>
          </a:p>
          <a:p>
            <a:pPr lvl="1"/>
            <a:r>
              <a:rPr lang="fr-FR" sz="1200" dirty="0">
                <a:latin typeface="Barlow" panose="00000500000000000000" pitchFamily="2" charset="0"/>
              </a:rPr>
              <a:t>Correction anomalie en cas d'écartement Ligue</a:t>
            </a:r>
          </a:p>
          <a:p>
            <a:r>
              <a:rPr lang="fr-FR" sz="1200" b="1" dirty="0">
                <a:latin typeface="Barlow" panose="00000500000000000000" pitchFamily="2" charset="0"/>
              </a:rPr>
              <a:t>v1.1.1.1 – 23/11/2023</a:t>
            </a:r>
          </a:p>
          <a:p>
            <a:pPr lvl="1"/>
            <a:r>
              <a:rPr lang="fr-FR" sz="1200" dirty="0">
                <a:latin typeface="Barlow" panose="00000500000000000000" pitchFamily="2" charset="0"/>
              </a:rPr>
              <a:t>Prise en compte des certificats serveurs auto approuvés</a:t>
            </a:r>
          </a:p>
          <a:p>
            <a:r>
              <a:rPr lang="fr-FR" sz="1200" b="1" dirty="0">
                <a:latin typeface="Barlow" panose="00000500000000000000" pitchFamily="2" charset="0"/>
              </a:rPr>
              <a:t>v1.1.1.0 – 22/10/2023</a:t>
            </a:r>
          </a:p>
          <a:p>
            <a:pPr lvl="1"/>
            <a:r>
              <a:rPr lang="fr-FR" sz="1200" dirty="0">
                <a:latin typeface="Barlow" panose="00000500000000000000" pitchFamily="2" charset="0"/>
              </a:rPr>
              <a:t>Migration vers Installeur </a:t>
            </a:r>
            <a:r>
              <a:rPr lang="fr-FR" sz="1200" dirty="0" err="1">
                <a:latin typeface="Barlow" panose="00000500000000000000" pitchFamily="2" charset="0"/>
              </a:rPr>
              <a:t>innoSetup</a:t>
            </a:r>
            <a:endParaRPr lang="fr-FR" sz="1200" dirty="0">
              <a:latin typeface="Barlow" panose="00000500000000000000" pitchFamily="2" charset="0"/>
            </a:endParaRPr>
          </a:p>
          <a:p>
            <a:r>
              <a:rPr lang="fr-FR" sz="1200" b="1" dirty="0">
                <a:latin typeface="Barlow" panose="00000500000000000000" pitchFamily="2" charset="0"/>
              </a:rPr>
              <a:t>v1.1.0.0 – 19/09/2023</a:t>
            </a:r>
          </a:p>
          <a:p>
            <a:pPr lvl="1"/>
            <a:r>
              <a:rPr lang="fr-FR" sz="1200" dirty="0">
                <a:latin typeface="Barlow" panose="00000500000000000000" pitchFamily="2" charset="0"/>
              </a:rPr>
              <a:t>Modernisation du design du site web (changement de librairie vers W3.CSS).</a:t>
            </a:r>
          </a:p>
          <a:p>
            <a:pPr lvl="1"/>
            <a:r>
              <a:rPr lang="fr-FR" sz="1200" dirty="0">
                <a:latin typeface="Barlow" panose="00000500000000000000" pitchFamily="2" charset="0"/>
              </a:rPr>
              <a:t>Amélioration de la gestion FTP</a:t>
            </a:r>
          </a:p>
          <a:p>
            <a:r>
              <a:rPr lang="fr-FR" sz="1200" b="1" dirty="0">
                <a:latin typeface="Barlow" panose="00000500000000000000" pitchFamily="2" charset="0"/>
              </a:rPr>
              <a:t>v1.0.0.0 – 25/04/2023</a:t>
            </a:r>
          </a:p>
          <a:p>
            <a:pPr lvl="1"/>
            <a:r>
              <a:rPr lang="fr-FR" sz="1200" dirty="0">
                <a:latin typeface="Barlow" panose="00000500000000000000" pitchFamily="2" charset="0"/>
              </a:rPr>
              <a:t>Version initiale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FE148435-48CF-CFA1-7757-31EB5D299CB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fr-FR" dirty="0"/>
              <a:t>Annexe</a:t>
            </a:r>
          </a:p>
        </p:txBody>
      </p:sp>
    </p:spTree>
    <p:extLst>
      <p:ext uri="{BB962C8B-B14F-4D97-AF65-F5344CB8AC3E}">
        <p14:creationId xmlns:p14="http://schemas.microsoft.com/office/powerpoint/2010/main" val="210242704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34A2E28-8332-4A52-825F-FE0C7BBC4CC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algn="ctr"/>
            <a:r>
              <a:rPr lang="fr-FR" sz="1300" b="1" dirty="0"/>
              <a:t>CONTACT</a:t>
            </a:r>
          </a:p>
          <a:p>
            <a:pPr algn="ctr"/>
            <a:r>
              <a:rPr lang="fr-FR" dirty="0"/>
              <a:t>Daniel GARRIVIER</a:t>
            </a:r>
          </a:p>
          <a:p>
            <a:pPr algn="ctr"/>
            <a:r>
              <a:rPr lang="fr-FR" dirty="0"/>
              <a:t>ext.daniel.garrivier@ffjudo.com</a:t>
            </a:r>
          </a:p>
          <a:p>
            <a:pPr algn="ctr"/>
            <a:r>
              <a:rPr lang="fr-FR" dirty="0"/>
              <a:t>-- -- -- -- --</a:t>
            </a:r>
          </a:p>
        </p:txBody>
      </p:sp>
    </p:spTree>
    <p:extLst>
      <p:ext uri="{BB962C8B-B14F-4D97-AF65-F5344CB8AC3E}">
        <p14:creationId xmlns:p14="http://schemas.microsoft.com/office/powerpoint/2010/main" val="929188241"/>
      </p:ext>
    </p:extLst>
  </p:cSld>
  <p:clrMapOvr>
    <a:masterClrMapping/>
  </p:clrMapOvr>
</p:sld>
</file>

<file path=ppt/theme/theme1.xml><?xml version="1.0" encoding="utf-8"?>
<a:theme xmlns:a="http://schemas.openxmlformats.org/drawingml/2006/main" name="Template FFJD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DELE PRESENTATION FFJDA.pptx" id="{6ADBFADA-0158-4E1B-9FA4-BAB3B4423016}" vid="{CA8A6674-F4ED-4B61-ABA0-31B973694F17}"/>
    </a:ext>
  </a:extLst>
</a:theme>
</file>

<file path=ppt/theme/theme2.xml><?xml version="1.0" encoding="utf-8"?>
<a:theme xmlns:a="http://schemas.openxmlformats.org/drawingml/2006/main" name="2_Template FFJD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DELE PRESENTATION FFJDA.pptx" id="{6ADBFADA-0158-4E1B-9FA4-BAB3B4423016}" vid="{317BEDE3-203A-4E66-A0B0-85E35BE9F342}"/>
    </a:ext>
  </a:extLst>
</a:theme>
</file>

<file path=ppt/theme/theme3.xml><?xml version="1.0" encoding="utf-8"?>
<a:theme xmlns:a="http://schemas.openxmlformats.org/drawingml/2006/main" name="3_Template FFJD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DELE PRESENTATION FFJDA.pptx" id="{6ADBFADA-0158-4E1B-9FA4-BAB3B4423016}" vid="{317BEDE3-203A-4E66-A0B0-85E35BE9F342}"/>
    </a:ext>
  </a:extLst>
</a:theme>
</file>

<file path=ppt/theme/theme4.xml><?xml version="1.0" encoding="utf-8"?>
<a:theme xmlns:a="http://schemas.openxmlformats.org/drawingml/2006/main" name="4_Template FFJD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DELE PRESENTATION FFJDA.pptx" id="{6ADBFADA-0158-4E1B-9FA4-BAB3B4423016}" vid="{317BEDE3-203A-4E66-A0B0-85E35BE9F342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4D69007D53E474D873D1C4BCA1E8F18" ma:contentTypeVersion="15" ma:contentTypeDescription="Crée un document." ma:contentTypeScope="" ma:versionID="b94b5753296409f7397b66632584fdb0">
  <xsd:schema xmlns:xsd="http://www.w3.org/2001/XMLSchema" xmlns:xs="http://www.w3.org/2001/XMLSchema" xmlns:p="http://schemas.microsoft.com/office/2006/metadata/properties" xmlns:ns2="f9bf1094-3609-4046-a6fd-76c9c0caa714" xmlns:ns3="5d7a3535-6ccc-4381-989f-ae061031b78e" targetNamespace="http://schemas.microsoft.com/office/2006/metadata/properties" ma:root="true" ma:fieldsID="fee6db9217be9a70816f6107f4b0cedb" ns2:_="" ns3:_="">
    <xsd:import namespace="f9bf1094-3609-4046-a6fd-76c9c0caa714"/>
    <xsd:import namespace="5d7a3535-6ccc-4381-989f-ae061031b78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9bf1094-3609-4046-a6fd-76c9c0caa7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Balises d’images" ma:readOnly="false" ma:fieldId="{5cf76f15-5ced-4ddc-b409-7134ff3c332f}" ma:taxonomyMulti="true" ma:sspId="4ac12db7-0135-45bb-ac12-848fabb1bcf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7a3535-6ccc-4381-989f-ae061031b78e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7703bd99-27bb-4d1f-985d-473908c9c069}" ma:internalName="TaxCatchAll" ma:showField="CatchAllData" ma:web="5d7a3535-6ccc-4381-989f-ae061031b78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d7a3535-6ccc-4381-989f-ae061031b78e" xsi:nil="true"/>
    <lcf76f155ced4ddcb4097134ff3c332f xmlns="f9bf1094-3609-4046-a6fd-76c9c0caa714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23C0DE2-5723-4EBE-BB67-CD0D7BAFEF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9bf1094-3609-4046-a6fd-76c9c0caa714"/>
    <ds:schemaRef ds:uri="5d7a3535-6ccc-4381-989f-ae061031b78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7867E26-7D2E-4C08-8937-A5EDA2DC982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397F285-9F9C-4CEA-8DC8-CF9392934C5A}">
  <ds:schemaRefs>
    <ds:schemaRef ds:uri="http://purl.org/dc/terms/"/>
    <ds:schemaRef ds:uri="http://purl.org/dc/dcmitype/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http://schemas.microsoft.com/office/infopath/2007/PartnerControls"/>
    <ds:schemaRef ds:uri="f9bf1094-3609-4046-a6fd-76c9c0caa714"/>
    <ds:schemaRef ds:uri="http://schemas.microsoft.com/office/2006/metadata/properties"/>
    <ds:schemaRef ds:uri="5d7a3535-6ccc-4381-989f-ae061031b78e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MODELE PRESENTATION FFJDA</Template>
  <TotalTime>3359</TotalTime>
  <Words>1502</Words>
  <Application>Microsoft Office PowerPoint</Application>
  <PresentationFormat>Grand écran</PresentationFormat>
  <Paragraphs>200</Paragraphs>
  <Slides>23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4</vt:i4>
      </vt:variant>
      <vt:variant>
        <vt:lpstr>Titres des diapositives</vt:lpstr>
      </vt:variant>
      <vt:variant>
        <vt:i4>23</vt:i4>
      </vt:variant>
    </vt:vector>
  </HeadingPairs>
  <TitlesOfParts>
    <vt:vector size="35" baseType="lpstr">
      <vt:lpstr>Arial</vt:lpstr>
      <vt:lpstr>Barlow</vt:lpstr>
      <vt:lpstr>Calibri</vt:lpstr>
      <vt:lpstr>Inria Sans</vt:lpstr>
      <vt:lpstr>Inria Sans Light</vt:lpstr>
      <vt:lpstr>Inria Serif</vt:lpstr>
      <vt:lpstr>Montserrat</vt:lpstr>
      <vt:lpstr>Wingdings</vt:lpstr>
      <vt:lpstr>Template FFJDA</vt:lpstr>
      <vt:lpstr>2_Template FFJDA</vt:lpstr>
      <vt:lpstr>3_Template FFJDA</vt:lpstr>
      <vt:lpstr>4_Template FFJDA</vt:lpstr>
      <vt:lpstr>Présentation PowerPoint</vt:lpstr>
      <vt:lpstr>Présentation PowerPoint</vt:lpstr>
      <vt:lpstr>Description générale</vt:lpstr>
      <vt:lpstr>Aperçu du logiciel</vt:lpstr>
      <vt:lpstr>Configuration nécessaire</vt:lpstr>
      <vt:lpstr>Principe de fonctionnement</vt:lpstr>
      <vt:lpstr>Ecrans &amp; fonctionnalités</vt:lpstr>
      <vt:lpstr>Principe de fonctionnement</vt:lpstr>
      <vt:lpstr>Ecran Principal</vt:lpstr>
      <vt:lpstr>Ecran Principal</vt:lpstr>
      <vt:lpstr>Ecran Principal</vt:lpstr>
      <vt:lpstr>Ecran Principal</vt:lpstr>
      <vt:lpstr>Ecran de connexion à une compétition</vt:lpstr>
      <vt:lpstr>Ecran de Configuration</vt:lpstr>
      <vt:lpstr>Ecran des statistiques</vt:lpstr>
      <vt:lpstr>Mise en œuvre</vt:lpstr>
      <vt:lpstr>Installation</vt:lpstr>
      <vt:lpstr>Dépannage</vt:lpstr>
      <vt:lpstr>Principe de fonctionnement</vt:lpstr>
      <vt:lpstr>Annexe</vt:lpstr>
      <vt:lpstr>Matrice de compatibilité</vt:lpstr>
      <vt:lpstr>Historique des versions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Gizem  CANER</dc:creator>
  <cp:lastModifiedBy>Daniel GARRIVIER</cp:lastModifiedBy>
  <cp:revision>50</cp:revision>
  <dcterms:created xsi:type="dcterms:W3CDTF">2021-04-26T15:18:08Z</dcterms:created>
  <dcterms:modified xsi:type="dcterms:W3CDTF">2024-03-10T17:52:39Z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0x01010094D69007D53E474D873D1C4BCA1E8F18</vt:lpwstr>
  </property>
  <property fmtid="{D5CDD505-2E9C-101B-9397-08002B2CF9AE}" pid="3" name="MediaServiceImageTags">
    <vt:lpwstr/>
  </property>
</Properties>
</file>