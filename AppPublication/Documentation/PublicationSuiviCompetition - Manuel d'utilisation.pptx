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3.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0" r:id="rId4"/>
    <p:sldMasterId id="2147483772" r:id="rId5"/>
    <p:sldMasterId id="2147483793" r:id="rId6"/>
    <p:sldMasterId id="2147483809" r:id="rId7"/>
  </p:sldMasterIdLst>
  <p:notesMasterIdLst>
    <p:notesMasterId r:id="rId64"/>
  </p:notesMasterIdLst>
  <p:handoutMasterIdLst>
    <p:handoutMasterId r:id="rId65"/>
  </p:handoutMasterIdLst>
  <p:sldIdLst>
    <p:sldId id="293" r:id="rId8"/>
    <p:sldId id="299" r:id="rId9"/>
    <p:sldId id="279" r:id="rId10"/>
    <p:sldId id="300" r:id="rId11"/>
    <p:sldId id="301" r:id="rId12"/>
    <p:sldId id="308" r:id="rId13"/>
    <p:sldId id="345" r:id="rId14"/>
    <p:sldId id="309" r:id="rId15"/>
    <p:sldId id="310" r:id="rId16"/>
    <p:sldId id="341" r:id="rId17"/>
    <p:sldId id="323" r:id="rId18"/>
    <p:sldId id="340" r:id="rId19"/>
    <p:sldId id="346" r:id="rId20"/>
    <p:sldId id="342" r:id="rId21"/>
    <p:sldId id="354" r:id="rId22"/>
    <p:sldId id="307" r:id="rId23"/>
    <p:sldId id="313" r:id="rId24"/>
    <p:sldId id="347" r:id="rId25"/>
    <p:sldId id="317" r:id="rId26"/>
    <p:sldId id="318" r:id="rId27"/>
    <p:sldId id="336" r:id="rId28"/>
    <p:sldId id="319" r:id="rId29"/>
    <p:sldId id="350" r:id="rId30"/>
    <p:sldId id="349" r:id="rId31"/>
    <p:sldId id="337" r:id="rId32"/>
    <p:sldId id="320" r:id="rId33"/>
    <p:sldId id="348" r:id="rId34"/>
    <p:sldId id="314" r:id="rId35"/>
    <p:sldId id="351" r:id="rId36"/>
    <p:sldId id="315" r:id="rId37"/>
    <p:sldId id="321" r:id="rId38"/>
    <p:sldId id="322" r:id="rId39"/>
    <p:sldId id="316" r:id="rId40"/>
    <p:sldId id="338" r:id="rId41"/>
    <p:sldId id="339" r:id="rId42"/>
    <p:sldId id="311" r:id="rId43"/>
    <p:sldId id="312" r:id="rId44"/>
    <p:sldId id="334" r:id="rId45"/>
    <p:sldId id="335" r:id="rId46"/>
    <p:sldId id="352" r:id="rId47"/>
    <p:sldId id="303" r:id="rId48"/>
    <p:sldId id="304" r:id="rId49"/>
    <p:sldId id="353" r:id="rId50"/>
    <p:sldId id="306" r:id="rId51"/>
    <p:sldId id="344" r:id="rId52"/>
    <p:sldId id="326" r:id="rId53"/>
    <p:sldId id="329" r:id="rId54"/>
    <p:sldId id="327" r:id="rId55"/>
    <p:sldId id="328" r:id="rId56"/>
    <p:sldId id="330" r:id="rId57"/>
    <p:sldId id="331" r:id="rId58"/>
    <p:sldId id="332" r:id="rId59"/>
    <p:sldId id="343" r:id="rId60"/>
    <p:sldId id="356" r:id="rId61"/>
    <p:sldId id="355" r:id="rId62"/>
    <p:sldId id="297" r:id="rId63"/>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ECF6F9"/>
    <a:srgbClr val="FFFFFF"/>
    <a:srgbClr val="F6F2F3"/>
    <a:srgbClr val="494A4D"/>
    <a:srgbClr val="2349E3"/>
    <a:srgbClr val="1938FF"/>
    <a:srgbClr val="090095"/>
    <a:srgbClr val="1938B3"/>
    <a:srgbClr val="0A009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442" autoAdjust="0"/>
    <p:restoredTop sz="96005" autoAdjust="0"/>
  </p:normalViewPr>
  <p:slideViewPr>
    <p:cSldViewPr snapToGrid="0">
      <p:cViewPr varScale="1">
        <p:scale>
          <a:sx n="111" d="100"/>
          <a:sy n="111" d="100"/>
        </p:scale>
        <p:origin x="798" y="7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7" d="100"/>
          <a:sy n="87" d="100"/>
        </p:scale>
        <p:origin x="3840" y="6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9.xml"/><Relationship Id="rId21" Type="http://schemas.openxmlformats.org/officeDocument/2006/relationships/slide" Target="slides/slide14.xml"/><Relationship Id="rId42" Type="http://schemas.openxmlformats.org/officeDocument/2006/relationships/slide" Target="slides/slide35.xml"/><Relationship Id="rId47" Type="http://schemas.openxmlformats.org/officeDocument/2006/relationships/slide" Target="slides/slide40.xml"/><Relationship Id="rId63" Type="http://schemas.openxmlformats.org/officeDocument/2006/relationships/slide" Target="slides/slide56.xml"/><Relationship Id="rId68" Type="http://schemas.openxmlformats.org/officeDocument/2006/relationships/theme" Target="theme/theme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66" Type="http://schemas.openxmlformats.org/officeDocument/2006/relationships/presProps" Target="presProps.xml"/><Relationship Id="rId5" Type="http://schemas.openxmlformats.org/officeDocument/2006/relationships/slideMaster" Target="slideMasters/slideMaster2.xml"/><Relationship Id="rId61" Type="http://schemas.openxmlformats.org/officeDocument/2006/relationships/slide" Target="slides/slide54.xml"/><Relationship Id="rId19" Type="http://schemas.openxmlformats.org/officeDocument/2006/relationships/slide" Target="slides/slide1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notesMaster" Target="notesMasters/notesMaster1.xml"/><Relationship Id="rId69" Type="http://schemas.openxmlformats.org/officeDocument/2006/relationships/tableStyles" Target="tableStyles.xml"/><Relationship Id="rId8" Type="http://schemas.openxmlformats.org/officeDocument/2006/relationships/slide" Target="slides/slide1.xml"/><Relationship Id="rId51" Type="http://schemas.openxmlformats.org/officeDocument/2006/relationships/slide" Target="slides/slide44.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slide" Target="slides/slide52.xml"/><Relationship Id="rId67" Type="http://schemas.openxmlformats.org/officeDocument/2006/relationships/viewProps" Target="viewProps.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slide" Target="slides/slide55.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slide" Target="slides/slide53.xml"/><Relationship Id="rId65"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2.xml"/><Relationship Id="rId13" Type="http://schemas.openxmlformats.org/officeDocument/2006/relationships/slide" Target="slides/slide6.xml"/><Relationship Id="rId18" Type="http://schemas.openxmlformats.org/officeDocument/2006/relationships/slide" Target="slides/slide11.xml"/><Relationship Id="rId39" Type="http://schemas.openxmlformats.org/officeDocument/2006/relationships/slide" Target="slides/slide32.xml"/><Relationship Id="rId34" Type="http://schemas.openxmlformats.org/officeDocument/2006/relationships/slide" Target="slides/slide27.xml"/><Relationship Id="rId50" Type="http://schemas.openxmlformats.org/officeDocument/2006/relationships/slide" Target="slides/slide43.xml"/><Relationship Id="rId55"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C3BF6A08-B74A-44A1-9B6E-638842E0A1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B8964490-8121-478B-8E6C-0F40F899632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C9C06B-3A03-409A-B425-472FC6ED632E}" type="datetimeFigureOut">
              <a:rPr lang="fr-FR" smtClean="0"/>
              <a:t>08/04/2026</a:t>
            </a:fld>
            <a:endParaRPr lang="fr-FR"/>
          </a:p>
        </p:txBody>
      </p:sp>
      <p:sp>
        <p:nvSpPr>
          <p:cNvPr id="4" name="Espace réservé du pied de page 3">
            <a:extLst>
              <a:ext uri="{FF2B5EF4-FFF2-40B4-BE49-F238E27FC236}">
                <a16:creationId xmlns:a16="http://schemas.microsoft.com/office/drawing/2014/main" id="{74ADCB54-6559-417C-B0B0-4A1CC58326B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09DC06BD-BA68-43B5-ADD5-0CC16EE49B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ADFDC2C-F50E-4BF3-9C13-9F892CB323EC}" type="slidenum">
              <a:rPr lang="fr-FR" smtClean="0"/>
              <a:t>‹N°›</a:t>
            </a:fld>
            <a:endParaRPr lang="fr-FR"/>
          </a:p>
        </p:txBody>
      </p:sp>
    </p:spTree>
    <p:extLst>
      <p:ext uri="{BB962C8B-B14F-4D97-AF65-F5344CB8AC3E}">
        <p14:creationId xmlns:p14="http://schemas.microsoft.com/office/powerpoint/2010/main" val="3236254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F3F09E-A5E2-4FD2-AA48-324D4F0E8F41}" type="datetimeFigureOut">
              <a:rPr lang="fr"/>
              <a:t>08/04/2026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AC06C-F8C2-46C2-88FF-6CBC2099D08A}" type="slidenum">
              <a:rPr lang="fr"/>
              <a:t>‹N°›</a:t>
            </a:fld>
            <a:endParaRPr lang="en-US"/>
          </a:p>
        </p:txBody>
      </p:sp>
    </p:spTree>
    <p:extLst>
      <p:ext uri="{BB962C8B-B14F-4D97-AF65-F5344CB8AC3E}">
        <p14:creationId xmlns:p14="http://schemas.microsoft.com/office/powerpoint/2010/main" val="17557796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uverture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0" y="0"/>
            <a:ext cx="12191999"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5" name="Google Shape;32;p6">
            <a:extLst>
              <a:ext uri="{FF2B5EF4-FFF2-40B4-BE49-F238E27FC236}">
                <a16:creationId xmlns:a16="http://schemas.microsoft.com/office/drawing/2014/main" id="{3C3BCCE2-128B-4D81-8DD0-DB4B9C94D87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436938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044303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re + 2 colonnes">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1858076"/>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6282672" y="1858522"/>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Devanagari" panose="02040503050201020203" pitchFamily="18"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9" name="Google Shape;29;p6">
            <a:extLst>
              <a:ext uri="{FF2B5EF4-FFF2-40B4-BE49-F238E27FC236}">
                <a16:creationId xmlns:a16="http://schemas.microsoft.com/office/drawing/2014/main" id="{5DC65C95-BCD5-0541-81A5-EFAA27BEC96E}"/>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22" name="Connecteur droit 21">
            <a:extLst>
              <a:ext uri="{FF2B5EF4-FFF2-40B4-BE49-F238E27FC236}">
                <a16:creationId xmlns:a16="http://schemas.microsoft.com/office/drawing/2014/main" id="{8E155FB6-495F-854B-8763-E8CFC7067384}"/>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E0D33634-D6A4-4CF7-829D-F3D56FFBDD1E}"/>
              </a:ext>
            </a:extLst>
          </p:cNvPr>
          <p:cNvCxnSpPr>
            <a:cxnSpLocks/>
          </p:cNvCxnSpPr>
          <p:nvPr userDrawn="1"/>
        </p:nvCxnSpPr>
        <p:spPr>
          <a:xfrm>
            <a:off x="6058263" y="1858076"/>
            <a:ext cx="0" cy="4019862"/>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8" name="Google Shape;32;p6">
            <a:extLst>
              <a:ext uri="{FF2B5EF4-FFF2-40B4-BE49-F238E27FC236}">
                <a16:creationId xmlns:a16="http://schemas.microsoft.com/office/drawing/2014/main" id="{1B0C1DB9-9303-4776-9B24-5B71E62B0A35}"/>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0" name="Espace réservé du texte 2">
            <a:extLst>
              <a:ext uri="{FF2B5EF4-FFF2-40B4-BE49-F238E27FC236}">
                <a16:creationId xmlns:a16="http://schemas.microsoft.com/office/drawing/2014/main" id="{E3603B3B-C9FF-47F1-966E-7492206DED2A}"/>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932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 1 colonne +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6283324" y="0"/>
            <a:ext cx="5908676" cy="6669157"/>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84477"/>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0" name="Google Shape;32;p6">
            <a:extLst>
              <a:ext uri="{FF2B5EF4-FFF2-40B4-BE49-F238E27FC236}">
                <a16:creationId xmlns:a16="http://schemas.microsoft.com/office/drawing/2014/main" id="{795A1952-79E7-46F0-8CFE-5BBC503046D6}"/>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1" name="Espace réservé du texte 2">
            <a:extLst>
              <a:ext uri="{FF2B5EF4-FFF2-40B4-BE49-F238E27FC236}">
                <a16:creationId xmlns:a16="http://schemas.microsoft.com/office/drawing/2014/main" id="{65EBDEE8-7286-4505-90E1-6CBDC202E1E2}"/>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17" name="Google Shape;24;p5">
            <a:extLst>
              <a:ext uri="{FF2B5EF4-FFF2-40B4-BE49-F238E27FC236}">
                <a16:creationId xmlns:a16="http://schemas.microsoft.com/office/drawing/2014/main" id="{EBAE92C4-41A9-42EC-9114-82CE134C693E}"/>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18" name="Connecteur droit 17">
            <a:extLst>
              <a:ext uri="{FF2B5EF4-FFF2-40B4-BE49-F238E27FC236}">
                <a16:creationId xmlns:a16="http://schemas.microsoft.com/office/drawing/2014/main" id="{5D96F93F-9DCB-458A-BB47-A2907405E285}"/>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40334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 photos">
    <p:spTree>
      <p:nvGrpSpPr>
        <p:cNvPr id="1" name=""/>
        <p:cNvGrpSpPr/>
        <p:nvPr/>
      </p:nvGrpSpPr>
      <p:grpSpPr>
        <a:xfrm>
          <a:off x="0" y="0"/>
          <a:ext cx="0" cy="0"/>
          <a:chOff x="0" y="0"/>
          <a:chExt cx="0" cy="0"/>
        </a:xfrm>
      </p:grpSpPr>
      <p:sp>
        <p:nvSpPr>
          <p:cNvPr id="19" name="Google Shape;25;p5">
            <a:extLst>
              <a:ext uri="{FF2B5EF4-FFF2-40B4-BE49-F238E27FC236}">
                <a16:creationId xmlns:a16="http://schemas.microsoft.com/office/drawing/2014/main" id="{D8EC7F52-DD6A-4A18-8085-B8534EEDFB65}"/>
              </a:ext>
            </a:extLst>
          </p:cNvPr>
          <p:cNvSpPr txBox="1">
            <a:spLocks noGrp="1"/>
          </p:cNvSpPr>
          <p:nvPr>
            <p:ph type="body" idx="13" hasCustomPrompt="1"/>
          </p:nvPr>
        </p:nvSpPr>
        <p:spPr>
          <a:xfrm>
            <a:off x="11388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3" name="Google Shape;25;p5">
            <a:extLst>
              <a:ext uri="{FF2B5EF4-FFF2-40B4-BE49-F238E27FC236}">
                <a16:creationId xmlns:a16="http://schemas.microsoft.com/office/drawing/2014/main" id="{71B7F66C-5FF9-4F01-A388-8CAC805DBD2C}"/>
              </a:ext>
            </a:extLst>
          </p:cNvPr>
          <p:cNvSpPr txBox="1">
            <a:spLocks noGrp="1"/>
          </p:cNvSpPr>
          <p:nvPr>
            <p:ph type="body" idx="14" hasCustomPrompt="1"/>
          </p:nvPr>
        </p:nvSpPr>
        <p:spPr>
          <a:xfrm>
            <a:off x="3779235"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4" name="Google Shape;25;p5">
            <a:extLst>
              <a:ext uri="{FF2B5EF4-FFF2-40B4-BE49-F238E27FC236}">
                <a16:creationId xmlns:a16="http://schemas.microsoft.com/office/drawing/2014/main" id="{C6A585DF-B43D-44EF-B158-2138AD45C777}"/>
              </a:ext>
            </a:extLst>
          </p:cNvPr>
          <p:cNvSpPr txBox="1">
            <a:spLocks noGrp="1"/>
          </p:cNvSpPr>
          <p:nvPr>
            <p:ph type="body" idx="15" hasCustomPrompt="1"/>
          </p:nvPr>
        </p:nvSpPr>
        <p:spPr>
          <a:xfrm>
            <a:off x="6414074"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5" name="Google Shape;25;p5">
            <a:extLst>
              <a:ext uri="{FF2B5EF4-FFF2-40B4-BE49-F238E27FC236}">
                <a16:creationId xmlns:a16="http://schemas.microsoft.com/office/drawing/2014/main" id="{BB89BCC3-C074-43D1-B550-06B3D4104482}"/>
              </a:ext>
            </a:extLst>
          </p:cNvPr>
          <p:cNvSpPr txBox="1">
            <a:spLocks noGrp="1"/>
          </p:cNvSpPr>
          <p:nvPr>
            <p:ph type="body" idx="16" hasCustomPrompt="1"/>
          </p:nvPr>
        </p:nvSpPr>
        <p:spPr>
          <a:xfrm>
            <a:off x="90585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9" name="Espace réservé pour une image  4">
            <a:extLst>
              <a:ext uri="{FF2B5EF4-FFF2-40B4-BE49-F238E27FC236}">
                <a16:creationId xmlns:a16="http://schemas.microsoft.com/office/drawing/2014/main" id="{C90A7ACF-D2CA-4969-9CE8-AE529198F775}"/>
              </a:ext>
            </a:extLst>
          </p:cNvPr>
          <p:cNvSpPr>
            <a:spLocks noGrp="1"/>
          </p:cNvSpPr>
          <p:nvPr>
            <p:ph type="pic" sz="quarter" idx="17"/>
          </p:nvPr>
        </p:nvSpPr>
        <p:spPr>
          <a:xfrm>
            <a:off x="3779235" y="2346633"/>
            <a:ext cx="1985600" cy="1985600"/>
          </a:xfrm>
          <a:prstGeom prst="ellipse">
            <a:avLst/>
          </a:prstGeom>
        </p:spPr>
        <p:txBody>
          <a:bodyPr/>
          <a:lstStyle/>
          <a:p>
            <a:r>
              <a:rPr lang="fr-FR"/>
              <a:t>Cliquez sur l'icône pour ajouter une image</a:t>
            </a:r>
          </a:p>
        </p:txBody>
      </p:sp>
      <p:sp>
        <p:nvSpPr>
          <p:cNvPr id="30" name="Espace réservé pour une image  4">
            <a:extLst>
              <a:ext uri="{FF2B5EF4-FFF2-40B4-BE49-F238E27FC236}">
                <a16:creationId xmlns:a16="http://schemas.microsoft.com/office/drawing/2014/main" id="{63F74F9A-9401-4051-92B1-9088FA56BFFB}"/>
              </a:ext>
            </a:extLst>
          </p:cNvPr>
          <p:cNvSpPr>
            <a:spLocks noGrp="1"/>
          </p:cNvSpPr>
          <p:nvPr>
            <p:ph type="pic" sz="quarter" idx="18"/>
          </p:nvPr>
        </p:nvSpPr>
        <p:spPr>
          <a:xfrm>
            <a:off x="1138803" y="2346633"/>
            <a:ext cx="1985600" cy="1985600"/>
          </a:xfrm>
          <a:prstGeom prst="ellipse">
            <a:avLst/>
          </a:prstGeom>
        </p:spPr>
        <p:txBody>
          <a:bodyPr/>
          <a:lstStyle/>
          <a:p>
            <a:r>
              <a:rPr lang="fr-FR"/>
              <a:t>Cliquez sur l'icône pour ajouter une image</a:t>
            </a:r>
          </a:p>
        </p:txBody>
      </p:sp>
      <p:sp>
        <p:nvSpPr>
          <p:cNvPr id="31" name="Espace réservé pour une image  4">
            <a:extLst>
              <a:ext uri="{FF2B5EF4-FFF2-40B4-BE49-F238E27FC236}">
                <a16:creationId xmlns:a16="http://schemas.microsoft.com/office/drawing/2014/main" id="{A81C8697-B6A3-4517-852B-87C1FE80781F}"/>
              </a:ext>
            </a:extLst>
          </p:cNvPr>
          <p:cNvSpPr>
            <a:spLocks noGrp="1"/>
          </p:cNvSpPr>
          <p:nvPr>
            <p:ph type="pic" sz="quarter" idx="19"/>
          </p:nvPr>
        </p:nvSpPr>
        <p:spPr>
          <a:xfrm>
            <a:off x="9058502" y="2346633"/>
            <a:ext cx="1985600" cy="1985600"/>
          </a:xfrm>
          <a:prstGeom prst="ellipse">
            <a:avLst/>
          </a:prstGeom>
        </p:spPr>
        <p:txBody>
          <a:bodyPr/>
          <a:lstStyle/>
          <a:p>
            <a:r>
              <a:rPr lang="fr-FR"/>
              <a:t>Cliquez sur l'icône pour ajouter une image</a:t>
            </a:r>
          </a:p>
        </p:txBody>
      </p:sp>
      <p:sp>
        <p:nvSpPr>
          <p:cNvPr id="32" name="Espace réservé pour une image  4">
            <a:extLst>
              <a:ext uri="{FF2B5EF4-FFF2-40B4-BE49-F238E27FC236}">
                <a16:creationId xmlns:a16="http://schemas.microsoft.com/office/drawing/2014/main" id="{2ED763CE-E3AB-4511-8062-80196FAF2C09}"/>
              </a:ext>
            </a:extLst>
          </p:cNvPr>
          <p:cNvSpPr>
            <a:spLocks noGrp="1"/>
          </p:cNvSpPr>
          <p:nvPr>
            <p:ph type="pic" sz="quarter" idx="20"/>
          </p:nvPr>
        </p:nvSpPr>
        <p:spPr>
          <a:xfrm>
            <a:off x="6418070" y="2346633"/>
            <a:ext cx="1985600" cy="1985600"/>
          </a:xfrm>
          <a:prstGeom prst="ellipse">
            <a:avLst/>
          </a:prstGeom>
        </p:spPr>
        <p:txBody>
          <a:bodyPr/>
          <a:lstStyle/>
          <a:p>
            <a:r>
              <a:rPr lang="fr-FR"/>
              <a:t>Cliquez sur l'icône pour ajouter une image</a:t>
            </a:r>
          </a:p>
        </p:txBody>
      </p:sp>
      <p:sp>
        <p:nvSpPr>
          <p:cNvPr id="33" name="Google Shape;29;p6">
            <a:extLst>
              <a:ext uri="{FF2B5EF4-FFF2-40B4-BE49-F238E27FC236}">
                <a16:creationId xmlns:a16="http://schemas.microsoft.com/office/drawing/2014/main" id="{15E65981-966F-4668-92BC-6DFA088DEC5B}"/>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34" name="Connecteur droit 33">
            <a:extLst>
              <a:ext uri="{FF2B5EF4-FFF2-40B4-BE49-F238E27FC236}">
                <a16:creationId xmlns:a16="http://schemas.microsoft.com/office/drawing/2014/main" id="{4F77784A-1FAF-4B71-951E-4C661CCE924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36" name="Google Shape;32;p6">
            <a:extLst>
              <a:ext uri="{FF2B5EF4-FFF2-40B4-BE49-F238E27FC236}">
                <a16:creationId xmlns:a16="http://schemas.microsoft.com/office/drawing/2014/main" id="{04A7828A-BDFD-453B-A7F3-335B947B3C14}"/>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4" name="Espace réservé du texte 2">
            <a:extLst>
              <a:ext uri="{FF2B5EF4-FFF2-40B4-BE49-F238E27FC236}">
                <a16:creationId xmlns:a16="http://schemas.microsoft.com/office/drawing/2014/main" id="{58AC0288-C6D1-4861-A185-4FBE10524024}"/>
              </a:ext>
            </a:extLst>
          </p:cNvPr>
          <p:cNvSpPr>
            <a:spLocks noGrp="1"/>
          </p:cNvSpPr>
          <p:nvPr>
            <p:ph type="body" sz="quarter" idx="21"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8996079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re + 2 Colonnes + 1 ligne">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4" y="980322"/>
            <a:ext cx="9911200"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9" name="Google Shape;25;p5">
            <a:extLst>
              <a:ext uri="{FF2B5EF4-FFF2-40B4-BE49-F238E27FC236}">
                <a16:creationId xmlns:a16="http://schemas.microsoft.com/office/drawing/2014/main" id="{1226BB42-3328-8A42-92EC-D11B69B137C7}"/>
              </a:ext>
            </a:extLst>
          </p:cNvPr>
          <p:cNvSpPr txBox="1">
            <a:spLocks noGrp="1"/>
          </p:cNvSpPr>
          <p:nvPr>
            <p:ph type="body" idx="15" hasCustomPrompt="1"/>
          </p:nvPr>
        </p:nvSpPr>
        <p:spPr>
          <a:xfrm>
            <a:off x="3410997" y="5292262"/>
            <a:ext cx="5336754" cy="862034"/>
          </a:xfrm>
          <a:prstGeom prst="rect">
            <a:avLst/>
          </a:prstGeom>
        </p:spPr>
        <p:txBody>
          <a:bodyPr spcFirstLastPara="1" wrap="square" lIns="0" tIns="0" rIns="0" bIns="0" anchor="t" anchorCtr="0">
            <a:noAutofit/>
          </a:bodyPr>
          <a:lstStyle>
            <a:lvl1pPr marL="101598" lvl="0" indent="0" algn="ctr" rtl="0">
              <a:spcBef>
                <a:spcPts val="0"/>
              </a:spcBef>
              <a:spcAft>
                <a:spcPts val="0"/>
              </a:spcAft>
              <a:buClr>
                <a:schemeClr val="tx1">
                  <a:lumMod val="50000"/>
                  <a:lumOff val="50000"/>
                </a:schemeClr>
              </a:buClr>
              <a:buSzPts val="2400"/>
              <a:buFont typeface="Inria Sans Light"/>
              <a:buNone/>
              <a:defRPr sz="1800" b="1" i="1">
                <a:solidFill>
                  <a:schemeClr val="bg1">
                    <a:lumMod val="50000"/>
                  </a:schemeClr>
                </a:solidFill>
                <a:latin typeface="Barlow"/>
                <a:ea typeface="Adobe Gothic Std B" panose="020B0800000000000000" pitchFamily="34" charset="-12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2" name="Google Shape;25;p5">
            <a:extLst>
              <a:ext uri="{FF2B5EF4-FFF2-40B4-BE49-F238E27FC236}">
                <a16:creationId xmlns:a16="http://schemas.microsoft.com/office/drawing/2014/main" id="{B7A187A5-12D8-5C46-9518-C722EA931B59}"/>
              </a:ext>
            </a:extLst>
          </p:cNvPr>
          <p:cNvSpPr txBox="1">
            <a:spLocks noGrp="1"/>
          </p:cNvSpPr>
          <p:nvPr>
            <p:ph type="body" idx="13" hasCustomPrompt="1"/>
          </p:nvPr>
        </p:nvSpPr>
        <p:spPr>
          <a:xfrm>
            <a:off x="980323" y="1858076"/>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5" name="Google Shape;25;p5">
            <a:extLst>
              <a:ext uri="{FF2B5EF4-FFF2-40B4-BE49-F238E27FC236}">
                <a16:creationId xmlns:a16="http://schemas.microsoft.com/office/drawing/2014/main" id="{CD8414E8-536D-B542-8154-957AD1D8FE9E}"/>
              </a:ext>
            </a:extLst>
          </p:cNvPr>
          <p:cNvSpPr txBox="1">
            <a:spLocks noGrp="1"/>
          </p:cNvSpPr>
          <p:nvPr>
            <p:ph type="body" idx="16" hasCustomPrompt="1"/>
          </p:nvPr>
        </p:nvSpPr>
        <p:spPr>
          <a:xfrm>
            <a:off x="6282673" y="1858074"/>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Arabic" panose="02040503050201020203" pitchFamily="18" charset="-7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EF3E7458-CE17-6F48-8268-C0CB6ECA6FF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6F76F3C3-76AF-466B-9B83-574FD839672C}"/>
              </a:ext>
            </a:extLst>
          </p:cNvPr>
          <p:cNvCxnSpPr>
            <a:cxnSpLocks/>
          </p:cNvCxnSpPr>
          <p:nvPr userDrawn="1"/>
        </p:nvCxnSpPr>
        <p:spPr>
          <a:xfrm>
            <a:off x="6078644" y="1858074"/>
            <a:ext cx="0" cy="2963308"/>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1" name="Google Shape;32;p6">
            <a:extLst>
              <a:ext uri="{FF2B5EF4-FFF2-40B4-BE49-F238E27FC236}">
                <a16:creationId xmlns:a16="http://schemas.microsoft.com/office/drawing/2014/main" id="{42C43A1C-48A7-40D1-BCE0-1672F969DBF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3" name="Espace réservé du texte 2">
            <a:extLst>
              <a:ext uri="{FF2B5EF4-FFF2-40B4-BE49-F238E27FC236}">
                <a16:creationId xmlns:a16="http://schemas.microsoft.com/office/drawing/2014/main" id="{CEFD5076-C2B3-4235-84D1-C7423CE2B9AD}"/>
              </a:ext>
            </a:extLst>
          </p:cNvPr>
          <p:cNvSpPr>
            <a:spLocks noGrp="1"/>
          </p:cNvSpPr>
          <p:nvPr>
            <p:ph type="body" sz="quarter" idx="17"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23" name="Rectangle 22">
            <a:extLst>
              <a:ext uri="{FF2B5EF4-FFF2-40B4-BE49-F238E27FC236}">
                <a16:creationId xmlns:a16="http://schemas.microsoft.com/office/drawing/2014/main" id="{FD9997D5-6989-40D6-8161-0D1E6FCB0437}"/>
              </a:ext>
            </a:extLst>
          </p:cNvPr>
          <p:cNvSpPr/>
          <p:nvPr userDrawn="1"/>
        </p:nvSpPr>
        <p:spPr>
          <a:xfrm flipH="1">
            <a:off x="3177168" y="5292262"/>
            <a:ext cx="45719" cy="862034"/>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1451139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re + 3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2" y="1858997"/>
            <a:ext cx="3219143" cy="39916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4578643" y="1858997"/>
            <a:ext cx="3031368"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0" name="Google Shape;25;p5">
            <a:extLst>
              <a:ext uri="{FF2B5EF4-FFF2-40B4-BE49-F238E27FC236}">
                <a16:creationId xmlns:a16="http://schemas.microsoft.com/office/drawing/2014/main" id="{E38E4900-CD54-0D43-BB3A-68C03752E3AC}"/>
              </a:ext>
            </a:extLst>
          </p:cNvPr>
          <p:cNvSpPr txBox="1">
            <a:spLocks noGrp="1"/>
          </p:cNvSpPr>
          <p:nvPr>
            <p:ph type="body" idx="15" hasCustomPrompt="1"/>
          </p:nvPr>
        </p:nvSpPr>
        <p:spPr>
          <a:xfrm>
            <a:off x="7989188" y="1869799"/>
            <a:ext cx="3031367"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dirty="0"/>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9" name="Connecteur droit 28">
            <a:extLst>
              <a:ext uri="{FF2B5EF4-FFF2-40B4-BE49-F238E27FC236}">
                <a16:creationId xmlns:a16="http://schemas.microsoft.com/office/drawing/2014/main" id="{3B213520-0DA7-3B47-91E8-39B1A7EA47FE}"/>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4AA703BA-6114-4BED-BFBA-E09C1D5DAAEF}"/>
              </a:ext>
            </a:extLst>
          </p:cNvPr>
          <p:cNvCxnSpPr>
            <a:cxnSpLocks/>
          </p:cNvCxnSpPr>
          <p:nvPr userDrawn="1"/>
        </p:nvCxnSpPr>
        <p:spPr>
          <a:xfrm>
            <a:off x="4362377" y="1858997"/>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10" name="Connecteur droit 9">
            <a:extLst>
              <a:ext uri="{FF2B5EF4-FFF2-40B4-BE49-F238E27FC236}">
                <a16:creationId xmlns:a16="http://schemas.microsoft.com/office/drawing/2014/main" id="{C3F62D67-B40A-4B78-92B0-62719CFB7A45}"/>
              </a:ext>
            </a:extLst>
          </p:cNvPr>
          <p:cNvCxnSpPr>
            <a:cxnSpLocks/>
          </p:cNvCxnSpPr>
          <p:nvPr userDrawn="1"/>
        </p:nvCxnSpPr>
        <p:spPr>
          <a:xfrm>
            <a:off x="7798763" y="1848195"/>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2" name="Google Shape;32;p6">
            <a:extLst>
              <a:ext uri="{FF2B5EF4-FFF2-40B4-BE49-F238E27FC236}">
                <a16:creationId xmlns:a16="http://schemas.microsoft.com/office/drawing/2014/main" id="{736D99F8-460D-4519-8B5D-7616B9546EAC}"/>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3" name="Espace réservé du texte 2">
            <a:extLst>
              <a:ext uri="{FF2B5EF4-FFF2-40B4-BE49-F238E27FC236}">
                <a16:creationId xmlns:a16="http://schemas.microsoft.com/office/drawing/2014/main" id="{FBC296AE-92F3-4C35-9759-34D027E7477B}"/>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545296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re + 6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5" name="Espace réservé pour une image  14">
            <a:extLst>
              <a:ext uri="{FF2B5EF4-FFF2-40B4-BE49-F238E27FC236}">
                <a16:creationId xmlns:a16="http://schemas.microsoft.com/office/drawing/2014/main" id="{93312183-131D-A94F-8118-E79A0CDF63D6}"/>
              </a:ext>
            </a:extLst>
          </p:cNvPr>
          <p:cNvSpPr>
            <a:spLocks noGrp="1" noChangeAspect="1"/>
          </p:cNvSpPr>
          <p:nvPr>
            <p:ph type="pic" sz="quarter" idx="39"/>
          </p:nvPr>
        </p:nvSpPr>
        <p:spPr>
          <a:xfrm>
            <a:off x="1167733"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5" name="Espace réservé pour une image  14">
            <a:extLst>
              <a:ext uri="{FF2B5EF4-FFF2-40B4-BE49-F238E27FC236}">
                <a16:creationId xmlns:a16="http://schemas.microsoft.com/office/drawing/2014/main" id="{21C84905-79D9-194A-9008-A0B274BEAAFD}"/>
              </a:ext>
            </a:extLst>
          </p:cNvPr>
          <p:cNvSpPr>
            <a:spLocks noGrp="1" noChangeAspect="1"/>
          </p:cNvSpPr>
          <p:nvPr>
            <p:ph type="pic" sz="quarter" idx="40"/>
          </p:nvPr>
        </p:nvSpPr>
        <p:spPr>
          <a:xfrm>
            <a:off x="4680479"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7" name="Espace réservé pour une image  14">
            <a:extLst>
              <a:ext uri="{FF2B5EF4-FFF2-40B4-BE49-F238E27FC236}">
                <a16:creationId xmlns:a16="http://schemas.microsoft.com/office/drawing/2014/main" id="{79700A53-C8BD-9145-A632-5569BFB6647E}"/>
              </a:ext>
            </a:extLst>
          </p:cNvPr>
          <p:cNvSpPr>
            <a:spLocks noGrp="1" noChangeAspect="1"/>
          </p:cNvSpPr>
          <p:nvPr>
            <p:ph type="pic" sz="quarter" idx="41"/>
          </p:nvPr>
        </p:nvSpPr>
        <p:spPr>
          <a:xfrm>
            <a:off x="8199456" y="1688400"/>
            <a:ext cx="540000" cy="540000"/>
          </a:xfrm>
          <a:prstGeom prst="ellipse">
            <a:avLst/>
          </a:prstGeom>
        </p:spPr>
        <p:txBody>
          <a:bodyPr/>
          <a:lstStyle>
            <a:lvl1pPr>
              <a:defRPr sz="400"/>
            </a:lvl1pPr>
          </a:lstStyle>
          <a:p>
            <a:r>
              <a:rPr lang="fr-FR"/>
              <a:t>Cliquez sur l'icône pour ajouter une image</a:t>
            </a:r>
            <a:endParaRPr lang="fr-FR" dirty="0"/>
          </a:p>
        </p:txBody>
      </p:sp>
      <p:sp>
        <p:nvSpPr>
          <p:cNvPr id="138" name="Espace réservé du texte 137">
            <a:extLst>
              <a:ext uri="{FF2B5EF4-FFF2-40B4-BE49-F238E27FC236}">
                <a16:creationId xmlns:a16="http://schemas.microsoft.com/office/drawing/2014/main" id="{91A42506-6AAD-C949-BF1F-B08C2539A13E}"/>
              </a:ext>
            </a:extLst>
          </p:cNvPr>
          <p:cNvSpPr>
            <a:spLocks noGrp="1"/>
          </p:cNvSpPr>
          <p:nvPr>
            <p:ph type="body" sz="quarter" idx="45" hasCustomPrompt="1"/>
          </p:nvPr>
        </p:nvSpPr>
        <p:spPr>
          <a:xfrm>
            <a:off x="922338" y="234162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0" name="Espace réservé du texte 137">
            <a:extLst>
              <a:ext uri="{FF2B5EF4-FFF2-40B4-BE49-F238E27FC236}">
                <a16:creationId xmlns:a16="http://schemas.microsoft.com/office/drawing/2014/main" id="{D851EDAF-C78C-A148-9B20-9AE25DD656A6}"/>
              </a:ext>
            </a:extLst>
          </p:cNvPr>
          <p:cNvSpPr>
            <a:spLocks noGrp="1"/>
          </p:cNvSpPr>
          <p:nvPr>
            <p:ph type="body" sz="quarter" idx="46" hasCustomPrompt="1"/>
          </p:nvPr>
        </p:nvSpPr>
        <p:spPr>
          <a:xfrm>
            <a:off x="4425415"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2" name="Espace réservé du texte 137">
            <a:extLst>
              <a:ext uri="{FF2B5EF4-FFF2-40B4-BE49-F238E27FC236}">
                <a16:creationId xmlns:a16="http://schemas.microsoft.com/office/drawing/2014/main" id="{61993889-DF2F-1247-B6E1-1573BE0C8C0B}"/>
              </a:ext>
            </a:extLst>
          </p:cNvPr>
          <p:cNvSpPr>
            <a:spLocks noGrp="1"/>
          </p:cNvSpPr>
          <p:nvPr>
            <p:ph type="body" sz="quarter" idx="47" hasCustomPrompt="1"/>
          </p:nvPr>
        </p:nvSpPr>
        <p:spPr>
          <a:xfrm>
            <a:off x="7928492"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cxnSp>
        <p:nvCxnSpPr>
          <p:cNvPr id="150" name="Connecteur droit 149">
            <a:extLst>
              <a:ext uri="{FF2B5EF4-FFF2-40B4-BE49-F238E27FC236}">
                <a16:creationId xmlns:a16="http://schemas.microsoft.com/office/drawing/2014/main" id="{9088F0E8-58BD-E24B-8FD6-E98076349B88}"/>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5" name="Connecteur droit 4">
            <a:extLst>
              <a:ext uri="{FF2B5EF4-FFF2-40B4-BE49-F238E27FC236}">
                <a16:creationId xmlns:a16="http://schemas.microsoft.com/office/drawing/2014/main" id="{16CBB21E-61FC-404B-BF12-835E6794EDC8}"/>
              </a:ext>
            </a:extLst>
          </p:cNvPr>
          <p:cNvCxnSpPr>
            <a:cxnSpLocks/>
          </p:cNvCxnSpPr>
          <p:nvPr userDrawn="1"/>
        </p:nvCxnSpPr>
        <p:spPr>
          <a:xfrm>
            <a:off x="4344931"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5" name="Connecteur droit 24">
            <a:extLst>
              <a:ext uri="{FF2B5EF4-FFF2-40B4-BE49-F238E27FC236}">
                <a16:creationId xmlns:a16="http://schemas.microsoft.com/office/drawing/2014/main" id="{B22EA1F3-4AA3-4A84-B869-C8B28171F5E0}"/>
              </a:ext>
            </a:extLst>
          </p:cNvPr>
          <p:cNvCxnSpPr>
            <a:cxnSpLocks/>
          </p:cNvCxnSpPr>
          <p:nvPr userDrawn="1"/>
        </p:nvCxnSpPr>
        <p:spPr>
          <a:xfrm>
            <a:off x="921600" y="4181731"/>
            <a:ext cx="10341491" cy="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6" name="Connecteur droit 25">
            <a:extLst>
              <a:ext uri="{FF2B5EF4-FFF2-40B4-BE49-F238E27FC236}">
                <a16:creationId xmlns:a16="http://schemas.microsoft.com/office/drawing/2014/main" id="{ABF3DB55-94AA-4F87-98C7-2BF7FB13664B}"/>
              </a:ext>
            </a:extLst>
          </p:cNvPr>
          <p:cNvCxnSpPr>
            <a:cxnSpLocks/>
          </p:cNvCxnSpPr>
          <p:nvPr userDrawn="1"/>
        </p:nvCxnSpPr>
        <p:spPr>
          <a:xfrm>
            <a:off x="7858839"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27" name="Espace réservé pour une image  14">
            <a:extLst>
              <a:ext uri="{FF2B5EF4-FFF2-40B4-BE49-F238E27FC236}">
                <a16:creationId xmlns:a16="http://schemas.microsoft.com/office/drawing/2014/main" id="{A535389A-B955-4954-BE67-C2289D9C0463}"/>
              </a:ext>
            </a:extLst>
          </p:cNvPr>
          <p:cNvSpPr>
            <a:spLocks noGrp="1" noChangeAspect="1"/>
          </p:cNvSpPr>
          <p:nvPr>
            <p:ph type="pic" sz="quarter" idx="48"/>
          </p:nvPr>
        </p:nvSpPr>
        <p:spPr>
          <a:xfrm>
            <a:off x="1162977"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8" name="Espace réservé pour une image  14">
            <a:extLst>
              <a:ext uri="{FF2B5EF4-FFF2-40B4-BE49-F238E27FC236}">
                <a16:creationId xmlns:a16="http://schemas.microsoft.com/office/drawing/2014/main" id="{69154872-0613-416C-A9CF-2814463BDC8A}"/>
              </a:ext>
            </a:extLst>
          </p:cNvPr>
          <p:cNvSpPr>
            <a:spLocks noGrp="1" noChangeAspect="1"/>
          </p:cNvSpPr>
          <p:nvPr>
            <p:ph type="pic" sz="quarter" idx="49"/>
          </p:nvPr>
        </p:nvSpPr>
        <p:spPr>
          <a:xfrm>
            <a:off x="4675723"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9" name="Espace réservé pour une image  14">
            <a:extLst>
              <a:ext uri="{FF2B5EF4-FFF2-40B4-BE49-F238E27FC236}">
                <a16:creationId xmlns:a16="http://schemas.microsoft.com/office/drawing/2014/main" id="{1C5552CF-D39F-47A5-9A84-00633C97D340}"/>
              </a:ext>
            </a:extLst>
          </p:cNvPr>
          <p:cNvSpPr>
            <a:spLocks noGrp="1" noChangeAspect="1"/>
          </p:cNvSpPr>
          <p:nvPr>
            <p:ph type="pic" sz="quarter" idx="50"/>
          </p:nvPr>
        </p:nvSpPr>
        <p:spPr>
          <a:xfrm>
            <a:off x="8194700" y="4360360"/>
            <a:ext cx="540000" cy="540000"/>
          </a:xfrm>
          <a:prstGeom prst="ellipse">
            <a:avLst/>
          </a:prstGeom>
        </p:spPr>
        <p:txBody>
          <a:bodyPr/>
          <a:lstStyle>
            <a:lvl1pPr>
              <a:defRPr sz="400"/>
            </a:lvl1pPr>
          </a:lstStyle>
          <a:p>
            <a:r>
              <a:rPr lang="fr-FR"/>
              <a:t>Cliquez sur l'icône pour ajouter une image</a:t>
            </a:r>
            <a:endParaRPr lang="fr-FR" dirty="0"/>
          </a:p>
        </p:txBody>
      </p:sp>
      <p:sp>
        <p:nvSpPr>
          <p:cNvPr id="30" name="Espace réservé du texte 137">
            <a:extLst>
              <a:ext uri="{FF2B5EF4-FFF2-40B4-BE49-F238E27FC236}">
                <a16:creationId xmlns:a16="http://schemas.microsoft.com/office/drawing/2014/main" id="{616C3192-793D-4C9A-8E01-FFE5601E339C}"/>
              </a:ext>
            </a:extLst>
          </p:cNvPr>
          <p:cNvSpPr>
            <a:spLocks noGrp="1"/>
          </p:cNvSpPr>
          <p:nvPr>
            <p:ph type="body" sz="quarter" idx="51" hasCustomPrompt="1"/>
          </p:nvPr>
        </p:nvSpPr>
        <p:spPr>
          <a:xfrm>
            <a:off x="917582" y="501358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1" name="Espace réservé du texte 137">
            <a:extLst>
              <a:ext uri="{FF2B5EF4-FFF2-40B4-BE49-F238E27FC236}">
                <a16:creationId xmlns:a16="http://schemas.microsoft.com/office/drawing/2014/main" id="{EA4CE173-6E35-4936-863D-DF7D5E2955A5}"/>
              </a:ext>
            </a:extLst>
          </p:cNvPr>
          <p:cNvSpPr>
            <a:spLocks noGrp="1"/>
          </p:cNvSpPr>
          <p:nvPr>
            <p:ph type="body" sz="quarter" idx="52" hasCustomPrompt="1"/>
          </p:nvPr>
        </p:nvSpPr>
        <p:spPr>
          <a:xfrm>
            <a:off x="4420659"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2" name="Espace réservé du texte 137">
            <a:extLst>
              <a:ext uri="{FF2B5EF4-FFF2-40B4-BE49-F238E27FC236}">
                <a16:creationId xmlns:a16="http://schemas.microsoft.com/office/drawing/2014/main" id="{ED06A390-441C-4B5B-906D-D3B17839B3A9}"/>
              </a:ext>
            </a:extLst>
          </p:cNvPr>
          <p:cNvSpPr>
            <a:spLocks noGrp="1"/>
          </p:cNvSpPr>
          <p:nvPr>
            <p:ph type="body" sz="quarter" idx="53" hasCustomPrompt="1"/>
          </p:nvPr>
        </p:nvSpPr>
        <p:spPr>
          <a:xfrm>
            <a:off x="7923736"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8" name="Google Shape;32;p6">
            <a:extLst>
              <a:ext uri="{FF2B5EF4-FFF2-40B4-BE49-F238E27FC236}">
                <a16:creationId xmlns:a16="http://schemas.microsoft.com/office/drawing/2014/main" id="{C15C1D79-CC65-4F88-83E7-7523596F8D8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23" name="Espace réservé du texte 2">
            <a:extLst>
              <a:ext uri="{FF2B5EF4-FFF2-40B4-BE49-F238E27FC236}">
                <a16:creationId xmlns:a16="http://schemas.microsoft.com/office/drawing/2014/main" id="{D05E616E-F294-4A11-9D67-740E9CFC3F95}"/>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4141653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clusion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grpSp>
        <p:nvGrpSpPr>
          <p:cNvPr id="6" name="Google Shape;238;p29">
            <a:extLst>
              <a:ext uri="{FF2B5EF4-FFF2-40B4-BE49-F238E27FC236}">
                <a16:creationId xmlns:a16="http://schemas.microsoft.com/office/drawing/2014/main" id="{40214647-D6DE-448C-B89C-1FB4AC48BB09}"/>
              </a:ext>
            </a:extLst>
          </p:cNvPr>
          <p:cNvGrpSpPr/>
          <p:nvPr/>
        </p:nvGrpSpPr>
        <p:grpSpPr>
          <a:xfrm>
            <a:off x="5041155" y="3755679"/>
            <a:ext cx="2291107" cy="264400"/>
            <a:chOff x="4908100" y="1493307"/>
            <a:chExt cx="1718330" cy="198300"/>
          </a:xfrm>
        </p:grpSpPr>
        <p:cxnSp>
          <p:nvCxnSpPr>
            <p:cNvPr id="30" name="Google Shape;239;p29">
              <a:extLst>
                <a:ext uri="{FF2B5EF4-FFF2-40B4-BE49-F238E27FC236}">
                  <a16:creationId xmlns:a16="http://schemas.microsoft.com/office/drawing/2014/main" id="{23A8E09D-AEA5-4C96-9C7A-E13C1EE1DC7B}"/>
                </a:ext>
              </a:extLst>
            </p:cNvPr>
            <p:cNvCxnSpPr/>
            <p:nvPr/>
          </p:nvCxnSpPr>
          <p:spPr>
            <a:xfrm>
              <a:off x="4908100" y="1593250"/>
              <a:ext cx="1715100" cy="0"/>
            </a:xfrm>
            <a:prstGeom prst="straightConnector1">
              <a:avLst/>
            </a:prstGeom>
            <a:noFill/>
            <a:ln w="9525" cap="flat" cmpd="sng">
              <a:solidFill>
                <a:srgbClr val="ABB4B8"/>
              </a:solidFill>
              <a:prstDash val="solid"/>
              <a:round/>
              <a:headEnd type="none" w="sm" len="sm"/>
              <a:tailEnd type="none" w="sm" len="sm"/>
            </a:ln>
          </p:spPr>
        </p:cxnSp>
        <p:sp>
          <p:nvSpPr>
            <p:cNvPr id="32" name="Google Shape;241;p29">
              <a:extLst>
                <a:ext uri="{FF2B5EF4-FFF2-40B4-BE49-F238E27FC236}">
                  <a16:creationId xmlns:a16="http://schemas.microsoft.com/office/drawing/2014/main" id="{CF0E7474-D665-4132-91F0-7BAB7655EF2A}"/>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a:p>
          </p:txBody>
        </p:sp>
      </p:grpSp>
      <p:grpSp>
        <p:nvGrpSpPr>
          <p:cNvPr id="8" name="Google Shape;244;p29">
            <a:extLst>
              <a:ext uri="{FF2B5EF4-FFF2-40B4-BE49-F238E27FC236}">
                <a16:creationId xmlns:a16="http://schemas.microsoft.com/office/drawing/2014/main" id="{93DB4BBE-4BFD-499A-B5E9-A04CFC646BBC}"/>
              </a:ext>
            </a:extLst>
          </p:cNvPr>
          <p:cNvGrpSpPr/>
          <p:nvPr/>
        </p:nvGrpSpPr>
        <p:grpSpPr>
          <a:xfrm>
            <a:off x="4580888" y="5240615"/>
            <a:ext cx="2746303" cy="264400"/>
            <a:chOff x="4562900" y="3212150"/>
            <a:chExt cx="2059727" cy="198300"/>
          </a:xfrm>
        </p:grpSpPr>
        <p:cxnSp>
          <p:nvCxnSpPr>
            <p:cNvPr id="27" name="Google Shape;245;p29">
              <a:extLst>
                <a:ext uri="{FF2B5EF4-FFF2-40B4-BE49-F238E27FC236}">
                  <a16:creationId xmlns:a16="http://schemas.microsoft.com/office/drawing/2014/main" id="{B7320E86-3EC0-46BB-B53E-6AA2E0948EFF}"/>
                </a:ext>
              </a:extLst>
            </p:cNvPr>
            <p:cNvCxnSpPr/>
            <p:nvPr/>
          </p:nvCxnSpPr>
          <p:spPr>
            <a:xfrm>
              <a:off x="4562900" y="3312540"/>
              <a:ext cx="2057100" cy="0"/>
            </a:xfrm>
            <a:prstGeom prst="straightConnector1">
              <a:avLst/>
            </a:prstGeom>
            <a:noFill/>
            <a:ln w="9525" cap="flat" cmpd="sng">
              <a:solidFill>
                <a:srgbClr val="ABB4B8"/>
              </a:solidFill>
              <a:prstDash val="solid"/>
              <a:round/>
              <a:headEnd type="none" w="sm" len="sm"/>
              <a:tailEnd type="none" w="sm" len="sm"/>
            </a:ln>
          </p:spPr>
        </p:cxnSp>
        <p:sp>
          <p:nvSpPr>
            <p:cNvPr id="29" name="Google Shape;247;p29">
              <a:extLst>
                <a:ext uri="{FF2B5EF4-FFF2-40B4-BE49-F238E27FC236}">
                  <a16:creationId xmlns:a16="http://schemas.microsoft.com/office/drawing/2014/main" id="{2CDDC26E-F748-4B02-BBE4-9E187594102E}"/>
                </a:ext>
              </a:extLst>
            </p:cNvPr>
            <p:cNvSpPr/>
            <p:nvPr/>
          </p:nvSpPr>
          <p:spPr>
            <a:xfrm>
              <a:off x="6424027" y="3212150"/>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9" name="Google Shape;249;p29">
            <a:extLst>
              <a:ext uri="{FF2B5EF4-FFF2-40B4-BE49-F238E27FC236}">
                <a16:creationId xmlns:a16="http://schemas.microsoft.com/office/drawing/2014/main" id="{70D79D0F-81FD-41D6-ADD1-94946D9FEB43}"/>
              </a:ext>
            </a:extLst>
          </p:cNvPr>
          <p:cNvGrpSpPr/>
          <p:nvPr/>
        </p:nvGrpSpPr>
        <p:grpSpPr>
          <a:xfrm>
            <a:off x="4580886" y="2284704"/>
            <a:ext cx="2751373" cy="264400"/>
            <a:chOff x="4562900" y="1493307"/>
            <a:chExt cx="2063530" cy="198300"/>
          </a:xfrm>
        </p:grpSpPr>
        <p:cxnSp>
          <p:nvCxnSpPr>
            <p:cNvPr id="24" name="Google Shape;250;p29">
              <a:extLst>
                <a:ext uri="{FF2B5EF4-FFF2-40B4-BE49-F238E27FC236}">
                  <a16:creationId xmlns:a16="http://schemas.microsoft.com/office/drawing/2014/main" id="{218E737A-711D-47AF-A76C-B0EB179E9968}"/>
                </a:ext>
              </a:extLst>
            </p:cNvPr>
            <p:cNvCxnSpPr/>
            <p:nvPr/>
          </p:nvCxnSpPr>
          <p:spPr>
            <a:xfrm>
              <a:off x="4562900" y="1593255"/>
              <a:ext cx="2060400" cy="0"/>
            </a:xfrm>
            <a:prstGeom prst="straightConnector1">
              <a:avLst/>
            </a:prstGeom>
            <a:noFill/>
            <a:ln w="9525" cap="flat" cmpd="sng">
              <a:solidFill>
                <a:srgbClr val="ABB4B8"/>
              </a:solidFill>
              <a:prstDash val="solid"/>
              <a:round/>
              <a:headEnd type="none" w="sm" len="sm"/>
              <a:tailEnd type="none" w="sm" len="sm"/>
            </a:ln>
          </p:spPr>
        </p:cxnSp>
        <p:sp>
          <p:nvSpPr>
            <p:cNvPr id="26" name="Google Shape;252;p29">
              <a:extLst>
                <a:ext uri="{FF2B5EF4-FFF2-40B4-BE49-F238E27FC236}">
                  <a16:creationId xmlns:a16="http://schemas.microsoft.com/office/drawing/2014/main" id="{BFFE3F61-9E19-41BB-A090-ECC94B716A21}"/>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10" name="Google Shape;254;p29">
            <a:extLst>
              <a:ext uri="{FF2B5EF4-FFF2-40B4-BE49-F238E27FC236}">
                <a16:creationId xmlns:a16="http://schemas.microsoft.com/office/drawing/2014/main" id="{5706245C-F4E4-4F2D-935D-38DF15CFE616}"/>
              </a:ext>
            </a:extLst>
          </p:cNvPr>
          <p:cNvGrpSpPr/>
          <p:nvPr/>
        </p:nvGrpSpPr>
        <p:grpSpPr>
          <a:xfrm>
            <a:off x="2249813" y="1859437"/>
            <a:ext cx="4686415" cy="4336003"/>
            <a:chOff x="2991269" y="1153325"/>
            <a:chExt cx="3514811" cy="3252002"/>
          </a:xfrm>
        </p:grpSpPr>
        <p:sp>
          <p:nvSpPr>
            <p:cNvPr id="16" name="Google Shape;255;p29">
              <a:extLst>
                <a:ext uri="{FF2B5EF4-FFF2-40B4-BE49-F238E27FC236}">
                  <a16:creationId xmlns:a16="http://schemas.microsoft.com/office/drawing/2014/main" id="{BDB210FB-EFF7-4808-8AF6-3404455E89C4}"/>
                </a:ext>
              </a:extLst>
            </p:cNvPr>
            <p:cNvSpPr/>
            <p:nvPr/>
          </p:nvSpPr>
          <p:spPr>
            <a:xfrm>
              <a:off x="3477586" y="2585458"/>
              <a:ext cx="2541910" cy="950456"/>
            </a:xfrm>
            <a:custGeom>
              <a:avLst/>
              <a:gdLst/>
              <a:ahLst/>
              <a:cxnLst/>
              <a:rect l="l" t="t" r="r" b="b"/>
              <a:pathLst>
                <a:path w="126826" h="43529" extrusionOk="0">
                  <a:moveTo>
                    <a:pt x="0" y="20002"/>
                  </a:moveTo>
                  <a:lnTo>
                    <a:pt x="63389" y="43529"/>
                  </a:lnTo>
                  <a:lnTo>
                    <a:pt x="126826" y="19907"/>
                  </a:lnTo>
                  <a:lnTo>
                    <a:pt x="63580" y="0"/>
                  </a:lnTo>
                  <a:close/>
                </a:path>
              </a:pathLst>
            </a:custGeom>
            <a:solidFill>
              <a:srgbClr val="ABB4B8"/>
            </a:solidFill>
            <a:ln>
              <a:noFill/>
            </a:ln>
          </p:spPr>
        </p:sp>
        <p:sp>
          <p:nvSpPr>
            <p:cNvPr id="17" name="Google Shape;256;p29">
              <a:extLst>
                <a:ext uri="{FF2B5EF4-FFF2-40B4-BE49-F238E27FC236}">
                  <a16:creationId xmlns:a16="http://schemas.microsoft.com/office/drawing/2014/main" id="{E8CEEC98-BA3B-4937-944C-26EBEF5E30BA}"/>
                </a:ext>
              </a:extLst>
            </p:cNvPr>
            <p:cNvSpPr/>
            <p:nvPr/>
          </p:nvSpPr>
          <p:spPr>
            <a:xfrm>
              <a:off x="2991269"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D6DAE0"/>
            </a:solidFill>
            <a:ln>
              <a:noFill/>
            </a:ln>
          </p:spPr>
        </p:sp>
        <p:sp>
          <p:nvSpPr>
            <p:cNvPr id="18" name="Google Shape;257;p29">
              <a:extLst>
                <a:ext uri="{FF2B5EF4-FFF2-40B4-BE49-F238E27FC236}">
                  <a16:creationId xmlns:a16="http://schemas.microsoft.com/office/drawing/2014/main" id="{ACDDA2F9-A019-4863-8ADD-64B7A9990F0F}"/>
                </a:ext>
              </a:extLst>
            </p:cNvPr>
            <p:cNvSpPr/>
            <p:nvPr/>
          </p:nvSpPr>
          <p:spPr>
            <a:xfrm flipH="1">
              <a:off x="4747852"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E7ECF0"/>
            </a:solidFill>
            <a:ln>
              <a:noFill/>
            </a:ln>
          </p:spPr>
          <p:txBody>
            <a:bodyPr/>
            <a:lstStyle/>
            <a:p>
              <a:endParaRPr lang="fr-FR" dirty="0"/>
            </a:p>
          </p:txBody>
        </p:sp>
        <p:sp>
          <p:nvSpPr>
            <p:cNvPr id="19" name="Google Shape;258;p29">
              <a:extLst>
                <a:ext uri="{FF2B5EF4-FFF2-40B4-BE49-F238E27FC236}">
                  <a16:creationId xmlns:a16="http://schemas.microsoft.com/office/drawing/2014/main" id="{EFA52B5A-14C1-48EA-9FBE-FA759AB1AEAD}"/>
                </a:ext>
              </a:extLst>
            </p:cNvPr>
            <p:cNvSpPr/>
            <p:nvPr/>
          </p:nvSpPr>
          <p:spPr>
            <a:xfrm>
              <a:off x="3969199" y="2001324"/>
              <a:ext cx="1565850" cy="585863"/>
            </a:xfrm>
            <a:custGeom>
              <a:avLst/>
              <a:gdLst/>
              <a:ahLst/>
              <a:cxnLst/>
              <a:rect l="l" t="t" r="r" b="b"/>
              <a:pathLst>
                <a:path w="24053" h="8150" extrusionOk="0">
                  <a:moveTo>
                    <a:pt x="0" y="3827"/>
                  </a:moveTo>
                  <a:lnTo>
                    <a:pt x="11976" y="8150"/>
                  </a:lnTo>
                  <a:lnTo>
                    <a:pt x="24053" y="3827"/>
                  </a:lnTo>
                  <a:lnTo>
                    <a:pt x="12126" y="0"/>
                  </a:lnTo>
                  <a:close/>
                </a:path>
              </a:pathLst>
            </a:custGeom>
            <a:solidFill>
              <a:srgbClr val="ABB4B8"/>
            </a:solidFill>
            <a:ln>
              <a:noFill/>
            </a:ln>
          </p:spPr>
          <p:txBody>
            <a:bodyPr/>
            <a:lstStyle/>
            <a:p>
              <a:endParaRPr lang="fr-FR" dirty="0"/>
            </a:p>
          </p:txBody>
        </p:sp>
        <p:sp>
          <p:nvSpPr>
            <p:cNvPr id="20" name="Google Shape;259;p29">
              <a:extLst>
                <a:ext uri="{FF2B5EF4-FFF2-40B4-BE49-F238E27FC236}">
                  <a16:creationId xmlns:a16="http://schemas.microsoft.com/office/drawing/2014/main" id="{5B63343D-1593-415C-9FF3-ACC184EBE63E}"/>
                </a:ext>
              </a:extLst>
            </p:cNvPr>
            <p:cNvSpPr/>
            <p:nvPr/>
          </p:nvSpPr>
          <p:spPr>
            <a:xfrm>
              <a:off x="356325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D6DAE0"/>
            </a:solidFill>
            <a:ln>
              <a:noFill/>
            </a:ln>
          </p:spPr>
          <p:txBody>
            <a:bodyPr/>
            <a:lstStyle/>
            <a:p>
              <a:endParaRPr lang="fr-FR" dirty="0"/>
            </a:p>
          </p:txBody>
        </p:sp>
        <p:sp>
          <p:nvSpPr>
            <p:cNvPr id="21" name="Google Shape;260;p29">
              <a:extLst>
                <a:ext uri="{FF2B5EF4-FFF2-40B4-BE49-F238E27FC236}">
                  <a16:creationId xmlns:a16="http://schemas.microsoft.com/office/drawing/2014/main" id="{C2C93CF9-EA61-4561-B8F8-D376C5C8B919}"/>
                </a:ext>
              </a:extLst>
            </p:cNvPr>
            <p:cNvSpPr/>
            <p:nvPr/>
          </p:nvSpPr>
          <p:spPr>
            <a:xfrm flipH="1">
              <a:off x="474936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E7ECF0"/>
            </a:solidFill>
            <a:ln>
              <a:noFill/>
            </a:ln>
          </p:spPr>
          <p:txBody>
            <a:bodyPr/>
            <a:lstStyle/>
            <a:p>
              <a:endParaRPr lang="fr-FR" dirty="0"/>
            </a:p>
          </p:txBody>
        </p:sp>
        <p:sp>
          <p:nvSpPr>
            <p:cNvPr id="22" name="Google Shape;261;p29">
              <a:extLst>
                <a:ext uri="{FF2B5EF4-FFF2-40B4-BE49-F238E27FC236}">
                  <a16:creationId xmlns:a16="http://schemas.microsoft.com/office/drawing/2014/main" id="{861F779D-12F4-478E-926B-A4AF7EF8977C}"/>
                </a:ext>
              </a:extLst>
            </p:cNvPr>
            <p:cNvSpPr/>
            <p:nvPr/>
          </p:nvSpPr>
          <p:spPr>
            <a:xfrm>
              <a:off x="4059061"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D6DAE0"/>
            </a:solidFill>
            <a:ln>
              <a:noFill/>
            </a:ln>
          </p:spPr>
          <p:txBody>
            <a:bodyPr/>
            <a:lstStyle/>
            <a:p>
              <a:endParaRPr lang="fr-FR" dirty="0"/>
            </a:p>
          </p:txBody>
        </p:sp>
        <p:sp>
          <p:nvSpPr>
            <p:cNvPr id="23" name="Google Shape;262;p29">
              <a:extLst>
                <a:ext uri="{FF2B5EF4-FFF2-40B4-BE49-F238E27FC236}">
                  <a16:creationId xmlns:a16="http://schemas.microsoft.com/office/drawing/2014/main" id="{4F504D4E-AB1A-49E6-90B4-A66A02794EBB}"/>
                </a:ext>
              </a:extLst>
            </p:cNvPr>
            <p:cNvSpPr/>
            <p:nvPr/>
          </p:nvSpPr>
          <p:spPr>
            <a:xfrm flipH="1">
              <a:off x="4749350"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E7ECF0"/>
            </a:solidFill>
            <a:ln>
              <a:noFill/>
            </a:ln>
          </p:spPr>
          <p:txBody>
            <a:bodyPr/>
            <a:lstStyle/>
            <a:p>
              <a:endParaRPr lang="fr-FR" dirty="0"/>
            </a:p>
          </p:txBody>
        </p:sp>
      </p:grpSp>
      <p:sp>
        <p:nvSpPr>
          <p:cNvPr id="11" name="Google Shape;253;p29">
            <a:extLst>
              <a:ext uri="{FF2B5EF4-FFF2-40B4-BE49-F238E27FC236}">
                <a16:creationId xmlns:a16="http://schemas.microsoft.com/office/drawing/2014/main" id="{6D2C4E68-65F4-463A-A329-AE1BD6C5C6CF}"/>
              </a:ext>
            </a:extLst>
          </p:cNvPr>
          <p:cNvSpPr txBox="1"/>
          <p:nvPr/>
        </p:nvSpPr>
        <p:spPr>
          <a:xfrm>
            <a:off x="7034114" y="2209349"/>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1</a:t>
            </a:r>
            <a:endParaRPr sz="1100" b="1" dirty="0">
              <a:solidFill>
                <a:srgbClr val="FFFFFF"/>
              </a:solidFill>
              <a:latin typeface="Inria Serif"/>
              <a:ea typeface="Inria Serif"/>
              <a:cs typeface="Inria Serif"/>
              <a:sym typeface="Inria Serif"/>
            </a:endParaRPr>
          </a:p>
        </p:txBody>
      </p:sp>
      <p:sp>
        <p:nvSpPr>
          <p:cNvPr id="12" name="Google Shape;242;p29">
            <a:extLst>
              <a:ext uri="{FF2B5EF4-FFF2-40B4-BE49-F238E27FC236}">
                <a16:creationId xmlns:a16="http://schemas.microsoft.com/office/drawing/2014/main" id="{E287E9C1-B223-498B-8A33-7872840221B2}"/>
              </a:ext>
            </a:extLst>
          </p:cNvPr>
          <p:cNvSpPr txBox="1"/>
          <p:nvPr/>
        </p:nvSpPr>
        <p:spPr>
          <a:xfrm>
            <a:off x="7034114" y="3680323"/>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2</a:t>
            </a:r>
            <a:endParaRPr sz="1100" b="1" dirty="0">
              <a:solidFill>
                <a:srgbClr val="FFFFFF"/>
              </a:solidFill>
              <a:latin typeface="Inria Serif"/>
              <a:ea typeface="Inria Serif"/>
              <a:cs typeface="Inria Serif"/>
              <a:sym typeface="Inria Serif"/>
            </a:endParaRPr>
          </a:p>
        </p:txBody>
      </p:sp>
      <p:sp>
        <p:nvSpPr>
          <p:cNvPr id="14" name="Google Shape;248;p29">
            <a:extLst>
              <a:ext uri="{FF2B5EF4-FFF2-40B4-BE49-F238E27FC236}">
                <a16:creationId xmlns:a16="http://schemas.microsoft.com/office/drawing/2014/main" id="{48058F2D-DA6A-45A8-979A-6B61B177504B}"/>
              </a:ext>
            </a:extLst>
          </p:cNvPr>
          <p:cNvSpPr txBox="1"/>
          <p:nvPr/>
        </p:nvSpPr>
        <p:spPr>
          <a:xfrm>
            <a:off x="7029043" y="5165895"/>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3</a:t>
            </a:r>
            <a:endParaRPr sz="1100" b="1" dirty="0">
              <a:solidFill>
                <a:srgbClr val="FFFFFF"/>
              </a:solidFill>
              <a:latin typeface="Inria Serif"/>
              <a:ea typeface="Inria Serif"/>
              <a:cs typeface="Inria Serif"/>
              <a:sym typeface="Inria Serif"/>
            </a:endParaRPr>
          </a:p>
        </p:txBody>
      </p:sp>
      <p:sp>
        <p:nvSpPr>
          <p:cNvPr id="33" name="Espace réservé du texte 2">
            <a:extLst>
              <a:ext uri="{FF2B5EF4-FFF2-40B4-BE49-F238E27FC236}">
                <a16:creationId xmlns:a16="http://schemas.microsoft.com/office/drawing/2014/main" id="{AA5A390D-2017-4EF0-83B2-BA54862D3BB7}"/>
              </a:ext>
            </a:extLst>
          </p:cNvPr>
          <p:cNvSpPr>
            <a:spLocks noGrp="1"/>
          </p:cNvSpPr>
          <p:nvPr>
            <p:ph type="body" sz="quarter" idx="13" hasCustomPrompt="1"/>
          </p:nvPr>
        </p:nvSpPr>
        <p:spPr>
          <a:xfrm>
            <a:off x="7453313" y="2212695"/>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5" name="Espace réservé du texte 2">
            <a:extLst>
              <a:ext uri="{FF2B5EF4-FFF2-40B4-BE49-F238E27FC236}">
                <a16:creationId xmlns:a16="http://schemas.microsoft.com/office/drawing/2014/main" id="{39FC5EC3-3534-4E07-9C89-89F40FE02689}"/>
              </a:ext>
            </a:extLst>
          </p:cNvPr>
          <p:cNvSpPr>
            <a:spLocks noGrp="1"/>
          </p:cNvSpPr>
          <p:nvPr>
            <p:ph type="body" sz="quarter" idx="14" hasCustomPrompt="1"/>
          </p:nvPr>
        </p:nvSpPr>
        <p:spPr>
          <a:xfrm>
            <a:off x="7416427" y="3683961"/>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7" name="Espace réservé du texte 2">
            <a:extLst>
              <a:ext uri="{FF2B5EF4-FFF2-40B4-BE49-F238E27FC236}">
                <a16:creationId xmlns:a16="http://schemas.microsoft.com/office/drawing/2014/main" id="{9168270A-7BC1-4728-9ED8-24DCBC64F5D6}"/>
              </a:ext>
            </a:extLst>
          </p:cNvPr>
          <p:cNvSpPr>
            <a:spLocks noGrp="1"/>
          </p:cNvSpPr>
          <p:nvPr>
            <p:ph type="body" sz="quarter" idx="15" hasCustomPrompt="1"/>
          </p:nvPr>
        </p:nvSpPr>
        <p:spPr>
          <a:xfrm>
            <a:off x="7451858" y="5200822"/>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8" name="Google Shape;32;p6">
            <a:extLst>
              <a:ext uri="{FF2B5EF4-FFF2-40B4-BE49-F238E27FC236}">
                <a16:creationId xmlns:a16="http://schemas.microsoft.com/office/drawing/2014/main" id="{13D7A270-8E6B-40F9-8D25-B94CC804B12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34" name="Espace réservé du texte 2">
            <a:extLst>
              <a:ext uri="{FF2B5EF4-FFF2-40B4-BE49-F238E27FC236}">
                <a16:creationId xmlns:a16="http://schemas.microsoft.com/office/drawing/2014/main" id="{A4A5DC99-3846-4DCC-9F34-58D0C3ECE3E9}"/>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06951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alendrier événement">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55;p39">
            <a:extLst>
              <a:ext uri="{FF2B5EF4-FFF2-40B4-BE49-F238E27FC236}">
                <a16:creationId xmlns:a16="http://schemas.microsoft.com/office/drawing/2014/main" id="{A6917F3B-B247-4FE0-8A02-DFE4C2FFA89D}"/>
              </a:ext>
            </a:extLst>
          </p:cNvPr>
          <p:cNvSpPr/>
          <p:nvPr userDrawn="1"/>
        </p:nvSpPr>
        <p:spPr>
          <a:xfrm>
            <a:off x="10313611"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DEC</a:t>
            </a:r>
            <a:endParaRPr sz="1300">
              <a:solidFill>
                <a:schemeClr val="lt1"/>
              </a:solidFill>
              <a:latin typeface="Inria Sans"/>
              <a:ea typeface="Inria Sans"/>
              <a:cs typeface="Inria Sans"/>
              <a:sym typeface="Inria Sans"/>
            </a:endParaRPr>
          </a:p>
        </p:txBody>
      </p:sp>
      <p:sp>
        <p:nvSpPr>
          <p:cNvPr id="6" name="Google Shape;356;p39">
            <a:extLst>
              <a:ext uri="{FF2B5EF4-FFF2-40B4-BE49-F238E27FC236}">
                <a16:creationId xmlns:a16="http://schemas.microsoft.com/office/drawing/2014/main" id="{D9185350-F0CC-4CA8-997A-407284A3B0FC}"/>
              </a:ext>
            </a:extLst>
          </p:cNvPr>
          <p:cNvSpPr/>
          <p:nvPr userDrawn="1"/>
        </p:nvSpPr>
        <p:spPr>
          <a:xfrm>
            <a:off x="9433499"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NOV</a:t>
            </a:r>
            <a:endParaRPr sz="1300">
              <a:solidFill>
                <a:schemeClr val="lt1"/>
              </a:solidFill>
              <a:latin typeface="Inria Sans"/>
              <a:ea typeface="Inria Sans"/>
              <a:cs typeface="Inria Sans"/>
              <a:sym typeface="Inria Sans"/>
            </a:endParaRPr>
          </a:p>
        </p:txBody>
      </p:sp>
      <p:sp>
        <p:nvSpPr>
          <p:cNvPr id="8" name="Google Shape;357;p39">
            <a:extLst>
              <a:ext uri="{FF2B5EF4-FFF2-40B4-BE49-F238E27FC236}">
                <a16:creationId xmlns:a16="http://schemas.microsoft.com/office/drawing/2014/main" id="{F499853F-E9EC-4C59-93C8-9ADA5E3EAF42}"/>
              </a:ext>
            </a:extLst>
          </p:cNvPr>
          <p:cNvSpPr/>
          <p:nvPr userDrawn="1"/>
        </p:nvSpPr>
        <p:spPr>
          <a:xfrm>
            <a:off x="8553387"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OCT</a:t>
            </a:r>
            <a:endParaRPr sz="1300">
              <a:solidFill>
                <a:schemeClr val="lt1"/>
              </a:solidFill>
              <a:latin typeface="Inria Sans"/>
              <a:ea typeface="Inria Sans"/>
              <a:cs typeface="Inria Sans"/>
              <a:sym typeface="Inria Sans"/>
            </a:endParaRPr>
          </a:p>
        </p:txBody>
      </p:sp>
      <p:sp>
        <p:nvSpPr>
          <p:cNvPr id="9" name="Google Shape;358;p39">
            <a:extLst>
              <a:ext uri="{FF2B5EF4-FFF2-40B4-BE49-F238E27FC236}">
                <a16:creationId xmlns:a16="http://schemas.microsoft.com/office/drawing/2014/main" id="{FCB5DEF3-921F-4D69-93B5-46ED49FC980A}"/>
              </a:ext>
            </a:extLst>
          </p:cNvPr>
          <p:cNvSpPr/>
          <p:nvPr userDrawn="1"/>
        </p:nvSpPr>
        <p:spPr>
          <a:xfrm>
            <a:off x="7673275"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dk2"/>
                </a:solidFill>
                <a:latin typeface="Inria Sans"/>
                <a:ea typeface="Inria Sans"/>
                <a:cs typeface="Inria Sans"/>
                <a:sym typeface="Inria Sans"/>
              </a:rPr>
              <a:t>SEP</a:t>
            </a:r>
            <a:endParaRPr sz="1300">
              <a:solidFill>
                <a:schemeClr val="dk2"/>
              </a:solidFill>
              <a:latin typeface="Inria Sans"/>
              <a:ea typeface="Inria Sans"/>
              <a:cs typeface="Inria Sans"/>
              <a:sym typeface="Inria Sans"/>
            </a:endParaRPr>
          </a:p>
        </p:txBody>
      </p:sp>
      <p:sp>
        <p:nvSpPr>
          <p:cNvPr id="10" name="Google Shape;359;p39">
            <a:extLst>
              <a:ext uri="{FF2B5EF4-FFF2-40B4-BE49-F238E27FC236}">
                <a16:creationId xmlns:a16="http://schemas.microsoft.com/office/drawing/2014/main" id="{7947BD96-7699-4850-A4FD-5E8884B5016B}"/>
              </a:ext>
            </a:extLst>
          </p:cNvPr>
          <p:cNvSpPr/>
          <p:nvPr userDrawn="1"/>
        </p:nvSpPr>
        <p:spPr>
          <a:xfrm>
            <a:off x="6793163"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AOU</a:t>
            </a:r>
            <a:endParaRPr sz="1300" dirty="0">
              <a:solidFill>
                <a:schemeClr val="dk2"/>
              </a:solidFill>
              <a:latin typeface="Inria Sans"/>
              <a:ea typeface="Inria Sans"/>
              <a:cs typeface="Inria Sans"/>
              <a:sym typeface="Inria Sans"/>
            </a:endParaRPr>
          </a:p>
        </p:txBody>
      </p:sp>
      <p:sp>
        <p:nvSpPr>
          <p:cNvPr id="11" name="Google Shape;360;p39">
            <a:extLst>
              <a:ext uri="{FF2B5EF4-FFF2-40B4-BE49-F238E27FC236}">
                <a16:creationId xmlns:a16="http://schemas.microsoft.com/office/drawing/2014/main" id="{0CE9AD65-B152-4313-9AE5-9C3378662474}"/>
              </a:ext>
            </a:extLst>
          </p:cNvPr>
          <p:cNvSpPr/>
          <p:nvPr userDrawn="1"/>
        </p:nvSpPr>
        <p:spPr>
          <a:xfrm>
            <a:off x="5913051"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JUL</a:t>
            </a:r>
            <a:endParaRPr sz="1300" dirty="0">
              <a:solidFill>
                <a:schemeClr val="dk2"/>
              </a:solidFill>
              <a:latin typeface="Inria Sans"/>
              <a:ea typeface="Inria Sans"/>
              <a:cs typeface="Inria Sans"/>
              <a:sym typeface="Inria Sans"/>
            </a:endParaRPr>
          </a:p>
        </p:txBody>
      </p:sp>
      <p:sp>
        <p:nvSpPr>
          <p:cNvPr id="12" name="Google Shape;361;p39">
            <a:extLst>
              <a:ext uri="{FF2B5EF4-FFF2-40B4-BE49-F238E27FC236}">
                <a16:creationId xmlns:a16="http://schemas.microsoft.com/office/drawing/2014/main" id="{68DDD71B-3AC7-4100-ADF8-56DAB8E36A7B}"/>
              </a:ext>
            </a:extLst>
          </p:cNvPr>
          <p:cNvSpPr/>
          <p:nvPr userDrawn="1"/>
        </p:nvSpPr>
        <p:spPr>
          <a:xfrm>
            <a:off x="5032939"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JUN</a:t>
            </a:r>
            <a:endParaRPr sz="1300" dirty="0">
              <a:solidFill>
                <a:schemeClr val="bg1"/>
              </a:solidFill>
              <a:latin typeface="Inria Sans"/>
              <a:ea typeface="Inria Sans"/>
              <a:cs typeface="Inria Sans"/>
              <a:sym typeface="Inria Sans"/>
            </a:endParaRPr>
          </a:p>
        </p:txBody>
      </p:sp>
      <p:sp>
        <p:nvSpPr>
          <p:cNvPr id="14" name="Google Shape;362;p39">
            <a:extLst>
              <a:ext uri="{FF2B5EF4-FFF2-40B4-BE49-F238E27FC236}">
                <a16:creationId xmlns:a16="http://schemas.microsoft.com/office/drawing/2014/main" id="{6EFB724A-B9E9-4E5A-9F4D-B08B33CBA00F}"/>
              </a:ext>
            </a:extLst>
          </p:cNvPr>
          <p:cNvSpPr/>
          <p:nvPr userDrawn="1"/>
        </p:nvSpPr>
        <p:spPr>
          <a:xfrm>
            <a:off x="4152825"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MAI</a:t>
            </a:r>
            <a:endParaRPr sz="1300" dirty="0">
              <a:solidFill>
                <a:schemeClr val="bg1"/>
              </a:solidFill>
              <a:latin typeface="Inria Sans"/>
              <a:ea typeface="Inria Sans"/>
              <a:cs typeface="Inria Sans"/>
              <a:sym typeface="Inria Sans"/>
            </a:endParaRPr>
          </a:p>
        </p:txBody>
      </p:sp>
      <p:sp>
        <p:nvSpPr>
          <p:cNvPr id="16" name="Google Shape;363;p39">
            <a:extLst>
              <a:ext uri="{FF2B5EF4-FFF2-40B4-BE49-F238E27FC236}">
                <a16:creationId xmlns:a16="http://schemas.microsoft.com/office/drawing/2014/main" id="{A51EAC1D-96D9-4AFA-8614-35927E08B8EC}"/>
              </a:ext>
            </a:extLst>
          </p:cNvPr>
          <p:cNvSpPr/>
          <p:nvPr userDrawn="1"/>
        </p:nvSpPr>
        <p:spPr>
          <a:xfrm>
            <a:off x="3272713"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AVR</a:t>
            </a:r>
            <a:endParaRPr sz="1300" dirty="0">
              <a:solidFill>
                <a:schemeClr val="bg1"/>
              </a:solidFill>
              <a:latin typeface="Inria Sans"/>
              <a:ea typeface="Inria Sans"/>
              <a:cs typeface="Inria Sans"/>
              <a:sym typeface="Inria Sans"/>
            </a:endParaRPr>
          </a:p>
        </p:txBody>
      </p:sp>
      <p:sp>
        <p:nvSpPr>
          <p:cNvPr id="17" name="Google Shape;364;p39">
            <a:extLst>
              <a:ext uri="{FF2B5EF4-FFF2-40B4-BE49-F238E27FC236}">
                <a16:creationId xmlns:a16="http://schemas.microsoft.com/office/drawing/2014/main" id="{7EF23AB7-2E94-4B64-8792-8B4684082FAB}"/>
              </a:ext>
            </a:extLst>
          </p:cNvPr>
          <p:cNvSpPr/>
          <p:nvPr userDrawn="1"/>
        </p:nvSpPr>
        <p:spPr>
          <a:xfrm>
            <a:off x="2392601"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MAR</a:t>
            </a:r>
            <a:endParaRPr sz="1300">
              <a:solidFill>
                <a:schemeClr val="lt1"/>
              </a:solidFill>
              <a:latin typeface="Inria Sans"/>
              <a:ea typeface="Inria Sans"/>
              <a:cs typeface="Inria Sans"/>
              <a:sym typeface="Inria Sans"/>
            </a:endParaRPr>
          </a:p>
        </p:txBody>
      </p:sp>
      <p:sp>
        <p:nvSpPr>
          <p:cNvPr id="18" name="Google Shape;365;p39">
            <a:extLst>
              <a:ext uri="{FF2B5EF4-FFF2-40B4-BE49-F238E27FC236}">
                <a16:creationId xmlns:a16="http://schemas.microsoft.com/office/drawing/2014/main" id="{1AB603DA-08EF-4980-8149-506F324E79B9}"/>
              </a:ext>
            </a:extLst>
          </p:cNvPr>
          <p:cNvSpPr/>
          <p:nvPr userDrawn="1"/>
        </p:nvSpPr>
        <p:spPr>
          <a:xfrm>
            <a:off x="1512489"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FEV</a:t>
            </a:r>
            <a:endParaRPr sz="1300" dirty="0">
              <a:solidFill>
                <a:schemeClr val="lt1"/>
              </a:solidFill>
              <a:latin typeface="Inria Sans"/>
              <a:ea typeface="Inria Sans"/>
              <a:cs typeface="Inria Sans"/>
              <a:sym typeface="Inria Sans"/>
            </a:endParaRPr>
          </a:p>
        </p:txBody>
      </p:sp>
      <p:sp>
        <p:nvSpPr>
          <p:cNvPr id="19" name="Google Shape;366;p39">
            <a:extLst>
              <a:ext uri="{FF2B5EF4-FFF2-40B4-BE49-F238E27FC236}">
                <a16:creationId xmlns:a16="http://schemas.microsoft.com/office/drawing/2014/main" id="{EB824AA2-6F57-4B5D-B340-E66B5EBBB04E}"/>
              </a:ext>
            </a:extLst>
          </p:cNvPr>
          <p:cNvSpPr/>
          <p:nvPr userDrawn="1"/>
        </p:nvSpPr>
        <p:spPr>
          <a:xfrm>
            <a:off x="632377"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JAN</a:t>
            </a:r>
            <a:endParaRPr sz="1300" dirty="0">
              <a:solidFill>
                <a:schemeClr val="lt1"/>
              </a:solidFill>
              <a:latin typeface="Inria Sans"/>
              <a:ea typeface="Inria Sans"/>
              <a:cs typeface="Inria Sans"/>
              <a:sym typeface="Inria Sans"/>
            </a:endParaRPr>
          </a:p>
        </p:txBody>
      </p:sp>
      <p:sp>
        <p:nvSpPr>
          <p:cNvPr id="20" name="Google Shape;367;p39">
            <a:extLst>
              <a:ext uri="{FF2B5EF4-FFF2-40B4-BE49-F238E27FC236}">
                <a16:creationId xmlns:a16="http://schemas.microsoft.com/office/drawing/2014/main" id="{907ADFC6-280C-40FD-8EB0-FF055E6C6C95}"/>
              </a:ext>
            </a:extLst>
          </p:cNvPr>
          <p:cNvSpPr/>
          <p:nvPr userDrawn="1"/>
        </p:nvSpPr>
        <p:spPr>
          <a:xfrm>
            <a:off x="0" y="3674600"/>
            <a:ext cx="849600" cy="524800"/>
          </a:xfrm>
          <a:prstGeom prst="homePlate">
            <a:avLst>
              <a:gd name="adj" fmla="val 32030"/>
            </a:avLst>
          </a:prstGeom>
          <a:solidFill>
            <a:schemeClr val="lt2"/>
          </a:solidFill>
          <a:ln>
            <a:noFill/>
          </a:ln>
          <a:effectLst>
            <a:outerShdw blurRad="28575" dist="9525" algn="bl" rotWithShape="0">
              <a:srgbClr val="000000">
                <a:alpha val="20000"/>
              </a:srgbClr>
            </a:outerShdw>
          </a:effectLst>
        </p:spPr>
        <p:txBody>
          <a:bodyPr spcFirstLastPara="1" wrap="square" lIns="121900" tIns="121900" rIns="121900" bIns="121900" anchor="ctr" anchorCtr="0">
            <a:noAutofit/>
          </a:bodyPr>
          <a:lstStyle/>
          <a:p>
            <a:pPr algn="ctr"/>
            <a:endParaRPr sz="1300">
              <a:solidFill>
                <a:schemeClr val="dk1"/>
              </a:solidFill>
            </a:endParaRPr>
          </a:p>
        </p:txBody>
      </p:sp>
      <p:grpSp>
        <p:nvGrpSpPr>
          <p:cNvPr id="32" name="Groupe 31">
            <a:extLst>
              <a:ext uri="{FF2B5EF4-FFF2-40B4-BE49-F238E27FC236}">
                <a16:creationId xmlns:a16="http://schemas.microsoft.com/office/drawing/2014/main" id="{2E5BD6C3-AF6B-4FF6-B08A-546E089BBDA1}"/>
              </a:ext>
            </a:extLst>
          </p:cNvPr>
          <p:cNvGrpSpPr/>
          <p:nvPr userDrawn="1"/>
        </p:nvGrpSpPr>
        <p:grpSpPr>
          <a:xfrm>
            <a:off x="1025231" y="3042575"/>
            <a:ext cx="9702585" cy="1788850"/>
            <a:chOff x="1025231" y="3042575"/>
            <a:chExt cx="9702585" cy="1788850"/>
          </a:xfrm>
        </p:grpSpPr>
        <p:cxnSp>
          <p:nvCxnSpPr>
            <p:cNvPr id="33" name="Google Shape;368;p39">
              <a:extLst>
                <a:ext uri="{FF2B5EF4-FFF2-40B4-BE49-F238E27FC236}">
                  <a16:creationId xmlns:a16="http://schemas.microsoft.com/office/drawing/2014/main" id="{FD6FE5E1-23EE-42A7-8FC1-8F324CCE0BD1}"/>
                </a:ext>
              </a:extLst>
            </p:cNvPr>
            <p:cNvCxnSpPr/>
            <p:nvPr/>
          </p:nvCxnSpPr>
          <p:spPr>
            <a:xfrm rot="10800000">
              <a:off x="102523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4" name="Google Shape;370;p39">
              <a:extLst>
                <a:ext uri="{FF2B5EF4-FFF2-40B4-BE49-F238E27FC236}">
                  <a16:creationId xmlns:a16="http://schemas.microsoft.com/office/drawing/2014/main" id="{E926AE98-63E1-4A67-BB1C-5A86900B37A2}"/>
                </a:ext>
              </a:extLst>
            </p:cNvPr>
            <p:cNvCxnSpPr/>
            <p:nvPr/>
          </p:nvCxnSpPr>
          <p:spPr>
            <a:xfrm rot="10800000">
              <a:off x="278687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5" name="Google Shape;372;p39">
              <a:extLst>
                <a:ext uri="{FF2B5EF4-FFF2-40B4-BE49-F238E27FC236}">
                  <a16:creationId xmlns:a16="http://schemas.microsoft.com/office/drawing/2014/main" id="{B956DD69-B2CD-45AC-86CF-DC84AC3B4545}"/>
                </a:ext>
              </a:extLst>
            </p:cNvPr>
            <p:cNvCxnSpPr/>
            <p:nvPr/>
          </p:nvCxnSpPr>
          <p:spPr>
            <a:xfrm rot="10800000">
              <a:off x="454852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6" name="Google Shape;374;p39">
              <a:extLst>
                <a:ext uri="{FF2B5EF4-FFF2-40B4-BE49-F238E27FC236}">
                  <a16:creationId xmlns:a16="http://schemas.microsoft.com/office/drawing/2014/main" id="{34F4559D-1516-4D76-8293-ECDA65532A7D}"/>
                </a:ext>
              </a:extLst>
            </p:cNvPr>
            <p:cNvCxnSpPr/>
            <p:nvPr/>
          </p:nvCxnSpPr>
          <p:spPr>
            <a:xfrm rot="10800000">
              <a:off x="631017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7" name="Google Shape;376;p39">
              <a:extLst>
                <a:ext uri="{FF2B5EF4-FFF2-40B4-BE49-F238E27FC236}">
                  <a16:creationId xmlns:a16="http://schemas.microsoft.com/office/drawing/2014/main" id="{D0B01B73-2107-4504-83F0-89AADA64418A}"/>
                </a:ext>
              </a:extLst>
            </p:cNvPr>
            <p:cNvCxnSpPr/>
            <p:nvPr/>
          </p:nvCxnSpPr>
          <p:spPr>
            <a:xfrm rot="10800000">
              <a:off x="807181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8" name="Google Shape;378;p39">
              <a:extLst>
                <a:ext uri="{FF2B5EF4-FFF2-40B4-BE49-F238E27FC236}">
                  <a16:creationId xmlns:a16="http://schemas.microsoft.com/office/drawing/2014/main" id="{1667B7EF-206C-4106-A932-C360A4901C37}"/>
                </a:ext>
              </a:extLst>
            </p:cNvPr>
            <p:cNvCxnSpPr/>
            <p:nvPr/>
          </p:nvCxnSpPr>
          <p:spPr>
            <a:xfrm rot="10800000">
              <a:off x="983346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9" name="Google Shape;380;p39">
              <a:extLst>
                <a:ext uri="{FF2B5EF4-FFF2-40B4-BE49-F238E27FC236}">
                  <a16:creationId xmlns:a16="http://schemas.microsoft.com/office/drawing/2014/main" id="{71639FCC-C762-4D38-BCAB-F288E0FBAC88}"/>
                </a:ext>
              </a:extLst>
            </p:cNvPr>
            <p:cNvCxnSpPr/>
            <p:nvPr/>
          </p:nvCxnSpPr>
          <p:spPr>
            <a:xfrm rot="10800000">
              <a:off x="191958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0" name="Google Shape;382;p39">
              <a:extLst>
                <a:ext uri="{FF2B5EF4-FFF2-40B4-BE49-F238E27FC236}">
                  <a16:creationId xmlns:a16="http://schemas.microsoft.com/office/drawing/2014/main" id="{7C19A26B-DB9C-44BD-AD93-C0BEA8CB5044}"/>
                </a:ext>
              </a:extLst>
            </p:cNvPr>
            <p:cNvCxnSpPr/>
            <p:nvPr/>
          </p:nvCxnSpPr>
          <p:spPr>
            <a:xfrm rot="10800000">
              <a:off x="368122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1" name="Google Shape;384;p39">
              <a:extLst>
                <a:ext uri="{FF2B5EF4-FFF2-40B4-BE49-F238E27FC236}">
                  <a16:creationId xmlns:a16="http://schemas.microsoft.com/office/drawing/2014/main" id="{CB048544-D82D-44B4-8EC2-42F3CDFFD383}"/>
                </a:ext>
              </a:extLst>
            </p:cNvPr>
            <p:cNvCxnSpPr/>
            <p:nvPr/>
          </p:nvCxnSpPr>
          <p:spPr>
            <a:xfrm rot="10800000">
              <a:off x="5442876"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2" name="Google Shape;386;p39">
              <a:extLst>
                <a:ext uri="{FF2B5EF4-FFF2-40B4-BE49-F238E27FC236}">
                  <a16:creationId xmlns:a16="http://schemas.microsoft.com/office/drawing/2014/main" id="{754E0C33-BAA3-4369-A30C-F498B55E13AE}"/>
                </a:ext>
              </a:extLst>
            </p:cNvPr>
            <p:cNvCxnSpPr/>
            <p:nvPr/>
          </p:nvCxnSpPr>
          <p:spPr>
            <a:xfrm rot="10800000">
              <a:off x="720452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3" name="Google Shape;388;p39">
              <a:extLst>
                <a:ext uri="{FF2B5EF4-FFF2-40B4-BE49-F238E27FC236}">
                  <a16:creationId xmlns:a16="http://schemas.microsoft.com/office/drawing/2014/main" id="{2E7D3906-9D6A-469D-B9C6-A8FAFD424E3B}"/>
                </a:ext>
              </a:extLst>
            </p:cNvPr>
            <p:cNvCxnSpPr/>
            <p:nvPr/>
          </p:nvCxnSpPr>
          <p:spPr>
            <a:xfrm rot="10800000">
              <a:off x="896616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4" name="Google Shape;390;p39">
              <a:extLst>
                <a:ext uri="{FF2B5EF4-FFF2-40B4-BE49-F238E27FC236}">
                  <a16:creationId xmlns:a16="http://schemas.microsoft.com/office/drawing/2014/main" id="{9E53BE1D-358C-4C86-B2D7-C8721CD57AAD}"/>
                </a:ext>
              </a:extLst>
            </p:cNvPr>
            <p:cNvCxnSpPr/>
            <p:nvPr/>
          </p:nvCxnSpPr>
          <p:spPr>
            <a:xfrm rot="10800000">
              <a:off x="10727816" y="4166625"/>
              <a:ext cx="0" cy="664800"/>
            </a:xfrm>
            <a:prstGeom prst="straightConnector1">
              <a:avLst/>
            </a:prstGeom>
            <a:noFill/>
            <a:ln w="9525" cap="flat" cmpd="sng">
              <a:solidFill>
                <a:srgbClr val="D6DAE0"/>
              </a:solidFill>
              <a:prstDash val="solid"/>
              <a:round/>
              <a:headEnd type="oval" w="med" len="med"/>
              <a:tailEnd type="oval" w="med" len="med"/>
            </a:ln>
          </p:spPr>
        </p:cxnSp>
      </p:grpSp>
      <p:sp>
        <p:nvSpPr>
          <p:cNvPr id="47" name="Espace réservé du texte 45">
            <a:extLst>
              <a:ext uri="{FF2B5EF4-FFF2-40B4-BE49-F238E27FC236}">
                <a16:creationId xmlns:a16="http://schemas.microsoft.com/office/drawing/2014/main" id="{A1FE6AFF-1DCB-42B0-8BC7-3FF47FADA590}"/>
              </a:ext>
            </a:extLst>
          </p:cNvPr>
          <p:cNvSpPr>
            <a:spLocks noGrp="1"/>
          </p:cNvSpPr>
          <p:nvPr>
            <p:ph type="body" sz="quarter" idx="13" hasCustomPrompt="1"/>
          </p:nvPr>
        </p:nvSpPr>
        <p:spPr>
          <a:xfrm>
            <a:off x="387257" y="2135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49" name="Espace réservé du texte 45">
            <a:extLst>
              <a:ext uri="{FF2B5EF4-FFF2-40B4-BE49-F238E27FC236}">
                <a16:creationId xmlns:a16="http://schemas.microsoft.com/office/drawing/2014/main" id="{D02F4E13-A6B6-44E9-845D-EB36C06AEB6F}"/>
              </a:ext>
            </a:extLst>
          </p:cNvPr>
          <p:cNvSpPr>
            <a:spLocks noGrp="1"/>
          </p:cNvSpPr>
          <p:nvPr>
            <p:ph type="body" sz="quarter" idx="14" hasCustomPrompt="1"/>
          </p:nvPr>
        </p:nvSpPr>
        <p:spPr>
          <a:xfrm>
            <a:off x="2152393"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1" name="Espace réservé du texte 45">
            <a:extLst>
              <a:ext uri="{FF2B5EF4-FFF2-40B4-BE49-F238E27FC236}">
                <a16:creationId xmlns:a16="http://schemas.microsoft.com/office/drawing/2014/main" id="{0A561DBB-C3AA-464C-9841-B9A3FC0A82C2}"/>
              </a:ext>
            </a:extLst>
          </p:cNvPr>
          <p:cNvSpPr>
            <a:spLocks noGrp="1"/>
          </p:cNvSpPr>
          <p:nvPr>
            <p:ph type="body" sz="quarter" idx="15" hasCustomPrompt="1"/>
          </p:nvPr>
        </p:nvSpPr>
        <p:spPr>
          <a:xfrm>
            <a:off x="3914854"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3" name="Espace réservé du texte 45">
            <a:extLst>
              <a:ext uri="{FF2B5EF4-FFF2-40B4-BE49-F238E27FC236}">
                <a16:creationId xmlns:a16="http://schemas.microsoft.com/office/drawing/2014/main" id="{BD1D5DA9-95E4-45FA-A99F-DD0676FB2F68}"/>
              </a:ext>
            </a:extLst>
          </p:cNvPr>
          <p:cNvSpPr>
            <a:spLocks noGrp="1"/>
          </p:cNvSpPr>
          <p:nvPr>
            <p:ph type="body" sz="quarter" idx="16" hasCustomPrompt="1"/>
          </p:nvPr>
        </p:nvSpPr>
        <p:spPr>
          <a:xfrm>
            <a:off x="5677315"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5" name="Espace réservé du texte 45">
            <a:extLst>
              <a:ext uri="{FF2B5EF4-FFF2-40B4-BE49-F238E27FC236}">
                <a16:creationId xmlns:a16="http://schemas.microsoft.com/office/drawing/2014/main" id="{235086B5-DFD4-44B3-9551-94A840BAE880}"/>
              </a:ext>
            </a:extLst>
          </p:cNvPr>
          <p:cNvSpPr>
            <a:spLocks noGrp="1"/>
          </p:cNvSpPr>
          <p:nvPr>
            <p:ph type="body" sz="quarter" idx="17" hasCustomPrompt="1"/>
          </p:nvPr>
        </p:nvSpPr>
        <p:spPr>
          <a:xfrm>
            <a:off x="7442013" y="2139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7" name="Espace réservé du texte 45">
            <a:extLst>
              <a:ext uri="{FF2B5EF4-FFF2-40B4-BE49-F238E27FC236}">
                <a16:creationId xmlns:a16="http://schemas.microsoft.com/office/drawing/2014/main" id="{1D2B7EC4-CE1E-4946-8E23-4078DA0288F1}"/>
              </a:ext>
            </a:extLst>
          </p:cNvPr>
          <p:cNvSpPr>
            <a:spLocks noGrp="1"/>
          </p:cNvSpPr>
          <p:nvPr>
            <p:ph type="body" sz="quarter" idx="18" hasCustomPrompt="1"/>
          </p:nvPr>
        </p:nvSpPr>
        <p:spPr>
          <a:xfrm>
            <a:off x="9205669"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4" name="Espace réservé du texte 45">
            <a:extLst>
              <a:ext uri="{FF2B5EF4-FFF2-40B4-BE49-F238E27FC236}">
                <a16:creationId xmlns:a16="http://schemas.microsoft.com/office/drawing/2014/main" id="{ADB72052-957A-4300-A819-2882139B37C0}"/>
              </a:ext>
            </a:extLst>
          </p:cNvPr>
          <p:cNvSpPr>
            <a:spLocks noGrp="1"/>
          </p:cNvSpPr>
          <p:nvPr>
            <p:ph type="body" sz="quarter" idx="19" hasCustomPrompt="1"/>
          </p:nvPr>
        </p:nvSpPr>
        <p:spPr>
          <a:xfrm>
            <a:off x="1243358" y="5032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5" name="Espace réservé du texte 45">
            <a:extLst>
              <a:ext uri="{FF2B5EF4-FFF2-40B4-BE49-F238E27FC236}">
                <a16:creationId xmlns:a16="http://schemas.microsoft.com/office/drawing/2014/main" id="{A08E1E97-7FD5-4EF5-9A16-90B51ED4CF4A}"/>
              </a:ext>
            </a:extLst>
          </p:cNvPr>
          <p:cNvSpPr>
            <a:spLocks noGrp="1"/>
          </p:cNvSpPr>
          <p:nvPr>
            <p:ph type="body" sz="quarter" idx="20" hasCustomPrompt="1"/>
          </p:nvPr>
        </p:nvSpPr>
        <p:spPr>
          <a:xfrm>
            <a:off x="3008494"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6" name="Espace réservé du texte 45">
            <a:extLst>
              <a:ext uri="{FF2B5EF4-FFF2-40B4-BE49-F238E27FC236}">
                <a16:creationId xmlns:a16="http://schemas.microsoft.com/office/drawing/2014/main" id="{A6B76954-1753-4BE1-9815-4ECBA8F8C8F5}"/>
              </a:ext>
            </a:extLst>
          </p:cNvPr>
          <p:cNvSpPr>
            <a:spLocks noGrp="1"/>
          </p:cNvSpPr>
          <p:nvPr>
            <p:ph type="body" sz="quarter" idx="21" hasCustomPrompt="1"/>
          </p:nvPr>
        </p:nvSpPr>
        <p:spPr>
          <a:xfrm>
            <a:off x="4770955"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7" name="Espace réservé du texte 45">
            <a:extLst>
              <a:ext uri="{FF2B5EF4-FFF2-40B4-BE49-F238E27FC236}">
                <a16:creationId xmlns:a16="http://schemas.microsoft.com/office/drawing/2014/main" id="{F972A133-F851-4C7E-BF6A-5A413421A391}"/>
              </a:ext>
            </a:extLst>
          </p:cNvPr>
          <p:cNvSpPr>
            <a:spLocks noGrp="1"/>
          </p:cNvSpPr>
          <p:nvPr>
            <p:ph type="body" sz="quarter" idx="22" hasCustomPrompt="1"/>
          </p:nvPr>
        </p:nvSpPr>
        <p:spPr>
          <a:xfrm>
            <a:off x="6533416"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8" name="Espace réservé du texte 45">
            <a:extLst>
              <a:ext uri="{FF2B5EF4-FFF2-40B4-BE49-F238E27FC236}">
                <a16:creationId xmlns:a16="http://schemas.microsoft.com/office/drawing/2014/main" id="{3BD8C773-971F-4B49-BDFC-3627B901F176}"/>
              </a:ext>
            </a:extLst>
          </p:cNvPr>
          <p:cNvSpPr>
            <a:spLocks noGrp="1"/>
          </p:cNvSpPr>
          <p:nvPr>
            <p:ph type="body" sz="quarter" idx="23" hasCustomPrompt="1"/>
          </p:nvPr>
        </p:nvSpPr>
        <p:spPr>
          <a:xfrm>
            <a:off x="8298114" y="5036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9" name="Espace réservé du texte 45">
            <a:extLst>
              <a:ext uri="{FF2B5EF4-FFF2-40B4-BE49-F238E27FC236}">
                <a16:creationId xmlns:a16="http://schemas.microsoft.com/office/drawing/2014/main" id="{887A850E-DDFB-4B30-A3CC-60839965A4F5}"/>
              </a:ext>
            </a:extLst>
          </p:cNvPr>
          <p:cNvSpPr>
            <a:spLocks noGrp="1"/>
          </p:cNvSpPr>
          <p:nvPr>
            <p:ph type="body" sz="quarter" idx="24" hasCustomPrompt="1"/>
          </p:nvPr>
        </p:nvSpPr>
        <p:spPr>
          <a:xfrm>
            <a:off x="10061770"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70" name="Google Shape;32;p6">
            <a:extLst>
              <a:ext uri="{FF2B5EF4-FFF2-40B4-BE49-F238E27FC236}">
                <a16:creationId xmlns:a16="http://schemas.microsoft.com/office/drawing/2014/main" id="{27811ABC-4B79-468C-85D9-A6B9AEA2E1B2}"/>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46" name="Espace réservé du texte 2">
            <a:extLst>
              <a:ext uri="{FF2B5EF4-FFF2-40B4-BE49-F238E27FC236}">
                <a16:creationId xmlns:a16="http://schemas.microsoft.com/office/drawing/2014/main" id="{02840E39-7C26-4E48-812E-A6A0401AEA5D}"/>
              </a:ext>
            </a:extLst>
          </p:cNvPr>
          <p:cNvSpPr>
            <a:spLocks noGrp="1"/>
          </p:cNvSpPr>
          <p:nvPr>
            <p:ph type="body" sz="quarter" idx="2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3312301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2;p6">
            <a:extLst>
              <a:ext uri="{FF2B5EF4-FFF2-40B4-BE49-F238E27FC236}">
                <a16:creationId xmlns:a16="http://schemas.microsoft.com/office/drawing/2014/main" id="{507F3901-C51F-4B86-A6B3-B6AD8D38DDB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8" name="Espace réservé du texte 2">
            <a:extLst>
              <a:ext uri="{FF2B5EF4-FFF2-40B4-BE49-F238E27FC236}">
                <a16:creationId xmlns:a16="http://schemas.microsoft.com/office/drawing/2014/main" id="{B8F557D0-F906-48E4-9676-2FCF206075ED}"/>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7902315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égende">
    <p:spTree>
      <p:nvGrpSpPr>
        <p:cNvPr id="1" name=""/>
        <p:cNvGrpSpPr/>
        <p:nvPr/>
      </p:nvGrpSpPr>
      <p:grpSpPr>
        <a:xfrm>
          <a:off x="0" y="0"/>
          <a:ext cx="0" cy="0"/>
          <a:chOff x="0" y="0"/>
          <a:chExt cx="0" cy="0"/>
        </a:xfrm>
      </p:grpSpPr>
      <p:sp>
        <p:nvSpPr>
          <p:cNvPr id="4" name="Google Shape;46;p9">
            <a:extLst>
              <a:ext uri="{FF2B5EF4-FFF2-40B4-BE49-F238E27FC236}">
                <a16:creationId xmlns:a16="http://schemas.microsoft.com/office/drawing/2014/main" id="{31D6BDB8-40A4-AB40-9EC0-61074D386A46}"/>
              </a:ext>
            </a:extLst>
          </p:cNvPr>
          <p:cNvSpPr txBox="1">
            <a:spLocks noGrp="1"/>
          </p:cNvSpPr>
          <p:nvPr>
            <p:ph type="body" idx="1" hasCustomPrompt="1"/>
          </p:nvPr>
        </p:nvSpPr>
        <p:spPr>
          <a:xfrm>
            <a:off x="980322" y="5987362"/>
            <a:ext cx="10225522" cy="692800"/>
          </a:xfrm>
          <a:prstGeom prst="rect">
            <a:avLst/>
          </a:prstGeom>
        </p:spPr>
        <p:txBody>
          <a:bodyPr spcFirstLastPara="1" wrap="square" lIns="0" tIns="0" rIns="0" bIns="0" anchor="t" anchorCtr="0">
            <a:noAutofit/>
          </a:bodyPr>
          <a:lstStyle>
            <a:lvl1pPr marL="609585" lvl="0" indent="-304792" rtl="0">
              <a:spcBef>
                <a:spcPts val="0"/>
              </a:spcBef>
              <a:spcAft>
                <a:spcPts val="800"/>
              </a:spcAft>
              <a:buSzPts val="1600"/>
              <a:buNone/>
              <a:defRPr sz="1400">
                <a:solidFill>
                  <a:schemeClr val="tx1">
                    <a:lumMod val="85000"/>
                    <a:lumOff val="15000"/>
                  </a:schemeClr>
                </a:solidFill>
                <a:latin typeface="Barlow"/>
              </a:defRPr>
            </a:lvl1pPr>
          </a:lstStyle>
          <a:p>
            <a:r>
              <a:rPr lang="fr-FR" dirty="0"/>
              <a:t>Cliquez pour ajouter du texte</a:t>
            </a:r>
            <a:endParaRPr dirty="0"/>
          </a:p>
        </p:txBody>
      </p:sp>
      <p:sp>
        <p:nvSpPr>
          <p:cNvPr id="5" name="Google Shape;32;p6">
            <a:extLst>
              <a:ext uri="{FF2B5EF4-FFF2-40B4-BE49-F238E27FC236}">
                <a16:creationId xmlns:a16="http://schemas.microsoft.com/office/drawing/2014/main" id="{F4B6C03F-1988-45C2-A41B-CDD7235AA36B}"/>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8648422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
        <p:nvSpPr>
          <p:cNvPr id="5" name="Google Shape;32;p6">
            <a:extLst>
              <a:ext uri="{FF2B5EF4-FFF2-40B4-BE49-F238E27FC236}">
                <a16:creationId xmlns:a16="http://schemas.microsoft.com/office/drawing/2014/main" id="{833FC38E-CCC0-435B-94EC-EE892C21532A}"/>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7827970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19027699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ND BLANC">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16357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SOMMAIRE">
    <p:spTree>
      <p:nvGrpSpPr>
        <p:cNvPr id="1" name=""/>
        <p:cNvGrpSpPr/>
        <p:nvPr/>
      </p:nvGrpSpPr>
      <p:grpSpPr>
        <a:xfrm>
          <a:off x="0" y="0"/>
          <a:ext cx="0" cy="0"/>
          <a:chOff x="0" y="0"/>
          <a:chExt cx="0" cy="0"/>
        </a:xfrm>
      </p:grpSpPr>
      <p:sp>
        <p:nvSpPr>
          <p:cNvPr id="7" name="Google Shape;25;p5">
            <a:extLst>
              <a:ext uri="{FF2B5EF4-FFF2-40B4-BE49-F238E27FC236}">
                <a16:creationId xmlns:a16="http://schemas.microsoft.com/office/drawing/2014/main" id="{E5E4396F-4D98-4AE2-A6D3-37B80851AB9A}"/>
              </a:ext>
            </a:extLst>
          </p:cNvPr>
          <p:cNvSpPr txBox="1">
            <a:spLocks noGrp="1"/>
          </p:cNvSpPr>
          <p:nvPr>
            <p:ph type="body" idx="1" hasCustomPrompt="1"/>
          </p:nvPr>
        </p:nvSpPr>
        <p:spPr>
          <a:xfrm>
            <a:off x="5440823" y="2054715"/>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9" name="Espace réservé pour une image  5">
            <a:extLst>
              <a:ext uri="{FF2B5EF4-FFF2-40B4-BE49-F238E27FC236}">
                <a16:creationId xmlns:a16="http://schemas.microsoft.com/office/drawing/2014/main" id="{9213FE85-ACEC-446A-A027-DE766253360F}"/>
              </a:ext>
            </a:extLst>
          </p:cNvPr>
          <p:cNvSpPr>
            <a:spLocks noGrp="1"/>
          </p:cNvSpPr>
          <p:nvPr>
            <p:ph type="pic" sz="quarter" idx="15" hasCustomPrompt="1"/>
          </p:nvPr>
        </p:nvSpPr>
        <p:spPr>
          <a:xfrm>
            <a:off x="0" y="0"/>
            <a:ext cx="2876204"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4" name="Google Shape;24;p5">
            <a:extLst>
              <a:ext uri="{FF2B5EF4-FFF2-40B4-BE49-F238E27FC236}">
                <a16:creationId xmlns:a16="http://schemas.microsoft.com/office/drawing/2014/main" id="{7D9DA230-F9F6-41CA-8C2D-CC2C5689895C}"/>
              </a:ext>
            </a:extLst>
          </p:cNvPr>
          <p:cNvSpPr txBox="1">
            <a:spLocks/>
          </p:cNvSpPr>
          <p:nvPr userDrawn="1"/>
        </p:nvSpPr>
        <p:spPr>
          <a:xfrm rot="16200000">
            <a:off x="72248" y="2596101"/>
            <a:ext cx="6858000" cy="1665803"/>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kern="1200">
                <a:ln>
                  <a:noFill/>
                </a:ln>
                <a:solidFill>
                  <a:srgbClr val="5190CC"/>
                </a:solidFill>
                <a:latin typeface="Montserrat" panose="00000800000000000000" pitchFamily="2" charset="0"/>
                <a:ea typeface="+mj-ea"/>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pPr algn="ctr"/>
            <a:r>
              <a:rPr lang="fr-FR" sz="8500" dirty="0">
                <a:solidFill>
                  <a:schemeClr val="bg1">
                    <a:lumMod val="75000"/>
                  </a:schemeClr>
                </a:solidFill>
              </a:rPr>
              <a:t>SOMMAIRE</a:t>
            </a:r>
          </a:p>
        </p:txBody>
      </p:sp>
      <p:sp>
        <p:nvSpPr>
          <p:cNvPr id="15" name="Google Shape;25;p5">
            <a:extLst>
              <a:ext uri="{FF2B5EF4-FFF2-40B4-BE49-F238E27FC236}">
                <a16:creationId xmlns:a16="http://schemas.microsoft.com/office/drawing/2014/main" id="{ED770C59-BB9B-4F2E-9610-C178A1871226}"/>
              </a:ext>
            </a:extLst>
          </p:cNvPr>
          <p:cNvSpPr txBox="1">
            <a:spLocks noGrp="1"/>
          </p:cNvSpPr>
          <p:nvPr>
            <p:ph type="body" idx="16" hasCustomPrompt="1"/>
          </p:nvPr>
        </p:nvSpPr>
        <p:spPr>
          <a:xfrm>
            <a:off x="4518111" y="2054715"/>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01</a:t>
            </a:r>
            <a:endParaRPr dirty="0"/>
          </a:p>
        </p:txBody>
      </p:sp>
      <p:sp>
        <p:nvSpPr>
          <p:cNvPr id="21" name="Google Shape;25;p5">
            <a:extLst>
              <a:ext uri="{FF2B5EF4-FFF2-40B4-BE49-F238E27FC236}">
                <a16:creationId xmlns:a16="http://schemas.microsoft.com/office/drawing/2014/main" id="{2DCC4B1F-0E59-4DCB-AAA6-0EEB6EBAF0FA}"/>
              </a:ext>
            </a:extLst>
          </p:cNvPr>
          <p:cNvSpPr txBox="1">
            <a:spLocks noGrp="1"/>
          </p:cNvSpPr>
          <p:nvPr>
            <p:ph type="body" idx="17" hasCustomPrompt="1"/>
          </p:nvPr>
        </p:nvSpPr>
        <p:spPr>
          <a:xfrm>
            <a:off x="5434648" y="2779076"/>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2" name="Google Shape;25;p5">
            <a:extLst>
              <a:ext uri="{FF2B5EF4-FFF2-40B4-BE49-F238E27FC236}">
                <a16:creationId xmlns:a16="http://schemas.microsoft.com/office/drawing/2014/main" id="{C72BD9A8-DEA7-4FC4-80B4-7AD4402DFD9C}"/>
              </a:ext>
            </a:extLst>
          </p:cNvPr>
          <p:cNvSpPr txBox="1">
            <a:spLocks noGrp="1"/>
          </p:cNvSpPr>
          <p:nvPr>
            <p:ph type="body" idx="18" hasCustomPrompt="1"/>
          </p:nvPr>
        </p:nvSpPr>
        <p:spPr>
          <a:xfrm>
            <a:off x="4511936" y="2779076"/>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02</a:t>
            </a:r>
            <a:endParaRPr dirty="0"/>
          </a:p>
        </p:txBody>
      </p:sp>
      <p:sp>
        <p:nvSpPr>
          <p:cNvPr id="25" name="Google Shape;25;p5">
            <a:extLst>
              <a:ext uri="{FF2B5EF4-FFF2-40B4-BE49-F238E27FC236}">
                <a16:creationId xmlns:a16="http://schemas.microsoft.com/office/drawing/2014/main" id="{15BC5ED5-FD2E-4FB2-AA69-1B8202059E2A}"/>
              </a:ext>
            </a:extLst>
          </p:cNvPr>
          <p:cNvSpPr txBox="1">
            <a:spLocks noGrp="1"/>
          </p:cNvSpPr>
          <p:nvPr>
            <p:ph type="body" idx="19" hasCustomPrompt="1"/>
          </p:nvPr>
        </p:nvSpPr>
        <p:spPr>
          <a:xfrm>
            <a:off x="5440823" y="3503437"/>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6" name="Google Shape;25;p5">
            <a:extLst>
              <a:ext uri="{FF2B5EF4-FFF2-40B4-BE49-F238E27FC236}">
                <a16:creationId xmlns:a16="http://schemas.microsoft.com/office/drawing/2014/main" id="{00BE4F92-AE87-48C5-92DE-C3526520E167}"/>
              </a:ext>
            </a:extLst>
          </p:cNvPr>
          <p:cNvSpPr txBox="1">
            <a:spLocks noGrp="1"/>
          </p:cNvSpPr>
          <p:nvPr>
            <p:ph type="body" idx="20" hasCustomPrompt="1"/>
          </p:nvPr>
        </p:nvSpPr>
        <p:spPr>
          <a:xfrm>
            <a:off x="4518111" y="3503437"/>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03</a:t>
            </a:r>
            <a:endParaRPr dirty="0"/>
          </a:p>
        </p:txBody>
      </p:sp>
      <p:sp>
        <p:nvSpPr>
          <p:cNvPr id="27" name="Google Shape;25;p5">
            <a:extLst>
              <a:ext uri="{FF2B5EF4-FFF2-40B4-BE49-F238E27FC236}">
                <a16:creationId xmlns:a16="http://schemas.microsoft.com/office/drawing/2014/main" id="{67159D45-09CC-4226-A53E-14DF91985069}"/>
              </a:ext>
            </a:extLst>
          </p:cNvPr>
          <p:cNvSpPr txBox="1">
            <a:spLocks noGrp="1"/>
          </p:cNvSpPr>
          <p:nvPr>
            <p:ph type="body" idx="21" hasCustomPrompt="1"/>
          </p:nvPr>
        </p:nvSpPr>
        <p:spPr>
          <a:xfrm>
            <a:off x="5434648" y="4227798"/>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8" name="Google Shape;25;p5">
            <a:extLst>
              <a:ext uri="{FF2B5EF4-FFF2-40B4-BE49-F238E27FC236}">
                <a16:creationId xmlns:a16="http://schemas.microsoft.com/office/drawing/2014/main" id="{F176A760-EFC1-4E26-83CD-DAB258C0D87A}"/>
              </a:ext>
            </a:extLst>
          </p:cNvPr>
          <p:cNvSpPr txBox="1">
            <a:spLocks noGrp="1"/>
          </p:cNvSpPr>
          <p:nvPr>
            <p:ph type="body" idx="22" hasCustomPrompt="1"/>
          </p:nvPr>
        </p:nvSpPr>
        <p:spPr>
          <a:xfrm>
            <a:off x="4511936" y="4227798"/>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04</a:t>
            </a:r>
            <a:endParaRPr dirty="0"/>
          </a:p>
        </p:txBody>
      </p:sp>
    </p:spTree>
    <p:extLst>
      <p:ext uri="{BB962C8B-B14F-4D97-AF65-F5344CB8AC3E}">
        <p14:creationId xmlns:p14="http://schemas.microsoft.com/office/powerpoint/2010/main" val="29150605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842" b="-842"/>
          <a:stretch/>
        </p:blipFill>
        <p:spPr>
          <a:xfrm>
            <a:off x="5485626" y="2363986"/>
            <a:ext cx="1220749" cy="1997020"/>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dirty="0">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latin typeface="Barlow"/>
              </a:defRPr>
            </a:lvl1pPr>
          </a:lstStyle>
          <a:p>
            <a:pPr algn="ctr"/>
            <a:r>
              <a:rPr lang="fr-FR" sz="1200" dirty="0"/>
              <a:t>CONTACT </a:t>
            </a:r>
          </a:p>
          <a:p>
            <a:pPr algn="ctr"/>
            <a:r>
              <a:rPr lang="fr-FR" sz="1200" dirty="0"/>
              <a:t>Prénom Nom</a:t>
            </a:r>
          </a:p>
          <a:p>
            <a:pPr algn="ctr"/>
            <a:r>
              <a:rPr lang="fr-FR" sz="1200" dirty="0"/>
              <a:t>Adresse, tél</a:t>
            </a:r>
            <a:endParaRPr lang="fr-FR" sz="1600" dirty="0"/>
          </a:p>
          <a:p>
            <a:pPr lvl="0"/>
            <a:endParaRPr lang="fr-FR" dirty="0"/>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5">
            <a:extLst>
              <a:ext uri="{FF2B5EF4-FFF2-40B4-BE49-F238E27FC236}">
                <a16:creationId xmlns:a16="http://schemas.microsoft.com/office/drawing/2014/main" id="{C71D668A-FB4E-D142-8FE7-4DCB8545F5AB}"/>
              </a:ext>
            </a:extLst>
          </p:cNvPr>
          <p:cNvPicPr>
            <a:picLocks noChangeAspect="1"/>
          </p:cNvPicPr>
          <p:nvPr userDrawn="1"/>
        </p:nvPicPr>
        <p:blipFill>
          <a:blip r:embed="rId4" cstate="print">
            <a:extLst>
              <a:ext uri="{28A0092B-C50C-407E-A947-70E740481C1C}">
                <a14:useLocalDpi xmlns:a14="http://schemas.microsoft.com/office/drawing/2010/main" val="0"/>
              </a:ext>
            </a:extLst>
          </a:blip>
          <a:srcRect l="9091" r="9091"/>
          <a:stretch/>
        </p:blipFill>
        <p:spPr>
          <a:xfrm>
            <a:off x="3566909" y="1385794"/>
            <a:ext cx="5041556" cy="3142583"/>
          </a:xfrm>
          <a:prstGeom prst="rect">
            <a:avLst/>
          </a:prstGeom>
        </p:spPr>
      </p:pic>
    </p:spTree>
    <p:extLst>
      <p:ext uri="{BB962C8B-B14F-4D97-AF65-F5344CB8AC3E}">
        <p14:creationId xmlns:p14="http://schemas.microsoft.com/office/powerpoint/2010/main" val="2387847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2892971"/>
            <a:ext cx="8426369" cy="597913"/>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3605357"/>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2" name="Google Shape;14;p3">
            <a:extLst>
              <a:ext uri="{FF2B5EF4-FFF2-40B4-BE49-F238E27FC236}">
                <a16:creationId xmlns:a16="http://schemas.microsoft.com/office/drawing/2014/main" id="{CA8D2623-81DF-6942-AB15-784C5CEC08DD}"/>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708661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42742340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nnonc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1873930"/>
            <a:ext cx="8426369" cy="597913"/>
          </a:xfrm>
          <a:prstGeom prst="rect">
            <a:avLst/>
          </a:prstGeom>
          <a:noFill/>
        </p:spPr>
        <p:txBody>
          <a:bodyPr>
            <a:noAutofit/>
          </a:bodyPr>
          <a:lstStyle>
            <a:lvl1pPr algn="ctr">
              <a:defRPr sz="10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4852265"/>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Tree>
    <p:extLst>
      <p:ext uri="{BB962C8B-B14F-4D97-AF65-F5344CB8AC3E}">
        <p14:creationId xmlns:p14="http://schemas.microsoft.com/office/powerpoint/2010/main" val="32224485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re + 2 colonnes ">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32147"/>
            <a:ext cx="4806351"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15" name="Google Shape;32;p6">
            <a:extLst>
              <a:ext uri="{FF2B5EF4-FFF2-40B4-BE49-F238E27FC236}">
                <a16:creationId xmlns:a16="http://schemas.microsoft.com/office/drawing/2014/main" id="{1694EB44-9E14-4F2A-BECC-0B0403384AA4}"/>
              </a:ext>
            </a:extLst>
          </p:cNvPr>
          <p:cNvSpPr txBox="1">
            <a:spLocks noGrp="1"/>
          </p:cNvSpPr>
          <p:nvPr>
            <p:ph type="sldNum" idx="12"/>
          </p:nvPr>
        </p:nvSpPr>
        <p:spPr>
          <a:xfrm>
            <a:off x="11205845" y="6082680"/>
            <a:ext cx="731600" cy="524800"/>
          </a:xfrm>
          <a:prstGeom prst="rect">
            <a:avLst/>
          </a:prstGeom>
        </p:spPr>
        <p:txBody>
          <a:bodyPr spcFirstLastPara="1" wrap="square" lIns="0" tIns="0" rIns="0" bIns="0" anchor="ctr" anchorCtr="0">
            <a:noAutofit/>
          </a:bodyPr>
          <a:lstStyle>
            <a:lvl1pPr lvl="0" rtl="0">
              <a:buNone/>
              <a:defRPr>
                <a:solidFill>
                  <a:schemeClr val="bg1"/>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7" name="Google Shape;25;p5">
            <a:extLst>
              <a:ext uri="{FF2B5EF4-FFF2-40B4-BE49-F238E27FC236}">
                <a16:creationId xmlns:a16="http://schemas.microsoft.com/office/drawing/2014/main" id="{8F91B836-7C3E-49A2-9849-8A3698623EBB}"/>
              </a:ext>
            </a:extLst>
          </p:cNvPr>
          <p:cNvSpPr txBox="1">
            <a:spLocks noGrp="1"/>
          </p:cNvSpPr>
          <p:nvPr>
            <p:ph type="body" idx="14" hasCustomPrompt="1"/>
          </p:nvPr>
        </p:nvSpPr>
        <p:spPr>
          <a:xfrm>
            <a:off x="6772826" y="1240623"/>
            <a:ext cx="4433019" cy="5011385"/>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20" name="Espace réservé du texte 2">
            <a:extLst>
              <a:ext uri="{FF2B5EF4-FFF2-40B4-BE49-F238E27FC236}">
                <a16:creationId xmlns:a16="http://schemas.microsoft.com/office/drawing/2014/main" id="{9FBFBF23-B3A9-4224-AA2C-7A19A4C691EC}"/>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solidFill>
                  <a:schemeClr val="bg1"/>
                </a:solidFill>
                <a:latin typeface="Barlow"/>
              </a:defRPr>
            </a:lvl1pPr>
          </a:lstStyle>
          <a:p>
            <a:pPr lvl="0"/>
            <a:r>
              <a:rPr lang="fr-FR" dirty="0"/>
              <a:t>Cliquez ici pour du texte</a:t>
            </a:r>
          </a:p>
        </p:txBody>
      </p:sp>
      <p:sp>
        <p:nvSpPr>
          <p:cNvPr id="24" name="Google Shape;24;p5">
            <a:extLst>
              <a:ext uri="{FF2B5EF4-FFF2-40B4-BE49-F238E27FC236}">
                <a16:creationId xmlns:a16="http://schemas.microsoft.com/office/drawing/2014/main" id="{F5B4B604-7A44-4DAD-8B90-3B1ACFFE4058}"/>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25" name="Connecteur droit 24">
            <a:extLst>
              <a:ext uri="{FF2B5EF4-FFF2-40B4-BE49-F238E27FC236}">
                <a16:creationId xmlns:a16="http://schemas.microsoft.com/office/drawing/2014/main" id="{32B17A13-D5F3-4AD3-B0F6-2F767FA6A699}"/>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81498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2855955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002032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9025" r="9156"/>
          <a:stretch/>
        </p:blipFill>
        <p:spPr>
          <a:xfrm>
            <a:off x="3566909" y="1385794"/>
            <a:ext cx="5041556" cy="3142583"/>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a:solidFill>
                  <a:schemeClr val="bg1"/>
                </a:solidFill>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solidFill>
                  <a:schemeClr val="bg1"/>
                </a:solidFill>
                <a:latin typeface="Barlow"/>
              </a:defRPr>
            </a:lvl1pPr>
          </a:lstStyle>
          <a:p>
            <a:pPr algn="ctr"/>
            <a:r>
              <a:rPr lang="fr-FR" sz="1200"/>
              <a:t>CONTACT </a:t>
            </a:r>
          </a:p>
          <a:p>
            <a:pPr algn="ctr"/>
            <a:r>
              <a:rPr lang="fr-FR" sz="1200"/>
              <a:t>Prénom Nom</a:t>
            </a:r>
          </a:p>
          <a:p>
            <a:pPr algn="ctr"/>
            <a:r>
              <a:rPr lang="fr-FR" sz="1200"/>
              <a:t>Adresse, tél</a:t>
            </a:r>
            <a:endParaRPr lang="fr-FR" sz="1600"/>
          </a:p>
          <a:p>
            <a:pPr lvl="0"/>
            <a:endParaRPr lang="fr-FR"/>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018355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slideLayout" Target="../slideLayouts/slideLayout16.xml"/><Relationship Id="rId1" Type="http://schemas.openxmlformats.org/officeDocument/2006/relationships/slideLayout" Target="../slideLayouts/slideLayout15.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20.xml"/><Relationship Id="rId7" Type="http://schemas.openxmlformats.org/officeDocument/2006/relationships/image" Target="../media/image5.png"/><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theme" Target="../theme/theme3.xml"/><Relationship Id="rId5" Type="http://schemas.openxmlformats.org/officeDocument/2006/relationships/slideLayout" Target="../slideLayouts/slideLayout22.xml"/><Relationship Id="rId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24.xml"/><Relationship Id="rId1"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97500AB-525E-E34C-820E-370900AC2016}"/>
              </a:ext>
            </a:extLst>
          </p:cNvPr>
          <p:cNvSpPr/>
          <p:nvPr userDrawn="1"/>
        </p:nvSpPr>
        <p:spPr>
          <a:xfrm>
            <a:off x="1" y="6595969"/>
            <a:ext cx="12192000" cy="262031"/>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7" name="Google Shape;32;p6">
            <a:extLst>
              <a:ext uri="{FF2B5EF4-FFF2-40B4-BE49-F238E27FC236}">
                <a16:creationId xmlns:a16="http://schemas.microsoft.com/office/drawing/2014/main" id="{B4891CD4-3824-4F17-BDC6-B3EE5D1F3D6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pic>
        <p:nvPicPr>
          <p:cNvPr id="10" name="Picture 2">
            <a:extLst>
              <a:ext uri="{FF2B5EF4-FFF2-40B4-BE49-F238E27FC236}">
                <a16:creationId xmlns:a16="http://schemas.microsoft.com/office/drawing/2014/main" id="{B1244A78-D027-704D-B511-597D4F32011A}"/>
              </a:ext>
            </a:extLst>
          </p:cNvPr>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p:blipFill>
        <p:spPr bwMode="auto">
          <a:xfrm>
            <a:off x="10309190" y="122549"/>
            <a:ext cx="1757935" cy="896547"/>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D7ACA563-1C77-9192-3A1B-BF09E1CD941A}"/>
              </a:ext>
            </a:extLst>
          </p:cNvPr>
          <p:cNvSpPr txBox="1"/>
          <p:nvPr userDrawn="1"/>
        </p:nvSpPr>
        <p:spPr>
          <a:xfrm>
            <a:off x="-26161" y="6588484"/>
            <a:ext cx="6079298" cy="276999"/>
          </a:xfrm>
          <a:prstGeom prst="rect">
            <a:avLst/>
          </a:prstGeom>
          <a:noFill/>
        </p:spPr>
        <p:txBody>
          <a:bodyPr wrap="square">
            <a:spAutoFit/>
          </a:bodyPr>
          <a:lstStyle/>
          <a:p>
            <a:r>
              <a:rPr lang="fr-FR" sz="1200" i="1" dirty="0">
                <a:solidFill>
                  <a:schemeClr val="bg1"/>
                </a:solidFill>
                <a:latin typeface="Montserrat" panose="00000800000000000000" pitchFamily="2" charset="0"/>
              </a:rPr>
              <a:t>v2.0.0.0 – 05/2026 </a:t>
            </a:r>
          </a:p>
        </p:txBody>
      </p:sp>
    </p:spTree>
    <p:extLst>
      <p:ext uri="{BB962C8B-B14F-4D97-AF65-F5344CB8AC3E}">
        <p14:creationId xmlns:p14="http://schemas.microsoft.com/office/powerpoint/2010/main" val="545781281"/>
      </p:ext>
    </p:extLst>
  </p:cSld>
  <p:clrMap bg1="lt1" tx1="dk1" bg2="lt2" tx2="dk2" accent1="accent1" accent2="accent2" accent3="accent3" accent4="accent4" accent5="accent5" accent6="accent6" hlink="hlink" folHlink="folHlink"/>
  <p:sldLayoutIdLst>
    <p:sldLayoutId id="2147483764" r:id="rId1"/>
    <p:sldLayoutId id="2147483753" r:id="rId2"/>
    <p:sldLayoutId id="2147483754" r:id="rId3"/>
    <p:sldLayoutId id="2147483763" r:id="rId4"/>
    <p:sldLayoutId id="2147483765" r:id="rId5"/>
    <p:sldLayoutId id="2147483755" r:id="rId6"/>
    <p:sldLayoutId id="2147483756" r:id="rId7"/>
    <p:sldLayoutId id="2147483757" r:id="rId8"/>
    <p:sldLayoutId id="2147483766" r:id="rId9"/>
    <p:sldLayoutId id="2147483767" r:id="rId10"/>
    <p:sldLayoutId id="2147483758" r:id="rId11"/>
    <p:sldLayoutId id="2147483759" r:id="rId12"/>
    <p:sldLayoutId id="2147483760" r:id="rId13"/>
    <p:sldLayoutId id="2147483816" r:id="rId14"/>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982791"/>
      </p:ext>
    </p:extLst>
  </p:cSld>
  <p:clrMap bg1="lt1" tx1="dk1" bg2="lt2" tx2="dk2" accent1="accent1" accent2="accent2" accent3="accent3" accent4="accent4" accent5="accent5" accent6="accent6" hlink="hlink" folHlink="folHlink"/>
  <p:sldLayoutIdLst>
    <p:sldLayoutId id="2147483779" r:id="rId1"/>
    <p:sldLayoutId id="2147483778" r:id="rId2"/>
    <p:sldLayoutId id="2147483775"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5" name="Picture 2">
            <a:extLst>
              <a:ext uri="{FF2B5EF4-FFF2-40B4-BE49-F238E27FC236}">
                <a16:creationId xmlns:a16="http://schemas.microsoft.com/office/drawing/2014/main" id="{37D6C13C-99EB-5443-AA85-B2461218A8F0}"/>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p:blipFill>
        <p:spPr bwMode="auto">
          <a:xfrm>
            <a:off x="10309189" y="122549"/>
            <a:ext cx="1757937" cy="8965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2094030"/>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77" r:id="rId3"/>
    <p:sldLayoutId id="2147483761" r:id="rId4"/>
    <p:sldLayoutId id="2147483817" r:id="rId5"/>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496652231"/>
      </p:ext>
    </p:extLst>
  </p:cSld>
  <p:clrMap bg1="lt1" tx1="dk1" bg2="lt2" tx2="dk2" accent1="accent1" accent2="accent2" accent3="accent3" accent4="accent4" accent5="accent5" accent6="accent6" hlink="hlink" folHlink="folHlink"/>
  <p:sldLayoutIdLst>
    <p:sldLayoutId id="2147483814" r:id="rId1"/>
    <p:sldLayoutId id="2147483815" r:id="rId2"/>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jpg"/><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13.jpeg"/><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9.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19.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19.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4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5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Espace réservé pour une image  32" descr="Une image contenant ciel nocturne&#10;&#10;Description générée automatiquement">
            <a:extLst>
              <a:ext uri="{FF2B5EF4-FFF2-40B4-BE49-F238E27FC236}">
                <a16:creationId xmlns:a16="http://schemas.microsoft.com/office/drawing/2014/main" id="{C1CD9785-FA38-4882-AC5F-57F169D12DC2}"/>
              </a:ext>
            </a:extLst>
          </p:cNvPr>
          <p:cNvPicPr>
            <a:picLocks noGrp="1" noChangeAspect="1"/>
          </p:cNvPicPr>
          <p:nvPr>
            <p:ph type="pic" sz="quarter" idx="4294967295"/>
          </p:nvPr>
        </p:nvPicPr>
        <p:blipFill>
          <a:blip r:embed="rId2" cstate="print">
            <a:extLst>
              <a:ext uri="{28A0092B-C50C-407E-A947-70E740481C1C}">
                <a14:useLocalDpi xmlns:a14="http://schemas.microsoft.com/office/drawing/2010/main" val="0"/>
              </a:ext>
            </a:extLst>
          </a:blip>
          <a:srcRect t="7813" b="7813"/>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D32FE82-AEA6-4A55-856E-579EDD1B10D4}"/>
              </a:ext>
            </a:extLst>
          </p:cNvPr>
          <p:cNvSpPr/>
          <p:nvPr/>
        </p:nvSpPr>
        <p:spPr>
          <a:xfrm>
            <a:off x="1882816" y="2723609"/>
            <a:ext cx="8426369" cy="1533099"/>
          </a:xfrm>
          <a:prstGeom prst="rect">
            <a:avLst/>
          </a:prstGeom>
          <a:solidFill>
            <a:srgbClr val="FFFFFF">
              <a:alpha val="69804"/>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Titre 1">
            <a:extLst>
              <a:ext uri="{FF2B5EF4-FFF2-40B4-BE49-F238E27FC236}">
                <a16:creationId xmlns:a16="http://schemas.microsoft.com/office/drawing/2014/main" id="{2C288DE0-F2FB-40D1-8E75-A68B7E38637B}"/>
              </a:ext>
            </a:extLst>
          </p:cNvPr>
          <p:cNvSpPr txBox="1">
            <a:spLocks/>
          </p:cNvSpPr>
          <p:nvPr/>
        </p:nvSpPr>
        <p:spPr>
          <a:xfrm>
            <a:off x="1882815" y="2747751"/>
            <a:ext cx="8426369" cy="1533099"/>
          </a:xfrm>
          <a:prstGeom prst="rect">
            <a:avLst/>
          </a:prstGeom>
          <a:noFill/>
        </p:spPr>
        <p:txBody>
          <a:bodyPr>
            <a:noAutofit/>
          </a:bodyPr>
          <a:lstStyle>
            <a:lvl1pPr algn="ctr" defTabSz="914400" rtl="0" eaLnBrk="1" latinLnBrk="0" hangingPunct="1">
              <a:lnSpc>
                <a:spcPct val="90000"/>
              </a:lnSpc>
              <a:spcBef>
                <a:spcPct val="0"/>
              </a:spcBef>
              <a:buNone/>
              <a:defRPr sz="4400" b="1" kern="1200">
                <a:ln>
                  <a:noFill/>
                </a:ln>
                <a:solidFill>
                  <a:schemeClr val="bg1"/>
                </a:solidFill>
                <a:latin typeface="+mn-lt"/>
                <a:ea typeface="+mj-ea"/>
                <a:cs typeface="+mj-cs"/>
              </a:defRPr>
            </a:lvl1pPr>
          </a:lstStyle>
          <a:p>
            <a:r>
              <a:rPr lang="fr-FR" sz="4000" dirty="0">
                <a:solidFill>
                  <a:srgbClr val="0A0096"/>
                </a:solidFill>
                <a:latin typeface="Montserrat" panose="00000800000000000000" pitchFamily="2" charset="0"/>
              </a:rPr>
              <a:t>Publication Suivi Compétition</a:t>
            </a:r>
          </a:p>
          <a:p>
            <a:r>
              <a:rPr lang="fr-FR" sz="3200" i="1" dirty="0">
                <a:solidFill>
                  <a:srgbClr val="0A0096"/>
                </a:solidFill>
                <a:latin typeface="Montserrat" panose="00000800000000000000" pitchFamily="2" charset="0"/>
              </a:rPr>
              <a:t>Manuel d’utilisation</a:t>
            </a:r>
          </a:p>
          <a:p>
            <a:r>
              <a:rPr lang="fr-FR" sz="2400" i="1" dirty="0">
                <a:solidFill>
                  <a:srgbClr val="0A0096"/>
                </a:solidFill>
                <a:latin typeface="Montserrat" panose="00000800000000000000" pitchFamily="2" charset="0"/>
              </a:rPr>
              <a:t>V2.0.0.0 – 05/2026 </a:t>
            </a:r>
          </a:p>
        </p:txBody>
      </p:sp>
      <p:pic>
        <p:nvPicPr>
          <p:cNvPr id="6" name="Picture 2">
            <a:extLst>
              <a:ext uri="{FF2B5EF4-FFF2-40B4-BE49-F238E27FC236}">
                <a16:creationId xmlns:a16="http://schemas.microsoft.com/office/drawing/2014/main" id="{7078E40A-6D3C-F947-AB65-EDFB398C346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p:blipFill>
        <p:spPr bwMode="auto">
          <a:xfrm>
            <a:off x="10309189" y="122549"/>
            <a:ext cx="1757937" cy="8965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75401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a:extLst>
              <a:ext uri="{FF2B5EF4-FFF2-40B4-BE49-F238E27FC236}">
                <a16:creationId xmlns:a16="http://schemas.microsoft.com/office/drawing/2014/main" id="{B6C45F69-FDBB-463E-9DE0-1A12DDC8F185}"/>
              </a:ext>
            </a:extLst>
          </p:cNvPr>
          <p:cNvPicPr>
            <a:picLocks noGrp="1" noChangeAspect="1"/>
          </p:cNvPicPr>
          <p:nvPr>
            <p:ph type="pic" sz="quarter" idx="15"/>
          </p:nvPr>
        </p:nvPicPr>
        <p:blipFill rotWithShape="1">
          <a:blip r:embed="rId2" cstate="print">
            <a:extLst>
              <a:ext uri="{28A0092B-C50C-407E-A947-70E740481C1C}">
                <a14:useLocalDpi xmlns:a14="http://schemas.microsoft.com/office/drawing/2010/main" val="0"/>
              </a:ext>
            </a:extLst>
          </a:blip>
          <a:srcRect l="12711" r="12711"/>
          <a:stretch/>
        </p:blipFill>
        <p:spPr/>
      </p:pic>
      <p:sp>
        <p:nvSpPr>
          <p:cNvPr id="12" name="Espace réservé du texte 11">
            <a:extLst>
              <a:ext uri="{FF2B5EF4-FFF2-40B4-BE49-F238E27FC236}">
                <a16:creationId xmlns:a16="http://schemas.microsoft.com/office/drawing/2014/main" id="{8EB29456-1DEE-495F-8839-B430D09DFC5F}"/>
              </a:ext>
            </a:extLst>
          </p:cNvPr>
          <p:cNvSpPr>
            <a:spLocks noGrp="1"/>
          </p:cNvSpPr>
          <p:nvPr>
            <p:ph type="body" idx="16"/>
          </p:nvPr>
        </p:nvSpPr>
        <p:spPr/>
        <p:txBody>
          <a:bodyPr/>
          <a:lstStyle/>
          <a:p>
            <a:r>
              <a:rPr lang="fr-FR" dirty="0"/>
              <a:t>01</a:t>
            </a:r>
          </a:p>
        </p:txBody>
      </p:sp>
      <p:sp>
        <p:nvSpPr>
          <p:cNvPr id="13" name="Espace réservé du texte 12">
            <a:extLst>
              <a:ext uri="{FF2B5EF4-FFF2-40B4-BE49-F238E27FC236}">
                <a16:creationId xmlns:a16="http://schemas.microsoft.com/office/drawing/2014/main" id="{3F4D0747-7C2F-42CD-AE36-42F3281DE445}"/>
              </a:ext>
            </a:extLst>
          </p:cNvPr>
          <p:cNvSpPr>
            <a:spLocks noGrp="1"/>
          </p:cNvSpPr>
          <p:nvPr>
            <p:ph type="body" idx="17"/>
          </p:nvPr>
        </p:nvSpPr>
        <p:spPr>
          <a:xfrm>
            <a:off x="5434648" y="3503437"/>
            <a:ext cx="5330518" cy="587857"/>
          </a:xfrm>
        </p:spPr>
        <p:txBody>
          <a:bodyPr/>
          <a:lstStyle/>
          <a:p>
            <a:r>
              <a:rPr lang="fr-FR" dirty="0"/>
              <a:t>Ecrans &amp; fonctionnalités</a:t>
            </a:r>
          </a:p>
          <a:p>
            <a:r>
              <a:rPr lang="fr-FR" sz="1400" b="0" dirty="0"/>
              <a:t>Description des différents écrans et fonctions</a:t>
            </a:r>
          </a:p>
        </p:txBody>
      </p:sp>
      <p:sp>
        <p:nvSpPr>
          <p:cNvPr id="14" name="Espace réservé du texte 13">
            <a:extLst>
              <a:ext uri="{FF2B5EF4-FFF2-40B4-BE49-F238E27FC236}">
                <a16:creationId xmlns:a16="http://schemas.microsoft.com/office/drawing/2014/main" id="{02FB8E2F-FE0C-48C3-B556-BB42CC135670}"/>
              </a:ext>
            </a:extLst>
          </p:cNvPr>
          <p:cNvSpPr>
            <a:spLocks noGrp="1"/>
          </p:cNvSpPr>
          <p:nvPr>
            <p:ph type="body" idx="18"/>
          </p:nvPr>
        </p:nvSpPr>
        <p:spPr/>
        <p:txBody>
          <a:bodyPr/>
          <a:lstStyle/>
          <a:p>
            <a:r>
              <a:rPr lang="fr-FR" dirty="0"/>
              <a:t>02</a:t>
            </a:r>
          </a:p>
        </p:txBody>
      </p:sp>
      <p:sp>
        <p:nvSpPr>
          <p:cNvPr id="15" name="Espace réservé du texte 14">
            <a:extLst>
              <a:ext uri="{FF2B5EF4-FFF2-40B4-BE49-F238E27FC236}">
                <a16:creationId xmlns:a16="http://schemas.microsoft.com/office/drawing/2014/main" id="{12917C18-BFCF-4CCA-8469-51D9CFA4FE44}"/>
              </a:ext>
            </a:extLst>
          </p:cNvPr>
          <p:cNvSpPr>
            <a:spLocks noGrp="1"/>
          </p:cNvSpPr>
          <p:nvPr>
            <p:ph type="body" idx="19"/>
          </p:nvPr>
        </p:nvSpPr>
        <p:spPr>
          <a:xfrm>
            <a:off x="5434648" y="2779076"/>
            <a:ext cx="5330518" cy="587857"/>
          </a:xfrm>
        </p:spPr>
        <p:txBody>
          <a:bodyPr/>
          <a:lstStyle/>
          <a:p>
            <a:r>
              <a:rPr lang="fr-FR" dirty="0"/>
              <a:t>Mise en œuvre</a:t>
            </a:r>
          </a:p>
          <a:p>
            <a:r>
              <a:rPr lang="fr-FR" sz="1400" b="0" dirty="0"/>
              <a:t>Mise en œuvre des cas d’usage simples</a:t>
            </a:r>
          </a:p>
        </p:txBody>
      </p:sp>
      <p:sp>
        <p:nvSpPr>
          <p:cNvPr id="16" name="Espace réservé du texte 15">
            <a:extLst>
              <a:ext uri="{FF2B5EF4-FFF2-40B4-BE49-F238E27FC236}">
                <a16:creationId xmlns:a16="http://schemas.microsoft.com/office/drawing/2014/main" id="{05DEB939-C60C-4A5D-B993-E4AB1732A3D7}"/>
              </a:ext>
            </a:extLst>
          </p:cNvPr>
          <p:cNvSpPr>
            <a:spLocks noGrp="1"/>
          </p:cNvSpPr>
          <p:nvPr>
            <p:ph type="body" idx="20"/>
          </p:nvPr>
        </p:nvSpPr>
        <p:spPr/>
        <p:txBody>
          <a:bodyPr/>
          <a:lstStyle/>
          <a:p>
            <a:r>
              <a:rPr lang="fr-FR" dirty="0"/>
              <a:t>03</a:t>
            </a:r>
          </a:p>
        </p:txBody>
      </p:sp>
      <p:sp>
        <p:nvSpPr>
          <p:cNvPr id="17" name="Espace réservé du texte 16">
            <a:extLst>
              <a:ext uri="{FF2B5EF4-FFF2-40B4-BE49-F238E27FC236}">
                <a16:creationId xmlns:a16="http://schemas.microsoft.com/office/drawing/2014/main" id="{E68B9AFF-69F1-42FC-8E73-EE80452757E1}"/>
              </a:ext>
            </a:extLst>
          </p:cNvPr>
          <p:cNvSpPr>
            <a:spLocks noGrp="1"/>
          </p:cNvSpPr>
          <p:nvPr>
            <p:ph type="body" idx="21"/>
          </p:nvPr>
        </p:nvSpPr>
        <p:spPr/>
        <p:txBody>
          <a:bodyPr/>
          <a:lstStyle/>
          <a:p>
            <a:r>
              <a:rPr lang="fr-FR" dirty="0"/>
              <a:t>Dépannage</a:t>
            </a:r>
          </a:p>
          <a:p>
            <a:r>
              <a:rPr lang="fr-FR" sz="1400" b="0" dirty="0"/>
              <a:t>Aide au diagnostique et à la résolution des problèmes courants</a:t>
            </a:r>
          </a:p>
        </p:txBody>
      </p:sp>
      <p:sp>
        <p:nvSpPr>
          <p:cNvPr id="18" name="Espace réservé du texte 17">
            <a:extLst>
              <a:ext uri="{FF2B5EF4-FFF2-40B4-BE49-F238E27FC236}">
                <a16:creationId xmlns:a16="http://schemas.microsoft.com/office/drawing/2014/main" id="{8ED88D73-8A43-4E2A-B753-71F5F6D56CA9}"/>
              </a:ext>
            </a:extLst>
          </p:cNvPr>
          <p:cNvSpPr>
            <a:spLocks noGrp="1"/>
          </p:cNvSpPr>
          <p:nvPr>
            <p:ph type="body" idx="22"/>
          </p:nvPr>
        </p:nvSpPr>
        <p:spPr/>
        <p:txBody>
          <a:bodyPr/>
          <a:lstStyle/>
          <a:p>
            <a:r>
              <a:rPr lang="fr-FR" dirty="0"/>
              <a:t>04</a:t>
            </a:r>
          </a:p>
        </p:txBody>
      </p:sp>
      <p:sp>
        <p:nvSpPr>
          <p:cNvPr id="11" name="Rectangle 10">
            <a:extLst>
              <a:ext uri="{FF2B5EF4-FFF2-40B4-BE49-F238E27FC236}">
                <a16:creationId xmlns:a16="http://schemas.microsoft.com/office/drawing/2014/main" id="{17913BD2-1629-4C37-B849-A93B697D5949}"/>
              </a:ext>
            </a:extLst>
          </p:cNvPr>
          <p:cNvSpPr/>
          <p:nvPr/>
        </p:nvSpPr>
        <p:spPr>
          <a:xfrm>
            <a:off x="2832983" y="0"/>
            <a:ext cx="86441" cy="2146157"/>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space réservé du texte 19">
            <a:extLst>
              <a:ext uri="{FF2B5EF4-FFF2-40B4-BE49-F238E27FC236}">
                <a16:creationId xmlns:a16="http://schemas.microsoft.com/office/drawing/2014/main" id="{16671DCD-C41D-45AE-B02D-B07B1855705D}"/>
              </a:ext>
            </a:extLst>
          </p:cNvPr>
          <p:cNvSpPr>
            <a:spLocks noGrp="1"/>
          </p:cNvSpPr>
          <p:nvPr>
            <p:ph type="body" idx="1"/>
          </p:nvPr>
        </p:nvSpPr>
        <p:spPr/>
        <p:txBody>
          <a:bodyPr/>
          <a:lstStyle/>
          <a:p>
            <a:r>
              <a:rPr lang="fr-FR" dirty="0"/>
              <a:t>Description générale</a:t>
            </a:r>
          </a:p>
          <a:p>
            <a:r>
              <a:rPr lang="fr-FR" sz="1400" b="0" dirty="0"/>
              <a:t>Description du logiciel et des ses fonctionnalités</a:t>
            </a:r>
          </a:p>
        </p:txBody>
      </p:sp>
      <p:sp>
        <p:nvSpPr>
          <p:cNvPr id="2" name="Espace réservé du texte 16">
            <a:extLst>
              <a:ext uri="{FF2B5EF4-FFF2-40B4-BE49-F238E27FC236}">
                <a16:creationId xmlns:a16="http://schemas.microsoft.com/office/drawing/2014/main" id="{AC383DCE-EF32-39CB-EC9E-E89034167AD7}"/>
              </a:ext>
            </a:extLst>
          </p:cNvPr>
          <p:cNvSpPr txBox="1">
            <a:spLocks/>
          </p:cNvSpPr>
          <p:nvPr/>
        </p:nvSpPr>
        <p:spPr>
          <a:xfrm>
            <a:off x="5440406" y="4940910"/>
            <a:ext cx="5330518" cy="587857"/>
          </a:xfrm>
          <a:prstGeom prst="rect">
            <a:avLst/>
          </a:prstGeom>
        </p:spPr>
        <p:txBody>
          <a:bodyPr spcFirstLastPara="1" wrap="square" lIns="0" tIns="0" rIns="0" bIns="0" anchor="t" anchorCtr="0">
            <a:noAutofit/>
          </a:bodyPr>
          <a:lstStyle>
            <a:lvl1pPr marL="101598" marR="0" lvl="0" indent="0"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None/>
              <a:tabLst/>
              <a:defRPr sz="1800" b="1"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r>
              <a:rPr lang="fr-FR" dirty="0"/>
              <a:t>Annexe</a:t>
            </a:r>
          </a:p>
          <a:p>
            <a:r>
              <a:rPr lang="fr-FR" sz="1400" b="0" dirty="0"/>
              <a:t>Eléments techniques</a:t>
            </a:r>
          </a:p>
        </p:txBody>
      </p:sp>
      <p:sp>
        <p:nvSpPr>
          <p:cNvPr id="3" name="Espace réservé du texte 17">
            <a:extLst>
              <a:ext uri="{FF2B5EF4-FFF2-40B4-BE49-F238E27FC236}">
                <a16:creationId xmlns:a16="http://schemas.microsoft.com/office/drawing/2014/main" id="{3971F383-C7B0-EBAC-6D5E-18C8894F7189}"/>
              </a:ext>
            </a:extLst>
          </p:cNvPr>
          <p:cNvSpPr txBox="1">
            <a:spLocks/>
          </p:cNvSpPr>
          <p:nvPr/>
        </p:nvSpPr>
        <p:spPr>
          <a:xfrm>
            <a:off x="4563648" y="4828766"/>
            <a:ext cx="802035" cy="587857"/>
          </a:xfrm>
          <a:prstGeom prst="rect">
            <a:avLst/>
          </a:prstGeom>
        </p:spPr>
        <p:txBody>
          <a:bodyPr spcFirstLastPara="1" wrap="square" lIns="0" tIns="0" rIns="0" bIns="0" anchor="t" anchorCtr="0">
            <a:noAutofit/>
          </a:bodyPr>
          <a:lstStyle>
            <a:lvl1pPr marL="101598" marR="0" lvl="0" indent="0"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None/>
              <a:tabLst/>
              <a:defRPr sz="4000" b="1" kern="1200">
                <a:solidFill>
                  <a:schemeClr val="tx1">
                    <a:lumMod val="85000"/>
                    <a:lumOff val="15000"/>
                  </a:schemeClr>
                </a:solidFill>
                <a:latin typeface="Montserrat" panose="00000800000000000000" pitchFamily="2" charset="0"/>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r>
              <a:rPr lang="fr-FR" dirty="0"/>
              <a:t> –</a:t>
            </a:r>
          </a:p>
        </p:txBody>
      </p:sp>
    </p:spTree>
    <p:extLst>
      <p:ext uri="{BB962C8B-B14F-4D97-AF65-F5344CB8AC3E}">
        <p14:creationId xmlns:p14="http://schemas.microsoft.com/office/powerpoint/2010/main" val="3710673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Description générale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b="0" dirty="0"/>
              <a:t>Description du logiciel et des ses fonctionnalités</a:t>
            </a:r>
          </a:p>
        </p:txBody>
      </p:sp>
      <p:sp>
        <p:nvSpPr>
          <p:cNvPr id="2" name="Espace réservé du texte 1"/>
          <p:cNvSpPr>
            <a:spLocks noGrp="1"/>
          </p:cNvSpPr>
          <p:nvPr>
            <p:ph type="body" sz="quarter" idx="10"/>
          </p:nvPr>
        </p:nvSpPr>
        <p:spPr/>
        <p:txBody>
          <a:bodyPr/>
          <a:lstStyle/>
          <a:p>
            <a:r>
              <a:rPr lang="fr-FR" dirty="0"/>
              <a:t>1</a:t>
            </a:r>
          </a:p>
        </p:txBody>
      </p:sp>
    </p:spTree>
    <p:extLst>
      <p:ext uri="{BB962C8B-B14F-4D97-AF65-F5344CB8AC3E}">
        <p14:creationId xmlns:p14="http://schemas.microsoft.com/office/powerpoint/2010/main" val="36158549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D8815-1B88-49CE-A8D4-493301311559}"/>
              </a:ext>
            </a:extLst>
          </p:cNvPr>
          <p:cNvSpPr>
            <a:spLocks noGrp="1"/>
          </p:cNvSpPr>
          <p:nvPr>
            <p:ph type="title"/>
          </p:nvPr>
        </p:nvSpPr>
        <p:spPr/>
        <p:txBody>
          <a:bodyPr/>
          <a:lstStyle/>
          <a:p>
            <a:r>
              <a:rPr lang="fr-FR" dirty="0"/>
              <a:t>Aperçu du logiciel</a:t>
            </a:r>
          </a:p>
        </p:txBody>
      </p:sp>
      <p:sp>
        <p:nvSpPr>
          <p:cNvPr id="3" name="Espace réservé du texte 2">
            <a:extLst>
              <a:ext uri="{FF2B5EF4-FFF2-40B4-BE49-F238E27FC236}">
                <a16:creationId xmlns:a16="http://schemas.microsoft.com/office/drawing/2014/main" id="{A6981134-79F2-4F1B-B9B0-7A097FBC5689}"/>
              </a:ext>
            </a:extLst>
          </p:cNvPr>
          <p:cNvSpPr>
            <a:spLocks noGrp="1"/>
          </p:cNvSpPr>
          <p:nvPr>
            <p:ph type="body" idx="1"/>
          </p:nvPr>
        </p:nvSpPr>
        <p:spPr/>
        <p:txBody>
          <a:bodyPr/>
          <a:lstStyle/>
          <a:p>
            <a:r>
              <a:rPr lang="fr-FR" sz="1600" dirty="0"/>
              <a:t>Le logiciel est un composant de la solution de gestion de compétition « Gestion de compétition 2.0 » de France Judo. Il permet de générer un site web permettant au public, aux coachs de suivre le déroulement d’une compétition gérée par « Gestion de compétition 2.0 » depuis un Smartphone, une tablette ou un ordinateur.</a:t>
            </a:r>
          </a:p>
          <a:p>
            <a:r>
              <a:rPr lang="fr-FR" sz="1600" dirty="0"/>
              <a:t>Le site web peut être publié sur le réseau local du site de la compétition (s’il est disponible) ou sur Internet, soit sur un site spécifique, soit sur le serveur fédéral « ftp.ffjudo.com ».</a:t>
            </a:r>
          </a:p>
          <a:p>
            <a:r>
              <a:rPr lang="fr-FR" sz="1600" dirty="0"/>
              <a:t>Il permet également de gérer des écrans d’appels, utilisables uniquement sur le </a:t>
            </a:r>
            <a:r>
              <a:rPr lang="fr-FR" sz="1600" dirty="0" err="1"/>
              <a:t>le</a:t>
            </a:r>
            <a:r>
              <a:rPr lang="fr-FR" sz="1600" dirty="0"/>
              <a:t> réseau local du site de la compétition.</a:t>
            </a:r>
          </a:p>
          <a:p>
            <a:r>
              <a:rPr lang="fr-FR" sz="1600" dirty="0"/>
              <a:t>« </a:t>
            </a:r>
            <a:r>
              <a:rPr lang="fr-FR" sz="1600" dirty="0" err="1"/>
              <a:t>PublicationSuiviCompetition</a:t>
            </a:r>
            <a:r>
              <a:rPr lang="fr-FR" sz="1600" dirty="0"/>
              <a:t> » supporte différents types de compétitions (Equipe, Individuelle, Shiai) et différentes formules de rencontres (Tableaux, Poules).</a:t>
            </a:r>
          </a:p>
          <a:p>
            <a:pPr marL="101598" indent="0">
              <a:buNone/>
            </a:pPr>
            <a:endParaRPr lang="fr-FR" sz="1600" b="1" dirty="0"/>
          </a:p>
          <a:p>
            <a:pPr marL="101598" indent="0">
              <a:buNone/>
            </a:pPr>
            <a:endParaRPr lang="fr-FR" sz="1600" b="1" dirty="0"/>
          </a:p>
          <a:p>
            <a:pPr marL="101598" indent="0">
              <a:buNone/>
            </a:pPr>
            <a:r>
              <a:rPr lang="fr-FR" sz="1600" b="1" dirty="0"/>
              <a:t>Notes</a:t>
            </a:r>
            <a:r>
              <a:rPr lang="fr-FR" sz="1600" dirty="0"/>
              <a:t>:</a:t>
            </a:r>
          </a:p>
          <a:p>
            <a:r>
              <a:rPr lang="fr-FR" sz="1400" i="1" dirty="0"/>
              <a:t>« </a:t>
            </a:r>
            <a:r>
              <a:rPr lang="fr-FR" sz="1400" i="1" dirty="0" err="1"/>
              <a:t>PublicationSuiviCompetition</a:t>
            </a:r>
            <a:r>
              <a:rPr lang="fr-FR" sz="1400" i="1" dirty="0"/>
              <a:t> » nécessite d’être connecté à une instance de « Gestion de compétition 2.0 » exécutant le déroulement de la compétition.</a:t>
            </a:r>
          </a:p>
          <a:p>
            <a:r>
              <a:rPr lang="fr-FR" sz="1400" i="1" dirty="0"/>
              <a:t>La publication sur Internet nécessite de disposer d’un compte auprès d’un hébergeur comme Free, Orange, etc. ou d’un compte ftp.ffjudo.com.</a:t>
            </a:r>
          </a:p>
          <a:p>
            <a:endParaRPr lang="fr-FR" sz="1800" dirty="0"/>
          </a:p>
          <a:p>
            <a:pPr lvl="1"/>
            <a:endParaRPr lang="fr-FR" dirty="0"/>
          </a:p>
        </p:txBody>
      </p:sp>
      <p:sp>
        <p:nvSpPr>
          <p:cNvPr id="4" name="Espace réservé du texte 3">
            <a:extLst>
              <a:ext uri="{FF2B5EF4-FFF2-40B4-BE49-F238E27FC236}">
                <a16:creationId xmlns:a16="http://schemas.microsoft.com/office/drawing/2014/main" id="{B0B6AACD-756F-43A0-96F5-4F25AEF45CB2}"/>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102001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Configuration nécessaire</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6"/>
            <a:ext cx="11369615" cy="3887116"/>
          </a:xfrm>
        </p:spPr>
        <p:txBody>
          <a:bodyPr/>
          <a:lstStyle/>
          <a:p>
            <a:r>
              <a:rPr lang="fr-FR" dirty="0"/>
              <a:t>Un poste de type PC équipé de Windows 10 ou supérieur avec au moins 6Go de RAM, un processeur i5 ou supérieur et aux moins 5Go d’espace disque disponible</a:t>
            </a:r>
            <a:r>
              <a:rPr lang="fr-FR" baseline="30000" dirty="0"/>
              <a:t>(*)</a:t>
            </a:r>
            <a:r>
              <a:rPr lang="fr-FR" dirty="0"/>
              <a:t>.</a:t>
            </a:r>
          </a:p>
          <a:p>
            <a:r>
              <a:rPr lang="fr-FR" dirty="0"/>
              <a:t>Le logiciel « Gestion de compétition 2.0 » doit être installé soit sur le même PC soit sur un autre PC mais joignable par le réseau, avec une version compatible</a:t>
            </a:r>
            <a:r>
              <a:rPr lang="fr-FR" baseline="30000" dirty="0"/>
              <a:t>(**)</a:t>
            </a:r>
            <a:r>
              <a:rPr lang="fr-FR" dirty="0"/>
              <a:t>.</a:t>
            </a:r>
          </a:p>
          <a:p>
            <a:r>
              <a:rPr lang="fr-FR" dirty="0"/>
              <a:t>Pour utiliser la fonction de publication locale et/ou les écrans d’appel, le PC exécutant « </a:t>
            </a:r>
            <a:r>
              <a:rPr lang="fr-FR" dirty="0" err="1"/>
              <a:t>PublicationSuiviCompetition</a:t>
            </a:r>
            <a:r>
              <a:rPr lang="fr-FR" dirty="0"/>
              <a:t> » doit être connecté au réseau local du site de la compétition.</a:t>
            </a:r>
          </a:p>
          <a:p>
            <a:r>
              <a:rPr lang="fr-FR" dirty="0"/>
              <a:t>Pour utiliser la fonction de publication à distance:</a:t>
            </a:r>
          </a:p>
          <a:p>
            <a:pPr lvl="1"/>
            <a:r>
              <a:rPr lang="fr-FR" sz="1800" dirty="0">
                <a:latin typeface="Barlow" panose="00000500000000000000" pitchFamily="2" charset="0"/>
              </a:rPr>
              <a:t>le PC exécutant « </a:t>
            </a:r>
            <a:r>
              <a:rPr lang="fr-FR" sz="1800" dirty="0" err="1">
                <a:latin typeface="Barlow" panose="00000500000000000000" pitchFamily="2" charset="0"/>
              </a:rPr>
              <a:t>PublicationSuiviCompetition</a:t>
            </a:r>
            <a:r>
              <a:rPr lang="fr-FR" sz="1800" dirty="0">
                <a:latin typeface="Barlow" panose="00000500000000000000" pitchFamily="2" charset="0"/>
              </a:rPr>
              <a:t> » doit être avoir accès à Internet.</a:t>
            </a:r>
          </a:p>
          <a:p>
            <a:pPr lvl="1"/>
            <a:r>
              <a:rPr lang="fr-FR" sz="1800" dirty="0">
                <a:latin typeface="Barlow" panose="00000500000000000000" pitchFamily="2" charset="0"/>
              </a:rPr>
              <a:t>Vous devez disposer d’un compte avec accès FTP auprès de votre fournisseur Internet OU vous disposez du mot de passe pour publier sur le site France Judo.</a:t>
            </a:r>
          </a:p>
          <a:p>
            <a:pPr lvl="1"/>
            <a:endParaRPr lang="fr-FR" sz="1800" dirty="0">
              <a:latin typeface="Barlow" panose="00000500000000000000" pitchFamily="2" charset="0"/>
            </a:endParaRP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
        <p:nvSpPr>
          <p:cNvPr id="5" name="Espace réservé du texte 2">
            <a:extLst>
              <a:ext uri="{FF2B5EF4-FFF2-40B4-BE49-F238E27FC236}">
                <a16:creationId xmlns:a16="http://schemas.microsoft.com/office/drawing/2014/main" id="{7EC21768-606A-3380-D673-5D5D70E3C60D}"/>
              </a:ext>
            </a:extLst>
          </p:cNvPr>
          <p:cNvSpPr txBox="1">
            <a:spLocks/>
          </p:cNvSpPr>
          <p:nvPr/>
        </p:nvSpPr>
        <p:spPr>
          <a:xfrm>
            <a:off x="-1" y="5745192"/>
            <a:ext cx="12042475" cy="848132"/>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None/>
            </a:pPr>
            <a:r>
              <a:rPr lang="fr-FR" sz="1400" i="1" dirty="0"/>
              <a:t>(*) Si « Gestion de compétition 2.0 » et « </a:t>
            </a:r>
            <a:r>
              <a:rPr lang="fr-FR" sz="1400" i="1" dirty="0" err="1"/>
              <a:t>PublicationSuiviCompetition</a:t>
            </a:r>
            <a:r>
              <a:rPr lang="fr-FR" sz="1400" i="1" dirty="0"/>
              <a:t> » sont installés sur le même PC, les besoins indiqués doivent être ajoutés à ceux de « Gestion de compétition 2.0 ».</a:t>
            </a:r>
          </a:p>
          <a:p>
            <a:pPr marL="101598" indent="0">
              <a:buNone/>
            </a:pPr>
            <a:r>
              <a:rPr lang="fr-FR" sz="1400" i="1" dirty="0"/>
              <a:t>(**) La communication se fait sur le port 8480 s’il est nécessaire de configurer un pare-feu.</a:t>
            </a:r>
          </a:p>
        </p:txBody>
      </p:sp>
    </p:spTree>
    <p:extLst>
      <p:ext uri="{BB962C8B-B14F-4D97-AF65-F5344CB8AC3E}">
        <p14:creationId xmlns:p14="http://schemas.microsoft.com/office/powerpoint/2010/main" val="32122357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Principe de fonctionnement</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5"/>
            <a:ext cx="11369615" cy="4552249"/>
          </a:xfrm>
        </p:spPr>
        <p:txBody>
          <a:bodyPr/>
          <a:lstStyle/>
          <a:p>
            <a:r>
              <a:rPr lang="fr-FR" sz="1800" dirty="0"/>
              <a:t>Le logiciel « Gestion de compétition 2.0  » assure le suivi de la compétition (pesées, déroulement des combats, etc.) et transmet ces informations aux clients qui lui sont connectés.</a:t>
            </a:r>
          </a:p>
          <a:p>
            <a:r>
              <a:rPr lang="fr-FR" sz="1800" dirty="0">
                <a:latin typeface="Barlow" panose="00000500000000000000" pitchFamily="2" charset="0"/>
              </a:rPr>
              <a:t>Le logiciel « </a:t>
            </a:r>
            <a:r>
              <a:rPr lang="fr-FR" sz="1800" dirty="0" err="1">
                <a:latin typeface="Barlow" panose="00000500000000000000" pitchFamily="2" charset="0"/>
              </a:rPr>
              <a:t>PublicationSuiviCompetition</a:t>
            </a:r>
            <a:r>
              <a:rPr lang="fr-FR" sz="1800" dirty="0">
                <a:latin typeface="Barlow" panose="00000500000000000000" pitchFamily="2" charset="0"/>
              </a:rPr>
              <a:t> » reçoit et stocke les informations de déroulement.</a:t>
            </a:r>
          </a:p>
          <a:p>
            <a:r>
              <a:rPr lang="fr-FR" sz="1800" dirty="0">
                <a:latin typeface="Barlow" panose="00000500000000000000" pitchFamily="2" charset="0"/>
              </a:rPr>
              <a:t>Régulièrement, « </a:t>
            </a:r>
            <a:r>
              <a:rPr lang="fr-FR" sz="1800" dirty="0" err="1">
                <a:latin typeface="Barlow" panose="00000500000000000000" pitchFamily="2" charset="0"/>
              </a:rPr>
              <a:t>PublicationSuiviCompetition</a:t>
            </a:r>
            <a:r>
              <a:rPr lang="fr-FR" sz="1800" dirty="0">
                <a:latin typeface="Barlow" panose="00000500000000000000" pitchFamily="2" charset="0"/>
              </a:rPr>
              <a:t> » génère le contenu du site web de suivi sur la base des dernières informations de déroulement dont il dispose.</a:t>
            </a:r>
          </a:p>
          <a:p>
            <a:r>
              <a:rPr lang="fr-FR" sz="1800" dirty="0">
                <a:latin typeface="Barlow" panose="00000500000000000000" pitchFamily="2" charset="0"/>
              </a:rPr>
              <a:t>Si la publication  locale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donne accès directement par une adresse web locale à la dernière version généré du site de suivi.</a:t>
            </a:r>
          </a:p>
          <a:p>
            <a:r>
              <a:rPr lang="fr-FR" sz="1800" dirty="0">
                <a:latin typeface="Barlow" panose="00000500000000000000" pitchFamily="2" charset="0"/>
              </a:rPr>
              <a:t>Si la publication distante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copie par FTP sur le site de l’hébergeur distant ou de France Judo la dernière version générée du site de suivi. La 1</a:t>
            </a:r>
            <a:r>
              <a:rPr lang="fr-FR" sz="1800" baseline="30000" dirty="0">
                <a:latin typeface="Barlow" panose="00000500000000000000" pitchFamily="2" charset="0"/>
              </a:rPr>
              <a:t>ère</a:t>
            </a:r>
            <a:r>
              <a:rPr lang="fr-FR" sz="1800" dirty="0">
                <a:latin typeface="Barlow" panose="00000500000000000000" pitchFamily="2" charset="0"/>
              </a:rPr>
              <a:t> copie transmet tous les fichiers du site. Les copies suivantes peuvent se faire soit en transmettant tous les fichiers du site, soit en transmettant uniquement les fichiers modifiés (option par défaut pour le site France Judo).</a:t>
            </a:r>
          </a:p>
          <a:p>
            <a:endParaRPr lang="fr-FR" sz="1800" dirty="0"/>
          </a:p>
          <a:p>
            <a:endParaRPr lang="fr-FR" sz="1800" dirty="0"/>
          </a:p>
          <a:p>
            <a:pPr marL="101598" indent="0">
              <a:buNone/>
            </a:pPr>
            <a:r>
              <a:rPr lang="fr-FR" sz="1800" b="1" i="1" dirty="0"/>
              <a:t>Note</a:t>
            </a:r>
            <a:r>
              <a:rPr lang="fr-FR" sz="1800" i="1" dirty="0"/>
              <a:t>: </a:t>
            </a:r>
            <a:r>
              <a:rPr lang="fr-FR" sz="1400" i="1" dirty="0"/>
              <a:t>En cas de publication distante, l’accès des utilisateurs se fait via l’adresse distante de l’hébergeur ou du site France Judo. Il n’y a pas de lien direct avec </a:t>
            </a:r>
            <a:r>
              <a:rPr lang="fr-FR" sz="1400" i="1" dirty="0">
                <a:latin typeface="Barlow" panose="00000500000000000000" pitchFamily="2" charset="0"/>
              </a:rPr>
              <a:t>« </a:t>
            </a:r>
            <a:r>
              <a:rPr lang="fr-FR" sz="1400" i="1" dirty="0" err="1">
                <a:latin typeface="Barlow" panose="00000500000000000000" pitchFamily="2" charset="0"/>
              </a:rPr>
              <a:t>PublicationSuiviCompetition</a:t>
            </a:r>
            <a:r>
              <a:rPr lang="fr-FR" sz="1400" i="1" dirty="0">
                <a:latin typeface="Barlow" panose="00000500000000000000" pitchFamily="2" charset="0"/>
              </a:rPr>
              <a:t> ».</a:t>
            </a:r>
            <a:endParaRPr lang="fr-FR" sz="1800" i="1"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40017068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4BEA3A-1F05-D474-0D4D-4319855BBEAF}"/>
              </a:ext>
            </a:extLst>
          </p:cNvPr>
          <p:cNvSpPr>
            <a:spLocks noGrp="1"/>
          </p:cNvSpPr>
          <p:nvPr>
            <p:ph type="title"/>
          </p:nvPr>
        </p:nvSpPr>
        <p:spPr/>
        <p:txBody>
          <a:bodyPr/>
          <a:lstStyle/>
          <a:p>
            <a:r>
              <a:rPr lang="en-US" dirty="0"/>
              <a:t>Principe de </a:t>
            </a:r>
            <a:r>
              <a:rPr lang="en-US" dirty="0" err="1"/>
              <a:t>fonctionnement</a:t>
            </a:r>
            <a:endParaRPr lang="en-US" dirty="0"/>
          </a:p>
        </p:txBody>
      </p:sp>
      <p:sp>
        <p:nvSpPr>
          <p:cNvPr id="3" name="Text Placeholder 2">
            <a:extLst>
              <a:ext uri="{FF2B5EF4-FFF2-40B4-BE49-F238E27FC236}">
                <a16:creationId xmlns:a16="http://schemas.microsoft.com/office/drawing/2014/main" id="{E29F31E6-BC45-7E86-0A37-4D6A1BD27FA1}"/>
              </a:ext>
            </a:extLst>
          </p:cNvPr>
          <p:cNvSpPr>
            <a:spLocks noGrp="1"/>
          </p:cNvSpPr>
          <p:nvPr>
            <p:ph type="body" idx="1"/>
          </p:nvPr>
        </p:nvSpPr>
        <p:spPr>
          <a:xfrm>
            <a:off x="445483" y="1832478"/>
            <a:ext cx="11251935" cy="4045200"/>
          </a:xfrm>
        </p:spPr>
        <p:txBody>
          <a:bodyPr/>
          <a:lstStyle/>
          <a:p>
            <a:r>
              <a:rPr lang="fr-FR" sz="1800" dirty="0">
                <a:latin typeface="Barlow" panose="00000500000000000000" pitchFamily="2" charset="0"/>
              </a:rPr>
              <a:t>Régulièrement, « </a:t>
            </a:r>
            <a:r>
              <a:rPr lang="fr-FR" sz="1800" dirty="0" err="1">
                <a:latin typeface="Barlow" panose="00000500000000000000" pitchFamily="2" charset="0"/>
              </a:rPr>
              <a:t>PublicationSuiviCompetition</a:t>
            </a:r>
            <a:r>
              <a:rPr lang="fr-FR" sz="1800" dirty="0">
                <a:latin typeface="Barlow" panose="00000500000000000000" pitchFamily="2" charset="0"/>
              </a:rPr>
              <a:t> » génère le contenu des écrans d’appel sur la base des dernières informations de déroulement dont il dispose.</a:t>
            </a:r>
          </a:p>
          <a:p>
            <a:r>
              <a:rPr lang="en-US" sz="1800" dirty="0"/>
              <a:t>Tous les </a:t>
            </a:r>
            <a:r>
              <a:rPr lang="en-US" sz="1800" dirty="0" err="1"/>
              <a:t>écrans</a:t>
            </a:r>
            <a:r>
              <a:rPr lang="en-US" sz="1800" dirty="0"/>
              <a:t> </a:t>
            </a:r>
            <a:r>
              <a:rPr lang="en-US" sz="1800" dirty="0" err="1"/>
              <a:t>d’appel</a:t>
            </a:r>
            <a:r>
              <a:rPr lang="en-US" sz="1800" dirty="0"/>
              <a:t> (PC, </a:t>
            </a:r>
            <a:r>
              <a:rPr lang="en-US" sz="1800" dirty="0" err="1"/>
              <a:t>SmartTV</a:t>
            </a:r>
            <a:r>
              <a:rPr lang="en-US" sz="1800" dirty="0"/>
              <a:t>, etc.) </a:t>
            </a:r>
            <a:r>
              <a:rPr lang="en-US" sz="1800" dirty="0" err="1"/>
              <a:t>contactent</a:t>
            </a:r>
            <a:r>
              <a:rPr lang="en-US" sz="1800" dirty="0"/>
              <a:t> le poste </a:t>
            </a:r>
            <a:r>
              <a:rPr lang="en-US" sz="1800" dirty="0" err="1"/>
              <a:t>exécutant</a:t>
            </a:r>
            <a:r>
              <a:rPr lang="en-US" sz="1800" dirty="0"/>
              <a:t> l</a:t>
            </a:r>
            <a:r>
              <a:rPr lang="fr-FR" sz="1800" dirty="0">
                <a:latin typeface="Barlow" panose="00000500000000000000" pitchFamily="2" charset="0"/>
              </a:rPr>
              <a:t>e logiciel « </a:t>
            </a:r>
            <a:r>
              <a:rPr lang="fr-FR" sz="1800" dirty="0" err="1">
                <a:latin typeface="Barlow" panose="00000500000000000000" pitchFamily="2" charset="0"/>
              </a:rPr>
              <a:t>PublicationSuiviCompetition</a:t>
            </a:r>
            <a:r>
              <a:rPr lang="fr-FR" sz="1800" dirty="0">
                <a:latin typeface="Barlow" panose="00000500000000000000" pitchFamily="2" charset="0"/>
              </a:rPr>
              <a:t> » sur une même adresse.</a:t>
            </a:r>
          </a:p>
          <a:p>
            <a:r>
              <a:rPr lang="fr-FR" sz="1800" dirty="0">
                <a:latin typeface="Barlow" panose="00000500000000000000" pitchFamily="2" charset="0"/>
              </a:rPr>
              <a:t>Une fois identifié par son adresse sur le réseau, chaque écran reçoit la page qui lui a été assignée et configurée (ou la page par défaut si l’écran n’est pas référencé).</a:t>
            </a:r>
            <a:endParaRPr lang="en-US" sz="1800" dirty="0"/>
          </a:p>
        </p:txBody>
      </p:sp>
      <p:sp>
        <p:nvSpPr>
          <p:cNvPr id="4" name="Text Placeholder 3">
            <a:extLst>
              <a:ext uri="{FF2B5EF4-FFF2-40B4-BE49-F238E27FC236}">
                <a16:creationId xmlns:a16="http://schemas.microsoft.com/office/drawing/2014/main" id="{B29A42BC-3B81-2EDF-56C2-3A6459F8C00F}"/>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22455824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Mise en œuvre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Mise en œuvre des cas d’usage simples</a:t>
            </a:r>
          </a:p>
        </p:txBody>
      </p:sp>
      <p:sp>
        <p:nvSpPr>
          <p:cNvPr id="2" name="Espace réservé du texte 1"/>
          <p:cNvSpPr>
            <a:spLocks noGrp="1"/>
          </p:cNvSpPr>
          <p:nvPr>
            <p:ph type="body" sz="quarter" idx="10"/>
          </p:nvPr>
        </p:nvSpPr>
        <p:spPr/>
        <p:txBody>
          <a:bodyPr/>
          <a:lstStyle/>
          <a:p>
            <a:r>
              <a:rPr lang="fr-FR" dirty="0"/>
              <a:t>2</a:t>
            </a:r>
          </a:p>
        </p:txBody>
      </p:sp>
    </p:spTree>
    <p:extLst>
      <p:ext uri="{BB962C8B-B14F-4D97-AF65-F5344CB8AC3E}">
        <p14:creationId xmlns:p14="http://schemas.microsoft.com/office/powerpoint/2010/main" val="837740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Installation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8" name="Image 7">
            <a:extLst>
              <a:ext uri="{FF2B5EF4-FFF2-40B4-BE49-F238E27FC236}">
                <a16:creationId xmlns:a16="http://schemas.microsoft.com/office/drawing/2014/main" id="{0B0C767B-974F-E959-6140-4938A52F8449}"/>
              </a:ext>
            </a:extLst>
          </p:cNvPr>
          <p:cNvPicPr>
            <a:picLocks noChangeAspect="1"/>
          </p:cNvPicPr>
          <p:nvPr/>
        </p:nvPicPr>
        <p:blipFill>
          <a:blip r:embed="rId2"/>
          <a:stretch>
            <a:fillRect/>
          </a:stretch>
        </p:blipFill>
        <p:spPr>
          <a:xfrm>
            <a:off x="691212" y="1404765"/>
            <a:ext cx="823183" cy="913733"/>
          </a:xfrm>
          <a:prstGeom prst="rect">
            <a:avLst/>
          </a:prstGeom>
        </p:spPr>
      </p:pic>
      <p:pic>
        <p:nvPicPr>
          <p:cNvPr id="12" name="Image 11">
            <a:extLst>
              <a:ext uri="{FF2B5EF4-FFF2-40B4-BE49-F238E27FC236}">
                <a16:creationId xmlns:a16="http://schemas.microsoft.com/office/drawing/2014/main" id="{6CC45401-B294-C0D5-5779-1E7BA73F24E3}"/>
              </a:ext>
            </a:extLst>
          </p:cNvPr>
          <p:cNvPicPr>
            <a:picLocks noChangeAspect="1"/>
          </p:cNvPicPr>
          <p:nvPr/>
        </p:nvPicPr>
        <p:blipFill>
          <a:blip r:embed="rId3"/>
          <a:stretch>
            <a:fillRect/>
          </a:stretch>
        </p:blipFill>
        <p:spPr>
          <a:xfrm>
            <a:off x="182432" y="3352448"/>
            <a:ext cx="1790754" cy="1389481"/>
          </a:xfrm>
          <a:prstGeom prst="rect">
            <a:avLst/>
          </a:prstGeom>
        </p:spPr>
      </p:pic>
      <p:pic>
        <p:nvPicPr>
          <p:cNvPr id="14" name="Image 13">
            <a:extLst>
              <a:ext uri="{FF2B5EF4-FFF2-40B4-BE49-F238E27FC236}">
                <a16:creationId xmlns:a16="http://schemas.microsoft.com/office/drawing/2014/main" id="{2951444F-7147-9475-3A27-2FA4B3AC7B0C}"/>
              </a:ext>
            </a:extLst>
          </p:cNvPr>
          <p:cNvPicPr>
            <a:picLocks noChangeAspect="1"/>
          </p:cNvPicPr>
          <p:nvPr/>
        </p:nvPicPr>
        <p:blipFill>
          <a:blip r:embed="rId4"/>
          <a:stretch>
            <a:fillRect/>
          </a:stretch>
        </p:blipFill>
        <p:spPr>
          <a:xfrm>
            <a:off x="115758" y="4833710"/>
            <a:ext cx="2078129" cy="1612462"/>
          </a:xfrm>
          <a:prstGeom prst="rect">
            <a:avLst/>
          </a:prstGeom>
        </p:spPr>
      </p:pic>
      <p:pic>
        <p:nvPicPr>
          <p:cNvPr id="16" name="Image 15">
            <a:extLst>
              <a:ext uri="{FF2B5EF4-FFF2-40B4-BE49-F238E27FC236}">
                <a16:creationId xmlns:a16="http://schemas.microsoft.com/office/drawing/2014/main" id="{E5E05F2A-E7DF-257F-308E-1A8CF41AD3C0}"/>
              </a:ext>
            </a:extLst>
          </p:cNvPr>
          <p:cNvPicPr>
            <a:picLocks noChangeAspect="1"/>
          </p:cNvPicPr>
          <p:nvPr/>
        </p:nvPicPr>
        <p:blipFill>
          <a:blip r:embed="rId5"/>
          <a:stretch>
            <a:fillRect/>
          </a:stretch>
        </p:blipFill>
        <p:spPr>
          <a:xfrm>
            <a:off x="7873573" y="995567"/>
            <a:ext cx="2581308" cy="1991909"/>
          </a:xfrm>
          <a:prstGeom prst="rect">
            <a:avLst/>
          </a:prstGeom>
        </p:spPr>
      </p:pic>
      <p:pic>
        <p:nvPicPr>
          <p:cNvPr id="18" name="Image 17">
            <a:extLst>
              <a:ext uri="{FF2B5EF4-FFF2-40B4-BE49-F238E27FC236}">
                <a16:creationId xmlns:a16="http://schemas.microsoft.com/office/drawing/2014/main" id="{BC02C3AC-E04F-B414-5E71-8BE3185F2B7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9683" y="2166510"/>
            <a:ext cx="1166240" cy="1094157"/>
          </a:xfrm>
          <a:prstGeom prst="rect">
            <a:avLst/>
          </a:prstGeom>
        </p:spPr>
      </p:pic>
      <p:sp>
        <p:nvSpPr>
          <p:cNvPr id="19" name="ZoneTexte 18">
            <a:extLst>
              <a:ext uri="{FF2B5EF4-FFF2-40B4-BE49-F238E27FC236}">
                <a16:creationId xmlns:a16="http://schemas.microsoft.com/office/drawing/2014/main" id="{5C13711E-8445-48B0-1C8E-DFFF516CDC60}"/>
              </a:ext>
            </a:extLst>
          </p:cNvPr>
          <p:cNvSpPr txBox="1"/>
          <p:nvPr/>
        </p:nvSpPr>
        <p:spPr>
          <a:xfrm>
            <a:off x="2414588" y="1742407"/>
            <a:ext cx="3033882" cy="4801314"/>
          </a:xfrm>
          <a:prstGeom prst="rect">
            <a:avLst/>
          </a:prstGeom>
          <a:noFill/>
        </p:spPr>
        <p:txBody>
          <a:bodyPr wrap="square" rtlCol="0">
            <a:spAutoFit/>
          </a:bodyPr>
          <a:lstStyle/>
          <a:p>
            <a:r>
              <a:rPr lang="fr-FR" dirty="0"/>
              <a:t>1 – Lancer l’installeur en double cliquant sur l’icone.</a:t>
            </a:r>
          </a:p>
          <a:p>
            <a:endParaRPr lang="fr-FR" dirty="0"/>
          </a:p>
          <a:p>
            <a:r>
              <a:rPr lang="fr-FR" dirty="0"/>
              <a:t>2 – Autoriser l’installation de l’application</a:t>
            </a:r>
          </a:p>
          <a:p>
            <a:endParaRPr lang="fr-FR" dirty="0"/>
          </a:p>
          <a:p>
            <a:endParaRPr lang="fr-FR" dirty="0"/>
          </a:p>
          <a:p>
            <a:endParaRPr lang="fr-FR" dirty="0"/>
          </a:p>
          <a:p>
            <a:r>
              <a:rPr lang="fr-FR" dirty="0"/>
              <a:t>3 – Cliquer sur Suivant</a:t>
            </a:r>
          </a:p>
          <a:p>
            <a:endParaRPr lang="fr-FR" dirty="0"/>
          </a:p>
          <a:p>
            <a:endParaRPr lang="fr-FR" dirty="0"/>
          </a:p>
          <a:p>
            <a:endParaRPr lang="fr-FR" dirty="0"/>
          </a:p>
          <a:p>
            <a:endParaRPr lang="fr-FR" dirty="0"/>
          </a:p>
          <a:p>
            <a:endParaRPr lang="fr-FR" dirty="0"/>
          </a:p>
          <a:p>
            <a:r>
              <a:rPr lang="fr-FR" dirty="0"/>
              <a:t>4 – Lancer l’installation</a:t>
            </a:r>
          </a:p>
          <a:p>
            <a:endParaRPr lang="fr-FR" dirty="0"/>
          </a:p>
          <a:p>
            <a:endParaRPr lang="fr-FR" dirty="0"/>
          </a:p>
        </p:txBody>
      </p:sp>
      <p:sp>
        <p:nvSpPr>
          <p:cNvPr id="20" name="Rectangle : coins arrondis 19">
            <a:extLst>
              <a:ext uri="{FF2B5EF4-FFF2-40B4-BE49-F238E27FC236}">
                <a16:creationId xmlns:a16="http://schemas.microsoft.com/office/drawing/2014/main" id="{60F54B69-1716-B667-18A0-0641A47ECF64}"/>
              </a:ext>
            </a:extLst>
          </p:cNvPr>
          <p:cNvSpPr/>
          <p:nvPr/>
        </p:nvSpPr>
        <p:spPr>
          <a:xfrm>
            <a:off x="432020" y="3023103"/>
            <a:ext cx="823183" cy="23756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 coins arrondis 20">
            <a:extLst>
              <a:ext uri="{FF2B5EF4-FFF2-40B4-BE49-F238E27FC236}">
                <a16:creationId xmlns:a16="http://schemas.microsoft.com/office/drawing/2014/main" id="{9DED1198-CC09-A70D-6806-9F540BF394BB}"/>
              </a:ext>
            </a:extLst>
          </p:cNvPr>
          <p:cNvSpPr/>
          <p:nvPr/>
        </p:nvSpPr>
        <p:spPr>
          <a:xfrm>
            <a:off x="1552494" y="6291272"/>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 coins arrondis 21">
            <a:extLst>
              <a:ext uri="{FF2B5EF4-FFF2-40B4-BE49-F238E27FC236}">
                <a16:creationId xmlns:a16="http://schemas.microsoft.com/office/drawing/2014/main" id="{5AD23E91-712A-90D5-13DA-9D47E7B49CAB}"/>
              </a:ext>
            </a:extLst>
          </p:cNvPr>
          <p:cNvSpPr/>
          <p:nvPr/>
        </p:nvSpPr>
        <p:spPr>
          <a:xfrm>
            <a:off x="1373218" y="4611132"/>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9F06C21A-28E0-3C09-D778-6C6F64E9ABDC}"/>
              </a:ext>
            </a:extLst>
          </p:cNvPr>
          <p:cNvSpPr txBox="1"/>
          <p:nvPr/>
        </p:nvSpPr>
        <p:spPr>
          <a:xfrm>
            <a:off x="6747580" y="3083267"/>
            <a:ext cx="4720998" cy="923330"/>
          </a:xfrm>
          <a:prstGeom prst="rect">
            <a:avLst/>
          </a:prstGeom>
          <a:noFill/>
        </p:spPr>
        <p:txBody>
          <a:bodyPr wrap="square" rtlCol="0">
            <a:spAutoFit/>
          </a:bodyPr>
          <a:lstStyle/>
          <a:p>
            <a:r>
              <a:rPr lang="fr-FR" dirty="0"/>
              <a:t>5 – Une fois l’installation terminée, cliquer sur Terminer (laisser la case cochée si vous souhaitez lancer l’application immédiatement)</a:t>
            </a:r>
          </a:p>
        </p:txBody>
      </p:sp>
      <p:pic>
        <p:nvPicPr>
          <p:cNvPr id="27" name="Image 26">
            <a:extLst>
              <a:ext uri="{FF2B5EF4-FFF2-40B4-BE49-F238E27FC236}">
                <a16:creationId xmlns:a16="http://schemas.microsoft.com/office/drawing/2014/main" id="{5676C6D7-4F8C-E132-EBFF-FE4964CAA918}"/>
              </a:ext>
            </a:extLst>
          </p:cNvPr>
          <p:cNvPicPr>
            <a:picLocks noChangeAspect="1"/>
          </p:cNvPicPr>
          <p:nvPr/>
        </p:nvPicPr>
        <p:blipFill>
          <a:blip r:embed="rId7"/>
          <a:stretch>
            <a:fillRect/>
          </a:stretch>
        </p:blipFill>
        <p:spPr>
          <a:xfrm>
            <a:off x="7443869" y="4815076"/>
            <a:ext cx="990600" cy="923925"/>
          </a:xfrm>
          <a:prstGeom prst="rect">
            <a:avLst/>
          </a:prstGeom>
        </p:spPr>
      </p:pic>
      <p:sp>
        <p:nvSpPr>
          <p:cNvPr id="28" name="ZoneTexte 27">
            <a:extLst>
              <a:ext uri="{FF2B5EF4-FFF2-40B4-BE49-F238E27FC236}">
                <a16:creationId xmlns:a16="http://schemas.microsoft.com/office/drawing/2014/main" id="{C271D5E0-8555-283C-16B6-6A747620EFD2}"/>
              </a:ext>
            </a:extLst>
          </p:cNvPr>
          <p:cNvSpPr txBox="1"/>
          <p:nvPr/>
        </p:nvSpPr>
        <p:spPr>
          <a:xfrm>
            <a:off x="8693661" y="4880485"/>
            <a:ext cx="3033882" cy="923330"/>
          </a:xfrm>
          <a:prstGeom prst="rect">
            <a:avLst/>
          </a:prstGeom>
          <a:noFill/>
        </p:spPr>
        <p:txBody>
          <a:bodyPr wrap="square" rtlCol="0">
            <a:spAutoFit/>
          </a:bodyPr>
          <a:lstStyle/>
          <a:p>
            <a:r>
              <a:rPr lang="fr-FR" dirty="0"/>
              <a:t>6 – Pour lancer l’application, double-cliquez sur l’icone qui a été ajoutée sur le bureau</a:t>
            </a:r>
          </a:p>
        </p:txBody>
      </p:sp>
      <p:cxnSp>
        <p:nvCxnSpPr>
          <p:cNvPr id="30" name="Connecteur droit 29">
            <a:extLst>
              <a:ext uri="{FF2B5EF4-FFF2-40B4-BE49-F238E27FC236}">
                <a16:creationId xmlns:a16="http://schemas.microsoft.com/office/drawing/2014/main" id="{E3D19940-7302-D2FD-192E-E5478E656AB2}"/>
              </a:ext>
            </a:extLst>
          </p:cNvPr>
          <p:cNvCxnSpPr/>
          <p:nvPr/>
        </p:nvCxnSpPr>
        <p:spPr>
          <a:xfrm flipV="1">
            <a:off x="5986733" y="980322"/>
            <a:ext cx="0" cy="5489536"/>
          </a:xfrm>
          <a:prstGeom prst="line">
            <a:avLst/>
          </a:prstGeom>
        </p:spPr>
        <p:style>
          <a:lnRef idx="3">
            <a:schemeClr val="accent1"/>
          </a:lnRef>
          <a:fillRef idx="0">
            <a:schemeClr val="accent1"/>
          </a:fillRef>
          <a:effectRef idx="2">
            <a:schemeClr val="accent1"/>
          </a:effectRef>
          <a:fontRef idx="minor">
            <a:schemeClr val="tx1"/>
          </a:fontRef>
        </p:style>
      </p:cxnSp>
      <p:sp>
        <p:nvSpPr>
          <p:cNvPr id="31" name="Rectangle : coins arrondis 30">
            <a:extLst>
              <a:ext uri="{FF2B5EF4-FFF2-40B4-BE49-F238E27FC236}">
                <a16:creationId xmlns:a16="http://schemas.microsoft.com/office/drawing/2014/main" id="{1F682B0C-804A-3137-E057-E1E755FE25BA}"/>
              </a:ext>
            </a:extLst>
          </p:cNvPr>
          <p:cNvSpPr/>
          <p:nvPr/>
        </p:nvSpPr>
        <p:spPr>
          <a:xfrm>
            <a:off x="9703431" y="283489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1468051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7CAED-8724-C0CA-CD8A-2847DB1844D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EF72043-9B5A-EF72-2148-E1CE83B63F64}"/>
              </a:ext>
            </a:extLst>
          </p:cNvPr>
          <p:cNvSpPr>
            <a:spLocks noGrp="1"/>
          </p:cNvSpPr>
          <p:nvPr>
            <p:ph type="title"/>
          </p:nvPr>
        </p:nvSpPr>
        <p:spPr/>
        <p:txBody>
          <a:bodyPr/>
          <a:lstStyle/>
          <a:p>
            <a:r>
              <a:rPr lang="fr-FR" dirty="0"/>
              <a:t> Publier une compétition sur le site </a:t>
            </a:r>
            <a:r>
              <a:rPr lang="fr-FR" dirty="0" err="1"/>
              <a:t>FFJudo</a:t>
            </a:r>
            <a:endParaRPr lang="fr-FR" dirty="0"/>
          </a:p>
        </p:txBody>
      </p:sp>
      <p:sp>
        <p:nvSpPr>
          <p:cNvPr id="3" name="Espace réservé du texte 2">
            <a:extLst>
              <a:ext uri="{FF2B5EF4-FFF2-40B4-BE49-F238E27FC236}">
                <a16:creationId xmlns:a16="http://schemas.microsoft.com/office/drawing/2014/main" id="{C03FB6C3-8F46-62DF-8DED-9AFC422BC8D4}"/>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Disposer des informations de connexion FTP pour votre entité sur </a:t>
            </a:r>
            <a:r>
              <a:rPr lang="fr-FR" sz="1400" dirty="0" err="1"/>
              <a:t>FFJudo</a:t>
            </a:r>
            <a:endParaRPr lang="fr-FR" sz="1400" dirty="0"/>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Configurer les paramètres du site </a:t>
            </a:r>
            <a:r>
              <a:rPr lang="fr-FR" sz="1400" dirty="0" err="1"/>
              <a:t>FFJudo</a:t>
            </a:r>
            <a:endParaRPr lang="fr-FR" sz="1400" dirty="0"/>
          </a:p>
          <a:p>
            <a:pPr>
              <a:lnSpc>
                <a:spcPct val="250000"/>
              </a:lnSpc>
            </a:pPr>
            <a:r>
              <a:rPr lang="fr-FR" sz="1400" dirty="0"/>
              <a:t>Nettoyer le site distant (optionnel)</a:t>
            </a:r>
          </a:p>
          <a:p>
            <a:pPr>
              <a:lnSpc>
                <a:spcPct val="250000"/>
              </a:lnSpc>
            </a:pPr>
            <a:r>
              <a:rPr lang="fr-FR" sz="1400" dirty="0"/>
              <a:t>Lancer la synchronisation du site distant</a:t>
            </a:r>
          </a:p>
          <a:p>
            <a:endParaRPr lang="fr-FR" dirty="0"/>
          </a:p>
        </p:txBody>
      </p:sp>
      <p:sp>
        <p:nvSpPr>
          <p:cNvPr id="4" name="Espace réservé du texte 3">
            <a:extLst>
              <a:ext uri="{FF2B5EF4-FFF2-40B4-BE49-F238E27FC236}">
                <a16:creationId xmlns:a16="http://schemas.microsoft.com/office/drawing/2014/main" id="{C986DA90-8EAF-C4C9-CB46-0B988B5CD384}"/>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2A63B4F9-BEA4-D6C5-8AE3-403D7CEEA431}"/>
              </a:ext>
            </a:extLst>
          </p:cNvPr>
          <p:cNvPicPr>
            <a:picLocks noChangeAspect="1"/>
          </p:cNvPicPr>
          <p:nvPr/>
        </p:nvPicPr>
        <p:blipFill>
          <a:blip r:embed="rId2"/>
          <a:stretch>
            <a:fillRect/>
          </a:stretch>
        </p:blipFill>
        <p:spPr>
          <a:xfrm>
            <a:off x="7612083" y="2882054"/>
            <a:ext cx="486209" cy="436596"/>
          </a:xfrm>
          <a:prstGeom prst="rect">
            <a:avLst/>
          </a:prstGeom>
        </p:spPr>
      </p:pic>
      <p:cxnSp>
        <p:nvCxnSpPr>
          <p:cNvPr id="45" name="Connecteur droit 44">
            <a:extLst>
              <a:ext uri="{FF2B5EF4-FFF2-40B4-BE49-F238E27FC236}">
                <a16:creationId xmlns:a16="http://schemas.microsoft.com/office/drawing/2014/main" id="{DB6AFE12-6561-0BA1-1C21-CC6D8A840120}"/>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A3311969-DDB7-DDB7-6BFD-086BD19EC8A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B842B3F-5CB2-1D0F-5145-DC84ED26C6D3}"/>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2C069405-CF33-BF70-604C-FEB81D8A9C32}"/>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5F3CDE73-9A11-3406-F522-7AF504407ECC}"/>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550435D9-D8F4-4619-41CB-AEF028E1C8C2}"/>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D53E3A0-C117-D473-AA7B-D899020606F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8" name="Image 7">
            <a:extLst>
              <a:ext uri="{FF2B5EF4-FFF2-40B4-BE49-F238E27FC236}">
                <a16:creationId xmlns:a16="http://schemas.microsoft.com/office/drawing/2014/main" id="{590EAA69-7369-2E97-CBA8-B2B7E03B7D37}"/>
              </a:ext>
            </a:extLst>
          </p:cNvPr>
          <p:cNvPicPr>
            <a:picLocks noChangeAspect="1"/>
          </p:cNvPicPr>
          <p:nvPr/>
        </p:nvPicPr>
        <p:blipFill>
          <a:blip r:embed="rId3"/>
          <a:stretch>
            <a:fillRect/>
          </a:stretch>
        </p:blipFill>
        <p:spPr>
          <a:xfrm>
            <a:off x="9480669" y="4898262"/>
            <a:ext cx="2519714" cy="885949"/>
          </a:xfrm>
          <a:prstGeom prst="rect">
            <a:avLst/>
          </a:prstGeom>
        </p:spPr>
      </p:pic>
      <p:grpSp>
        <p:nvGrpSpPr>
          <p:cNvPr id="18" name="Group 17">
            <a:extLst>
              <a:ext uri="{FF2B5EF4-FFF2-40B4-BE49-F238E27FC236}">
                <a16:creationId xmlns:a16="http://schemas.microsoft.com/office/drawing/2014/main" id="{EFD421B7-1CE8-965A-49FA-FDB9A31E319E}"/>
              </a:ext>
            </a:extLst>
          </p:cNvPr>
          <p:cNvGrpSpPr/>
          <p:nvPr/>
        </p:nvGrpSpPr>
        <p:grpSpPr>
          <a:xfrm>
            <a:off x="4638181" y="3349798"/>
            <a:ext cx="2008198" cy="482633"/>
            <a:chOff x="4638181" y="3349798"/>
            <a:chExt cx="2008198" cy="482633"/>
          </a:xfrm>
        </p:grpSpPr>
        <p:pic>
          <p:nvPicPr>
            <p:cNvPr id="12" name="Picture 11">
              <a:extLst>
                <a:ext uri="{FF2B5EF4-FFF2-40B4-BE49-F238E27FC236}">
                  <a16:creationId xmlns:a16="http://schemas.microsoft.com/office/drawing/2014/main" id="{A8A933AB-D282-16D5-702D-DEE01223A707}"/>
                </a:ext>
              </a:extLst>
            </p:cNvPr>
            <p:cNvPicPr>
              <a:picLocks noChangeAspect="1"/>
            </p:cNvPicPr>
            <p:nvPr/>
          </p:nvPicPr>
          <p:blipFill>
            <a:blip r:embed="rId4"/>
            <a:stretch>
              <a:fillRect/>
            </a:stretch>
          </p:blipFill>
          <p:spPr>
            <a:xfrm>
              <a:off x="4638181" y="3349798"/>
              <a:ext cx="2008198" cy="482633"/>
            </a:xfrm>
            <a:prstGeom prst="rect">
              <a:avLst/>
            </a:prstGeom>
          </p:spPr>
        </p:pic>
        <p:sp>
          <p:nvSpPr>
            <p:cNvPr id="13" name="Rectangle 12">
              <a:extLst>
                <a:ext uri="{FF2B5EF4-FFF2-40B4-BE49-F238E27FC236}">
                  <a16:creationId xmlns:a16="http://schemas.microsoft.com/office/drawing/2014/main" id="{84895146-2DDE-BBA5-EB83-ABD9BAAC1009}"/>
                </a:ext>
              </a:extLst>
            </p:cNvPr>
            <p:cNvSpPr/>
            <p:nvPr/>
          </p:nvSpPr>
          <p:spPr>
            <a:xfrm>
              <a:off x="4976503" y="3545221"/>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21" name="Straight Connector 20">
            <a:extLst>
              <a:ext uri="{FF2B5EF4-FFF2-40B4-BE49-F238E27FC236}">
                <a16:creationId xmlns:a16="http://schemas.microsoft.com/office/drawing/2014/main" id="{9A601F82-7D6B-F426-9B80-95F67E3A7BBF}"/>
              </a:ext>
            </a:extLst>
          </p:cNvPr>
          <p:cNvCxnSpPr>
            <a:cxnSpLocks/>
          </p:cNvCxnSpPr>
          <p:nvPr/>
        </p:nvCxnSpPr>
        <p:spPr>
          <a:xfrm>
            <a:off x="304047" y="2983370"/>
            <a:ext cx="0" cy="3554590"/>
          </a:xfrm>
          <a:prstGeom prst="line">
            <a:avLst/>
          </a:prstGeom>
          <a:ln w="38100"/>
        </p:spPr>
        <p:style>
          <a:lnRef idx="3">
            <a:schemeClr val="accent6"/>
          </a:lnRef>
          <a:fillRef idx="0">
            <a:schemeClr val="accent6"/>
          </a:fillRef>
          <a:effectRef idx="2">
            <a:schemeClr val="accent6"/>
          </a:effectRef>
          <a:fontRef idx="minor">
            <a:schemeClr val="tx1"/>
          </a:fontRef>
        </p:style>
      </p:cxnSp>
      <p:grpSp>
        <p:nvGrpSpPr>
          <p:cNvPr id="11" name="Groupe 10">
            <a:extLst>
              <a:ext uri="{FF2B5EF4-FFF2-40B4-BE49-F238E27FC236}">
                <a16:creationId xmlns:a16="http://schemas.microsoft.com/office/drawing/2014/main" id="{5759A4EB-AF28-1D82-D9AA-F677682DC773}"/>
              </a:ext>
            </a:extLst>
          </p:cNvPr>
          <p:cNvGrpSpPr/>
          <p:nvPr/>
        </p:nvGrpSpPr>
        <p:grpSpPr>
          <a:xfrm>
            <a:off x="6530678" y="4056920"/>
            <a:ext cx="2162809" cy="344916"/>
            <a:chOff x="6977691" y="3512709"/>
            <a:chExt cx="2162809" cy="344916"/>
          </a:xfrm>
        </p:grpSpPr>
        <p:pic>
          <p:nvPicPr>
            <p:cNvPr id="7" name="Image 6">
              <a:extLst>
                <a:ext uri="{FF2B5EF4-FFF2-40B4-BE49-F238E27FC236}">
                  <a16:creationId xmlns:a16="http://schemas.microsoft.com/office/drawing/2014/main" id="{DE4E6D3A-A489-E0D1-DCA8-70556BC617CF}"/>
                </a:ext>
              </a:extLst>
            </p:cNvPr>
            <p:cNvPicPr>
              <a:picLocks noChangeAspect="1"/>
            </p:cNvPicPr>
            <p:nvPr/>
          </p:nvPicPr>
          <p:blipFill>
            <a:blip r:embed="rId5"/>
            <a:srcRect l="77015" t="10168" r="12861" b="87004"/>
            <a:stretch>
              <a:fillRect/>
            </a:stretch>
          </p:blipFill>
          <p:spPr>
            <a:xfrm>
              <a:off x="6977691" y="3512709"/>
              <a:ext cx="2162809" cy="344916"/>
            </a:xfrm>
            <a:prstGeom prst="rect">
              <a:avLst/>
            </a:prstGeom>
          </p:spPr>
        </p:pic>
        <p:sp>
          <p:nvSpPr>
            <p:cNvPr id="9" name="Rectangle 8">
              <a:extLst>
                <a:ext uri="{FF2B5EF4-FFF2-40B4-BE49-F238E27FC236}">
                  <a16:creationId xmlns:a16="http://schemas.microsoft.com/office/drawing/2014/main" id="{F3D3660D-B9AF-5EFF-1E77-AA35B4D70476}"/>
                </a:ext>
              </a:extLst>
            </p:cNvPr>
            <p:cNvSpPr/>
            <p:nvPr/>
          </p:nvSpPr>
          <p:spPr>
            <a:xfrm>
              <a:off x="8430191" y="3569867"/>
              <a:ext cx="698404" cy="22098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a:p>
          </p:txBody>
        </p:sp>
      </p:grpSp>
      <p:grpSp>
        <p:nvGrpSpPr>
          <p:cNvPr id="14" name="Groupe 13">
            <a:extLst>
              <a:ext uri="{FF2B5EF4-FFF2-40B4-BE49-F238E27FC236}">
                <a16:creationId xmlns:a16="http://schemas.microsoft.com/office/drawing/2014/main" id="{18D364AD-FA1D-F4CD-AD1D-F4A23A3285CF}"/>
              </a:ext>
            </a:extLst>
          </p:cNvPr>
          <p:cNvGrpSpPr/>
          <p:nvPr/>
        </p:nvGrpSpPr>
        <p:grpSpPr>
          <a:xfrm>
            <a:off x="5769149" y="4582031"/>
            <a:ext cx="2162809" cy="344916"/>
            <a:chOff x="6977691" y="3512709"/>
            <a:chExt cx="2162809" cy="344916"/>
          </a:xfrm>
        </p:grpSpPr>
        <p:pic>
          <p:nvPicPr>
            <p:cNvPr id="19" name="Image 18">
              <a:extLst>
                <a:ext uri="{FF2B5EF4-FFF2-40B4-BE49-F238E27FC236}">
                  <a16:creationId xmlns:a16="http://schemas.microsoft.com/office/drawing/2014/main" id="{751B2441-A4F8-492A-3548-91170DB2BE6F}"/>
                </a:ext>
              </a:extLst>
            </p:cNvPr>
            <p:cNvPicPr>
              <a:picLocks noChangeAspect="1"/>
            </p:cNvPicPr>
            <p:nvPr/>
          </p:nvPicPr>
          <p:blipFill>
            <a:blip r:embed="rId5"/>
            <a:srcRect l="77015" t="10168" r="12861" b="87004"/>
            <a:stretch>
              <a:fillRect/>
            </a:stretch>
          </p:blipFill>
          <p:spPr>
            <a:xfrm>
              <a:off x="6977691" y="3512709"/>
              <a:ext cx="2162809" cy="344916"/>
            </a:xfrm>
            <a:prstGeom prst="rect">
              <a:avLst/>
            </a:prstGeom>
          </p:spPr>
        </p:pic>
        <p:sp>
          <p:nvSpPr>
            <p:cNvPr id="20" name="Rectangle 19">
              <a:extLst>
                <a:ext uri="{FF2B5EF4-FFF2-40B4-BE49-F238E27FC236}">
                  <a16:creationId xmlns:a16="http://schemas.microsoft.com/office/drawing/2014/main" id="{43534DC1-BF59-4230-21C9-24B7483FC928}"/>
                </a:ext>
              </a:extLst>
            </p:cNvPr>
            <p:cNvSpPr/>
            <p:nvPr/>
          </p:nvSpPr>
          <p:spPr>
            <a:xfrm>
              <a:off x="7144464" y="3577494"/>
              <a:ext cx="594756" cy="22098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a:p>
          </p:txBody>
        </p:sp>
      </p:grpSp>
      <p:grpSp>
        <p:nvGrpSpPr>
          <p:cNvPr id="30" name="Groupe 29">
            <a:extLst>
              <a:ext uri="{FF2B5EF4-FFF2-40B4-BE49-F238E27FC236}">
                <a16:creationId xmlns:a16="http://schemas.microsoft.com/office/drawing/2014/main" id="{DD27EF7C-AFA9-147E-443B-41E6038C711B}"/>
              </a:ext>
            </a:extLst>
          </p:cNvPr>
          <p:cNvGrpSpPr/>
          <p:nvPr/>
        </p:nvGrpSpPr>
        <p:grpSpPr>
          <a:xfrm>
            <a:off x="5833582" y="5660259"/>
            <a:ext cx="2608270" cy="377158"/>
            <a:chOff x="5624811" y="5054691"/>
            <a:chExt cx="2608270" cy="377158"/>
          </a:xfrm>
        </p:grpSpPr>
        <p:pic>
          <p:nvPicPr>
            <p:cNvPr id="31" name="Image 30">
              <a:extLst>
                <a:ext uri="{FF2B5EF4-FFF2-40B4-BE49-F238E27FC236}">
                  <a16:creationId xmlns:a16="http://schemas.microsoft.com/office/drawing/2014/main" id="{6668C51F-4841-AE73-AD8A-3A94F16249D2}"/>
                </a:ext>
              </a:extLst>
            </p:cNvPr>
            <p:cNvPicPr>
              <a:picLocks noChangeAspect="1"/>
            </p:cNvPicPr>
            <p:nvPr/>
          </p:nvPicPr>
          <p:blipFill>
            <a:blip r:embed="rId6"/>
            <a:srcRect l="74281" t="40486" r="15713" b="56979"/>
            <a:stretch>
              <a:fillRect/>
            </a:stretch>
          </p:blipFill>
          <p:spPr>
            <a:xfrm>
              <a:off x="5624811" y="5054691"/>
              <a:ext cx="2608270" cy="377158"/>
            </a:xfrm>
            <a:prstGeom prst="rect">
              <a:avLst/>
            </a:prstGeom>
          </p:spPr>
        </p:pic>
        <p:sp>
          <p:nvSpPr>
            <p:cNvPr id="32" name="Rectangle 31">
              <a:extLst>
                <a:ext uri="{FF2B5EF4-FFF2-40B4-BE49-F238E27FC236}">
                  <a16:creationId xmlns:a16="http://schemas.microsoft.com/office/drawing/2014/main" id="{BB73B80D-3F93-754D-3B25-B03DFF33B2F6}"/>
                </a:ext>
              </a:extLst>
            </p:cNvPr>
            <p:cNvSpPr/>
            <p:nvPr/>
          </p:nvSpPr>
          <p:spPr>
            <a:xfrm>
              <a:off x="7416047" y="5135249"/>
              <a:ext cx="682245"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4" name="Groupe 33">
            <a:extLst>
              <a:ext uri="{FF2B5EF4-FFF2-40B4-BE49-F238E27FC236}">
                <a16:creationId xmlns:a16="http://schemas.microsoft.com/office/drawing/2014/main" id="{25504185-787A-1827-B938-92F9528D8D75}"/>
              </a:ext>
            </a:extLst>
          </p:cNvPr>
          <p:cNvGrpSpPr/>
          <p:nvPr/>
        </p:nvGrpSpPr>
        <p:grpSpPr>
          <a:xfrm>
            <a:off x="6994576" y="6152142"/>
            <a:ext cx="2608270" cy="377158"/>
            <a:chOff x="5624811" y="5054691"/>
            <a:chExt cx="2608270" cy="377158"/>
          </a:xfrm>
        </p:grpSpPr>
        <p:pic>
          <p:nvPicPr>
            <p:cNvPr id="42" name="Image 41">
              <a:extLst>
                <a:ext uri="{FF2B5EF4-FFF2-40B4-BE49-F238E27FC236}">
                  <a16:creationId xmlns:a16="http://schemas.microsoft.com/office/drawing/2014/main" id="{88F2910A-4CC7-D7A3-0EEB-EE9D1105D125}"/>
                </a:ext>
              </a:extLst>
            </p:cNvPr>
            <p:cNvPicPr>
              <a:picLocks noChangeAspect="1"/>
            </p:cNvPicPr>
            <p:nvPr/>
          </p:nvPicPr>
          <p:blipFill>
            <a:blip r:embed="rId6"/>
            <a:srcRect l="74281" t="40486" r="15713" b="56979"/>
            <a:stretch>
              <a:fillRect/>
            </a:stretch>
          </p:blipFill>
          <p:spPr>
            <a:xfrm>
              <a:off x="5624811" y="5054691"/>
              <a:ext cx="2608270" cy="377158"/>
            </a:xfrm>
            <a:prstGeom prst="rect">
              <a:avLst/>
            </a:prstGeom>
          </p:spPr>
        </p:pic>
        <p:sp>
          <p:nvSpPr>
            <p:cNvPr id="43" name="Rectangle 42">
              <a:extLst>
                <a:ext uri="{FF2B5EF4-FFF2-40B4-BE49-F238E27FC236}">
                  <a16:creationId xmlns:a16="http://schemas.microsoft.com/office/drawing/2014/main" id="{E149104F-6D08-50F4-7541-0EBBCA2EE119}"/>
                </a:ext>
              </a:extLst>
            </p:cNvPr>
            <p:cNvSpPr/>
            <p:nvPr/>
          </p:nvSpPr>
          <p:spPr>
            <a:xfrm>
              <a:off x="5767952" y="5131902"/>
              <a:ext cx="682245"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spTree>
    <p:extLst>
      <p:ext uri="{BB962C8B-B14F-4D97-AF65-F5344CB8AC3E}">
        <p14:creationId xmlns:p14="http://schemas.microsoft.com/office/powerpoint/2010/main" val="13396279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 Publier une compétition sur un site distant</a:t>
            </a:r>
          </a:p>
        </p:txBody>
      </p:sp>
      <p:sp>
        <p:nvSpPr>
          <p:cNvPr id="3" name="Espace réservé du texte 2">
            <a:extLst>
              <a:ext uri="{FF2B5EF4-FFF2-40B4-BE49-F238E27FC236}">
                <a16:creationId xmlns:a16="http://schemas.microsoft.com/office/drawing/2014/main" id="{97448A69-D666-8037-1A82-8CC5BA6EA5B7}"/>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Disposer des informations de connexion FTP de votre hébergeur</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Configurer les paramètres du site distant</a:t>
            </a:r>
          </a:p>
          <a:p>
            <a:pPr>
              <a:lnSpc>
                <a:spcPct val="250000"/>
              </a:lnSpc>
            </a:pPr>
            <a:r>
              <a:rPr lang="fr-FR" sz="1400" dirty="0"/>
              <a:t>Nettoyer le site distant (optionnel)</a:t>
            </a:r>
          </a:p>
          <a:p>
            <a:pPr>
              <a:lnSpc>
                <a:spcPct val="250000"/>
              </a:lnSpc>
            </a:pPr>
            <a:r>
              <a:rPr lang="fr-FR" sz="1400" dirty="0"/>
              <a:t>Lancer la synchronisation du site distant</a:t>
            </a:r>
          </a:p>
          <a:p>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4E3DC57B-A2D9-4E48-90FC-AE556FC7FAF7}"/>
              </a:ext>
            </a:extLst>
          </p:cNvPr>
          <p:cNvPicPr>
            <a:picLocks noChangeAspect="1"/>
          </p:cNvPicPr>
          <p:nvPr/>
        </p:nvPicPr>
        <p:blipFill>
          <a:blip r:embed="rId2"/>
          <a:stretch>
            <a:fillRect/>
          </a:stretch>
        </p:blipFill>
        <p:spPr>
          <a:xfrm>
            <a:off x="7612083" y="2882054"/>
            <a:ext cx="486209" cy="436596"/>
          </a:xfrm>
          <a:prstGeom prst="rect">
            <a:avLst/>
          </a:prstGeom>
        </p:spPr>
      </p:pic>
      <p:pic>
        <p:nvPicPr>
          <p:cNvPr id="17" name="Image 16">
            <a:extLst>
              <a:ext uri="{FF2B5EF4-FFF2-40B4-BE49-F238E27FC236}">
                <a16:creationId xmlns:a16="http://schemas.microsoft.com/office/drawing/2014/main" id="{5ECC501E-AA0F-07DF-73B1-570273A81892}"/>
              </a:ext>
            </a:extLst>
          </p:cNvPr>
          <p:cNvPicPr>
            <a:picLocks noChangeAspect="1"/>
          </p:cNvPicPr>
          <p:nvPr/>
        </p:nvPicPr>
        <p:blipFill rotWithShape="1">
          <a:blip r:embed="rId3"/>
          <a:srcRect l="50846" t="59178" r="878" b="8456"/>
          <a:stretch/>
        </p:blipFill>
        <p:spPr>
          <a:xfrm>
            <a:off x="9496606" y="4854353"/>
            <a:ext cx="1882449" cy="748341"/>
          </a:xfrm>
          <a:prstGeom prst="rect">
            <a:avLst/>
          </a:prstGeom>
        </p:spPr>
      </p:pic>
      <p:cxnSp>
        <p:nvCxnSpPr>
          <p:cNvPr id="45" name="Connecteur droit 44">
            <a:extLst>
              <a:ext uri="{FF2B5EF4-FFF2-40B4-BE49-F238E27FC236}">
                <a16:creationId xmlns:a16="http://schemas.microsoft.com/office/drawing/2014/main" id="{13624DF1-99AA-9572-ED62-9F3F98814159}"/>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40554947-3A86-BB38-83B7-8EC678DFD13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EE7EF60-10B2-DCB4-6E5C-60D3B7086BF6}"/>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C00242EA-BAFF-1480-C23B-D32DC160ED5D}"/>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0DC5306-7438-6E69-5A6E-D4086227C3B6}"/>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15EDADCE-CB2D-50AC-FC54-EFAEBE209B13}"/>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7E273BD0-0B62-268D-E116-BFF24666F0B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4FFE997D-D995-1DF3-9703-642BE4955F11}"/>
              </a:ext>
            </a:extLst>
          </p:cNvPr>
          <p:cNvGrpSpPr/>
          <p:nvPr/>
        </p:nvGrpSpPr>
        <p:grpSpPr>
          <a:xfrm>
            <a:off x="4638181" y="3349798"/>
            <a:ext cx="2008198" cy="482633"/>
            <a:chOff x="4638181" y="3349798"/>
            <a:chExt cx="2008198" cy="482633"/>
          </a:xfrm>
        </p:grpSpPr>
        <p:pic>
          <p:nvPicPr>
            <p:cNvPr id="8" name="Picture 7">
              <a:extLst>
                <a:ext uri="{FF2B5EF4-FFF2-40B4-BE49-F238E27FC236}">
                  <a16:creationId xmlns:a16="http://schemas.microsoft.com/office/drawing/2014/main" id="{2F42029F-9109-6D9A-A1F5-D2AC765D1627}"/>
                </a:ext>
              </a:extLst>
            </p:cNvPr>
            <p:cNvPicPr>
              <a:picLocks noChangeAspect="1"/>
            </p:cNvPicPr>
            <p:nvPr/>
          </p:nvPicPr>
          <p:blipFill>
            <a:blip r:embed="rId4"/>
            <a:stretch>
              <a:fillRect/>
            </a:stretch>
          </p:blipFill>
          <p:spPr>
            <a:xfrm>
              <a:off x="4638181" y="3349798"/>
              <a:ext cx="2008198" cy="482633"/>
            </a:xfrm>
            <a:prstGeom prst="rect">
              <a:avLst/>
            </a:prstGeom>
          </p:spPr>
        </p:pic>
        <p:sp>
          <p:nvSpPr>
            <p:cNvPr id="10" name="Rectangle 9">
              <a:extLst>
                <a:ext uri="{FF2B5EF4-FFF2-40B4-BE49-F238E27FC236}">
                  <a16:creationId xmlns:a16="http://schemas.microsoft.com/office/drawing/2014/main" id="{F47F65D9-F50F-FAC1-D6BE-6B02F84A271E}"/>
                </a:ext>
              </a:extLst>
            </p:cNvPr>
            <p:cNvSpPr/>
            <p:nvPr/>
          </p:nvSpPr>
          <p:spPr>
            <a:xfrm>
              <a:off x="4976503" y="3545221"/>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14" name="Straight Connector 13">
            <a:extLst>
              <a:ext uri="{FF2B5EF4-FFF2-40B4-BE49-F238E27FC236}">
                <a16:creationId xmlns:a16="http://schemas.microsoft.com/office/drawing/2014/main" id="{AEA618CA-E481-6348-1D47-1188CD1B4512}"/>
              </a:ext>
            </a:extLst>
          </p:cNvPr>
          <p:cNvCxnSpPr>
            <a:cxnSpLocks/>
          </p:cNvCxnSpPr>
          <p:nvPr/>
        </p:nvCxnSpPr>
        <p:spPr>
          <a:xfrm>
            <a:off x="281187" y="2944358"/>
            <a:ext cx="0" cy="3497798"/>
          </a:xfrm>
          <a:prstGeom prst="line">
            <a:avLst/>
          </a:prstGeom>
          <a:ln w="38100"/>
        </p:spPr>
        <p:style>
          <a:lnRef idx="3">
            <a:schemeClr val="accent6"/>
          </a:lnRef>
          <a:fillRef idx="0">
            <a:schemeClr val="accent6"/>
          </a:fillRef>
          <a:effectRef idx="2">
            <a:schemeClr val="accent6"/>
          </a:effectRef>
          <a:fontRef idx="minor">
            <a:schemeClr val="tx1"/>
          </a:fontRef>
        </p:style>
      </p:cxnSp>
      <p:grpSp>
        <p:nvGrpSpPr>
          <p:cNvPr id="19" name="Groupe 18">
            <a:extLst>
              <a:ext uri="{FF2B5EF4-FFF2-40B4-BE49-F238E27FC236}">
                <a16:creationId xmlns:a16="http://schemas.microsoft.com/office/drawing/2014/main" id="{DFC8C200-97C3-18BB-96F5-5D989A99AD49}"/>
              </a:ext>
            </a:extLst>
          </p:cNvPr>
          <p:cNvGrpSpPr/>
          <p:nvPr/>
        </p:nvGrpSpPr>
        <p:grpSpPr>
          <a:xfrm>
            <a:off x="5833582" y="5660259"/>
            <a:ext cx="2608270" cy="377158"/>
            <a:chOff x="5624811" y="5054691"/>
            <a:chExt cx="2608270" cy="377158"/>
          </a:xfrm>
        </p:grpSpPr>
        <p:pic>
          <p:nvPicPr>
            <p:cNvPr id="9" name="Image 8">
              <a:extLst>
                <a:ext uri="{FF2B5EF4-FFF2-40B4-BE49-F238E27FC236}">
                  <a16:creationId xmlns:a16="http://schemas.microsoft.com/office/drawing/2014/main" id="{7E9AA046-4F45-A994-AB02-49721F2781C4}"/>
                </a:ext>
              </a:extLst>
            </p:cNvPr>
            <p:cNvPicPr>
              <a:picLocks noChangeAspect="1"/>
            </p:cNvPicPr>
            <p:nvPr/>
          </p:nvPicPr>
          <p:blipFill>
            <a:blip r:embed="rId5"/>
            <a:srcRect l="74281" t="40486" r="15713" b="56979"/>
            <a:stretch>
              <a:fillRect/>
            </a:stretch>
          </p:blipFill>
          <p:spPr>
            <a:xfrm>
              <a:off x="5624811" y="5054691"/>
              <a:ext cx="2608270" cy="377158"/>
            </a:xfrm>
            <a:prstGeom prst="rect">
              <a:avLst/>
            </a:prstGeom>
          </p:spPr>
        </p:pic>
        <p:sp>
          <p:nvSpPr>
            <p:cNvPr id="18" name="Rectangle 17">
              <a:extLst>
                <a:ext uri="{FF2B5EF4-FFF2-40B4-BE49-F238E27FC236}">
                  <a16:creationId xmlns:a16="http://schemas.microsoft.com/office/drawing/2014/main" id="{4107BF2E-34AA-3AF6-948C-CEE6BCB14AD1}"/>
                </a:ext>
              </a:extLst>
            </p:cNvPr>
            <p:cNvSpPr/>
            <p:nvPr/>
          </p:nvSpPr>
          <p:spPr>
            <a:xfrm>
              <a:off x="7416047" y="5135249"/>
              <a:ext cx="682245"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20" name="Groupe 19">
            <a:extLst>
              <a:ext uri="{FF2B5EF4-FFF2-40B4-BE49-F238E27FC236}">
                <a16:creationId xmlns:a16="http://schemas.microsoft.com/office/drawing/2014/main" id="{9974860E-158F-2C22-F626-853DA61F8C4D}"/>
              </a:ext>
            </a:extLst>
          </p:cNvPr>
          <p:cNvGrpSpPr/>
          <p:nvPr/>
        </p:nvGrpSpPr>
        <p:grpSpPr>
          <a:xfrm>
            <a:off x="6994576" y="6152142"/>
            <a:ext cx="2608270" cy="377158"/>
            <a:chOff x="5624811" y="5054691"/>
            <a:chExt cx="2608270" cy="377158"/>
          </a:xfrm>
        </p:grpSpPr>
        <p:pic>
          <p:nvPicPr>
            <p:cNvPr id="21" name="Image 20">
              <a:extLst>
                <a:ext uri="{FF2B5EF4-FFF2-40B4-BE49-F238E27FC236}">
                  <a16:creationId xmlns:a16="http://schemas.microsoft.com/office/drawing/2014/main" id="{F801D0A5-F3DE-C8A4-20C3-F28ADFFE9FE8}"/>
                </a:ext>
              </a:extLst>
            </p:cNvPr>
            <p:cNvPicPr>
              <a:picLocks noChangeAspect="1"/>
            </p:cNvPicPr>
            <p:nvPr/>
          </p:nvPicPr>
          <p:blipFill>
            <a:blip r:embed="rId5"/>
            <a:srcRect l="74281" t="40486" r="15713" b="56979"/>
            <a:stretch>
              <a:fillRect/>
            </a:stretch>
          </p:blipFill>
          <p:spPr>
            <a:xfrm>
              <a:off x="5624811" y="5054691"/>
              <a:ext cx="2608270" cy="377158"/>
            </a:xfrm>
            <a:prstGeom prst="rect">
              <a:avLst/>
            </a:prstGeom>
          </p:spPr>
        </p:pic>
        <p:sp>
          <p:nvSpPr>
            <p:cNvPr id="22" name="Rectangle 21">
              <a:extLst>
                <a:ext uri="{FF2B5EF4-FFF2-40B4-BE49-F238E27FC236}">
                  <a16:creationId xmlns:a16="http://schemas.microsoft.com/office/drawing/2014/main" id="{FA5B93A9-07F3-2CBD-CF45-A282F9D276A2}"/>
                </a:ext>
              </a:extLst>
            </p:cNvPr>
            <p:cNvSpPr/>
            <p:nvPr/>
          </p:nvSpPr>
          <p:spPr>
            <a:xfrm>
              <a:off x="5767952" y="5131902"/>
              <a:ext cx="682245"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23" name="Groupe 22">
            <a:extLst>
              <a:ext uri="{FF2B5EF4-FFF2-40B4-BE49-F238E27FC236}">
                <a16:creationId xmlns:a16="http://schemas.microsoft.com/office/drawing/2014/main" id="{785504B7-4D78-587F-DD34-00197B08591A}"/>
              </a:ext>
            </a:extLst>
          </p:cNvPr>
          <p:cNvGrpSpPr/>
          <p:nvPr/>
        </p:nvGrpSpPr>
        <p:grpSpPr>
          <a:xfrm>
            <a:off x="6530678" y="4056920"/>
            <a:ext cx="2162809" cy="344916"/>
            <a:chOff x="6977691" y="3512709"/>
            <a:chExt cx="2162809" cy="344916"/>
          </a:xfrm>
        </p:grpSpPr>
        <p:pic>
          <p:nvPicPr>
            <p:cNvPr id="24" name="Image 23">
              <a:extLst>
                <a:ext uri="{FF2B5EF4-FFF2-40B4-BE49-F238E27FC236}">
                  <a16:creationId xmlns:a16="http://schemas.microsoft.com/office/drawing/2014/main" id="{FA232F8A-8FD7-968C-396D-6DDEF3054579}"/>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25" name="Rectangle 24">
              <a:extLst>
                <a:ext uri="{FF2B5EF4-FFF2-40B4-BE49-F238E27FC236}">
                  <a16:creationId xmlns:a16="http://schemas.microsoft.com/office/drawing/2014/main" id="{A320F791-B402-DA45-D1DE-CC86EAE6119E}"/>
                </a:ext>
              </a:extLst>
            </p:cNvPr>
            <p:cNvSpPr/>
            <p:nvPr/>
          </p:nvSpPr>
          <p:spPr>
            <a:xfrm>
              <a:off x="8430191" y="3569867"/>
              <a:ext cx="698404" cy="22098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a:p>
          </p:txBody>
        </p:sp>
      </p:grpSp>
      <p:grpSp>
        <p:nvGrpSpPr>
          <p:cNvPr id="27" name="Groupe 26">
            <a:extLst>
              <a:ext uri="{FF2B5EF4-FFF2-40B4-BE49-F238E27FC236}">
                <a16:creationId xmlns:a16="http://schemas.microsoft.com/office/drawing/2014/main" id="{923CBA6F-9C42-6241-3FED-C5A8066B63F8}"/>
              </a:ext>
            </a:extLst>
          </p:cNvPr>
          <p:cNvGrpSpPr/>
          <p:nvPr/>
        </p:nvGrpSpPr>
        <p:grpSpPr>
          <a:xfrm>
            <a:off x="5769149" y="4582031"/>
            <a:ext cx="2162809" cy="344916"/>
            <a:chOff x="6977691" y="3512709"/>
            <a:chExt cx="2162809" cy="344916"/>
          </a:xfrm>
        </p:grpSpPr>
        <p:pic>
          <p:nvPicPr>
            <p:cNvPr id="28" name="Image 27">
              <a:extLst>
                <a:ext uri="{FF2B5EF4-FFF2-40B4-BE49-F238E27FC236}">
                  <a16:creationId xmlns:a16="http://schemas.microsoft.com/office/drawing/2014/main" id="{99D8A9C0-E269-9E6E-6A68-62B65FB8DF0A}"/>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29" name="Rectangle 28">
              <a:extLst>
                <a:ext uri="{FF2B5EF4-FFF2-40B4-BE49-F238E27FC236}">
                  <a16:creationId xmlns:a16="http://schemas.microsoft.com/office/drawing/2014/main" id="{7C5A236D-6E72-8D93-18A3-F374296032D2}"/>
                </a:ext>
              </a:extLst>
            </p:cNvPr>
            <p:cNvSpPr/>
            <p:nvPr/>
          </p:nvSpPr>
          <p:spPr>
            <a:xfrm>
              <a:off x="7144464" y="3577494"/>
              <a:ext cx="594756" cy="22098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a:p>
          </p:txBody>
        </p:sp>
      </p:grpSp>
    </p:spTree>
    <p:extLst>
      <p:ext uri="{BB962C8B-B14F-4D97-AF65-F5344CB8AC3E}">
        <p14:creationId xmlns:p14="http://schemas.microsoft.com/office/powerpoint/2010/main" val="18886123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dirty="0"/>
              <a:t> Publier une compétition sur le site local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Sélectionner l’interface du réseau local à utiliser</a:t>
            </a:r>
          </a:p>
          <a:p>
            <a:pPr>
              <a:lnSpc>
                <a:spcPct val="250000"/>
              </a:lnSpc>
            </a:pPr>
            <a:r>
              <a:rPr lang="fr-FR" sz="1400" dirty="0"/>
              <a:t>Lancer la publication locale</a:t>
            </a:r>
          </a:p>
          <a:p>
            <a:endParaRPr lang="fr-FR"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A4614B62-E039-AC16-5DD6-870469795966}"/>
              </a:ext>
            </a:extLst>
          </p:cNvPr>
          <p:cNvPicPr>
            <a:picLocks noChangeAspect="1"/>
          </p:cNvPicPr>
          <p:nvPr/>
        </p:nvPicPr>
        <p:blipFill>
          <a:blip r:embed="rId2"/>
          <a:stretch>
            <a:fillRect/>
          </a:stretch>
        </p:blipFill>
        <p:spPr>
          <a:xfrm>
            <a:off x="7514771" y="2690416"/>
            <a:ext cx="486209" cy="436596"/>
          </a:xfrm>
          <a:prstGeom prst="rect">
            <a:avLst/>
          </a:prstGeom>
        </p:spPr>
      </p:pic>
      <p:cxnSp>
        <p:nvCxnSpPr>
          <p:cNvPr id="45" name="Connecteur droit 44">
            <a:extLst>
              <a:ext uri="{FF2B5EF4-FFF2-40B4-BE49-F238E27FC236}">
                <a16:creationId xmlns:a16="http://schemas.microsoft.com/office/drawing/2014/main" id="{38620603-75DB-AA3B-E0AB-D72319C1C291}"/>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3F434FF1-38A0-3667-E8EB-6EEA04F25188}"/>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EA988B9F-EEEF-4A97-B86E-4249C8A09FAA}"/>
              </a:ext>
            </a:extLst>
          </p:cNvPr>
          <p:cNvCxnSpPr>
            <a:cxnSpLocks/>
          </p:cNvCxnSpPr>
          <p:nvPr/>
        </p:nvCxnSpPr>
        <p:spPr>
          <a:xfrm>
            <a:off x="3812996" y="4020461"/>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8FB97CA6-6DE1-2565-BC0D-181B330C8AEA}"/>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A62486CC-0EF2-EE9D-B2EF-EF5C493685F8}"/>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F09FDAA-A338-7942-3159-0BCA1910F05C}"/>
              </a:ext>
            </a:extLst>
          </p:cNvPr>
          <p:cNvCxnSpPr>
            <a:cxnSpLocks/>
          </p:cNvCxnSpPr>
          <p:nvPr/>
        </p:nvCxnSpPr>
        <p:spPr>
          <a:xfrm>
            <a:off x="3409564" y="5611876"/>
            <a:ext cx="16196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82876973-A791-4368-5D5A-B190B62937B9}"/>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C465E434-7A64-1693-7CB7-CBB6C863F4B0}"/>
                </a:ext>
              </a:extLst>
            </p:cNvPr>
            <p:cNvPicPr>
              <a:picLocks noChangeAspect="1"/>
            </p:cNvPicPr>
            <p:nvPr/>
          </p:nvPicPr>
          <p:blipFill>
            <a:blip r:embed="rId3"/>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68911852-34C6-7F9A-6593-83277EC8FBCC}"/>
                </a:ext>
              </a:extLst>
            </p:cNvPr>
            <p:cNvSpPr/>
            <p:nvPr/>
          </p:nvSpPr>
          <p:spPr>
            <a:xfrm>
              <a:off x="10236519" y="5082051"/>
              <a:ext cx="1955481"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5" name="Group 4">
            <a:extLst>
              <a:ext uri="{FF2B5EF4-FFF2-40B4-BE49-F238E27FC236}">
                <a16:creationId xmlns:a16="http://schemas.microsoft.com/office/drawing/2014/main" id="{4F1E136E-A766-E942-42F9-2DC9E0BE7938}"/>
              </a:ext>
            </a:extLst>
          </p:cNvPr>
          <p:cNvGrpSpPr/>
          <p:nvPr/>
        </p:nvGrpSpPr>
        <p:grpSpPr>
          <a:xfrm>
            <a:off x="6619284" y="3874892"/>
            <a:ext cx="2426085" cy="291138"/>
            <a:chOff x="6642144" y="4103956"/>
            <a:chExt cx="2426085" cy="291138"/>
          </a:xfrm>
        </p:grpSpPr>
        <p:pic>
          <p:nvPicPr>
            <p:cNvPr id="12" name="Picture 11">
              <a:extLst>
                <a:ext uri="{FF2B5EF4-FFF2-40B4-BE49-F238E27FC236}">
                  <a16:creationId xmlns:a16="http://schemas.microsoft.com/office/drawing/2014/main" id="{61E128B9-9104-4964-353B-04ACB4AD32F6}"/>
                </a:ext>
              </a:extLst>
            </p:cNvPr>
            <p:cNvPicPr>
              <a:picLocks noChangeAspect="1"/>
            </p:cNvPicPr>
            <p:nvPr/>
          </p:nvPicPr>
          <p:blipFill>
            <a:blip r:embed="rId4"/>
            <a:srcRect l="65166" t="5981"/>
            <a:stretch>
              <a:fillRect/>
            </a:stretch>
          </p:blipFill>
          <p:spPr>
            <a:xfrm>
              <a:off x="6642144" y="4103956"/>
              <a:ext cx="2426085" cy="291138"/>
            </a:xfrm>
            <a:prstGeom prst="rect">
              <a:avLst/>
            </a:prstGeom>
          </p:spPr>
        </p:pic>
        <p:sp>
          <p:nvSpPr>
            <p:cNvPr id="13" name="Rectangle 12">
              <a:extLst>
                <a:ext uri="{FF2B5EF4-FFF2-40B4-BE49-F238E27FC236}">
                  <a16:creationId xmlns:a16="http://schemas.microsoft.com/office/drawing/2014/main" id="{79AF9B40-7E67-9791-A99D-DCDBF0A52738}"/>
                </a:ext>
              </a:extLst>
            </p:cNvPr>
            <p:cNvSpPr/>
            <p:nvPr/>
          </p:nvSpPr>
          <p:spPr>
            <a:xfrm>
              <a:off x="8298711" y="4123334"/>
              <a:ext cx="628595" cy="22098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14" name="Group 13">
            <a:extLst>
              <a:ext uri="{FF2B5EF4-FFF2-40B4-BE49-F238E27FC236}">
                <a16:creationId xmlns:a16="http://schemas.microsoft.com/office/drawing/2014/main" id="{767F8BD5-6A1A-5D0A-DE3D-DA62EFE29F5F}"/>
              </a:ext>
            </a:extLst>
          </p:cNvPr>
          <p:cNvGrpSpPr/>
          <p:nvPr/>
        </p:nvGrpSpPr>
        <p:grpSpPr>
          <a:xfrm>
            <a:off x="4611086" y="3201610"/>
            <a:ext cx="2008198" cy="482633"/>
            <a:chOff x="4638181" y="3349798"/>
            <a:chExt cx="2008198" cy="482633"/>
          </a:xfrm>
        </p:grpSpPr>
        <p:pic>
          <p:nvPicPr>
            <p:cNvPr id="16" name="Picture 15">
              <a:extLst>
                <a:ext uri="{FF2B5EF4-FFF2-40B4-BE49-F238E27FC236}">
                  <a16:creationId xmlns:a16="http://schemas.microsoft.com/office/drawing/2014/main" id="{13185B1A-C0AA-FD16-9BE6-278C683D5F9A}"/>
                </a:ext>
              </a:extLst>
            </p:cNvPr>
            <p:cNvPicPr>
              <a:picLocks noChangeAspect="1"/>
            </p:cNvPicPr>
            <p:nvPr/>
          </p:nvPicPr>
          <p:blipFill>
            <a:blip r:embed="rId5"/>
            <a:stretch>
              <a:fillRect/>
            </a:stretch>
          </p:blipFill>
          <p:spPr>
            <a:xfrm>
              <a:off x="4638181" y="3349798"/>
              <a:ext cx="2008198" cy="482633"/>
            </a:xfrm>
            <a:prstGeom prst="rect">
              <a:avLst/>
            </a:prstGeom>
          </p:spPr>
        </p:pic>
        <p:sp>
          <p:nvSpPr>
            <p:cNvPr id="17" name="Rectangle 16">
              <a:extLst>
                <a:ext uri="{FF2B5EF4-FFF2-40B4-BE49-F238E27FC236}">
                  <a16:creationId xmlns:a16="http://schemas.microsoft.com/office/drawing/2014/main" id="{E05697A3-29B1-DF8B-6441-A5B086624A47}"/>
                </a:ext>
              </a:extLst>
            </p:cNvPr>
            <p:cNvSpPr/>
            <p:nvPr/>
          </p:nvSpPr>
          <p:spPr>
            <a:xfrm>
              <a:off x="4976503" y="3545221"/>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18" name="Straight Connector 17">
            <a:extLst>
              <a:ext uri="{FF2B5EF4-FFF2-40B4-BE49-F238E27FC236}">
                <a16:creationId xmlns:a16="http://schemas.microsoft.com/office/drawing/2014/main" id="{9750CB44-5599-E9CB-D399-AE4C3547E8A4}"/>
              </a:ext>
            </a:extLst>
          </p:cNvPr>
          <p:cNvCxnSpPr/>
          <p:nvPr/>
        </p:nvCxnSpPr>
        <p:spPr>
          <a:xfrm>
            <a:off x="297180" y="2766060"/>
            <a:ext cx="0" cy="3253740"/>
          </a:xfrm>
          <a:prstGeom prst="line">
            <a:avLst/>
          </a:prstGeom>
          <a:ln w="38100"/>
        </p:spPr>
        <p:style>
          <a:lnRef idx="3">
            <a:schemeClr val="accent6"/>
          </a:lnRef>
          <a:fillRef idx="0">
            <a:schemeClr val="accent6"/>
          </a:fillRef>
          <a:effectRef idx="2">
            <a:schemeClr val="accent6"/>
          </a:effectRef>
          <a:fontRef idx="minor">
            <a:schemeClr val="tx1"/>
          </a:fontRef>
        </p:style>
      </p:cxnSp>
      <p:grpSp>
        <p:nvGrpSpPr>
          <p:cNvPr id="20" name="Groupe 19">
            <a:extLst>
              <a:ext uri="{FF2B5EF4-FFF2-40B4-BE49-F238E27FC236}">
                <a16:creationId xmlns:a16="http://schemas.microsoft.com/office/drawing/2014/main" id="{98FE1FC3-BB6C-EC43-D334-2B82F91C4551}"/>
              </a:ext>
            </a:extLst>
          </p:cNvPr>
          <p:cNvGrpSpPr/>
          <p:nvPr/>
        </p:nvGrpSpPr>
        <p:grpSpPr>
          <a:xfrm>
            <a:off x="5715668" y="4382802"/>
            <a:ext cx="2162809" cy="344916"/>
            <a:chOff x="6977691" y="3512709"/>
            <a:chExt cx="2162809" cy="344916"/>
          </a:xfrm>
        </p:grpSpPr>
        <p:pic>
          <p:nvPicPr>
            <p:cNvPr id="21" name="Image 20">
              <a:extLst>
                <a:ext uri="{FF2B5EF4-FFF2-40B4-BE49-F238E27FC236}">
                  <a16:creationId xmlns:a16="http://schemas.microsoft.com/office/drawing/2014/main" id="{4C820A8C-7DD0-EF7D-73D1-A1B4A5FC8C50}"/>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22" name="Rectangle 21">
              <a:extLst>
                <a:ext uri="{FF2B5EF4-FFF2-40B4-BE49-F238E27FC236}">
                  <a16:creationId xmlns:a16="http://schemas.microsoft.com/office/drawing/2014/main" id="{574081A9-FD18-AF2F-6E55-8C9F1A626453}"/>
                </a:ext>
              </a:extLst>
            </p:cNvPr>
            <p:cNvSpPr/>
            <p:nvPr/>
          </p:nvSpPr>
          <p:spPr>
            <a:xfrm>
              <a:off x="7144464" y="3577494"/>
              <a:ext cx="594756" cy="22098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a:p>
          </p:txBody>
        </p:sp>
      </p:grpSp>
      <p:grpSp>
        <p:nvGrpSpPr>
          <p:cNvPr id="23" name="Groupe 22">
            <a:extLst>
              <a:ext uri="{FF2B5EF4-FFF2-40B4-BE49-F238E27FC236}">
                <a16:creationId xmlns:a16="http://schemas.microsoft.com/office/drawing/2014/main" id="{D4D38C6E-40A9-10DB-9EBE-86D664E334C3}"/>
              </a:ext>
            </a:extLst>
          </p:cNvPr>
          <p:cNvGrpSpPr/>
          <p:nvPr/>
        </p:nvGrpSpPr>
        <p:grpSpPr>
          <a:xfrm>
            <a:off x="5270207" y="5425341"/>
            <a:ext cx="1755433" cy="383241"/>
            <a:chOff x="5624811" y="5054690"/>
            <a:chExt cx="1755433" cy="383241"/>
          </a:xfrm>
        </p:grpSpPr>
        <p:pic>
          <p:nvPicPr>
            <p:cNvPr id="24" name="Image 23">
              <a:extLst>
                <a:ext uri="{FF2B5EF4-FFF2-40B4-BE49-F238E27FC236}">
                  <a16:creationId xmlns:a16="http://schemas.microsoft.com/office/drawing/2014/main" id="{7872F1D6-1144-9D3D-AFE5-8F317D132089}"/>
                </a:ext>
              </a:extLst>
            </p:cNvPr>
            <p:cNvPicPr>
              <a:picLocks noChangeAspect="1"/>
            </p:cNvPicPr>
            <p:nvPr/>
          </p:nvPicPr>
          <p:blipFill>
            <a:blip r:embed="rId7"/>
            <a:srcRect l="74281" t="40486" r="18985" b="56938"/>
            <a:stretch>
              <a:fillRect/>
            </a:stretch>
          </p:blipFill>
          <p:spPr>
            <a:xfrm>
              <a:off x="5624811" y="5054690"/>
              <a:ext cx="1755433" cy="383241"/>
            </a:xfrm>
            <a:prstGeom prst="rect">
              <a:avLst/>
            </a:prstGeom>
          </p:spPr>
        </p:pic>
        <p:sp>
          <p:nvSpPr>
            <p:cNvPr id="25" name="Rectangle 24">
              <a:extLst>
                <a:ext uri="{FF2B5EF4-FFF2-40B4-BE49-F238E27FC236}">
                  <a16:creationId xmlns:a16="http://schemas.microsoft.com/office/drawing/2014/main" id="{FDE652F6-436A-4DDE-5ED8-117C8E2DB036}"/>
                </a:ext>
              </a:extLst>
            </p:cNvPr>
            <p:cNvSpPr/>
            <p:nvPr/>
          </p:nvSpPr>
          <p:spPr>
            <a:xfrm>
              <a:off x="5767952" y="5131902"/>
              <a:ext cx="682245"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spTree>
    <p:extLst>
      <p:ext uri="{BB962C8B-B14F-4D97-AF65-F5344CB8AC3E}">
        <p14:creationId xmlns:p14="http://schemas.microsoft.com/office/powerpoint/2010/main" val="30123402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dirty="0"/>
              <a:t> Publier les écrans d’appel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 de la chambre d’appel</a:t>
            </a:r>
          </a:p>
          <a:p>
            <a:pPr>
              <a:lnSpc>
                <a:spcPct val="250000"/>
              </a:lnSpc>
            </a:pPr>
            <a:r>
              <a:rPr lang="fr-FR" sz="1400" dirty="0"/>
              <a:t>Démarrer la génération du site</a:t>
            </a:r>
          </a:p>
          <a:p>
            <a:pPr>
              <a:lnSpc>
                <a:spcPct val="250000"/>
              </a:lnSpc>
            </a:pPr>
            <a:r>
              <a:rPr lang="fr-FR" sz="1400" dirty="0"/>
              <a:t>Sélectionner l’interface du réseau local à utiliser</a:t>
            </a:r>
          </a:p>
          <a:p>
            <a:pPr>
              <a:lnSpc>
                <a:spcPct val="250000"/>
              </a:lnSpc>
            </a:pPr>
            <a:r>
              <a:rPr lang="fr-FR" sz="1400" dirty="0"/>
              <a:t>Lancer la publication de la chambre d’appel</a:t>
            </a:r>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A4614B62-E039-AC16-5DD6-870469795966}"/>
              </a:ext>
            </a:extLst>
          </p:cNvPr>
          <p:cNvPicPr>
            <a:picLocks noChangeAspect="1"/>
          </p:cNvPicPr>
          <p:nvPr/>
        </p:nvPicPr>
        <p:blipFill>
          <a:blip r:embed="rId2"/>
          <a:stretch>
            <a:fillRect/>
          </a:stretch>
        </p:blipFill>
        <p:spPr>
          <a:xfrm>
            <a:off x="7514771" y="2690416"/>
            <a:ext cx="486209" cy="436596"/>
          </a:xfrm>
          <a:prstGeom prst="rect">
            <a:avLst/>
          </a:prstGeom>
        </p:spPr>
      </p:pic>
      <p:cxnSp>
        <p:nvCxnSpPr>
          <p:cNvPr id="45" name="Connecteur droit 44">
            <a:extLst>
              <a:ext uri="{FF2B5EF4-FFF2-40B4-BE49-F238E27FC236}">
                <a16:creationId xmlns:a16="http://schemas.microsoft.com/office/drawing/2014/main" id="{38620603-75DB-AA3B-E0AB-D72319C1C291}"/>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3F434FF1-38A0-3667-E8EB-6EEA04F25188}"/>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EA988B9F-EEEF-4A97-B86E-4249C8A09FAA}"/>
              </a:ext>
            </a:extLst>
          </p:cNvPr>
          <p:cNvCxnSpPr>
            <a:cxnSpLocks/>
          </p:cNvCxnSpPr>
          <p:nvPr/>
        </p:nvCxnSpPr>
        <p:spPr>
          <a:xfrm>
            <a:off x="5471160" y="4020461"/>
            <a:ext cx="102571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8FB97CA6-6DE1-2565-BC0D-181B330C8AEA}"/>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A62486CC-0EF2-EE9D-B2EF-EF5C493685F8}"/>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F09FDAA-A338-7942-3159-0BCA1910F05C}"/>
              </a:ext>
            </a:extLst>
          </p:cNvPr>
          <p:cNvCxnSpPr>
            <a:cxnSpLocks/>
          </p:cNvCxnSpPr>
          <p:nvPr/>
        </p:nvCxnSpPr>
        <p:spPr>
          <a:xfrm>
            <a:off x="4312920" y="5611876"/>
            <a:ext cx="716280"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82876973-A791-4368-5D5A-B190B62937B9}"/>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C465E434-7A64-1693-7CB7-CBB6C863F4B0}"/>
                </a:ext>
              </a:extLst>
            </p:cNvPr>
            <p:cNvPicPr>
              <a:picLocks noChangeAspect="1"/>
            </p:cNvPicPr>
            <p:nvPr/>
          </p:nvPicPr>
          <p:blipFill>
            <a:blip r:embed="rId3"/>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68911852-34C6-7F9A-6593-83277EC8FBCC}"/>
                </a:ext>
              </a:extLst>
            </p:cNvPr>
            <p:cNvSpPr/>
            <p:nvPr/>
          </p:nvSpPr>
          <p:spPr>
            <a:xfrm>
              <a:off x="10236519" y="5082051"/>
              <a:ext cx="1955481"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5" name="Group 4">
            <a:extLst>
              <a:ext uri="{FF2B5EF4-FFF2-40B4-BE49-F238E27FC236}">
                <a16:creationId xmlns:a16="http://schemas.microsoft.com/office/drawing/2014/main" id="{4F1E136E-A766-E942-42F9-2DC9E0BE7938}"/>
              </a:ext>
            </a:extLst>
          </p:cNvPr>
          <p:cNvGrpSpPr/>
          <p:nvPr/>
        </p:nvGrpSpPr>
        <p:grpSpPr>
          <a:xfrm>
            <a:off x="6619284" y="3874892"/>
            <a:ext cx="2426085" cy="291138"/>
            <a:chOff x="6642144" y="4103956"/>
            <a:chExt cx="2426085" cy="291138"/>
          </a:xfrm>
        </p:grpSpPr>
        <p:pic>
          <p:nvPicPr>
            <p:cNvPr id="12" name="Picture 11">
              <a:extLst>
                <a:ext uri="{FF2B5EF4-FFF2-40B4-BE49-F238E27FC236}">
                  <a16:creationId xmlns:a16="http://schemas.microsoft.com/office/drawing/2014/main" id="{61E128B9-9104-4964-353B-04ACB4AD32F6}"/>
                </a:ext>
              </a:extLst>
            </p:cNvPr>
            <p:cNvPicPr>
              <a:picLocks noChangeAspect="1"/>
            </p:cNvPicPr>
            <p:nvPr/>
          </p:nvPicPr>
          <p:blipFill>
            <a:blip r:embed="rId4"/>
            <a:srcRect l="65166" t="5981"/>
            <a:stretch>
              <a:fillRect/>
            </a:stretch>
          </p:blipFill>
          <p:spPr>
            <a:xfrm>
              <a:off x="6642144" y="4103956"/>
              <a:ext cx="2426085" cy="291138"/>
            </a:xfrm>
            <a:prstGeom prst="rect">
              <a:avLst/>
            </a:prstGeom>
          </p:spPr>
        </p:pic>
        <p:sp>
          <p:nvSpPr>
            <p:cNvPr id="13" name="Rectangle 12">
              <a:extLst>
                <a:ext uri="{FF2B5EF4-FFF2-40B4-BE49-F238E27FC236}">
                  <a16:creationId xmlns:a16="http://schemas.microsoft.com/office/drawing/2014/main" id="{79AF9B40-7E67-9791-A99D-DCDBF0A52738}"/>
                </a:ext>
              </a:extLst>
            </p:cNvPr>
            <p:cNvSpPr/>
            <p:nvPr/>
          </p:nvSpPr>
          <p:spPr>
            <a:xfrm>
              <a:off x="8298711" y="4123334"/>
              <a:ext cx="628595" cy="22098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14" name="Group 13">
            <a:extLst>
              <a:ext uri="{FF2B5EF4-FFF2-40B4-BE49-F238E27FC236}">
                <a16:creationId xmlns:a16="http://schemas.microsoft.com/office/drawing/2014/main" id="{767F8BD5-6A1A-5D0A-DE3D-DA62EFE29F5F}"/>
              </a:ext>
            </a:extLst>
          </p:cNvPr>
          <p:cNvGrpSpPr/>
          <p:nvPr/>
        </p:nvGrpSpPr>
        <p:grpSpPr>
          <a:xfrm>
            <a:off x="4611086" y="3201610"/>
            <a:ext cx="2008198" cy="482633"/>
            <a:chOff x="4638181" y="3349798"/>
            <a:chExt cx="2008198" cy="482633"/>
          </a:xfrm>
        </p:grpSpPr>
        <p:pic>
          <p:nvPicPr>
            <p:cNvPr id="16" name="Picture 15">
              <a:extLst>
                <a:ext uri="{FF2B5EF4-FFF2-40B4-BE49-F238E27FC236}">
                  <a16:creationId xmlns:a16="http://schemas.microsoft.com/office/drawing/2014/main" id="{13185B1A-C0AA-FD16-9BE6-278C683D5F9A}"/>
                </a:ext>
              </a:extLst>
            </p:cNvPr>
            <p:cNvPicPr>
              <a:picLocks noChangeAspect="1"/>
            </p:cNvPicPr>
            <p:nvPr/>
          </p:nvPicPr>
          <p:blipFill>
            <a:blip r:embed="rId5"/>
            <a:stretch>
              <a:fillRect/>
            </a:stretch>
          </p:blipFill>
          <p:spPr>
            <a:xfrm>
              <a:off x="4638181" y="3349798"/>
              <a:ext cx="2008198" cy="482633"/>
            </a:xfrm>
            <a:prstGeom prst="rect">
              <a:avLst/>
            </a:prstGeom>
          </p:spPr>
        </p:pic>
        <p:sp>
          <p:nvSpPr>
            <p:cNvPr id="17" name="Rectangle 16">
              <a:extLst>
                <a:ext uri="{FF2B5EF4-FFF2-40B4-BE49-F238E27FC236}">
                  <a16:creationId xmlns:a16="http://schemas.microsoft.com/office/drawing/2014/main" id="{E05697A3-29B1-DF8B-6441-A5B086624A47}"/>
                </a:ext>
              </a:extLst>
            </p:cNvPr>
            <p:cNvSpPr/>
            <p:nvPr/>
          </p:nvSpPr>
          <p:spPr>
            <a:xfrm>
              <a:off x="4976503" y="3545221"/>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19" name="Straight Connector 18">
            <a:extLst>
              <a:ext uri="{FF2B5EF4-FFF2-40B4-BE49-F238E27FC236}">
                <a16:creationId xmlns:a16="http://schemas.microsoft.com/office/drawing/2014/main" id="{AA82A1A3-021A-13EF-7CAE-744470B0C754}"/>
              </a:ext>
            </a:extLst>
          </p:cNvPr>
          <p:cNvCxnSpPr/>
          <p:nvPr/>
        </p:nvCxnSpPr>
        <p:spPr>
          <a:xfrm>
            <a:off x="297180" y="2766060"/>
            <a:ext cx="0" cy="3253740"/>
          </a:xfrm>
          <a:prstGeom prst="line">
            <a:avLst/>
          </a:prstGeom>
          <a:ln w="38100"/>
        </p:spPr>
        <p:style>
          <a:lnRef idx="3">
            <a:schemeClr val="accent5"/>
          </a:lnRef>
          <a:fillRef idx="0">
            <a:schemeClr val="accent5"/>
          </a:fillRef>
          <a:effectRef idx="2">
            <a:schemeClr val="accent5"/>
          </a:effectRef>
          <a:fontRef idx="minor">
            <a:schemeClr val="tx1"/>
          </a:fontRef>
        </p:style>
      </p:cxnSp>
      <p:grpSp>
        <p:nvGrpSpPr>
          <p:cNvPr id="7" name="Groupe 6">
            <a:extLst>
              <a:ext uri="{FF2B5EF4-FFF2-40B4-BE49-F238E27FC236}">
                <a16:creationId xmlns:a16="http://schemas.microsoft.com/office/drawing/2014/main" id="{FB7EEF67-48A1-F42E-5C1C-112FB8626654}"/>
              </a:ext>
            </a:extLst>
          </p:cNvPr>
          <p:cNvGrpSpPr/>
          <p:nvPr/>
        </p:nvGrpSpPr>
        <p:grpSpPr>
          <a:xfrm>
            <a:off x="5715668" y="4382802"/>
            <a:ext cx="2162809" cy="344916"/>
            <a:chOff x="6977691" y="3512709"/>
            <a:chExt cx="2162809" cy="344916"/>
          </a:xfrm>
        </p:grpSpPr>
        <p:pic>
          <p:nvPicPr>
            <p:cNvPr id="9" name="Image 8">
              <a:extLst>
                <a:ext uri="{FF2B5EF4-FFF2-40B4-BE49-F238E27FC236}">
                  <a16:creationId xmlns:a16="http://schemas.microsoft.com/office/drawing/2014/main" id="{2B705308-E17B-CE8D-BF66-E1A69ED1A1C9}"/>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18" name="Rectangle 17">
              <a:extLst>
                <a:ext uri="{FF2B5EF4-FFF2-40B4-BE49-F238E27FC236}">
                  <a16:creationId xmlns:a16="http://schemas.microsoft.com/office/drawing/2014/main" id="{5EE809AF-A0F2-ABE6-2768-8EAD78D1D772}"/>
                </a:ext>
              </a:extLst>
            </p:cNvPr>
            <p:cNvSpPr/>
            <p:nvPr/>
          </p:nvSpPr>
          <p:spPr>
            <a:xfrm>
              <a:off x="7144464" y="3577494"/>
              <a:ext cx="594756" cy="22098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a:p>
          </p:txBody>
        </p:sp>
      </p:grpSp>
      <p:grpSp>
        <p:nvGrpSpPr>
          <p:cNvPr id="20" name="Groupe 19">
            <a:extLst>
              <a:ext uri="{FF2B5EF4-FFF2-40B4-BE49-F238E27FC236}">
                <a16:creationId xmlns:a16="http://schemas.microsoft.com/office/drawing/2014/main" id="{24988A79-9B5E-65FE-9F37-65C66142F589}"/>
              </a:ext>
            </a:extLst>
          </p:cNvPr>
          <p:cNvGrpSpPr/>
          <p:nvPr/>
        </p:nvGrpSpPr>
        <p:grpSpPr>
          <a:xfrm>
            <a:off x="5270207" y="5425341"/>
            <a:ext cx="1755433" cy="383241"/>
            <a:chOff x="5624811" y="5054690"/>
            <a:chExt cx="1755433" cy="383241"/>
          </a:xfrm>
        </p:grpSpPr>
        <p:pic>
          <p:nvPicPr>
            <p:cNvPr id="21" name="Image 20">
              <a:extLst>
                <a:ext uri="{FF2B5EF4-FFF2-40B4-BE49-F238E27FC236}">
                  <a16:creationId xmlns:a16="http://schemas.microsoft.com/office/drawing/2014/main" id="{52883609-1F0E-CAA6-C2CF-E3A9EBCED134}"/>
                </a:ext>
              </a:extLst>
            </p:cNvPr>
            <p:cNvPicPr>
              <a:picLocks noChangeAspect="1"/>
            </p:cNvPicPr>
            <p:nvPr/>
          </p:nvPicPr>
          <p:blipFill>
            <a:blip r:embed="rId7"/>
            <a:srcRect l="74281" t="40486" r="18985" b="56938"/>
            <a:stretch>
              <a:fillRect/>
            </a:stretch>
          </p:blipFill>
          <p:spPr>
            <a:xfrm>
              <a:off x="5624811" y="5054690"/>
              <a:ext cx="1755433" cy="383241"/>
            </a:xfrm>
            <a:prstGeom prst="rect">
              <a:avLst/>
            </a:prstGeom>
          </p:spPr>
        </p:pic>
        <p:sp>
          <p:nvSpPr>
            <p:cNvPr id="22" name="Rectangle 21">
              <a:extLst>
                <a:ext uri="{FF2B5EF4-FFF2-40B4-BE49-F238E27FC236}">
                  <a16:creationId xmlns:a16="http://schemas.microsoft.com/office/drawing/2014/main" id="{974B0CBC-9AB1-41B1-D279-279B986B6879}"/>
                </a:ext>
              </a:extLst>
            </p:cNvPr>
            <p:cNvSpPr/>
            <p:nvPr/>
          </p:nvSpPr>
          <p:spPr>
            <a:xfrm>
              <a:off x="5767952" y="5131902"/>
              <a:ext cx="682245"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spTree>
    <p:extLst>
      <p:ext uri="{BB962C8B-B14F-4D97-AF65-F5344CB8AC3E}">
        <p14:creationId xmlns:p14="http://schemas.microsoft.com/office/powerpoint/2010/main" val="442283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dirty="0"/>
              <a:t> Aide à la configuration</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6" y="1629476"/>
            <a:ext cx="11506953" cy="4908484"/>
          </a:xfrm>
        </p:spPr>
        <p:txBody>
          <a:bodyPr/>
          <a:lstStyle/>
          <a:p>
            <a:pPr marL="101598" indent="0">
              <a:buNone/>
            </a:pPr>
            <a:r>
              <a:rPr lang="fr-FR" b="1" dirty="0"/>
              <a:t>Délai d’actualisation du site:</a:t>
            </a:r>
          </a:p>
          <a:p>
            <a:r>
              <a:rPr lang="fr-FR" sz="1400" dirty="0"/>
              <a:t>Ce temps correspond à l’intervalle d’attente entre 2 cycles de génération/diffusion. Un délai trop important entrainera des retards d’actualisation par rapport au déroulement de la compétition. Un délai trop long peut, notamment dans le cas d’une ligne FTP lente, provoquer un engorgement. Si le délai « Génération » + « Publication » est supérieur au délai configuré, l’application attendra dans tous les cas 5 secondes avant de relancer une nouvelle génération. Il est recommandé d’ajuster ce paramètre tel que: il soit supérieur au plus grand de génération/actualisation constaté (</a:t>
            </a:r>
            <a:r>
              <a:rPr lang="fr-FR" sz="1400" i="1" dirty="0"/>
              <a:t>cf.</a:t>
            </a:r>
            <a:r>
              <a:rPr lang="fr-FR" sz="1400" dirty="0"/>
              <a:t> page de statistiques), il ne soit pas trop important par rapport à la vitesse de déroulement de la compétition. Typiquement entre 30 sec. et 2 min. sont des valeurs habituelles.</a:t>
            </a:r>
          </a:p>
          <a:p>
            <a:pPr marL="101598" indent="0">
              <a:buNone/>
            </a:pPr>
            <a:r>
              <a:rPr lang="fr-FR" b="1" dirty="0"/>
              <a:t>Délai d’actualisation client:</a:t>
            </a:r>
          </a:p>
          <a:p>
            <a:r>
              <a:rPr lang="fr-FR" sz="1400" dirty="0"/>
              <a:t>Ce temps correspondant au temps de rafraichissement automatique sur le PC/smartphone d’un utilisateur. Il est inutile de configurer une valeur plus faible que le délai de génération, cela ne ferait que forcer les navigateurs des utilisateurs à faire des actualisations sans pour autant que de nouvelles données aient été générées. Une valeur typique est de l’ordre de celle utilisée pour le délai de génération.</a:t>
            </a:r>
          </a:p>
          <a:p>
            <a:pPr marL="101598" indent="0">
              <a:buNone/>
            </a:pPr>
            <a:r>
              <a:rPr lang="fr-FR" b="1" dirty="0"/>
              <a:t>Répertoire d’export:</a:t>
            </a:r>
          </a:p>
          <a:p>
            <a:r>
              <a:rPr lang="fr-FR" sz="1400" dirty="0"/>
              <a:t>Il n’est pas recommandé d’utiliser un répertoire « Cloud » (type OneDrive, </a:t>
            </a:r>
            <a:r>
              <a:rPr lang="fr-FR" sz="1400" dirty="0" err="1"/>
              <a:t>pCloud</a:t>
            </a:r>
            <a:r>
              <a:rPr lang="fr-FR" sz="1400" dirty="0"/>
              <a:t>, </a:t>
            </a:r>
            <a:r>
              <a:rPr lang="fr-FR" sz="1400" dirty="0" err="1"/>
              <a:t>DropBox</a:t>
            </a:r>
            <a:r>
              <a:rPr lang="fr-FR" sz="1400" dirty="0"/>
              <a:t>, etc.) en tant que répertoire d’export, des dysfonctionnements peuvent être constatés dans le cas contraire.</a:t>
            </a:r>
          </a:p>
          <a:p>
            <a:pPr marL="101598" indent="0">
              <a:buNone/>
            </a:pPr>
            <a:r>
              <a:rPr lang="fr-FR" b="1" dirty="0"/>
              <a:t>Délai de déroulement</a:t>
            </a:r>
          </a:p>
          <a:p>
            <a:r>
              <a:rPr lang="fr-FR" sz="1400" dirty="0"/>
              <a:t>Ce temps correspondant au temps durant lequel une page d’un écran d’appel reste affichée avant de passer à la suivante. Le temps doit être suffisant pour permettre de lire les informations. La page de l’écran d’appel ne se rafraichit avec les dernières données qu’un fois que toutes les pages de combats et de tapis aient été affichées.</a:t>
            </a:r>
          </a:p>
          <a:p>
            <a:endParaRPr lang="fr-FR" sz="1400"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dirty="0"/>
              <a:t>Mise en œuvre</a:t>
            </a:r>
          </a:p>
        </p:txBody>
      </p:sp>
    </p:spTree>
    <p:extLst>
      <p:ext uri="{BB962C8B-B14F-4D97-AF65-F5344CB8AC3E}">
        <p14:creationId xmlns:p14="http://schemas.microsoft.com/office/powerpoint/2010/main" val="127909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dirty="0"/>
              <a:t> Aide à la configuration – Chambre d’appel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260914" y="1603597"/>
            <a:ext cx="11506953" cy="4908484"/>
          </a:xfrm>
        </p:spPr>
        <p:txBody>
          <a:bodyPr/>
          <a:lstStyle/>
          <a:p>
            <a:pPr marL="101598" indent="0">
              <a:buNone/>
            </a:pPr>
            <a:r>
              <a:rPr lang="fr-FR" b="1" dirty="0"/>
              <a:t>Profondeur et Nombre de combats</a:t>
            </a:r>
          </a:p>
          <a:p>
            <a:r>
              <a:rPr lang="fr-FR" sz="1400" dirty="0"/>
              <a:t>La profondeur correspond au nombre maximum de combats à prendre en compte dans la liste des combats restant à réaliser sur un tapis. Le nombre de combats correspond au nombre de combat affichés sur une page de tapis. Le ratio profondeur / Nombre de combats donne le nombre de pages que l’écran va devoir faire dérouler pour ce tapis pour afficher la liste des combats</a:t>
            </a:r>
          </a:p>
          <a:p>
            <a:pPr marL="101598" indent="0">
              <a:buNone/>
            </a:pPr>
            <a:r>
              <a:rPr lang="fr-FR" b="1" dirty="0"/>
              <a:t>Réseau</a:t>
            </a:r>
          </a:p>
          <a:p>
            <a:r>
              <a:rPr lang="fr-FR" sz="1400" dirty="0"/>
              <a:t>La saisie peut se faire en adresse IP directement ou par le nom réseau de l’équipement. L’application fera la traduction si elle le peut. La référence pour identifier un écran d’appel est son adresse IP.</a:t>
            </a:r>
          </a:p>
          <a:p>
            <a:pPr marL="101598" indent="0">
              <a:buNone/>
            </a:pPr>
            <a:r>
              <a:rPr lang="fr-FR" b="1" dirty="0"/>
              <a:t>Disposition</a:t>
            </a:r>
          </a:p>
          <a:p>
            <a:r>
              <a:rPr lang="fr-FR" sz="1400" dirty="0"/>
              <a:t>Les dispositions possibles permettent d’afficher 1, 2, 4, 6 ou 8 tapis simultanément sur un même écran. Si trop de tapis sont affichés par rapport à la taille physique de l’écran, les textes peuvent être tronqués par manque de place.</a:t>
            </a:r>
          </a:p>
          <a:p>
            <a:pPr marL="101598" indent="0">
              <a:buNone/>
            </a:pPr>
            <a:r>
              <a:rPr lang="fr-FR" b="1" dirty="0"/>
              <a:t>Orientation</a:t>
            </a:r>
          </a:p>
          <a:p>
            <a:r>
              <a:rPr lang="fr-FR" sz="1400" dirty="0"/>
              <a:t>Les tapis orientés en Ligne ont leur nom et numéro affichés à gauche des combats. En Colonne, ils sont disposés au dessus.</a:t>
            </a:r>
          </a:p>
          <a:p>
            <a:r>
              <a:rPr lang="fr-FR" sz="1400" dirty="0"/>
              <a:t>Les combats orientés en Ligne ont le nom/prénom du combattant et le Club/Comité/ligue/pays sur la même ligne. En Colonne, le nom/prénom est au dessus des autres informations.</a:t>
            </a:r>
          </a:p>
          <a:p>
            <a:pPr marL="101598" indent="0">
              <a:buNone/>
            </a:pPr>
            <a:r>
              <a:rPr lang="fr-FR" b="1" dirty="0"/>
              <a:t>Ajustement automatique</a:t>
            </a:r>
          </a:p>
          <a:p>
            <a:r>
              <a:rPr lang="fr-FR" sz="1400" dirty="0"/>
              <a:t>L’ajustement automatique ne peut fonctionner que sur un écran d’appel supportant l’exécution Javascript.</a:t>
            </a:r>
          </a:p>
          <a:p>
            <a:r>
              <a:rPr lang="fr-FR" sz="1400" dirty="0"/>
              <a:t>L’ajustement va tenter de déterminer l’orientation du combat (ligne/colonne) et ajuster la taille des caractères pour avoir un affichage le plus grand possible.</a:t>
            </a:r>
          </a:p>
          <a:p>
            <a:endParaRPr lang="fr-FR" sz="1400" dirty="0"/>
          </a:p>
          <a:p>
            <a:pPr marL="101598" indent="0">
              <a:buNone/>
            </a:pPr>
            <a:endParaRPr lang="fr-FR" sz="1400" dirty="0"/>
          </a:p>
          <a:p>
            <a:endParaRPr lang="fr-FR" sz="1400" dirty="0"/>
          </a:p>
          <a:p>
            <a:endParaRPr lang="fr-FR" sz="1400" dirty="0"/>
          </a:p>
          <a:p>
            <a:endParaRPr lang="fr-FR" sz="1400" dirty="0"/>
          </a:p>
          <a:p>
            <a:pPr marL="101598" indent="0">
              <a:buNone/>
            </a:pPr>
            <a:endParaRPr lang="fr-FR" b="1"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dirty="0"/>
              <a:t>Mise en œuvre</a:t>
            </a:r>
          </a:p>
        </p:txBody>
      </p:sp>
    </p:spTree>
    <p:extLst>
      <p:ext uri="{BB962C8B-B14F-4D97-AF65-F5344CB8AC3E}">
        <p14:creationId xmlns:p14="http://schemas.microsoft.com/office/powerpoint/2010/main" val="18517968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Ecrans &amp; fonctionnalités</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Description des différents écrans et fonctions</a:t>
            </a:r>
          </a:p>
        </p:txBody>
      </p:sp>
      <p:sp>
        <p:nvSpPr>
          <p:cNvPr id="2" name="Espace réservé du texte 1"/>
          <p:cNvSpPr>
            <a:spLocks noGrp="1"/>
          </p:cNvSpPr>
          <p:nvPr>
            <p:ph type="body" sz="quarter" idx="10"/>
          </p:nvPr>
        </p:nvSpPr>
        <p:spPr/>
        <p:txBody>
          <a:bodyPr/>
          <a:lstStyle/>
          <a:p>
            <a:r>
              <a:rPr lang="fr-FR" dirty="0"/>
              <a:t>3</a:t>
            </a:r>
          </a:p>
        </p:txBody>
      </p:sp>
    </p:spTree>
    <p:extLst>
      <p:ext uri="{BB962C8B-B14F-4D97-AF65-F5344CB8AC3E}">
        <p14:creationId xmlns:p14="http://schemas.microsoft.com/office/powerpoint/2010/main" val="19600002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988C7704-A667-2F6F-F76E-4A424610A94C}"/>
              </a:ext>
            </a:extLst>
          </p:cNvPr>
          <p:cNvPicPr>
            <a:picLocks noChangeAspect="1"/>
          </p:cNvPicPr>
          <p:nvPr/>
        </p:nvPicPr>
        <p:blipFill>
          <a:blip r:embed="rId2"/>
          <a:srcRect l="52917" t="4667" r="11818" b="56111"/>
          <a:stretch>
            <a:fillRect/>
          </a:stretch>
        </p:blipFill>
        <p:spPr>
          <a:xfrm>
            <a:off x="4129041" y="1548632"/>
            <a:ext cx="7368649" cy="4678296"/>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9" name="Rectangle 8">
            <a:extLst>
              <a:ext uri="{FF2B5EF4-FFF2-40B4-BE49-F238E27FC236}">
                <a16:creationId xmlns:a16="http://schemas.microsoft.com/office/drawing/2014/main" id="{3EF85812-DC0E-5DF2-05BA-E6781244FF00}"/>
              </a:ext>
            </a:extLst>
          </p:cNvPr>
          <p:cNvSpPr/>
          <p:nvPr/>
        </p:nvSpPr>
        <p:spPr>
          <a:xfrm>
            <a:off x="4129042" y="1738092"/>
            <a:ext cx="7368648" cy="32222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34BC05A-1046-B62B-BF55-075C40F57369}"/>
              </a:ext>
            </a:extLst>
          </p:cNvPr>
          <p:cNvSpPr/>
          <p:nvPr/>
        </p:nvSpPr>
        <p:spPr>
          <a:xfrm>
            <a:off x="4140942" y="2810668"/>
            <a:ext cx="3654318" cy="172742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86D6A123-4204-B6B1-FD80-1AC8B7B8668E}"/>
              </a:ext>
            </a:extLst>
          </p:cNvPr>
          <p:cNvSpPr/>
          <p:nvPr/>
        </p:nvSpPr>
        <p:spPr>
          <a:xfrm>
            <a:off x="7795260" y="2799476"/>
            <a:ext cx="3714329" cy="342745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B03627CF-F515-1173-1A6A-C1F81960D57E}"/>
              </a:ext>
            </a:extLst>
          </p:cNvPr>
          <p:cNvSpPr txBox="1"/>
          <p:nvPr/>
        </p:nvSpPr>
        <p:spPr>
          <a:xfrm>
            <a:off x="6302526" y="2905780"/>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3" name="ZoneTexte 12">
            <a:extLst>
              <a:ext uri="{FF2B5EF4-FFF2-40B4-BE49-F238E27FC236}">
                <a16:creationId xmlns:a16="http://schemas.microsoft.com/office/drawing/2014/main" id="{0A1DF1AB-91CE-6F54-59B6-B286510A1DBD}"/>
              </a:ext>
            </a:extLst>
          </p:cNvPr>
          <p:cNvSpPr txBox="1"/>
          <p:nvPr/>
        </p:nvSpPr>
        <p:spPr>
          <a:xfrm>
            <a:off x="414710" y="1899203"/>
            <a:ext cx="3595575" cy="4031873"/>
          </a:xfrm>
          <a:prstGeom prst="rect">
            <a:avLst/>
          </a:prstGeom>
          <a:noFill/>
        </p:spPr>
        <p:txBody>
          <a:bodyPr wrap="square" rtlCol="0">
            <a:spAutoFit/>
          </a:bodyPr>
          <a:lstStyle/>
          <a:p>
            <a:pPr>
              <a:spcBef>
                <a:spcPts val="1200"/>
              </a:spcBef>
            </a:pPr>
            <a:r>
              <a:rPr lang="fr-FR" dirty="0">
                <a:sym typeface="Wingdings" panose="05000000000000000000" pitchFamily="2" charset="2"/>
              </a:rPr>
              <a:t>: Panneau de commande principal (connexion au Tas, etc.)</a:t>
            </a:r>
          </a:p>
          <a:p>
            <a:pPr>
              <a:spcBef>
                <a:spcPts val="1200"/>
              </a:spcBef>
            </a:pPr>
            <a:r>
              <a:rPr lang="fr-FR" dirty="0">
                <a:sym typeface="Wingdings" panose="05000000000000000000" pitchFamily="2" charset="2"/>
              </a:rPr>
              <a:t>: Panneau de gestion de la génération</a:t>
            </a:r>
          </a:p>
          <a:p>
            <a:pPr>
              <a:spcBef>
                <a:spcPts val="1200"/>
              </a:spcBef>
            </a:pPr>
            <a:r>
              <a:rPr lang="fr-FR" dirty="0">
                <a:sym typeface="Wingdings" panose="05000000000000000000" pitchFamily="2" charset="2"/>
              </a:rPr>
              <a:t> : Panneau de gestion de la publication locale du site Coachs &amp; public</a:t>
            </a:r>
          </a:p>
          <a:p>
            <a:pPr>
              <a:spcBef>
                <a:spcPts val="1200"/>
              </a:spcBef>
            </a:pPr>
            <a:r>
              <a:rPr lang="fr-FR" dirty="0">
                <a:sym typeface="Wingdings" panose="05000000000000000000" pitchFamily="2" charset="2"/>
              </a:rPr>
              <a:t>: Panneau de gestion de la publication à distance du site Coachs &amp; public</a:t>
            </a:r>
          </a:p>
          <a:p>
            <a:pPr>
              <a:spcBef>
                <a:spcPts val="1200"/>
              </a:spcBef>
            </a:pPr>
            <a:r>
              <a:rPr lang="fr-FR" dirty="0">
                <a:sym typeface="Wingdings" panose="05000000000000000000" pitchFamily="2" charset="2"/>
              </a:rPr>
              <a:t>: Panneau de gestion de la publication de la chambre d’appel</a:t>
            </a:r>
          </a:p>
        </p:txBody>
      </p:sp>
      <p:sp>
        <p:nvSpPr>
          <p:cNvPr id="15" name="ZoneTexte 14">
            <a:extLst>
              <a:ext uri="{FF2B5EF4-FFF2-40B4-BE49-F238E27FC236}">
                <a16:creationId xmlns:a16="http://schemas.microsoft.com/office/drawing/2014/main" id="{7D581123-3D62-C575-C2C3-952DBEE99940}"/>
              </a:ext>
            </a:extLst>
          </p:cNvPr>
          <p:cNvSpPr txBox="1"/>
          <p:nvPr/>
        </p:nvSpPr>
        <p:spPr>
          <a:xfrm>
            <a:off x="8310286" y="2249775"/>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6" name="ZoneTexte 15">
            <a:extLst>
              <a:ext uri="{FF2B5EF4-FFF2-40B4-BE49-F238E27FC236}">
                <a16:creationId xmlns:a16="http://schemas.microsoft.com/office/drawing/2014/main" id="{1F77CE8F-4882-8C73-2E0F-71F5AF9C74D4}"/>
              </a:ext>
            </a:extLst>
          </p:cNvPr>
          <p:cNvSpPr txBox="1"/>
          <p:nvPr/>
        </p:nvSpPr>
        <p:spPr>
          <a:xfrm>
            <a:off x="9001856" y="1637593"/>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4" name="Rectangle 13">
            <a:extLst>
              <a:ext uri="{FF2B5EF4-FFF2-40B4-BE49-F238E27FC236}">
                <a16:creationId xmlns:a16="http://schemas.microsoft.com/office/drawing/2014/main" id="{EB9C0E32-2232-FA38-90C6-7A9E909BA1A0}"/>
              </a:ext>
            </a:extLst>
          </p:cNvPr>
          <p:cNvSpPr/>
          <p:nvPr/>
        </p:nvSpPr>
        <p:spPr>
          <a:xfrm>
            <a:off x="7217093" y="1766928"/>
            <a:ext cx="1438275" cy="107910"/>
          </a:xfrm>
          <a:prstGeom prst="rect">
            <a:avLst/>
          </a:prstGeom>
          <a:solidFill>
            <a:srgbClr val="F6F2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9A1F2E5F-25AB-1B0F-E796-FDC723780ECB}"/>
              </a:ext>
            </a:extLst>
          </p:cNvPr>
          <p:cNvSpPr/>
          <p:nvPr/>
        </p:nvSpPr>
        <p:spPr>
          <a:xfrm>
            <a:off x="4140942" y="2069745"/>
            <a:ext cx="7368648" cy="7209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98DE0864-AFD7-68C5-3980-1A25FF3CC153}"/>
              </a:ext>
            </a:extLst>
          </p:cNvPr>
          <p:cNvSpPr/>
          <p:nvPr/>
        </p:nvSpPr>
        <p:spPr>
          <a:xfrm>
            <a:off x="4140942" y="4539415"/>
            <a:ext cx="3654318" cy="168751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5593803C-ADB1-596A-5763-B6B650EC4A6C}"/>
              </a:ext>
            </a:extLst>
          </p:cNvPr>
          <p:cNvSpPr txBox="1"/>
          <p:nvPr/>
        </p:nvSpPr>
        <p:spPr>
          <a:xfrm>
            <a:off x="7171237" y="5611899"/>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20" name="ZoneTexte 19">
            <a:extLst>
              <a:ext uri="{FF2B5EF4-FFF2-40B4-BE49-F238E27FC236}">
                <a16:creationId xmlns:a16="http://schemas.microsoft.com/office/drawing/2014/main" id="{C1D614B6-CA5C-8665-3E64-B50A62066A4B}"/>
              </a:ext>
            </a:extLst>
          </p:cNvPr>
          <p:cNvSpPr txBox="1"/>
          <p:nvPr/>
        </p:nvSpPr>
        <p:spPr>
          <a:xfrm>
            <a:off x="10724668" y="5350289"/>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p>
        </p:txBody>
      </p:sp>
    </p:spTree>
    <p:extLst>
      <p:ext uri="{BB962C8B-B14F-4D97-AF65-F5344CB8AC3E}">
        <p14:creationId xmlns:p14="http://schemas.microsoft.com/office/powerpoint/2010/main" val="26735929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 7">
            <a:extLst>
              <a:ext uri="{FF2B5EF4-FFF2-40B4-BE49-F238E27FC236}">
                <a16:creationId xmlns:a16="http://schemas.microsoft.com/office/drawing/2014/main" id="{4CB42726-A553-FF47-4F8C-C1C3C7AD2141}"/>
              </a:ext>
            </a:extLst>
          </p:cNvPr>
          <p:cNvPicPr>
            <a:picLocks noChangeAspect="1"/>
          </p:cNvPicPr>
          <p:nvPr/>
        </p:nvPicPr>
        <p:blipFill>
          <a:blip r:embed="rId2"/>
          <a:srcRect l="52917" t="4667" r="11818" b="89528"/>
          <a:stretch>
            <a:fillRect/>
          </a:stretch>
        </p:blipFill>
        <p:spPr>
          <a:xfrm>
            <a:off x="560021" y="3596177"/>
            <a:ext cx="11064338" cy="1039758"/>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853446" cy="528400"/>
          </a:xfrm>
        </p:spPr>
        <p:txBody>
          <a:bodyPr/>
          <a:lstStyle/>
          <a:p>
            <a:r>
              <a:rPr lang="fr-FR" dirty="0"/>
              <a:t>Ecran Principal – </a:t>
            </a:r>
            <a:r>
              <a:rPr lang="fr-FR" dirty="0">
                <a:sym typeface="Wingdings" panose="05000000000000000000" pitchFamily="2" charset="2"/>
              </a:rPr>
              <a:t>Panneau de commande principal</a:t>
            </a:r>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Rectangle 2">
            <a:extLst>
              <a:ext uri="{FF2B5EF4-FFF2-40B4-BE49-F238E27FC236}">
                <a16:creationId xmlns:a16="http://schemas.microsoft.com/office/drawing/2014/main" id="{18E7FD4D-8C04-4974-5239-B39E2BC9BCF2}"/>
              </a:ext>
            </a:extLst>
          </p:cNvPr>
          <p:cNvSpPr/>
          <p:nvPr/>
        </p:nvSpPr>
        <p:spPr>
          <a:xfrm>
            <a:off x="706422" y="3940524"/>
            <a:ext cx="332141" cy="32968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Légende : double flèche courbée encadrée à une bordure 4">
            <a:extLst>
              <a:ext uri="{FF2B5EF4-FFF2-40B4-BE49-F238E27FC236}">
                <a16:creationId xmlns:a16="http://schemas.microsoft.com/office/drawing/2014/main" id="{8DA20678-2478-FA4B-8880-0A055A87EDFA}"/>
              </a:ext>
            </a:extLst>
          </p:cNvPr>
          <p:cNvSpPr/>
          <p:nvPr/>
        </p:nvSpPr>
        <p:spPr>
          <a:xfrm>
            <a:off x="797469" y="1964750"/>
            <a:ext cx="6018621" cy="294278"/>
          </a:xfrm>
          <a:prstGeom prst="accentBorderCallout3">
            <a:avLst>
              <a:gd name="adj1" fmla="val 31413"/>
              <a:gd name="adj2" fmla="val -2489"/>
              <a:gd name="adj3" fmla="val 31413"/>
              <a:gd name="adj4" fmla="val -4514"/>
              <a:gd name="adj5" fmla="val 294316"/>
              <a:gd name="adj6" fmla="val -4357"/>
              <a:gd name="adj7" fmla="val 683344"/>
              <a:gd name="adj8" fmla="val 49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la connexion au serveur de compétition (vert si connecté, rouge sinon)</a:t>
            </a:r>
          </a:p>
        </p:txBody>
      </p:sp>
      <p:sp>
        <p:nvSpPr>
          <p:cNvPr id="6" name="Rectangle 5">
            <a:extLst>
              <a:ext uri="{FF2B5EF4-FFF2-40B4-BE49-F238E27FC236}">
                <a16:creationId xmlns:a16="http://schemas.microsoft.com/office/drawing/2014/main" id="{FF9B5AAC-BD8A-10ED-4879-E75C4EA89365}"/>
              </a:ext>
            </a:extLst>
          </p:cNvPr>
          <p:cNvSpPr/>
          <p:nvPr/>
        </p:nvSpPr>
        <p:spPr>
          <a:xfrm>
            <a:off x="1101904" y="3940524"/>
            <a:ext cx="315391"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double flèche courbée encadrée à une bordure 6">
            <a:extLst>
              <a:ext uri="{FF2B5EF4-FFF2-40B4-BE49-F238E27FC236}">
                <a16:creationId xmlns:a16="http://schemas.microsoft.com/office/drawing/2014/main" id="{5D1872B0-6286-1BE5-3A3C-F5CEDE7FF81A}"/>
              </a:ext>
            </a:extLst>
          </p:cNvPr>
          <p:cNvSpPr/>
          <p:nvPr/>
        </p:nvSpPr>
        <p:spPr>
          <a:xfrm>
            <a:off x="1266761" y="2374604"/>
            <a:ext cx="3650980" cy="365366"/>
          </a:xfrm>
          <a:prstGeom prst="accentBorderCallout3">
            <a:avLst>
              <a:gd name="adj1" fmla="val 22921"/>
              <a:gd name="adj2" fmla="val -2698"/>
              <a:gd name="adj3" fmla="val 20836"/>
              <a:gd name="adj4" fmla="val -11867"/>
              <a:gd name="adj5" fmla="val 181338"/>
              <a:gd name="adj6" fmla="val -11658"/>
              <a:gd name="adj7" fmla="val 419543"/>
              <a:gd name="adj8" fmla="val -102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connexion à une compétition</a:t>
            </a:r>
          </a:p>
        </p:txBody>
      </p:sp>
      <p:sp>
        <p:nvSpPr>
          <p:cNvPr id="14" name="Rectangle 13">
            <a:extLst>
              <a:ext uri="{FF2B5EF4-FFF2-40B4-BE49-F238E27FC236}">
                <a16:creationId xmlns:a16="http://schemas.microsoft.com/office/drawing/2014/main" id="{7E1F7A3F-9C16-0CE5-8C7A-B350FA4D4104}"/>
              </a:ext>
            </a:extLst>
          </p:cNvPr>
          <p:cNvSpPr/>
          <p:nvPr/>
        </p:nvSpPr>
        <p:spPr>
          <a:xfrm>
            <a:off x="1687067" y="3940524"/>
            <a:ext cx="315390"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E0D1162E-16A1-8275-BFD1-818755ABE7C3}"/>
              </a:ext>
            </a:extLst>
          </p:cNvPr>
          <p:cNvSpPr/>
          <p:nvPr/>
        </p:nvSpPr>
        <p:spPr>
          <a:xfrm>
            <a:off x="2510804" y="3940524"/>
            <a:ext cx="332138"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E78E4C6-8987-ECEE-AF0D-E09C264CE9AD}"/>
              </a:ext>
            </a:extLst>
          </p:cNvPr>
          <p:cNvSpPr/>
          <p:nvPr/>
        </p:nvSpPr>
        <p:spPr>
          <a:xfrm>
            <a:off x="3126778" y="3940524"/>
            <a:ext cx="332139"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Légende : encadrée à une bordure 18">
            <a:extLst>
              <a:ext uri="{FF2B5EF4-FFF2-40B4-BE49-F238E27FC236}">
                <a16:creationId xmlns:a16="http://schemas.microsoft.com/office/drawing/2014/main" id="{572BC67F-1F9F-919B-178B-E0DA288D977F}"/>
              </a:ext>
            </a:extLst>
          </p:cNvPr>
          <p:cNvSpPr/>
          <p:nvPr/>
        </p:nvSpPr>
        <p:spPr>
          <a:xfrm>
            <a:off x="5545985" y="3244451"/>
            <a:ext cx="2573978" cy="237777"/>
          </a:xfrm>
          <a:prstGeom prst="accentBorderCallout1">
            <a:avLst>
              <a:gd name="adj1" fmla="val 18750"/>
              <a:gd name="adj2" fmla="val -8333"/>
              <a:gd name="adj3" fmla="val 363893"/>
              <a:gd name="adj4" fmla="val -8125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des statistiques</a:t>
            </a:r>
          </a:p>
        </p:txBody>
      </p:sp>
      <p:sp>
        <p:nvSpPr>
          <p:cNvPr id="20" name="Légende : double flèche courbée encadrée à une bordure 19">
            <a:extLst>
              <a:ext uri="{FF2B5EF4-FFF2-40B4-BE49-F238E27FC236}">
                <a16:creationId xmlns:a16="http://schemas.microsoft.com/office/drawing/2014/main" id="{BB413D56-A6C2-A1BC-420C-6FFDAA9D32B8}"/>
              </a:ext>
            </a:extLst>
          </p:cNvPr>
          <p:cNvSpPr/>
          <p:nvPr/>
        </p:nvSpPr>
        <p:spPr>
          <a:xfrm>
            <a:off x="1543743" y="2836224"/>
            <a:ext cx="1668048" cy="294277"/>
          </a:xfrm>
          <a:prstGeom prst="accentBorderCallout3">
            <a:avLst>
              <a:gd name="adj1" fmla="val 18750"/>
              <a:gd name="adj2" fmla="val -8333"/>
              <a:gd name="adj3" fmla="val 18750"/>
              <a:gd name="adj4" fmla="val -16667"/>
              <a:gd name="adj5" fmla="val 100000"/>
              <a:gd name="adj6" fmla="val -16667"/>
              <a:gd name="adj7" fmla="val 366724"/>
              <a:gd name="adj8" fmla="val 1313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site local</a:t>
            </a:r>
          </a:p>
        </p:txBody>
      </p:sp>
      <p:sp>
        <p:nvSpPr>
          <p:cNvPr id="21" name="Légende : encadrée à une bordure 20">
            <a:extLst>
              <a:ext uri="{FF2B5EF4-FFF2-40B4-BE49-F238E27FC236}">
                <a16:creationId xmlns:a16="http://schemas.microsoft.com/office/drawing/2014/main" id="{BD3746F1-EC0A-ED91-C764-20FFD3B0B40F}"/>
              </a:ext>
            </a:extLst>
          </p:cNvPr>
          <p:cNvSpPr/>
          <p:nvPr/>
        </p:nvSpPr>
        <p:spPr>
          <a:xfrm>
            <a:off x="3231669" y="5447151"/>
            <a:ext cx="2212878" cy="294277"/>
          </a:xfrm>
          <a:prstGeom prst="accentBorderCallout1">
            <a:avLst>
              <a:gd name="adj1" fmla="val 73127"/>
              <a:gd name="adj2" fmla="val -5135"/>
              <a:gd name="adj3" fmla="val -404735"/>
              <a:gd name="adj4" fmla="val -2861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la chambre d’appel</a:t>
            </a:r>
          </a:p>
        </p:txBody>
      </p:sp>
      <p:sp>
        <p:nvSpPr>
          <p:cNvPr id="29" name="Rectangle 28">
            <a:extLst>
              <a:ext uri="{FF2B5EF4-FFF2-40B4-BE49-F238E27FC236}">
                <a16:creationId xmlns:a16="http://schemas.microsoft.com/office/drawing/2014/main" id="{496C745A-3333-A663-49C5-54EFC482B851}"/>
              </a:ext>
            </a:extLst>
          </p:cNvPr>
          <p:cNvSpPr/>
          <p:nvPr/>
        </p:nvSpPr>
        <p:spPr>
          <a:xfrm>
            <a:off x="3008231" y="4366571"/>
            <a:ext cx="3903109"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EB46C865-4478-1651-685C-687B0E5F8826}"/>
              </a:ext>
            </a:extLst>
          </p:cNvPr>
          <p:cNvSpPr/>
          <p:nvPr/>
        </p:nvSpPr>
        <p:spPr>
          <a:xfrm>
            <a:off x="10673748" y="394052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11">
            <a:extLst>
              <a:ext uri="{FF2B5EF4-FFF2-40B4-BE49-F238E27FC236}">
                <a16:creationId xmlns:a16="http://schemas.microsoft.com/office/drawing/2014/main" id="{EAD8F6E9-EDF9-0578-DC0F-E89FDB870A3E}"/>
              </a:ext>
            </a:extLst>
          </p:cNvPr>
          <p:cNvSpPr/>
          <p:nvPr/>
        </p:nvSpPr>
        <p:spPr>
          <a:xfrm>
            <a:off x="11049000" y="3940524"/>
            <a:ext cx="354601"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C61510A1-368E-5904-277B-DAAA007CFB30}"/>
              </a:ext>
            </a:extLst>
          </p:cNvPr>
          <p:cNvSpPr/>
          <p:nvPr/>
        </p:nvSpPr>
        <p:spPr>
          <a:xfrm flipH="1">
            <a:off x="8930158" y="2719162"/>
            <a:ext cx="1431772" cy="528400"/>
          </a:xfrm>
          <a:prstGeom prst="accentBorderCallout1">
            <a:avLst>
              <a:gd name="adj1" fmla="val 18750"/>
              <a:gd name="adj2" fmla="val -8333"/>
              <a:gd name="adj3" fmla="val 226086"/>
              <a:gd name="adj4" fmla="val -3105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d’information</a:t>
            </a:r>
          </a:p>
        </p:txBody>
      </p:sp>
      <p:sp>
        <p:nvSpPr>
          <p:cNvPr id="15" name="Légende : encadrée à une bordure 14">
            <a:extLst>
              <a:ext uri="{FF2B5EF4-FFF2-40B4-BE49-F238E27FC236}">
                <a16:creationId xmlns:a16="http://schemas.microsoft.com/office/drawing/2014/main" id="{F502D4E8-2007-F0B0-9268-6A6B52A4E4EA}"/>
              </a:ext>
            </a:extLst>
          </p:cNvPr>
          <p:cNvSpPr/>
          <p:nvPr/>
        </p:nvSpPr>
        <p:spPr>
          <a:xfrm flipH="1">
            <a:off x="9143518" y="2111889"/>
            <a:ext cx="1626897" cy="294277"/>
          </a:xfrm>
          <a:prstGeom prst="accentBorderCallout1">
            <a:avLst>
              <a:gd name="adj1" fmla="val 73127"/>
              <a:gd name="adj2" fmla="val -5135"/>
              <a:gd name="adj3" fmla="val 608700"/>
              <a:gd name="adj4" fmla="val -3178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ce manuel</a:t>
            </a:r>
          </a:p>
        </p:txBody>
      </p:sp>
      <p:sp>
        <p:nvSpPr>
          <p:cNvPr id="9" name="Légende : double flèche courbée encadrée à une bordure 8">
            <a:extLst>
              <a:ext uri="{FF2B5EF4-FFF2-40B4-BE49-F238E27FC236}">
                <a16:creationId xmlns:a16="http://schemas.microsoft.com/office/drawing/2014/main" id="{0EABB461-D85F-F14B-8F2F-29DDF40D173F}"/>
              </a:ext>
            </a:extLst>
          </p:cNvPr>
          <p:cNvSpPr/>
          <p:nvPr/>
        </p:nvSpPr>
        <p:spPr>
          <a:xfrm>
            <a:off x="4081571" y="4984550"/>
            <a:ext cx="2905969" cy="294278"/>
          </a:xfrm>
          <a:prstGeom prst="accentBorderCallout3">
            <a:avLst>
              <a:gd name="adj1" fmla="val 31413"/>
              <a:gd name="adj2" fmla="val -2489"/>
              <a:gd name="adj3" fmla="val 31413"/>
              <a:gd name="adj4" fmla="val -4514"/>
              <a:gd name="adj5" fmla="val -44894"/>
              <a:gd name="adj6" fmla="val -16638"/>
              <a:gd name="adj7" fmla="val -119366"/>
              <a:gd name="adj8" fmla="val -2786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Nom de la compétition connectée</a:t>
            </a:r>
          </a:p>
        </p:txBody>
      </p:sp>
      <p:sp>
        <p:nvSpPr>
          <p:cNvPr id="10" name="Légende : encadrée à une bordure 9">
            <a:extLst>
              <a:ext uri="{FF2B5EF4-FFF2-40B4-BE49-F238E27FC236}">
                <a16:creationId xmlns:a16="http://schemas.microsoft.com/office/drawing/2014/main" id="{BEA2B48E-5D9D-55D0-BF60-E9DA974B44BE}"/>
              </a:ext>
            </a:extLst>
          </p:cNvPr>
          <p:cNvSpPr/>
          <p:nvPr/>
        </p:nvSpPr>
        <p:spPr>
          <a:xfrm flipH="1">
            <a:off x="7818120" y="4837411"/>
            <a:ext cx="1827924" cy="441418"/>
          </a:xfrm>
          <a:prstGeom prst="accentBorderCallout1">
            <a:avLst>
              <a:gd name="adj1" fmla="val 18750"/>
              <a:gd name="adj2" fmla="val -8333"/>
              <a:gd name="adj3" fmla="val -126070"/>
              <a:gd name="adj4" fmla="val -3189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la configuration générale</a:t>
            </a:r>
          </a:p>
        </p:txBody>
      </p:sp>
      <p:sp>
        <p:nvSpPr>
          <p:cNvPr id="16" name="Rectangle 15">
            <a:extLst>
              <a:ext uri="{FF2B5EF4-FFF2-40B4-BE49-F238E27FC236}">
                <a16:creationId xmlns:a16="http://schemas.microsoft.com/office/drawing/2014/main" id="{05366AD8-1AFE-6CFD-7A6C-312618E1496F}"/>
              </a:ext>
            </a:extLst>
          </p:cNvPr>
          <p:cNvSpPr/>
          <p:nvPr/>
        </p:nvSpPr>
        <p:spPr>
          <a:xfrm>
            <a:off x="10100886" y="3940524"/>
            <a:ext cx="332140"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Légende : double flèche courbée encadrée à une bordure 21">
            <a:extLst>
              <a:ext uri="{FF2B5EF4-FFF2-40B4-BE49-F238E27FC236}">
                <a16:creationId xmlns:a16="http://schemas.microsoft.com/office/drawing/2014/main" id="{7514CD7E-83EB-FC31-83AE-2401381B9515}"/>
              </a:ext>
            </a:extLst>
          </p:cNvPr>
          <p:cNvSpPr/>
          <p:nvPr/>
        </p:nvSpPr>
        <p:spPr>
          <a:xfrm>
            <a:off x="2811133" y="3217655"/>
            <a:ext cx="1924657" cy="294277"/>
          </a:xfrm>
          <a:prstGeom prst="accentBorderCallout3">
            <a:avLst>
              <a:gd name="adj1" fmla="val 18750"/>
              <a:gd name="adj2" fmla="val -8333"/>
              <a:gd name="adj3" fmla="val 117147"/>
              <a:gd name="adj4" fmla="val -20231"/>
              <a:gd name="adj5" fmla="val 182861"/>
              <a:gd name="adj6" fmla="val -25773"/>
              <a:gd name="adj7" fmla="val 250199"/>
              <a:gd name="adj8" fmla="val -3086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site distant</a:t>
            </a:r>
          </a:p>
        </p:txBody>
      </p:sp>
      <p:sp>
        <p:nvSpPr>
          <p:cNvPr id="25" name="Rectangle 24">
            <a:extLst>
              <a:ext uri="{FF2B5EF4-FFF2-40B4-BE49-F238E27FC236}">
                <a16:creationId xmlns:a16="http://schemas.microsoft.com/office/drawing/2014/main" id="{B4C7B928-EA1D-C436-6605-889BF0815585}"/>
              </a:ext>
            </a:extLst>
          </p:cNvPr>
          <p:cNvSpPr/>
          <p:nvPr/>
        </p:nvSpPr>
        <p:spPr>
          <a:xfrm>
            <a:off x="2108218" y="3940524"/>
            <a:ext cx="332138"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ZoneTexte 26">
            <a:extLst>
              <a:ext uri="{FF2B5EF4-FFF2-40B4-BE49-F238E27FC236}">
                <a16:creationId xmlns:a16="http://schemas.microsoft.com/office/drawing/2014/main" id="{F0629407-E6BF-A060-75B4-FDA9ED94E6EE}"/>
              </a:ext>
            </a:extLst>
          </p:cNvPr>
          <p:cNvSpPr txBox="1"/>
          <p:nvPr/>
        </p:nvSpPr>
        <p:spPr>
          <a:xfrm>
            <a:off x="231768" y="6104284"/>
            <a:ext cx="11537963" cy="400110"/>
          </a:xfrm>
          <a:prstGeom prst="rect">
            <a:avLst/>
          </a:prstGeom>
          <a:noFill/>
        </p:spPr>
        <p:txBody>
          <a:bodyPr wrap="square">
            <a:spAutoFit/>
          </a:bodyPr>
          <a:lstStyle/>
          <a:p>
            <a:pPr marL="101598" indent="0">
              <a:buNone/>
            </a:pPr>
            <a:r>
              <a:rPr lang="fr-FR" sz="2000" b="1" i="1" dirty="0"/>
              <a:t>Note</a:t>
            </a:r>
            <a:r>
              <a:rPr lang="fr-FR" sz="2000" i="1" dirty="0"/>
              <a:t>: </a:t>
            </a:r>
            <a:r>
              <a:rPr lang="fr-FR" sz="1400" i="1" dirty="0"/>
              <a:t>Les boutons sont grisés si l’état de l’application ne permet pas l’accès à la fonction</a:t>
            </a:r>
            <a:r>
              <a:rPr lang="fr-FR" sz="1400" i="1" dirty="0">
                <a:latin typeface="Barlow" panose="00000500000000000000" pitchFamily="2" charset="0"/>
              </a:rPr>
              <a:t>.</a:t>
            </a:r>
            <a:endParaRPr lang="fr-FR" sz="2000" i="1" dirty="0"/>
          </a:p>
        </p:txBody>
      </p:sp>
    </p:spTree>
    <p:extLst>
      <p:ext uri="{BB962C8B-B14F-4D97-AF65-F5344CB8AC3E}">
        <p14:creationId xmlns:p14="http://schemas.microsoft.com/office/powerpoint/2010/main" val="41546410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 15">
            <a:extLst>
              <a:ext uri="{FF2B5EF4-FFF2-40B4-BE49-F238E27FC236}">
                <a16:creationId xmlns:a16="http://schemas.microsoft.com/office/drawing/2014/main" id="{393222D8-E7B0-E347-A1F2-8563B0064633}"/>
              </a:ext>
            </a:extLst>
          </p:cNvPr>
          <p:cNvPicPr>
            <a:picLocks noChangeAspect="1"/>
          </p:cNvPicPr>
          <p:nvPr/>
        </p:nvPicPr>
        <p:blipFill>
          <a:blip r:embed="rId2"/>
          <a:srcRect l="52958" t="9942" r="12013" b="84847"/>
          <a:stretch>
            <a:fillRect/>
          </a:stretch>
        </p:blipFill>
        <p:spPr>
          <a:xfrm>
            <a:off x="380051" y="3355190"/>
            <a:ext cx="11453717" cy="972708"/>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853446" cy="528400"/>
          </a:xfrm>
        </p:spPr>
        <p:txBody>
          <a:bodyPr/>
          <a:lstStyle/>
          <a:p>
            <a:r>
              <a:rPr lang="fr-FR" dirty="0"/>
              <a:t>Ecran Principal – Panneau de gestion de la génération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23" name="Rectangle 22">
            <a:extLst>
              <a:ext uri="{FF2B5EF4-FFF2-40B4-BE49-F238E27FC236}">
                <a16:creationId xmlns:a16="http://schemas.microsoft.com/office/drawing/2014/main" id="{6FE0C285-0046-0D8C-79B0-4E7B8EA57031}"/>
              </a:ext>
            </a:extLst>
          </p:cNvPr>
          <p:cNvSpPr/>
          <p:nvPr/>
        </p:nvSpPr>
        <p:spPr>
          <a:xfrm>
            <a:off x="2146329" y="3965303"/>
            <a:ext cx="779722"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9A6D7C0C-DA98-0954-9FB7-5173A943958E}"/>
              </a:ext>
            </a:extLst>
          </p:cNvPr>
          <p:cNvSpPr/>
          <p:nvPr/>
        </p:nvSpPr>
        <p:spPr>
          <a:xfrm>
            <a:off x="3509733" y="3965302"/>
            <a:ext cx="1450887"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496C745A-3333-A663-49C5-54EFC482B851}"/>
              </a:ext>
            </a:extLst>
          </p:cNvPr>
          <p:cNvSpPr/>
          <p:nvPr/>
        </p:nvSpPr>
        <p:spPr>
          <a:xfrm>
            <a:off x="5833582" y="3965302"/>
            <a:ext cx="2386494"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Rectangle 29">
            <a:extLst>
              <a:ext uri="{FF2B5EF4-FFF2-40B4-BE49-F238E27FC236}">
                <a16:creationId xmlns:a16="http://schemas.microsoft.com/office/drawing/2014/main" id="{36DAE6F7-1C58-71D8-56B8-DF982FA18C3C}"/>
              </a:ext>
            </a:extLst>
          </p:cNvPr>
          <p:cNvSpPr/>
          <p:nvPr/>
        </p:nvSpPr>
        <p:spPr>
          <a:xfrm>
            <a:off x="10510352" y="3914453"/>
            <a:ext cx="1026327"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Rectangle 30">
            <a:extLst>
              <a:ext uri="{FF2B5EF4-FFF2-40B4-BE49-F238E27FC236}">
                <a16:creationId xmlns:a16="http://schemas.microsoft.com/office/drawing/2014/main" id="{50908D09-8BC3-5D43-5A7D-62251E1B5BC7}"/>
              </a:ext>
            </a:extLst>
          </p:cNvPr>
          <p:cNvSpPr/>
          <p:nvPr/>
        </p:nvSpPr>
        <p:spPr>
          <a:xfrm>
            <a:off x="9679481" y="3911379"/>
            <a:ext cx="732379"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18E80608-5F05-5F4A-450D-44D3541AC136}"/>
              </a:ext>
            </a:extLst>
          </p:cNvPr>
          <p:cNvSpPr/>
          <p:nvPr/>
        </p:nvSpPr>
        <p:spPr>
          <a:xfrm>
            <a:off x="8541861" y="3909267"/>
            <a:ext cx="859473"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Légende : encadrée à une bordure 32">
            <a:extLst>
              <a:ext uri="{FF2B5EF4-FFF2-40B4-BE49-F238E27FC236}">
                <a16:creationId xmlns:a16="http://schemas.microsoft.com/office/drawing/2014/main" id="{1DB118D8-FC86-47B4-0DC9-E1853D0FCB9E}"/>
              </a:ext>
            </a:extLst>
          </p:cNvPr>
          <p:cNvSpPr/>
          <p:nvPr/>
        </p:nvSpPr>
        <p:spPr>
          <a:xfrm flipH="1">
            <a:off x="5112952" y="4490951"/>
            <a:ext cx="2312260" cy="436362"/>
          </a:xfrm>
          <a:prstGeom prst="accentBorderCallout1">
            <a:avLst>
              <a:gd name="adj1" fmla="val 18750"/>
              <a:gd name="adj2" fmla="val -8333"/>
              <a:gd name="adj3" fmla="val -64753"/>
              <a:gd name="adj4" fmla="val -2738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génération réalisée</a:t>
            </a:r>
          </a:p>
        </p:txBody>
      </p:sp>
      <p:sp>
        <p:nvSpPr>
          <p:cNvPr id="34" name="Légende : encadrée à une bordure 33">
            <a:extLst>
              <a:ext uri="{FF2B5EF4-FFF2-40B4-BE49-F238E27FC236}">
                <a16:creationId xmlns:a16="http://schemas.microsoft.com/office/drawing/2014/main" id="{782AE494-7FCE-18B8-1156-EB8F4CC349B3}"/>
              </a:ext>
            </a:extLst>
          </p:cNvPr>
          <p:cNvSpPr/>
          <p:nvPr/>
        </p:nvSpPr>
        <p:spPr>
          <a:xfrm>
            <a:off x="4566602" y="5075815"/>
            <a:ext cx="3404960" cy="436361"/>
          </a:xfrm>
          <a:prstGeom prst="accentBorderCallout1">
            <a:avLst>
              <a:gd name="adj1" fmla="val 18750"/>
              <a:gd name="adj2" fmla="val -8333"/>
              <a:gd name="adj3" fmla="val -191965"/>
              <a:gd name="adj4" fmla="val -2414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génération</a:t>
            </a:r>
          </a:p>
        </p:txBody>
      </p:sp>
      <p:sp>
        <p:nvSpPr>
          <p:cNvPr id="35" name="Légende : encadrée à une bordure 34">
            <a:extLst>
              <a:ext uri="{FF2B5EF4-FFF2-40B4-BE49-F238E27FC236}">
                <a16:creationId xmlns:a16="http://schemas.microsoft.com/office/drawing/2014/main" id="{15C8248F-0553-89EF-D3B5-3B878CF08246}"/>
              </a:ext>
            </a:extLst>
          </p:cNvPr>
          <p:cNvSpPr/>
          <p:nvPr/>
        </p:nvSpPr>
        <p:spPr>
          <a:xfrm flipH="1">
            <a:off x="200142" y="4709132"/>
            <a:ext cx="1946187" cy="512226"/>
          </a:xfrm>
          <a:prstGeom prst="accentBorderCallout1">
            <a:avLst>
              <a:gd name="adj1" fmla="val 18750"/>
              <a:gd name="adj2" fmla="val -8333"/>
              <a:gd name="adj3" fmla="val -96145"/>
              <a:gd name="adj4" fmla="val -31439"/>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génération</a:t>
            </a:r>
          </a:p>
        </p:txBody>
      </p:sp>
      <p:sp>
        <p:nvSpPr>
          <p:cNvPr id="37" name="Légende : encadrée à une bordure 36">
            <a:extLst>
              <a:ext uri="{FF2B5EF4-FFF2-40B4-BE49-F238E27FC236}">
                <a16:creationId xmlns:a16="http://schemas.microsoft.com/office/drawing/2014/main" id="{86741583-7C7A-DBC6-0298-25DE6CDD5796}"/>
              </a:ext>
            </a:extLst>
          </p:cNvPr>
          <p:cNvSpPr/>
          <p:nvPr/>
        </p:nvSpPr>
        <p:spPr>
          <a:xfrm flipH="1">
            <a:off x="4960620" y="2668840"/>
            <a:ext cx="2938936" cy="436361"/>
          </a:xfrm>
          <a:prstGeom prst="accentBorderCallout1">
            <a:avLst>
              <a:gd name="adj1" fmla="val 18750"/>
              <a:gd name="adj2" fmla="val -8333"/>
              <a:gd name="adj3" fmla="val 181644"/>
              <a:gd name="adj4" fmla="val -3253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génération (uniquement si connecté et arrêtée)</a:t>
            </a:r>
          </a:p>
        </p:txBody>
      </p:sp>
      <p:sp>
        <p:nvSpPr>
          <p:cNvPr id="38" name="Légende : encadrée à une bordure 37">
            <a:extLst>
              <a:ext uri="{FF2B5EF4-FFF2-40B4-BE49-F238E27FC236}">
                <a16:creationId xmlns:a16="http://schemas.microsoft.com/office/drawing/2014/main" id="{D87E87A9-DB41-87CF-2E7B-39D597A14269}"/>
              </a:ext>
            </a:extLst>
          </p:cNvPr>
          <p:cNvSpPr/>
          <p:nvPr/>
        </p:nvSpPr>
        <p:spPr>
          <a:xfrm flipH="1">
            <a:off x="6131017" y="2057135"/>
            <a:ext cx="2840580" cy="436362"/>
          </a:xfrm>
          <a:prstGeom prst="accentBorderCallout1">
            <a:avLst>
              <a:gd name="adj1" fmla="val 18750"/>
              <a:gd name="adj2" fmla="val -8333"/>
              <a:gd name="adj3" fmla="val 325274"/>
              <a:gd name="adj4" fmla="val -3704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génération (uniquement si connecté et démarrée)</a:t>
            </a:r>
          </a:p>
        </p:txBody>
      </p:sp>
      <p:sp>
        <p:nvSpPr>
          <p:cNvPr id="22" name="Rectangle 21">
            <a:extLst>
              <a:ext uri="{FF2B5EF4-FFF2-40B4-BE49-F238E27FC236}">
                <a16:creationId xmlns:a16="http://schemas.microsoft.com/office/drawing/2014/main" id="{B8338B2D-2747-5D12-F504-FFBF86AE6DA1}"/>
              </a:ext>
            </a:extLst>
          </p:cNvPr>
          <p:cNvSpPr/>
          <p:nvPr/>
        </p:nvSpPr>
        <p:spPr>
          <a:xfrm>
            <a:off x="2146329" y="3546737"/>
            <a:ext cx="779722"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Rectangle 24">
            <a:extLst>
              <a:ext uri="{FF2B5EF4-FFF2-40B4-BE49-F238E27FC236}">
                <a16:creationId xmlns:a16="http://schemas.microsoft.com/office/drawing/2014/main" id="{6710AB65-D4B1-2907-7B4C-9374194221BF}"/>
              </a:ext>
            </a:extLst>
          </p:cNvPr>
          <p:cNvSpPr/>
          <p:nvPr/>
        </p:nvSpPr>
        <p:spPr>
          <a:xfrm>
            <a:off x="3509733" y="3546736"/>
            <a:ext cx="1450887"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Rectangle 25">
            <a:extLst>
              <a:ext uri="{FF2B5EF4-FFF2-40B4-BE49-F238E27FC236}">
                <a16:creationId xmlns:a16="http://schemas.microsoft.com/office/drawing/2014/main" id="{C8185C14-FC26-33F5-969B-19522A6E018D}"/>
              </a:ext>
            </a:extLst>
          </p:cNvPr>
          <p:cNvSpPr/>
          <p:nvPr/>
        </p:nvSpPr>
        <p:spPr>
          <a:xfrm>
            <a:off x="5833582" y="3546736"/>
            <a:ext cx="2386494"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Rectangle 26">
            <a:extLst>
              <a:ext uri="{FF2B5EF4-FFF2-40B4-BE49-F238E27FC236}">
                <a16:creationId xmlns:a16="http://schemas.microsoft.com/office/drawing/2014/main" id="{A9B1E67B-EF02-A81D-30A7-30A1E30225CD}"/>
              </a:ext>
            </a:extLst>
          </p:cNvPr>
          <p:cNvSpPr/>
          <p:nvPr/>
        </p:nvSpPr>
        <p:spPr>
          <a:xfrm>
            <a:off x="10510352" y="3495887"/>
            <a:ext cx="1026327"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64601B1B-BFC0-9137-73C2-C302B4E3B4FB}"/>
              </a:ext>
            </a:extLst>
          </p:cNvPr>
          <p:cNvSpPr/>
          <p:nvPr/>
        </p:nvSpPr>
        <p:spPr>
          <a:xfrm>
            <a:off x="9679481" y="3492813"/>
            <a:ext cx="732379"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61CF70EB-3119-9C9D-459B-E86EEE298F6D}"/>
              </a:ext>
            </a:extLst>
          </p:cNvPr>
          <p:cNvSpPr/>
          <p:nvPr/>
        </p:nvSpPr>
        <p:spPr>
          <a:xfrm>
            <a:off x="8541861" y="3490701"/>
            <a:ext cx="859473"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0" name="Légende : encadrée à une bordure 39">
            <a:extLst>
              <a:ext uri="{FF2B5EF4-FFF2-40B4-BE49-F238E27FC236}">
                <a16:creationId xmlns:a16="http://schemas.microsoft.com/office/drawing/2014/main" id="{867EB02C-31EC-C133-655A-BEB22CA4E914}"/>
              </a:ext>
            </a:extLst>
          </p:cNvPr>
          <p:cNvSpPr/>
          <p:nvPr/>
        </p:nvSpPr>
        <p:spPr>
          <a:xfrm flipH="1">
            <a:off x="8374380" y="4971410"/>
            <a:ext cx="2449352" cy="436361"/>
          </a:xfrm>
          <a:prstGeom prst="accentBorderCallout1">
            <a:avLst>
              <a:gd name="adj1" fmla="val 18750"/>
              <a:gd name="adj2" fmla="val -8333"/>
              <a:gd name="adj3" fmla="val -160623"/>
              <a:gd name="adj4" fmla="val -2195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configuration de la génération</a:t>
            </a:r>
          </a:p>
        </p:txBody>
      </p:sp>
    </p:spTree>
    <p:extLst>
      <p:ext uri="{BB962C8B-B14F-4D97-AF65-F5344CB8AC3E}">
        <p14:creationId xmlns:p14="http://schemas.microsoft.com/office/powerpoint/2010/main" val="10767670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 11">
            <a:extLst>
              <a:ext uri="{FF2B5EF4-FFF2-40B4-BE49-F238E27FC236}">
                <a16:creationId xmlns:a16="http://schemas.microsoft.com/office/drawing/2014/main" id="{76E664CC-C01F-C5CF-2B30-0F8E8B405D81}"/>
              </a:ext>
            </a:extLst>
          </p:cNvPr>
          <p:cNvPicPr>
            <a:picLocks noChangeAspect="1"/>
          </p:cNvPicPr>
          <p:nvPr/>
        </p:nvPicPr>
        <p:blipFill>
          <a:blip r:embed="rId2"/>
          <a:srcRect l="52801" t="16251" r="29379" b="70160"/>
          <a:stretch>
            <a:fillRect/>
          </a:stretch>
        </p:blipFill>
        <p:spPr>
          <a:xfrm>
            <a:off x="2649303" y="2442329"/>
            <a:ext cx="5720138" cy="2490114"/>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locale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Rectangle 2">
            <a:extLst>
              <a:ext uri="{FF2B5EF4-FFF2-40B4-BE49-F238E27FC236}">
                <a16:creationId xmlns:a16="http://schemas.microsoft.com/office/drawing/2014/main" id="{BABECE64-1973-30B8-8BA8-85E8DFAD91F1}"/>
              </a:ext>
            </a:extLst>
          </p:cNvPr>
          <p:cNvSpPr/>
          <p:nvPr/>
        </p:nvSpPr>
        <p:spPr>
          <a:xfrm>
            <a:off x="3292853" y="2848524"/>
            <a:ext cx="860263" cy="83886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Rectangle 4">
            <a:extLst>
              <a:ext uri="{FF2B5EF4-FFF2-40B4-BE49-F238E27FC236}">
                <a16:creationId xmlns:a16="http://schemas.microsoft.com/office/drawing/2014/main" id="{395005D2-76BB-3074-76F8-D1E48C360CCD}"/>
              </a:ext>
            </a:extLst>
          </p:cNvPr>
          <p:cNvSpPr/>
          <p:nvPr/>
        </p:nvSpPr>
        <p:spPr>
          <a:xfrm>
            <a:off x="4241096" y="2847917"/>
            <a:ext cx="289845" cy="28435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Légende : encadrée à une bordure 5">
            <a:extLst>
              <a:ext uri="{FF2B5EF4-FFF2-40B4-BE49-F238E27FC236}">
                <a16:creationId xmlns:a16="http://schemas.microsoft.com/office/drawing/2014/main" id="{6CCC1849-A415-202A-0C34-FCF17F0F7B9F}"/>
              </a:ext>
            </a:extLst>
          </p:cNvPr>
          <p:cNvSpPr/>
          <p:nvPr/>
        </p:nvSpPr>
        <p:spPr>
          <a:xfrm flipH="1">
            <a:off x="200863" y="4391283"/>
            <a:ext cx="1999407" cy="708859"/>
          </a:xfrm>
          <a:prstGeom prst="accentBorderCallout1">
            <a:avLst>
              <a:gd name="adj1" fmla="val 18750"/>
              <a:gd name="adj2" fmla="val -8333"/>
              <a:gd name="adj3" fmla="val -62743"/>
              <a:gd name="adj4" fmla="val -52569"/>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a:t>
            </a:r>
          </a:p>
        </p:txBody>
      </p:sp>
      <p:sp>
        <p:nvSpPr>
          <p:cNvPr id="7" name="Légende : encadrée à une bordure 6">
            <a:extLst>
              <a:ext uri="{FF2B5EF4-FFF2-40B4-BE49-F238E27FC236}">
                <a16:creationId xmlns:a16="http://schemas.microsoft.com/office/drawing/2014/main" id="{59208C1D-522D-3CF4-0DB4-C8C129A46416}"/>
              </a:ext>
            </a:extLst>
          </p:cNvPr>
          <p:cNvSpPr/>
          <p:nvPr/>
        </p:nvSpPr>
        <p:spPr>
          <a:xfrm>
            <a:off x="8818474" y="4606253"/>
            <a:ext cx="3093177" cy="728647"/>
          </a:xfrm>
          <a:prstGeom prst="accentBorderCallout1">
            <a:avLst>
              <a:gd name="adj1" fmla="val 18750"/>
              <a:gd name="adj2" fmla="val -8333"/>
              <a:gd name="adj3" fmla="val -39783"/>
              <a:gd name="adj4" fmla="val -6470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l’interface réseau sur laquelle se fait la publication (uniquement la publication est arrêtée)</a:t>
            </a:r>
          </a:p>
        </p:txBody>
      </p:sp>
      <p:sp>
        <p:nvSpPr>
          <p:cNvPr id="14" name="Rectangle 13">
            <a:extLst>
              <a:ext uri="{FF2B5EF4-FFF2-40B4-BE49-F238E27FC236}">
                <a16:creationId xmlns:a16="http://schemas.microsoft.com/office/drawing/2014/main" id="{4417BE45-5776-678C-886E-B30AF6338DB5}"/>
              </a:ext>
            </a:extLst>
          </p:cNvPr>
          <p:cNvSpPr/>
          <p:nvPr/>
        </p:nvSpPr>
        <p:spPr>
          <a:xfrm>
            <a:off x="4642233" y="4519772"/>
            <a:ext cx="851886" cy="280044"/>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78FA8705-3EE6-B863-051A-C0EACFFD37D6}"/>
              </a:ext>
            </a:extLst>
          </p:cNvPr>
          <p:cNvSpPr/>
          <p:nvPr/>
        </p:nvSpPr>
        <p:spPr>
          <a:xfrm>
            <a:off x="5846852" y="4523547"/>
            <a:ext cx="724501" cy="2762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73F52DC7-A2F8-A7FD-1DF7-4DEF03BC1ACE}"/>
              </a:ext>
            </a:extLst>
          </p:cNvPr>
          <p:cNvSpPr/>
          <p:nvPr/>
        </p:nvSpPr>
        <p:spPr>
          <a:xfrm>
            <a:off x="3270628" y="3760483"/>
            <a:ext cx="564356" cy="2059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E24A82F3-1AC6-950F-058A-1585E07E3363}"/>
              </a:ext>
            </a:extLst>
          </p:cNvPr>
          <p:cNvSpPr/>
          <p:nvPr/>
        </p:nvSpPr>
        <p:spPr>
          <a:xfrm>
            <a:off x="4532394" y="3758741"/>
            <a:ext cx="1938947" cy="2059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CB8F585F-D411-1838-ED6A-320FD56372B5}"/>
              </a:ext>
            </a:extLst>
          </p:cNvPr>
          <p:cNvSpPr/>
          <p:nvPr/>
        </p:nvSpPr>
        <p:spPr>
          <a:xfrm>
            <a:off x="4224530" y="3189542"/>
            <a:ext cx="3634135" cy="227574"/>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A99432E0-FB67-7B6C-A419-8470C2B69BDE}"/>
              </a:ext>
            </a:extLst>
          </p:cNvPr>
          <p:cNvSpPr/>
          <p:nvPr/>
        </p:nvSpPr>
        <p:spPr>
          <a:xfrm>
            <a:off x="5059752" y="4163708"/>
            <a:ext cx="1692576"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Légende : encadrée à une bordure 21">
            <a:extLst>
              <a:ext uri="{FF2B5EF4-FFF2-40B4-BE49-F238E27FC236}">
                <a16:creationId xmlns:a16="http://schemas.microsoft.com/office/drawing/2014/main" id="{43C37784-6A64-22FE-527F-F90DFBFB77AA}"/>
              </a:ext>
            </a:extLst>
          </p:cNvPr>
          <p:cNvSpPr/>
          <p:nvPr/>
        </p:nvSpPr>
        <p:spPr>
          <a:xfrm flipH="1">
            <a:off x="1413371" y="5598927"/>
            <a:ext cx="2981324" cy="436361"/>
          </a:xfrm>
          <a:prstGeom prst="accentBorderCallout1">
            <a:avLst>
              <a:gd name="adj1" fmla="val 18750"/>
              <a:gd name="adj2" fmla="val -8333"/>
              <a:gd name="adj3" fmla="val -180186"/>
              <a:gd name="adj4" fmla="val -2782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23" name="Légende : encadrée à une bordure 22">
            <a:extLst>
              <a:ext uri="{FF2B5EF4-FFF2-40B4-BE49-F238E27FC236}">
                <a16:creationId xmlns:a16="http://schemas.microsoft.com/office/drawing/2014/main" id="{3C6CC558-66AD-0A1E-CE1F-CB2A19073262}"/>
              </a:ext>
            </a:extLst>
          </p:cNvPr>
          <p:cNvSpPr/>
          <p:nvPr/>
        </p:nvSpPr>
        <p:spPr>
          <a:xfrm>
            <a:off x="6822892" y="5598927"/>
            <a:ext cx="3093099" cy="436362"/>
          </a:xfrm>
          <a:prstGeom prst="accentBorderCallout1">
            <a:avLst>
              <a:gd name="adj1" fmla="val 18750"/>
              <a:gd name="adj2" fmla="val -8333"/>
              <a:gd name="adj3" fmla="val -180708"/>
              <a:gd name="adj4" fmla="val -2458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24" name="Légende : encadrée à une bordure 23">
            <a:extLst>
              <a:ext uri="{FF2B5EF4-FFF2-40B4-BE49-F238E27FC236}">
                <a16:creationId xmlns:a16="http://schemas.microsoft.com/office/drawing/2014/main" id="{C956C3BA-6C73-CCF2-A04C-8C94086C7B7C}"/>
              </a:ext>
            </a:extLst>
          </p:cNvPr>
          <p:cNvSpPr/>
          <p:nvPr/>
        </p:nvSpPr>
        <p:spPr>
          <a:xfrm>
            <a:off x="5338835" y="1787226"/>
            <a:ext cx="3093177" cy="283867"/>
          </a:xfrm>
          <a:prstGeom prst="accentBorderCallout1">
            <a:avLst>
              <a:gd name="adj1" fmla="val 18750"/>
              <a:gd name="adj2" fmla="val -8333"/>
              <a:gd name="adj3" fmla="val 364266"/>
              <a:gd name="adj4" fmla="val -321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9" name="Légende : encadrée à une bordure 8">
            <a:extLst>
              <a:ext uri="{FF2B5EF4-FFF2-40B4-BE49-F238E27FC236}">
                <a16:creationId xmlns:a16="http://schemas.microsoft.com/office/drawing/2014/main" id="{B7FEAA23-6085-2E30-8572-FE73AB82590C}"/>
              </a:ext>
            </a:extLst>
          </p:cNvPr>
          <p:cNvSpPr/>
          <p:nvPr/>
        </p:nvSpPr>
        <p:spPr>
          <a:xfrm>
            <a:off x="8799233" y="3775693"/>
            <a:ext cx="2443727" cy="528400"/>
          </a:xfrm>
          <a:prstGeom prst="accentBorderCallout1">
            <a:avLst>
              <a:gd name="adj1" fmla="val 18750"/>
              <a:gd name="adj2" fmla="val -8333"/>
              <a:gd name="adj3" fmla="val 13871"/>
              <a:gd name="adj4" fmla="val -9452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publication</a:t>
            </a:r>
          </a:p>
        </p:txBody>
      </p:sp>
      <p:sp>
        <p:nvSpPr>
          <p:cNvPr id="10" name="Légende : encadrée à une bordure 9">
            <a:extLst>
              <a:ext uri="{FF2B5EF4-FFF2-40B4-BE49-F238E27FC236}">
                <a16:creationId xmlns:a16="http://schemas.microsoft.com/office/drawing/2014/main" id="{B52EF86D-49EF-1F5A-5F8A-29D543E6A124}"/>
              </a:ext>
            </a:extLst>
          </p:cNvPr>
          <p:cNvSpPr/>
          <p:nvPr/>
        </p:nvSpPr>
        <p:spPr>
          <a:xfrm>
            <a:off x="8762713" y="2173996"/>
            <a:ext cx="2042286" cy="528400"/>
          </a:xfrm>
          <a:prstGeom prst="accentBorderCallout1">
            <a:avLst>
              <a:gd name="adj1" fmla="val 18750"/>
              <a:gd name="adj2" fmla="val -8333"/>
              <a:gd name="adj3" fmla="val 190573"/>
              <a:gd name="adj4" fmla="val -9026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local</a:t>
            </a:r>
          </a:p>
        </p:txBody>
      </p:sp>
      <p:sp>
        <p:nvSpPr>
          <p:cNvPr id="11" name="Légende : encadrée à une bordure 10">
            <a:extLst>
              <a:ext uri="{FF2B5EF4-FFF2-40B4-BE49-F238E27FC236}">
                <a16:creationId xmlns:a16="http://schemas.microsoft.com/office/drawing/2014/main" id="{899B5126-BD57-A47D-E10C-B59B778D74C6}"/>
              </a:ext>
            </a:extLst>
          </p:cNvPr>
          <p:cNvSpPr/>
          <p:nvPr/>
        </p:nvSpPr>
        <p:spPr>
          <a:xfrm flipH="1">
            <a:off x="474288" y="2519994"/>
            <a:ext cx="1725982" cy="528400"/>
          </a:xfrm>
          <a:prstGeom prst="accentBorderCallout1">
            <a:avLst>
              <a:gd name="adj1" fmla="val 18750"/>
              <a:gd name="adj2" fmla="val -8333"/>
              <a:gd name="adj3" fmla="val 96009"/>
              <a:gd name="adj4" fmla="val -6121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local</a:t>
            </a:r>
          </a:p>
        </p:txBody>
      </p:sp>
      <p:sp>
        <p:nvSpPr>
          <p:cNvPr id="15" name="Rectangle 14">
            <a:extLst>
              <a:ext uri="{FF2B5EF4-FFF2-40B4-BE49-F238E27FC236}">
                <a16:creationId xmlns:a16="http://schemas.microsoft.com/office/drawing/2014/main" id="{C8F1B060-4900-4652-32FA-78E0AEE6216F}"/>
              </a:ext>
            </a:extLst>
          </p:cNvPr>
          <p:cNvSpPr/>
          <p:nvPr/>
        </p:nvSpPr>
        <p:spPr>
          <a:xfrm>
            <a:off x="7930230" y="3154167"/>
            <a:ext cx="289845" cy="28435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D34F33BE-3310-E160-BF33-7A046348D898}"/>
              </a:ext>
            </a:extLst>
          </p:cNvPr>
          <p:cNvSpPr/>
          <p:nvPr/>
        </p:nvSpPr>
        <p:spPr>
          <a:xfrm>
            <a:off x="8762713" y="3048394"/>
            <a:ext cx="2480247" cy="494354"/>
          </a:xfrm>
          <a:prstGeom prst="accentBorderCallout1">
            <a:avLst>
              <a:gd name="adj1" fmla="val 18750"/>
              <a:gd name="adj2" fmla="val -8333"/>
              <a:gd name="adj3" fmla="val 43273"/>
              <a:gd name="adj4" fmla="val -2196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l’URL complète dans le presse-papier</a:t>
            </a:r>
          </a:p>
        </p:txBody>
      </p:sp>
    </p:spTree>
    <p:extLst>
      <p:ext uri="{BB962C8B-B14F-4D97-AF65-F5344CB8AC3E}">
        <p14:creationId xmlns:p14="http://schemas.microsoft.com/office/powerpoint/2010/main" val="21243479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3E8E9B42-FD3E-DB37-C4DE-EBAB1B7BB529}"/>
              </a:ext>
            </a:extLst>
          </p:cNvPr>
          <p:cNvPicPr>
            <a:picLocks noChangeAspect="1"/>
          </p:cNvPicPr>
          <p:nvPr/>
        </p:nvPicPr>
        <p:blipFill>
          <a:blip r:embed="rId2"/>
          <a:srcRect l="70121" t="16251" r="12261" b="56637"/>
          <a:stretch>
            <a:fillRect/>
          </a:stretch>
        </p:blipFill>
        <p:spPr>
          <a:xfrm>
            <a:off x="3844314" y="1893625"/>
            <a:ext cx="3777069" cy="3318056"/>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1" y="980322"/>
            <a:ext cx="11088033" cy="528400"/>
          </a:xfrm>
        </p:spPr>
        <p:txBody>
          <a:bodyPr/>
          <a:lstStyle/>
          <a:p>
            <a:r>
              <a:rPr lang="fr-FR" dirty="0"/>
              <a:t>Ecran Principal – Publication distante (config. </a:t>
            </a:r>
            <a:r>
              <a:rPr lang="fr-FR" dirty="0" err="1"/>
              <a:t>FFJudo</a:t>
            </a:r>
            <a:r>
              <a:rPr lang="fr-FR" dirty="0"/>
              <a:t>)</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Légende : encadrée à une bordure 2">
            <a:extLst>
              <a:ext uri="{FF2B5EF4-FFF2-40B4-BE49-F238E27FC236}">
                <a16:creationId xmlns:a16="http://schemas.microsoft.com/office/drawing/2014/main" id="{5DF710E1-6B0F-2D1A-5333-C6A339EFA4B4}"/>
              </a:ext>
            </a:extLst>
          </p:cNvPr>
          <p:cNvSpPr/>
          <p:nvPr/>
        </p:nvSpPr>
        <p:spPr>
          <a:xfrm flipH="1">
            <a:off x="158414" y="2423446"/>
            <a:ext cx="3181935" cy="528401"/>
          </a:xfrm>
          <a:prstGeom prst="accentBorderCallout1">
            <a:avLst>
              <a:gd name="adj1" fmla="val 18750"/>
              <a:gd name="adj2" fmla="val -8333"/>
              <a:gd name="adj3" fmla="val 79538"/>
              <a:gd name="adj4" fmla="val -2835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5" name="Légende : encadrée à une bordure 4">
            <a:extLst>
              <a:ext uri="{FF2B5EF4-FFF2-40B4-BE49-F238E27FC236}">
                <a16:creationId xmlns:a16="http://schemas.microsoft.com/office/drawing/2014/main" id="{FB2F494F-0684-98FA-ECB8-64E23EC27442}"/>
              </a:ext>
            </a:extLst>
          </p:cNvPr>
          <p:cNvSpPr/>
          <p:nvPr/>
        </p:nvSpPr>
        <p:spPr>
          <a:xfrm flipH="1">
            <a:off x="1249961" y="5321823"/>
            <a:ext cx="2890838" cy="436361"/>
          </a:xfrm>
          <a:prstGeom prst="accentBorderCallout1">
            <a:avLst>
              <a:gd name="adj1" fmla="val 18750"/>
              <a:gd name="adj2" fmla="val -8333"/>
              <a:gd name="adj3" fmla="val -40713"/>
              <a:gd name="adj4" fmla="val -2333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6" name="Légende : encadrée à une bordure 5">
            <a:extLst>
              <a:ext uri="{FF2B5EF4-FFF2-40B4-BE49-F238E27FC236}">
                <a16:creationId xmlns:a16="http://schemas.microsoft.com/office/drawing/2014/main" id="{95A938E3-0DA7-1487-29F8-5304DED3DFF4}"/>
              </a:ext>
            </a:extLst>
          </p:cNvPr>
          <p:cNvSpPr/>
          <p:nvPr/>
        </p:nvSpPr>
        <p:spPr>
          <a:xfrm>
            <a:off x="8408079" y="3277781"/>
            <a:ext cx="3553585" cy="318133"/>
          </a:xfrm>
          <a:prstGeom prst="accentBorderCallout1">
            <a:avLst>
              <a:gd name="adj1" fmla="val 18750"/>
              <a:gd name="adj2" fmla="val -8333"/>
              <a:gd name="adj3" fmla="val -129153"/>
              <a:gd name="adj4" fmla="val -2537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synchronisation</a:t>
            </a:r>
          </a:p>
        </p:txBody>
      </p:sp>
      <p:sp>
        <p:nvSpPr>
          <p:cNvPr id="7" name="Rectangle 6">
            <a:extLst>
              <a:ext uri="{FF2B5EF4-FFF2-40B4-BE49-F238E27FC236}">
                <a16:creationId xmlns:a16="http://schemas.microsoft.com/office/drawing/2014/main" id="{D8FA2FB0-E3EC-41F4-14F7-AB2312E487D4}"/>
              </a:ext>
            </a:extLst>
          </p:cNvPr>
          <p:cNvSpPr/>
          <p:nvPr/>
        </p:nvSpPr>
        <p:spPr>
          <a:xfrm>
            <a:off x="4233862" y="2768255"/>
            <a:ext cx="455967"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F0A17CB-3719-F037-0835-52B92B1524DA}"/>
              </a:ext>
            </a:extLst>
          </p:cNvPr>
          <p:cNvSpPr/>
          <p:nvPr/>
        </p:nvSpPr>
        <p:spPr>
          <a:xfrm>
            <a:off x="4903308" y="3417706"/>
            <a:ext cx="693946" cy="15650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43F307D-D4A4-43ED-11D4-7813C0A1057E}"/>
              </a:ext>
            </a:extLst>
          </p:cNvPr>
          <p:cNvSpPr/>
          <p:nvPr/>
        </p:nvSpPr>
        <p:spPr>
          <a:xfrm>
            <a:off x="4771236" y="2768255"/>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350CAEEF-2F76-777F-0465-CE5003589BAC}"/>
              </a:ext>
            </a:extLst>
          </p:cNvPr>
          <p:cNvSpPr/>
          <p:nvPr/>
        </p:nvSpPr>
        <p:spPr>
          <a:xfrm>
            <a:off x="6300513" y="2768923"/>
            <a:ext cx="1201660"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3824035A-022A-6928-676B-A52F65DA4B32}"/>
              </a:ext>
            </a:extLst>
          </p:cNvPr>
          <p:cNvSpPr/>
          <p:nvPr/>
        </p:nvSpPr>
        <p:spPr>
          <a:xfrm>
            <a:off x="4881772" y="2156321"/>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7627A490-22C2-C8BF-7BF9-0E1743F5D9F1}"/>
              </a:ext>
            </a:extLst>
          </p:cNvPr>
          <p:cNvSpPr/>
          <p:nvPr/>
        </p:nvSpPr>
        <p:spPr>
          <a:xfrm>
            <a:off x="8229545" y="1663219"/>
            <a:ext cx="3093177" cy="283867"/>
          </a:xfrm>
          <a:prstGeom prst="accentBorderCallout1">
            <a:avLst>
              <a:gd name="adj1" fmla="val 18750"/>
              <a:gd name="adj2" fmla="val -8333"/>
              <a:gd name="adj3" fmla="val 208143"/>
              <a:gd name="adj4" fmla="val -10092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22" name="Rectangle 21">
            <a:extLst>
              <a:ext uri="{FF2B5EF4-FFF2-40B4-BE49-F238E27FC236}">
                <a16:creationId xmlns:a16="http://schemas.microsoft.com/office/drawing/2014/main" id="{52130FBA-E1C2-64FE-57BE-63B025D009C8}"/>
              </a:ext>
            </a:extLst>
          </p:cNvPr>
          <p:cNvSpPr/>
          <p:nvPr/>
        </p:nvSpPr>
        <p:spPr>
          <a:xfrm>
            <a:off x="4275912" y="2171699"/>
            <a:ext cx="556965" cy="56683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26ABAFBB-4292-6526-E46C-AD548DD36265}"/>
              </a:ext>
            </a:extLst>
          </p:cNvPr>
          <p:cNvSpPr/>
          <p:nvPr/>
        </p:nvSpPr>
        <p:spPr>
          <a:xfrm>
            <a:off x="4881772" y="2400002"/>
            <a:ext cx="2414378" cy="15524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Légende : encadrée à une bordure 23">
            <a:extLst>
              <a:ext uri="{FF2B5EF4-FFF2-40B4-BE49-F238E27FC236}">
                <a16:creationId xmlns:a16="http://schemas.microsoft.com/office/drawing/2014/main" id="{F6DDA019-BDB1-15FF-1D38-316254807098}"/>
              </a:ext>
            </a:extLst>
          </p:cNvPr>
          <p:cNvSpPr/>
          <p:nvPr/>
        </p:nvSpPr>
        <p:spPr>
          <a:xfrm>
            <a:off x="8408079" y="2148999"/>
            <a:ext cx="2667954" cy="310492"/>
          </a:xfrm>
          <a:prstGeom prst="accentBorderCallout1">
            <a:avLst>
              <a:gd name="adj1" fmla="val 18750"/>
              <a:gd name="adj2" fmla="val -8333"/>
              <a:gd name="adj3" fmla="val 73573"/>
              <a:gd name="adj4" fmla="val -5565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distant</a:t>
            </a:r>
          </a:p>
        </p:txBody>
      </p:sp>
      <p:sp>
        <p:nvSpPr>
          <p:cNvPr id="25" name="Légende : encadrée à une bordure 24">
            <a:extLst>
              <a:ext uri="{FF2B5EF4-FFF2-40B4-BE49-F238E27FC236}">
                <a16:creationId xmlns:a16="http://schemas.microsoft.com/office/drawing/2014/main" id="{B5AA1214-2CF5-6CE8-9EE9-1F6CD7C91B75}"/>
              </a:ext>
            </a:extLst>
          </p:cNvPr>
          <p:cNvSpPr/>
          <p:nvPr/>
        </p:nvSpPr>
        <p:spPr>
          <a:xfrm flipH="1">
            <a:off x="538635" y="1798512"/>
            <a:ext cx="2515960" cy="329802"/>
          </a:xfrm>
          <a:prstGeom prst="accentBorderCallout1">
            <a:avLst>
              <a:gd name="adj1" fmla="val 18750"/>
              <a:gd name="adj2" fmla="val -8333"/>
              <a:gd name="adj3" fmla="val 136316"/>
              <a:gd name="adj4" fmla="val -4782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distant</a:t>
            </a:r>
          </a:p>
        </p:txBody>
      </p:sp>
      <p:sp>
        <p:nvSpPr>
          <p:cNvPr id="26" name="Légende : encadrée à une bordure 25">
            <a:extLst>
              <a:ext uri="{FF2B5EF4-FFF2-40B4-BE49-F238E27FC236}">
                <a16:creationId xmlns:a16="http://schemas.microsoft.com/office/drawing/2014/main" id="{9B17BAE4-CF10-4A37-3608-E094E75B42ED}"/>
              </a:ext>
            </a:extLst>
          </p:cNvPr>
          <p:cNvSpPr/>
          <p:nvPr/>
        </p:nvSpPr>
        <p:spPr>
          <a:xfrm flipH="1">
            <a:off x="158413" y="3153820"/>
            <a:ext cx="3181935" cy="346586"/>
          </a:xfrm>
          <a:prstGeom prst="accentBorderCallout1">
            <a:avLst>
              <a:gd name="adj1" fmla="val 18750"/>
              <a:gd name="adj2" fmla="val -8333"/>
              <a:gd name="adj3" fmla="val -58501"/>
              <a:gd name="adj4" fmla="val -4469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courant de la publication</a:t>
            </a:r>
          </a:p>
        </p:txBody>
      </p:sp>
      <p:sp>
        <p:nvSpPr>
          <p:cNvPr id="27" name="Rectangle 26">
            <a:extLst>
              <a:ext uri="{FF2B5EF4-FFF2-40B4-BE49-F238E27FC236}">
                <a16:creationId xmlns:a16="http://schemas.microsoft.com/office/drawing/2014/main" id="{3E188DB9-6F25-E704-0087-60E2A8F822D0}"/>
              </a:ext>
            </a:extLst>
          </p:cNvPr>
          <p:cNvSpPr/>
          <p:nvPr/>
        </p:nvSpPr>
        <p:spPr>
          <a:xfrm>
            <a:off x="6224510" y="4909859"/>
            <a:ext cx="557290"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1DF4DDB3-6697-B3CF-CED3-FC1D4C463BED}"/>
              </a:ext>
            </a:extLst>
          </p:cNvPr>
          <p:cNvSpPr/>
          <p:nvPr/>
        </p:nvSpPr>
        <p:spPr>
          <a:xfrm>
            <a:off x="4800760" y="4913036"/>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110C5125-9643-B83C-A1E1-D5EFF9128535}"/>
              </a:ext>
            </a:extLst>
          </p:cNvPr>
          <p:cNvSpPr/>
          <p:nvPr/>
        </p:nvSpPr>
        <p:spPr>
          <a:xfrm>
            <a:off x="5597254" y="4909860"/>
            <a:ext cx="535556"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95C66531-5F58-187E-27AB-A9A57E47E8D4}"/>
              </a:ext>
            </a:extLst>
          </p:cNvPr>
          <p:cNvSpPr/>
          <p:nvPr/>
        </p:nvSpPr>
        <p:spPr>
          <a:xfrm flipH="1">
            <a:off x="2160543" y="5910871"/>
            <a:ext cx="2721229" cy="436362"/>
          </a:xfrm>
          <a:prstGeom prst="accentBorderCallout1">
            <a:avLst>
              <a:gd name="adj1" fmla="val 18750"/>
              <a:gd name="adj2" fmla="val -8333"/>
              <a:gd name="adj3" fmla="val -175320"/>
              <a:gd name="adj4" fmla="val -3285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31" name="Légende : encadrée à une bordure 30">
            <a:extLst>
              <a:ext uri="{FF2B5EF4-FFF2-40B4-BE49-F238E27FC236}">
                <a16:creationId xmlns:a16="http://schemas.microsoft.com/office/drawing/2014/main" id="{D7E0AC33-E8EE-1D3F-B260-3D849A25761F}"/>
              </a:ext>
            </a:extLst>
          </p:cNvPr>
          <p:cNvSpPr/>
          <p:nvPr/>
        </p:nvSpPr>
        <p:spPr>
          <a:xfrm>
            <a:off x="7471886" y="5910871"/>
            <a:ext cx="3816602" cy="436362"/>
          </a:xfrm>
          <a:prstGeom prst="accentBorderCallout1">
            <a:avLst>
              <a:gd name="adj1" fmla="val 18750"/>
              <a:gd name="adj2" fmla="val -8333"/>
              <a:gd name="adj3" fmla="val -176254"/>
              <a:gd name="adj4" fmla="val -2247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Supprimer TOUT le contenu du répertoire racine sur le site distant (uniquement si arrêtée)</a:t>
            </a:r>
          </a:p>
        </p:txBody>
      </p:sp>
      <p:sp>
        <p:nvSpPr>
          <p:cNvPr id="32" name="Rectangle 31">
            <a:extLst>
              <a:ext uri="{FF2B5EF4-FFF2-40B4-BE49-F238E27FC236}">
                <a16:creationId xmlns:a16="http://schemas.microsoft.com/office/drawing/2014/main" id="{C6F874CA-11DD-E066-B760-3451C7C1181C}"/>
              </a:ext>
            </a:extLst>
          </p:cNvPr>
          <p:cNvSpPr/>
          <p:nvPr/>
        </p:nvSpPr>
        <p:spPr>
          <a:xfrm>
            <a:off x="4902896" y="3621463"/>
            <a:ext cx="991489"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00933C6C-730F-CF44-8EDD-A9937DC42276}"/>
              </a:ext>
            </a:extLst>
          </p:cNvPr>
          <p:cNvSpPr/>
          <p:nvPr/>
        </p:nvSpPr>
        <p:spPr>
          <a:xfrm>
            <a:off x="4906104" y="3857873"/>
            <a:ext cx="1668461" cy="131917"/>
          </a:xfrm>
          <a:prstGeom prst="rect">
            <a:avLst/>
          </a:prstGeom>
          <a:solidFill>
            <a:srgbClr val="FFFFFF"/>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8" name="Légende : encadrée à une bordure 47">
            <a:extLst>
              <a:ext uri="{FF2B5EF4-FFF2-40B4-BE49-F238E27FC236}">
                <a16:creationId xmlns:a16="http://schemas.microsoft.com/office/drawing/2014/main" id="{0D09D379-D56C-7101-8F9E-FE3B3F5B9FAB}"/>
              </a:ext>
            </a:extLst>
          </p:cNvPr>
          <p:cNvSpPr/>
          <p:nvPr/>
        </p:nvSpPr>
        <p:spPr>
          <a:xfrm flipH="1">
            <a:off x="198921" y="3676568"/>
            <a:ext cx="3141429" cy="294010"/>
          </a:xfrm>
          <a:prstGeom prst="accentBorderCallout1">
            <a:avLst>
              <a:gd name="adj1" fmla="val 18750"/>
              <a:gd name="adj2" fmla="val -8333"/>
              <a:gd name="adj3" fmla="val -84983"/>
              <a:gd name="adj4" fmla="val -2161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l’isolation des compétitions</a:t>
            </a:r>
          </a:p>
        </p:txBody>
      </p:sp>
      <p:sp>
        <p:nvSpPr>
          <p:cNvPr id="49" name="Légende : encadrée à une bordure 48">
            <a:extLst>
              <a:ext uri="{FF2B5EF4-FFF2-40B4-BE49-F238E27FC236}">
                <a16:creationId xmlns:a16="http://schemas.microsoft.com/office/drawing/2014/main" id="{EB806472-C540-6680-553C-F34BEE69F471}"/>
              </a:ext>
            </a:extLst>
          </p:cNvPr>
          <p:cNvSpPr/>
          <p:nvPr/>
        </p:nvSpPr>
        <p:spPr>
          <a:xfrm flipH="1">
            <a:off x="198917" y="4095348"/>
            <a:ext cx="3141430" cy="436361"/>
          </a:xfrm>
          <a:prstGeom prst="accentBorderCallout1">
            <a:avLst>
              <a:gd name="adj1" fmla="val 18750"/>
              <a:gd name="adj2" fmla="val -8333"/>
              <a:gd name="adj3" fmla="val -137994"/>
              <a:gd name="adj4" fmla="val -4874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Niveau de publication (Comites, Ligues ou Nationaux)</a:t>
            </a:r>
          </a:p>
        </p:txBody>
      </p:sp>
      <p:sp>
        <p:nvSpPr>
          <p:cNvPr id="51" name="Légende : encadrée à une bordure 50">
            <a:extLst>
              <a:ext uri="{FF2B5EF4-FFF2-40B4-BE49-F238E27FC236}">
                <a16:creationId xmlns:a16="http://schemas.microsoft.com/office/drawing/2014/main" id="{1331D3F2-975A-E815-C18B-1E07A9C0EDEF}"/>
              </a:ext>
            </a:extLst>
          </p:cNvPr>
          <p:cNvSpPr/>
          <p:nvPr/>
        </p:nvSpPr>
        <p:spPr>
          <a:xfrm>
            <a:off x="8408079" y="5163767"/>
            <a:ext cx="2783011" cy="286471"/>
          </a:xfrm>
          <a:prstGeom prst="accentBorderCallout1">
            <a:avLst>
              <a:gd name="adj1" fmla="val 18750"/>
              <a:gd name="adj2" fmla="val -8333"/>
              <a:gd name="adj3" fmla="val -401645"/>
              <a:gd name="adj4" fmla="val -6419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Mot de passe de connexion FTP</a:t>
            </a:r>
          </a:p>
        </p:txBody>
      </p:sp>
      <p:sp>
        <p:nvSpPr>
          <p:cNvPr id="11" name="Légende : encadrée à une bordure 10">
            <a:extLst>
              <a:ext uri="{FF2B5EF4-FFF2-40B4-BE49-F238E27FC236}">
                <a16:creationId xmlns:a16="http://schemas.microsoft.com/office/drawing/2014/main" id="{CAEB548B-42DB-11DA-0F85-97130796DF53}"/>
              </a:ext>
            </a:extLst>
          </p:cNvPr>
          <p:cNvSpPr/>
          <p:nvPr/>
        </p:nvSpPr>
        <p:spPr>
          <a:xfrm>
            <a:off x="8408079" y="4447884"/>
            <a:ext cx="3550562" cy="228497"/>
          </a:xfrm>
          <a:prstGeom prst="accentBorderCallout1">
            <a:avLst>
              <a:gd name="adj1" fmla="val 18750"/>
              <a:gd name="adj2" fmla="val -8333"/>
              <a:gd name="adj3" fmla="val -558412"/>
              <a:gd name="adj4" fmla="val -8097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configuration </a:t>
            </a:r>
            <a:r>
              <a:rPr lang="fr-FR" sz="1400" dirty="0" err="1"/>
              <a:t>FFJudo</a:t>
            </a:r>
            <a:endParaRPr lang="fr-FR" sz="1400" dirty="0"/>
          </a:p>
        </p:txBody>
      </p:sp>
      <p:sp>
        <p:nvSpPr>
          <p:cNvPr id="12" name="Rectangle 11">
            <a:extLst>
              <a:ext uri="{FF2B5EF4-FFF2-40B4-BE49-F238E27FC236}">
                <a16:creationId xmlns:a16="http://schemas.microsoft.com/office/drawing/2014/main" id="{9357D6A4-0B0F-89EC-1C4E-A72B31E70BB4}"/>
              </a:ext>
            </a:extLst>
          </p:cNvPr>
          <p:cNvSpPr/>
          <p:nvPr/>
        </p:nvSpPr>
        <p:spPr>
          <a:xfrm>
            <a:off x="3998938" y="3254438"/>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08E7E34B-C990-81F3-D52C-CB8D1C5A0F74}"/>
              </a:ext>
            </a:extLst>
          </p:cNvPr>
          <p:cNvSpPr/>
          <p:nvPr/>
        </p:nvSpPr>
        <p:spPr>
          <a:xfrm flipH="1">
            <a:off x="198916" y="4656479"/>
            <a:ext cx="3141431" cy="436361"/>
          </a:xfrm>
          <a:prstGeom prst="accentBorderCallout1">
            <a:avLst>
              <a:gd name="adj1" fmla="val 18750"/>
              <a:gd name="adj2" fmla="val -8333"/>
              <a:gd name="adj3" fmla="val -223708"/>
              <a:gd name="adj4" fmla="val -4888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Entité sélectionnée pour le niveau de publication</a:t>
            </a:r>
          </a:p>
        </p:txBody>
      </p:sp>
      <p:sp>
        <p:nvSpPr>
          <p:cNvPr id="15" name="Rectangle 14">
            <a:extLst>
              <a:ext uri="{FF2B5EF4-FFF2-40B4-BE49-F238E27FC236}">
                <a16:creationId xmlns:a16="http://schemas.microsoft.com/office/drawing/2014/main" id="{8CBD5103-C6D2-EEA2-AC3E-90D826D11C05}"/>
              </a:ext>
            </a:extLst>
          </p:cNvPr>
          <p:cNvSpPr/>
          <p:nvPr/>
        </p:nvSpPr>
        <p:spPr>
          <a:xfrm>
            <a:off x="7345045" y="2362515"/>
            <a:ext cx="217311" cy="20923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ABD65DE1-1A88-2F00-870A-C23EE9620DC1}"/>
              </a:ext>
            </a:extLst>
          </p:cNvPr>
          <p:cNvSpPr/>
          <p:nvPr/>
        </p:nvSpPr>
        <p:spPr>
          <a:xfrm>
            <a:off x="8411102" y="2647713"/>
            <a:ext cx="3374424" cy="283867"/>
          </a:xfrm>
          <a:prstGeom prst="accentBorderCallout1">
            <a:avLst>
              <a:gd name="adj1" fmla="val 18750"/>
              <a:gd name="adj2" fmla="val -8333"/>
              <a:gd name="adj3" fmla="val -53096"/>
              <a:gd name="adj4" fmla="val -2446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l’URL complète dans le presse-papier</a:t>
            </a:r>
          </a:p>
        </p:txBody>
      </p:sp>
      <p:sp>
        <p:nvSpPr>
          <p:cNvPr id="35" name="Rectangle 34">
            <a:extLst>
              <a:ext uri="{FF2B5EF4-FFF2-40B4-BE49-F238E27FC236}">
                <a16:creationId xmlns:a16="http://schemas.microsoft.com/office/drawing/2014/main" id="{340AEE65-6DC1-D81A-2991-ADAAA90336DC}"/>
              </a:ext>
            </a:extLst>
          </p:cNvPr>
          <p:cNvSpPr/>
          <p:nvPr/>
        </p:nvSpPr>
        <p:spPr>
          <a:xfrm>
            <a:off x="7345044" y="3074615"/>
            <a:ext cx="217311" cy="20923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6" name="Légende : encadrée à une bordure 35">
            <a:extLst>
              <a:ext uri="{FF2B5EF4-FFF2-40B4-BE49-F238E27FC236}">
                <a16:creationId xmlns:a16="http://schemas.microsoft.com/office/drawing/2014/main" id="{C52E90EE-44CA-E1CA-D5A2-153D0A4E2C26}"/>
              </a:ext>
            </a:extLst>
          </p:cNvPr>
          <p:cNvSpPr/>
          <p:nvPr/>
        </p:nvSpPr>
        <p:spPr>
          <a:xfrm>
            <a:off x="8408079" y="3913315"/>
            <a:ext cx="3550562" cy="228497"/>
          </a:xfrm>
          <a:prstGeom prst="accentBorderCallout1">
            <a:avLst>
              <a:gd name="adj1" fmla="val 18750"/>
              <a:gd name="adj2" fmla="val -8333"/>
              <a:gd name="adj3" fmla="val -271616"/>
              <a:gd name="adj4" fmla="val -2646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test de la connexion</a:t>
            </a:r>
          </a:p>
        </p:txBody>
      </p:sp>
      <p:sp>
        <p:nvSpPr>
          <p:cNvPr id="37" name="Rectangle 36">
            <a:extLst>
              <a:ext uri="{FF2B5EF4-FFF2-40B4-BE49-F238E27FC236}">
                <a16:creationId xmlns:a16="http://schemas.microsoft.com/office/drawing/2014/main" id="{671EFD07-B9B3-860A-64FA-5E9E8643589A}"/>
              </a:ext>
            </a:extLst>
          </p:cNvPr>
          <p:cNvSpPr/>
          <p:nvPr/>
        </p:nvSpPr>
        <p:spPr>
          <a:xfrm>
            <a:off x="4554394" y="3103595"/>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6523885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a:extLst>
              <a:ext uri="{FF2B5EF4-FFF2-40B4-BE49-F238E27FC236}">
                <a16:creationId xmlns:a16="http://schemas.microsoft.com/office/drawing/2014/main" id="{CC4260F6-BC55-D9BB-6DE1-F359E690FD3B}"/>
              </a:ext>
            </a:extLst>
          </p:cNvPr>
          <p:cNvPicPr>
            <a:picLocks noChangeAspect="1"/>
          </p:cNvPicPr>
          <p:nvPr/>
        </p:nvPicPr>
        <p:blipFill>
          <a:blip r:embed="rId2"/>
          <a:stretch>
            <a:fillRect/>
          </a:stretch>
        </p:blipFill>
        <p:spPr>
          <a:xfrm>
            <a:off x="3830432" y="1969717"/>
            <a:ext cx="4311396" cy="3790104"/>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1" y="980322"/>
            <a:ext cx="11088033" cy="528400"/>
          </a:xfrm>
        </p:spPr>
        <p:txBody>
          <a:bodyPr/>
          <a:lstStyle/>
          <a:p>
            <a:r>
              <a:rPr lang="fr-FR" dirty="0"/>
              <a:t>Ecran Principal – Publication distante (config. avancée)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Légende : encadrée à une bordure 2">
            <a:extLst>
              <a:ext uri="{FF2B5EF4-FFF2-40B4-BE49-F238E27FC236}">
                <a16:creationId xmlns:a16="http://schemas.microsoft.com/office/drawing/2014/main" id="{5DF710E1-6B0F-2D1A-5333-C6A339EFA4B4}"/>
              </a:ext>
            </a:extLst>
          </p:cNvPr>
          <p:cNvSpPr/>
          <p:nvPr/>
        </p:nvSpPr>
        <p:spPr>
          <a:xfrm flipH="1">
            <a:off x="158422" y="2750783"/>
            <a:ext cx="3181935" cy="528401"/>
          </a:xfrm>
          <a:prstGeom prst="accentBorderCallout1">
            <a:avLst>
              <a:gd name="adj1" fmla="val 18750"/>
              <a:gd name="adj2" fmla="val -8333"/>
              <a:gd name="adj3" fmla="val 47992"/>
              <a:gd name="adj4" fmla="val -1997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5" name="Légende : encadrée à une bordure 4">
            <a:extLst>
              <a:ext uri="{FF2B5EF4-FFF2-40B4-BE49-F238E27FC236}">
                <a16:creationId xmlns:a16="http://schemas.microsoft.com/office/drawing/2014/main" id="{FB2F494F-0684-98FA-ECB8-64E23EC27442}"/>
              </a:ext>
            </a:extLst>
          </p:cNvPr>
          <p:cNvSpPr/>
          <p:nvPr/>
        </p:nvSpPr>
        <p:spPr>
          <a:xfrm flipH="1">
            <a:off x="1390650" y="5425059"/>
            <a:ext cx="2890838" cy="436361"/>
          </a:xfrm>
          <a:prstGeom prst="accentBorderCallout1">
            <a:avLst>
              <a:gd name="adj1" fmla="val 18750"/>
              <a:gd name="adj2" fmla="val -8333"/>
              <a:gd name="adj3" fmla="val 27851"/>
              <a:gd name="adj4" fmla="val -2151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6" name="Légende : encadrée à une bordure 5">
            <a:extLst>
              <a:ext uri="{FF2B5EF4-FFF2-40B4-BE49-F238E27FC236}">
                <a16:creationId xmlns:a16="http://schemas.microsoft.com/office/drawing/2014/main" id="{95A938E3-0DA7-1487-29F8-5304DED3DFF4}"/>
              </a:ext>
            </a:extLst>
          </p:cNvPr>
          <p:cNvSpPr/>
          <p:nvPr/>
        </p:nvSpPr>
        <p:spPr>
          <a:xfrm>
            <a:off x="8582259" y="2372770"/>
            <a:ext cx="3374193" cy="436362"/>
          </a:xfrm>
          <a:prstGeom prst="accentBorderCallout1">
            <a:avLst>
              <a:gd name="adj1" fmla="val 18750"/>
              <a:gd name="adj2" fmla="val -8333"/>
              <a:gd name="adj3" fmla="val 161201"/>
              <a:gd name="adj4" fmla="val -2956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synchronisation</a:t>
            </a:r>
          </a:p>
        </p:txBody>
      </p:sp>
      <p:sp>
        <p:nvSpPr>
          <p:cNvPr id="7" name="Rectangle 6">
            <a:extLst>
              <a:ext uri="{FF2B5EF4-FFF2-40B4-BE49-F238E27FC236}">
                <a16:creationId xmlns:a16="http://schemas.microsoft.com/office/drawing/2014/main" id="{D8FA2FB0-E3EC-41F4-14F7-AB2312E487D4}"/>
              </a:ext>
            </a:extLst>
          </p:cNvPr>
          <p:cNvSpPr/>
          <p:nvPr/>
        </p:nvSpPr>
        <p:spPr>
          <a:xfrm>
            <a:off x="3958140" y="3089566"/>
            <a:ext cx="64669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F0A17CB-3719-F037-0835-52B92B1524DA}"/>
              </a:ext>
            </a:extLst>
          </p:cNvPr>
          <p:cNvSpPr/>
          <p:nvPr/>
        </p:nvSpPr>
        <p:spPr>
          <a:xfrm>
            <a:off x="5265261" y="3818368"/>
            <a:ext cx="2775951"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43F307D-D4A4-43ED-11D4-7813C0A1057E}"/>
              </a:ext>
            </a:extLst>
          </p:cNvPr>
          <p:cNvSpPr/>
          <p:nvPr/>
        </p:nvSpPr>
        <p:spPr>
          <a:xfrm>
            <a:off x="4734426" y="3093907"/>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350CAEEF-2F76-777F-0465-CE5003589BAC}"/>
              </a:ext>
            </a:extLst>
          </p:cNvPr>
          <p:cNvSpPr/>
          <p:nvPr/>
        </p:nvSpPr>
        <p:spPr>
          <a:xfrm>
            <a:off x="6252937" y="3096243"/>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3824035A-022A-6928-676B-A52F65DA4B32}"/>
              </a:ext>
            </a:extLst>
          </p:cNvPr>
          <p:cNvSpPr/>
          <p:nvPr/>
        </p:nvSpPr>
        <p:spPr>
          <a:xfrm>
            <a:off x="4849540" y="2434379"/>
            <a:ext cx="217311" cy="19853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7627A490-22C2-C8BF-7BF9-0E1743F5D9F1}"/>
              </a:ext>
            </a:extLst>
          </p:cNvPr>
          <p:cNvSpPr/>
          <p:nvPr/>
        </p:nvSpPr>
        <p:spPr>
          <a:xfrm flipH="1">
            <a:off x="191492" y="1764667"/>
            <a:ext cx="3148864" cy="283867"/>
          </a:xfrm>
          <a:prstGeom prst="accentBorderCallout1">
            <a:avLst>
              <a:gd name="adj1" fmla="val 18750"/>
              <a:gd name="adj2" fmla="val -8333"/>
              <a:gd name="adj3" fmla="val 228980"/>
              <a:gd name="adj4" fmla="val -4783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22" name="Rectangle 21">
            <a:extLst>
              <a:ext uri="{FF2B5EF4-FFF2-40B4-BE49-F238E27FC236}">
                <a16:creationId xmlns:a16="http://schemas.microsoft.com/office/drawing/2014/main" id="{52130FBA-E1C2-64FE-57BE-63B025D009C8}"/>
              </a:ext>
            </a:extLst>
          </p:cNvPr>
          <p:cNvSpPr/>
          <p:nvPr/>
        </p:nvSpPr>
        <p:spPr>
          <a:xfrm>
            <a:off x="4169264" y="2437472"/>
            <a:ext cx="646696" cy="652094"/>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26ABAFBB-4292-6526-E46C-AD548DD36265}"/>
              </a:ext>
            </a:extLst>
          </p:cNvPr>
          <p:cNvSpPr/>
          <p:nvPr/>
        </p:nvSpPr>
        <p:spPr>
          <a:xfrm>
            <a:off x="4828723" y="2667060"/>
            <a:ext cx="2688495" cy="181167"/>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Légende : encadrée à une bordure 23">
            <a:extLst>
              <a:ext uri="{FF2B5EF4-FFF2-40B4-BE49-F238E27FC236}">
                <a16:creationId xmlns:a16="http://schemas.microsoft.com/office/drawing/2014/main" id="{F6DDA019-BDB1-15FF-1D38-316254807098}"/>
              </a:ext>
            </a:extLst>
          </p:cNvPr>
          <p:cNvSpPr/>
          <p:nvPr/>
        </p:nvSpPr>
        <p:spPr>
          <a:xfrm>
            <a:off x="8582259" y="1546659"/>
            <a:ext cx="2667954" cy="310492"/>
          </a:xfrm>
          <a:prstGeom prst="accentBorderCallout1">
            <a:avLst>
              <a:gd name="adj1" fmla="val 18750"/>
              <a:gd name="adj2" fmla="val -8333"/>
              <a:gd name="adj3" fmla="val 361596"/>
              <a:gd name="adj4" fmla="val -56499"/>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distant</a:t>
            </a:r>
          </a:p>
        </p:txBody>
      </p:sp>
      <p:sp>
        <p:nvSpPr>
          <p:cNvPr id="25" name="Légende : encadrée à une bordure 24">
            <a:extLst>
              <a:ext uri="{FF2B5EF4-FFF2-40B4-BE49-F238E27FC236}">
                <a16:creationId xmlns:a16="http://schemas.microsoft.com/office/drawing/2014/main" id="{B5AA1214-2CF5-6CE8-9EE9-1F6CD7C91B75}"/>
              </a:ext>
            </a:extLst>
          </p:cNvPr>
          <p:cNvSpPr/>
          <p:nvPr/>
        </p:nvSpPr>
        <p:spPr>
          <a:xfrm flipH="1">
            <a:off x="531845" y="2282052"/>
            <a:ext cx="2515960" cy="329802"/>
          </a:xfrm>
          <a:prstGeom prst="accentBorderCallout1">
            <a:avLst>
              <a:gd name="adj1" fmla="val 18750"/>
              <a:gd name="adj2" fmla="val -8333"/>
              <a:gd name="adj3" fmla="val 106280"/>
              <a:gd name="adj4" fmla="val -463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distant</a:t>
            </a:r>
          </a:p>
        </p:txBody>
      </p:sp>
      <p:sp>
        <p:nvSpPr>
          <p:cNvPr id="26" name="Légende : encadrée à une bordure 25">
            <a:extLst>
              <a:ext uri="{FF2B5EF4-FFF2-40B4-BE49-F238E27FC236}">
                <a16:creationId xmlns:a16="http://schemas.microsoft.com/office/drawing/2014/main" id="{9B17BAE4-CF10-4A37-3608-E094E75B42ED}"/>
              </a:ext>
            </a:extLst>
          </p:cNvPr>
          <p:cNvSpPr/>
          <p:nvPr/>
        </p:nvSpPr>
        <p:spPr>
          <a:xfrm flipH="1">
            <a:off x="158421" y="3374102"/>
            <a:ext cx="3181935" cy="346586"/>
          </a:xfrm>
          <a:prstGeom prst="accentBorderCallout1">
            <a:avLst>
              <a:gd name="adj1" fmla="val 18750"/>
              <a:gd name="adj2" fmla="val -8333"/>
              <a:gd name="adj3" fmla="val -40179"/>
              <a:gd name="adj4" fmla="val -4589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courant de la publication</a:t>
            </a:r>
          </a:p>
        </p:txBody>
      </p:sp>
      <p:sp>
        <p:nvSpPr>
          <p:cNvPr id="27" name="Rectangle 26">
            <a:extLst>
              <a:ext uri="{FF2B5EF4-FFF2-40B4-BE49-F238E27FC236}">
                <a16:creationId xmlns:a16="http://schemas.microsoft.com/office/drawing/2014/main" id="{3E188DB9-6F25-E704-0087-60E2A8F822D0}"/>
              </a:ext>
            </a:extLst>
          </p:cNvPr>
          <p:cNvSpPr/>
          <p:nvPr/>
        </p:nvSpPr>
        <p:spPr>
          <a:xfrm>
            <a:off x="6444110" y="5450964"/>
            <a:ext cx="590124"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1DF4DDB3-6697-B3CF-CED3-FC1D4C463BED}"/>
              </a:ext>
            </a:extLst>
          </p:cNvPr>
          <p:cNvSpPr/>
          <p:nvPr/>
        </p:nvSpPr>
        <p:spPr>
          <a:xfrm>
            <a:off x="4913798" y="5445648"/>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110C5125-9643-B83C-A1E1-D5EFF9128535}"/>
              </a:ext>
            </a:extLst>
          </p:cNvPr>
          <p:cNvSpPr/>
          <p:nvPr/>
        </p:nvSpPr>
        <p:spPr>
          <a:xfrm>
            <a:off x="5765069" y="5450964"/>
            <a:ext cx="535556"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95C66531-5F58-187E-27AB-A9A57E47E8D4}"/>
              </a:ext>
            </a:extLst>
          </p:cNvPr>
          <p:cNvSpPr/>
          <p:nvPr/>
        </p:nvSpPr>
        <p:spPr>
          <a:xfrm flipH="1">
            <a:off x="2486025" y="6005501"/>
            <a:ext cx="2721229" cy="436362"/>
          </a:xfrm>
          <a:prstGeom prst="accentBorderCallout1">
            <a:avLst>
              <a:gd name="adj1" fmla="val 18750"/>
              <a:gd name="adj2" fmla="val -8333"/>
              <a:gd name="adj3" fmla="val -73116"/>
              <a:gd name="adj4" fmla="val -2187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31" name="Légende : encadrée à une bordure 30">
            <a:extLst>
              <a:ext uri="{FF2B5EF4-FFF2-40B4-BE49-F238E27FC236}">
                <a16:creationId xmlns:a16="http://schemas.microsoft.com/office/drawing/2014/main" id="{D7E0AC33-E8EE-1D3F-B260-3D849A25761F}"/>
              </a:ext>
            </a:extLst>
          </p:cNvPr>
          <p:cNvSpPr/>
          <p:nvPr/>
        </p:nvSpPr>
        <p:spPr>
          <a:xfrm>
            <a:off x="7517218" y="6005501"/>
            <a:ext cx="4125363" cy="436362"/>
          </a:xfrm>
          <a:prstGeom prst="accentBorderCallout1">
            <a:avLst>
              <a:gd name="adj1" fmla="val 18750"/>
              <a:gd name="adj2" fmla="val -8333"/>
              <a:gd name="adj3" fmla="val -75945"/>
              <a:gd name="adj4" fmla="val -2013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Supprimer TOUT le contenu du répertoire de la compétition sur le site distant (uniquement si arrêtée)</a:t>
            </a:r>
          </a:p>
        </p:txBody>
      </p:sp>
      <p:sp>
        <p:nvSpPr>
          <p:cNvPr id="32" name="Rectangle 31">
            <a:extLst>
              <a:ext uri="{FF2B5EF4-FFF2-40B4-BE49-F238E27FC236}">
                <a16:creationId xmlns:a16="http://schemas.microsoft.com/office/drawing/2014/main" id="{C6F874CA-11DD-E066-B760-3451C7C1181C}"/>
              </a:ext>
            </a:extLst>
          </p:cNvPr>
          <p:cNvSpPr/>
          <p:nvPr/>
        </p:nvSpPr>
        <p:spPr>
          <a:xfrm>
            <a:off x="5265262" y="4140657"/>
            <a:ext cx="2775952"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523E849-AA1F-9C4D-38EE-EA679E5C1042}"/>
              </a:ext>
            </a:extLst>
          </p:cNvPr>
          <p:cNvSpPr/>
          <p:nvPr/>
        </p:nvSpPr>
        <p:spPr>
          <a:xfrm>
            <a:off x="5265262" y="4357684"/>
            <a:ext cx="1842601"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00933C6C-730F-CF44-8EDD-A9937DC42276}"/>
              </a:ext>
            </a:extLst>
          </p:cNvPr>
          <p:cNvSpPr/>
          <p:nvPr/>
        </p:nvSpPr>
        <p:spPr>
          <a:xfrm>
            <a:off x="5265263" y="4910440"/>
            <a:ext cx="1842602" cy="131917"/>
          </a:xfrm>
          <a:prstGeom prst="rect">
            <a:avLst/>
          </a:prstGeom>
          <a:solidFill>
            <a:srgbClr val="FFFFFF"/>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84FAD669-AF4E-1526-D7A1-6A66B7265B89}"/>
              </a:ext>
            </a:extLst>
          </p:cNvPr>
          <p:cNvSpPr/>
          <p:nvPr/>
        </p:nvSpPr>
        <p:spPr>
          <a:xfrm>
            <a:off x="5265262" y="4623852"/>
            <a:ext cx="1842601"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Rectangle 37">
            <a:extLst>
              <a:ext uri="{FF2B5EF4-FFF2-40B4-BE49-F238E27FC236}">
                <a16:creationId xmlns:a16="http://schemas.microsoft.com/office/drawing/2014/main" id="{E5B5F181-801B-3B8F-63B5-76314004EE25}"/>
              </a:ext>
            </a:extLst>
          </p:cNvPr>
          <p:cNvSpPr/>
          <p:nvPr/>
        </p:nvSpPr>
        <p:spPr>
          <a:xfrm>
            <a:off x="3938536" y="3633576"/>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9397FA4A-8612-C2D8-2919-71C58DB14ADD}"/>
              </a:ext>
            </a:extLst>
          </p:cNvPr>
          <p:cNvSpPr/>
          <p:nvPr/>
        </p:nvSpPr>
        <p:spPr>
          <a:xfrm>
            <a:off x="7154666" y="4623852"/>
            <a:ext cx="819627"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Rectangle 41">
            <a:extLst>
              <a:ext uri="{FF2B5EF4-FFF2-40B4-BE49-F238E27FC236}">
                <a16:creationId xmlns:a16="http://schemas.microsoft.com/office/drawing/2014/main" id="{10695851-CDF2-6522-418A-538B9BECA5CB}"/>
              </a:ext>
            </a:extLst>
          </p:cNvPr>
          <p:cNvSpPr/>
          <p:nvPr/>
        </p:nvSpPr>
        <p:spPr>
          <a:xfrm>
            <a:off x="7154666" y="4877788"/>
            <a:ext cx="88654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3" name="Légende : encadrée à une bordure 42">
            <a:extLst>
              <a:ext uri="{FF2B5EF4-FFF2-40B4-BE49-F238E27FC236}">
                <a16:creationId xmlns:a16="http://schemas.microsoft.com/office/drawing/2014/main" id="{B897D5A8-96FD-305C-3145-ADC884742E13}"/>
              </a:ext>
            </a:extLst>
          </p:cNvPr>
          <p:cNvSpPr/>
          <p:nvPr/>
        </p:nvSpPr>
        <p:spPr>
          <a:xfrm>
            <a:off x="8588308" y="5441969"/>
            <a:ext cx="3374192" cy="343173"/>
          </a:xfrm>
          <a:prstGeom prst="accentBorderCallout1">
            <a:avLst>
              <a:gd name="adj1" fmla="val 18750"/>
              <a:gd name="adj2" fmla="val -8333"/>
              <a:gd name="adj3" fmla="val -117131"/>
              <a:gd name="adj4" fmla="val -2078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synchronisation des différences</a:t>
            </a:r>
          </a:p>
        </p:txBody>
      </p:sp>
      <p:sp>
        <p:nvSpPr>
          <p:cNvPr id="44" name="Légende : encadrée à une bordure 43">
            <a:extLst>
              <a:ext uri="{FF2B5EF4-FFF2-40B4-BE49-F238E27FC236}">
                <a16:creationId xmlns:a16="http://schemas.microsoft.com/office/drawing/2014/main" id="{BE9B544B-86F3-306E-4995-BC137530A2CC}"/>
              </a:ext>
            </a:extLst>
          </p:cNvPr>
          <p:cNvSpPr/>
          <p:nvPr/>
        </p:nvSpPr>
        <p:spPr>
          <a:xfrm flipH="1">
            <a:off x="178669" y="4251226"/>
            <a:ext cx="3141431" cy="293700"/>
          </a:xfrm>
          <a:prstGeom prst="accentBorderCallout1">
            <a:avLst>
              <a:gd name="adj1" fmla="val 18750"/>
              <a:gd name="adj2" fmla="val -8333"/>
              <a:gd name="adj3" fmla="val 67009"/>
              <a:gd name="adj4" fmla="val -6172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Répertoire FTP racine sur le site distant</a:t>
            </a:r>
          </a:p>
        </p:txBody>
      </p:sp>
      <p:sp>
        <p:nvSpPr>
          <p:cNvPr id="46" name="Légende : encadrée à une bordure 45">
            <a:extLst>
              <a:ext uri="{FF2B5EF4-FFF2-40B4-BE49-F238E27FC236}">
                <a16:creationId xmlns:a16="http://schemas.microsoft.com/office/drawing/2014/main" id="{6F9A59D6-3EE8-C265-7A50-210783F5FDCE}"/>
              </a:ext>
            </a:extLst>
          </p:cNvPr>
          <p:cNvSpPr/>
          <p:nvPr/>
        </p:nvSpPr>
        <p:spPr>
          <a:xfrm flipH="1">
            <a:off x="178669" y="4633400"/>
            <a:ext cx="3141431" cy="286471"/>
          </a:xfrm>
          <a:prstGeom prst="accentBorderCallout1">
            <a:avLst>
              <a:gd name="adj1" fmla="val 18750"/>
              <a:gd name="adj2" fmla="val -8333"/>
              <a:gd name="adj3" fmla="val 19747"/>
              <a:gd name="adj4" fmla="val -6183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Identifiant de connexion FTP</a:t>
            </a:r>
          </a:p>
        </p:txBody>
      </p:sp>
      <p:sp>
        <p:nvSpPr>
          <p:cNvPr id="47" name="Légende : encadrée à une bordure 46">
            <a:extLst>
              <a:ext uri="{FF2B5EF4-FFF2-40B4-BE49-F238E27FC236}">
                <a16:creationId xmlns:a16="http://schemas.microsoft.com/office/drawing/2014/main" id="{CE16F0FA-0C08-37B6-F383-CEFEE8C20DA7}"/>
              </a:ext>
            </a:extLst>
          </p:cNvPr>
          <p:cNvSpPr/>
          <p:nvPr/>
        </p:nvSpPr>
        <p:spPr>
          <a:xfrm>
            <a:off x="8588307" y="4972190"/>
            <a:ext cx="3374194" cy="343173"/>
          </a:xfrm>
          <a:prstGeom prst="accentBorderCallout1">
            <a:avLst>
              <a:gd name="adj1" fmla="val 18750"/>
              <a:gd name="adj2" fmla="val -8333"/>
              <a:gd name="adj3" fmla="val -75066"/>
              <a:gd name="adj4" fmla="val -1785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le mode FTP Actif (selon fournisseur)</a:t>
            </a:r>
          </a:p>
        </p:txBody>
      </p:sp>
      <p:sp>
        <p:nvSpPr>
          <p:cNvPr id="48" name="Légende : encadrée à une bordure 47">
            <a:extLst>
              <a:ext uri="{FF2B5EF4-FFF2-40B4-BE49-F238E27FC236}">
                <a16:creationId xmlns:a16="http://schemas.microsoft.com/office/drawing/2014/main" id="{0D09D379-D56C-7101-8F9E-FE3B3F5B9FAB}"/>
              </a:ext>
            </a:extLst>
          </p:cNvPr>
          <p:cNvSpPr/>
          <p:nvPr/>
        </p:nvSpPr>
        <p:spPr>
          <a:xfrm flipH="1">
            <a:off x="178669" y="3864769"/>
            <a:ext cx="3141429" cy="294010"/>
          </a:xfrm>
          <a:prstGeom prst="accentBorderCallout1">
            <a:avLst>
              <a:gd name="adj1" fmla="val 18750"/>
              <a:gd name="adj2" fmla="val -8333"/>
              <a:gd name="adj3" fmla="val -59066"/>
              <a:gd name="adj4" fmla="val -1994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l’isolation des compétitions</a:t>
            </a:r>
          </a:p>
        </p:txBody>
      </p:sp>
      <p:sp>
        <p:nvSpPr>
          <p:cNvPr id="49" name="Légende : encadrée à une bordure 48">
            <a:extLst>
              <a:ext uri="{FF2B5EF4-FFF2-40B4-BE49-F238E27FC236}">
                <a16:creationId xmlns:a16="http://schemas.microsoft.com/office/drawing/2014/main" id="{EB806472-C540-6680-553C-F34BEE69F471}"/>
              </a:ext>
            </a:extLst>
          </p:cNvPr>
          <p:cNvSpPr/>
          <p:nvPr/>
        </p:nvSpPr>
        <p:spPr>
          <a:xfrm>
            <a:off x="8588305" y="3722711"/>
            <a:ext cx="3374194" cy="436361"/>
          </a:xfrm>
          <a:prstGeom prst="accentBorderCallout1">
            <a:avLst>
              <a:gd name="adj1" fmla="val 18750"/>
              <a:gd name="adj2" fmla="val -8333"/>
              <a:gd name="adj3" fmla="val 29646"/>
              <a:gd name="adj4" fmla="val -1793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Racine de l’adresse web du site distant (Selon fournisseur)</a:t>
            </a:r>
          </a:p>
        </p:txBody>
      </p:sp>
      <p:sp>
        <p:nvSpPr>
          <p:cNvPr id="50" name="Légende : encadrée à une bordure 49">
            <a:extLst>
              <a:ext uri="{FF2B5EF4-FFF2-40B4-BE49-F238E27FC236}">
                <a16:creationId xmlns:a16="http://schemas.microsoft.com/office/drawing/2014/main" id="{B145271E-6C6B-2F49-0B41-B09D717414D0}"/>
              </a:ext>
            </a:extLst>
          </p:cNvPr>
          <p:cNvSpPr/>
          <p:nvPr/>
        </p:nvSpPr>
        <p:spPr>
          <a:xfrm>
            <a:off x="8588305" y="4326745"/>
            <a:ext cx="3374192" cy="436361"/>
          </a:xfrm>
          <a:prstGeom prst="accentBorderCallout1">
            <a:avLst>
              <a:gd name="adj1" fmla="val 18750"/>
              <a:gd name="adj2" fmla="val -8333"/>
              <a:gd name="adj3" fmla="val -1003"/>
              <a:gd name="adj4" fmla="val -1726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FTP pour copie les fichiers sur le site distant (Selon fournisseur)</a:t>
            </a:r>
          </a:p>
        </p:txBody>
      </p:sp>
      <p:sp>
        <p:nvSpPr>
          <p:cNvPr id="51" name="Légende : encadrée à une bordure 50">
            <a:extLst>
              <a:ext uri="{FF2B5EF4-FFF2-40B4-BE49-F238E27FC236}">
                <a16:creationId xmlns:a16="http://schemas.microsoft.com/office/drawing/2014/main" id="{1331D3F2-975A-E815-C18B-1E07A9C0EDEF}"/>
              </a:ext>
            </a:extLst>
          </p:cNvPr>
          <p:cNvSpPr/>
          <p:nvPr/>
        </p:nvSpPr>
        <p:spPr>
          <a:xfrm flipH="1">
            <a:off x="178672" y="5028892"/>
            <a:ext cx="3141431" cy="286471"/>
          </a:xfrm>
          <a:prstGeom prst="accentBorderCallout1">
            <a:avLst>
              <a:gd name="adj1" fmla="val 18750"/>
              <a:gd name="adj2" fmla="val -8333"/>
              <a:gd name="adj3" fmla="val -18966"/>
              <a:gd name="adj4" fmla="val -6149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Mot de passe de connexion FTP</a:t>
            </a:r>
          </a:p>
        </p:txBody>
      </p:sp>
      <p:sp>
        <p:nvSpPr>
          <p:cNvPr id="11" name="Légende : encadrée à une bordure 10">
            <a:extLst>
              <a:ext uri="{FF2B5EF4-FFF2-40B4-BE49-F238E27FC236}">
                <a16:creationId xmlns:a16="http://schemas.microsoft.com/office/drawing/2014/main" id="{CAEB548B-42DB-11DA-0F85-97130796DF53}"/>
              </a:ext>
            </a:extLst>
          </p:cNvPr>
          <p:cNvSpPr/>
          <p:nvPr/>
        </p:nvSpPr>
        <p:spPr>
          <a:xfrm>
            <a:off x="8582260" y="2972072"/>
            <a:ext cx="3374192" cy="228497"/>
          </a:xfrm>
          <a:prstGeom prst="accentBorderCallout1">
            <a:avLst>
              <a:gd name="adj1" fmla="val 18750"/>
              <a:gd name="adj2" fmla="val -8333"/>
              <a:gd name="adj3" fmla="val 243927"/>
              <a:gd name="adj4" fmla="val -8668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configuration avancée</a:t>
            </a:r>
          </a:p>
        </p:txBody>
      </p:sp>
      <p:sp>
        <p:nvSpPr>
          <p:cNvPr id="12" name="Rectangle 11">
            <a:extLst>
              <a:ext uri="{FF2B5EF4-FFF2-40B4-BE49-F238E27FC236}">
                <a16:creationId xmlns:a16="http://schemas.microsoft.com/office/drawing/2014/main" id="{9357D6A4-0B0F-89EC-1C4E-A72B31E70BB4}"/>
              </a:ext>
            </a:extLst>
          </p:cNvPr>
          <p:cNvSpPr/>
          <p:nvPr/>
        </p:nvSpPr>
        <p:spPr>
          <a:xfrm>
            <a:off x="4460359" y="3460896"/>
            <a:ext cx="1150074" cy="15802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39B16C27-E2EB-3457-DFC6-2BE7B6BB888E}"/>
              </a:ext>
            </a:extLst>
          </p:cNvPr>
          <p:cNvSpPr/>
          <p:nvPr/>
        </p:nvSpPr>
        <p:spPr>
          <a:xfrm>
            <a:off x="7551950" y="2645277"/>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Légende : encadrée à une bordure 14">
            <a:extLst>
              <a:ext uri="{FF2B5EF4-FFF2-40B4-BE49-F238E27FC236}">
                <a16:creationId xmlns:a16="http://schemas.microsoft.com/office/drawing/2014/main" id="{485DAB41-D0C3-1559-125A-95D225F35F08}"/>
              </a:ext>
            </a:extLst>
          </p:cNvPr>
          <p:cNvSpPr/>
          <p:nvPr/>
        </p:nvSpPr>
        <p:spPr>
          <a:xfrm>
            <a:off x="8582028" y="1991346"/>
            <a:ext cx="3374424" cy="283867"/>
          </a:xfrm>
          <a:prstGeom prst="accentBorderCallout1">
            <a:avLst>
              <a:gd name="adj1" fmla="val 18750"/>
              <a:gd name="adj2" fmla="val -8333"/>
              <a:gd name="adj3" fmla="val 236100"/>
              <a:gd name="adj4" fmla="val -2402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l’URL complète dans le presse-papier</a:t>
            </a:r>
          </a:p>
        </p:txBody>
      </p:sp>
      <p:sp>
        <p:nvSpPr>
          <p:cNvPr id="16" name="Rectangle 15">
            <a:extLst>
              <a:ext uri="{FF2B5EF4-FFF2-40B4-BE49-F238E27FC236}">
                <a16:creationId xmlns:a16="http://schemas.microsoft.com/office/drawing/2014/main" id="{4D621E0D-FC35-FFB9-0C29-916E889C5EEE}"/>
              </a:ext>
            </a:extLst>
          </p:cNvPr>
          <p:cNvSpPr/>
          <p:nvPr/>
        </p:nvSpPr>
        <p:spPr>
          <a:xfrm>
            <a:off x="7823901" y="3428533"/>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Légende : encadrée à une bordure 16">
            <a:extLst>
              <a:ext uri="{FF2B5EF4-FFF2-40B4-BE49-F238E27FC236}">
                <a16:creationId xmlns:a16="http://schemas.microsoft.com/office/drawing/2014/main" id="{A5C01563-2A12-ACFA-B23E-17D41D29139E}"/>
              </a:ext>
            </a:extLst>
          </p:cNvPr>
          <p:cNvSpPr/>
          <p:nvPr/>
        </p:nvSpPr>
        <p:spPr>
          <a:xfrm>
            <a:off x="8582260" y="3326541"/>
            <a:ext cx="3374192" cy="228497"/>
          </a:xfrm>
          <a:prstGeom prst="accentBorderCallout1">
            <a:avLst>
              <a:gd name="adj1" fmla="val 18750"/>
              <a:gd name="adj2" fmla="val -8333"/>
              <a:gd name="adj3" fmla="val 88646"/>
              <a:gd name="adj4" fmla="val -1540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la fenêtre de test de connexion</a:t>
            </a:r>
          </a:p>
        </p:txBody>
      </p:sp>
    </p:spTree>
    <p:extLst>
      <p:ext uri="{BB962C8B-B14F-4D97-AF65-F5344CB8AC3E}">
        <p14:creationId xmlns:p14="http://schemas.microsoft.com/office/powerpoint/2010/main" val="24252407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70C70B8-1194-B7CB-AC6C-50BBF1CFADE4}"/>
              </a:ext>
            </a:extLst>
          </p:cNvPr>
          <p:cNvSpPr>
            <a:spLocks noGrp="1"/>
          </p:cNvSpPr>
          <p:nvPr>
            <p:ph type="title"/>
          </p:nvPr>
        </p:nvSpPr>
        <p:spPr/>
        <p:txBody>
          <a:bodyPr/>
          <a:lstStyle/>
          <a:p>
            <a:r>
              <a:rPr lang="fr-FR" sz="3200" dirty="0"/>
              <a:t>Test de connexion</a:t>
            </a:r>
            <a:endParaRPr lang="fr-FR" dirty="0"/>
          </a:p>
        </p:txBody>
      </p:sp>
      <p:sp>
        <p:nvSpPr>
          <p:cNvPr id="4" name="Espace réservé du texte 3">
            <a:extLst>
              <a:ext uri="{FF2B5EF4-FFF2-40B4-BE49-F238E27FC236}">
                <a16:creationId xmlns:a16="http://schemas.microsoft.com/office/drawing/2014/main" id="{687450EE-198D-E227-7018-D1878DA126C5}"/>
              </a:ext>
            </a:extLst>
          </p:cNvPr>
          <p:cNvSpPr>
            <a:spLocks noGrp="1"/>
          </p:cNvSpPr>
          <p:nvPr>
            <p:ph type="body" sz="quarter" idx="15"/>
          </p:nvPr>
        </p:nvSpPr>
        <p:spPr/>
        <p:txBody>
          <a:bodyPr/>
          <a:lstStyle/>
          <a:p>
            <a:r>
              <a:rPr lang="fr-FR" dirty="0"/>
              <a:t>Ecrans &amp; fonctionnalités</a:t>
            </a:r>
          </a:p>
        </p:txBody>
      </p:sp>
      <p:pic>
        <p:nvPicPr>
          <p:cNvPr id="6" name="Image 5">
            <a:extLst>
              <a:ext uri="{FF2B5EF4-FFF2-40B4-BE49-F238E27FC236}">
                <a16:creationId xmlns:a16="http://schemas.microsoft.com/office/drawing/2014/main" id="{AA51BE1F-EACA-AF2A-6277-F2EC6AF5E76C}"/>
              </a:ext>
            </a:extLst>
          </p:cNvPr>
          <p:cNvPicPr>
            <a:picLocks noChangeAspect="1"/>
          </p:cNvPicPr>
          <p:nvPr/>
        </p:nvPicPr>
        <p:blipFill>
          <a:blip r:embed="rId2"/>
          <a:stretch>
            <a:fillRect/>
          </a:stretch>
        </p:blipFill>
        <p:spPr>
          <a:xfrm>
            <a:off x="4171789" y="1719483"/>
            <a:ext cx="3848422" cy="3705300"/>
          </a:xfrm>
          <a:prstGeom prst="rect">
            <a:avLst/>
          </a:prstGeom>
        </p:spPr>
      </p:pic>
      <p:sp>
        <p:nvSpPr>
          <p:cNvPr id="7" name="Rectangle 6">
            <a:extLst>
              <a:ext uri="{FF2B5EF4-FFF2-40B4-BE49-F238E27FC236}">
                <a16:creationId xmlns:a16="http://schemas.microsoft.com/office/drawing/2014/main" id="{46B82C97-E9EB-0D26-508A-6422C8D6EB04}"/>
              </a:ext>
            </a:extLst>
          </p:cNvPr>
          <p:cNvSpPr/>
          <p:nvPr/>
        </p:nvSpPr>
        <p:spPr>
          <a:xfrm>
            <a:off x="4459793" y="2485236"/>
            <a:ext cx="235744" cy="205685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97335B45-FD33-18DC-2EB8-19310D991567}"/>
              </a:ext>
            </a:extLst>
          </p:cNvPr>
          <p:cNvSpPr/>
          <p:nvPr/>
        </p:nvSpPr>
        <p:spPr>
          <a:xfrm>
            <a:off x="6096000" y="4980180"/>
            <a:ext cx="823624" cy="28435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Légende : encadrée à une bordure 8">
            <a:extLst>
              <a:ext uri="{FF2B5EF4-FFF2-40B4-BE49-F238E27FC236}">
                <a16:creationId xmlns:a16="http://schemas.microsoft.com/office/drawing/2014/main" id="{45F4906D-93A4-3EB7-456B-C57A9C49F30B}"/>
              </a:ext>
            </a:extLst>
          </p:cNvPr>
          <p:cNvSpPr/>
          <p:nvPr/>
        </p:nvSpPr>
        <p:spPr>
          <a:xfrm flipH="1">
            <a:off x="916341" y="4917097"/>
            <a:ext cx="2648166" cy="283867"/>
          </a:xfrm>
          <a:prstGeom prst="accentBorderCallout1">
            <a:avLst>
              <a:gd name="adj1" fmla="val 18750"/>
              <a:gd name="adj2" fmla="val -8333"/>
              <a:gd name="adj3" fmla="val 95830"/>
              <a:gd name="adj4" fmla="val -9514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le test de la connexion</a:t>
            </a:r>
          </a:p>
        </p:txBody>
      </p:sp>
      <p:sp>
        <p:nvSpPr>
          <p:cNvPr id="10" name="Légende : encadrée à une bordure 9">
            <a:extLst>
              <a:ext uri="{FF2B5EF4-FFF2-40B4-BE49-F238E27FC236}">
                <a16:creationId xmlns:a16="http://schemas.microsoft.com/office/drawing/2014/main" id="{4D8AEF70-B734-7C26-C50D-67F99F05EF75}"/>
              </a:ext>
            </a:extLst>
          </p:cNvPr>
          <p:cNvSpPr/>
          <p:nvPr/>
        </p:nvSpPr>
        <p:spPr>
          <a:xfrm flipH="1">
            <a:off x="1162245" y="2198286"/>
            <a:ext cx="2402262" cy="528400"/>
          </a:xfrm>
          <a:prstGeom prst="accentBorderCallout1">
            <a:avLst>
              <a:gd name="adj1" fmla="val 18750"/>
              <a:gd name="adj2" fmla="val -8333"/>
              <a:gd name="adj3" fmla="val 98413"/>
              <a:gd name="adj4" fmla="val -3637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chaque étape du test</a:t>
            </a:r>
          </a:p>
        </p:txBody>
      </p:sp>
      <p:sp>
        <p:nvSpPr>
          <p:cNvPr id="11" name="Rectangle 10">
            <a:extLst>
              <a:ext uri="{FF2B5EF4-FFF2-40B4-BE49-F238E27FC236}">
                <a16:creationId xmlns:a16="http://schemas.microsoft.com/office/drawing/2014/main" id="{2D6E21F8-8821-2567-69E3-F4407EE5F072}"/>
              </a:ext>
            </a:extLst>
          </p:cNvPr>
          <p:cNvSpPr/>
          <p:nvPr/>
        </p:nvSpPr>
        <p:spPr>
          <a:xfrm>
            <a:off x="7029073" y="4980180"/>
            <a:ext cx="709701" cy="28435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3747648A-6F5E-ED25-E4E3-13C43E310EA4}"/>
              </a:ext>
            </a:extLst>
          </p:cNvPr>
          <p:cNvSpPr/>
          <p:nvPr/>
        </p:nvSpPr>
        <p:spPr>
          <a:xfrm>
            <a:off x="8539090" y="4980985"/>
            <a:ext cx="2395627" cy="283867"/>
          </a:xfrm>
          <a:prstGeom prst="accentBorderCallout1">
            <a:avLst>
              <a:gd name="adj1" fmla="val 18750"/>
              <a:gd name="adj2" fmla="val -8333"/>
              <a:gd name="adj3" fmla="val 49973"/>
              <a:gd name="adj4" fmla="val -3306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un test en cours</a:t>
            </a:r>
          </a:p>
        </p:txBody>
      </p:sp>
      <p:sp>
        <p:nvSpPr>
          <p:cNvPr id="14" name="Rectangle 13">
            <a:extLst>
              <a:ext uri="{FF2B5EF4-FFF2-40B4-BE49-F238E27FC236}">
                <a16:creationId xmlns:a16="http://schemas.microsoft.com/office/drawing/2014/main" id="{1699DB21-680F-9E5B-E7FC-C1E8DF25F07A}"/>
              </a:ext>
            </a:extLst>
          </p:cNvPr>
          <p:cNvSpPr/>
          <p:nvPr/>
        </p:nvSpPr>
        <p:spPr>
          <a:xfrm>
            <a:off x="4695537" y="2592238"/>
            <a:ext cx="1940718" cy="15915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32B20564-CC6A-93B2-A877-8B87C0E45B6E}"/>
              </a:ext>
            </a:extLst>
          </p:cNvPr>
          <p:cNvSpPr/>
          <p:nvPr/>
        </p:nvSpPr>
        <p:spPr>
          <a:xfrm>
            <a:off x="4695537" y="3464993"/>
            <a:ext cx="2381250" cy="15915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EFCBF31E-ECBD-C9AF-E8AB-E593B9CF774D}"/>
              </a:ext>
            </a:extLst>
          </p:cNvPr>
          <p:cNvSpPr/>
          <p:nvPr/>
        </p:nvSpPr>
        <p:spPr>
          <a:xfrm>
            <a:off x="8539090" y="2221036"/>
            <a:ext cx="3163932" cy="528400"/>
          </a:xfrm>
          <a:prstGeom prst="accentBorderCallout1">
            <a:avLst>
              <a:gd name="adj1" fmla="val 18750"/>
              <a:gd name="adj2" fmla="val -8333"/>
              <a:gd name="adj3" fmla="val 85914"/>
              <a:gd name="adj4" fmla="val -5929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Description de l’étape de test</a:t>
            </a:r>
          </a:p>
        </p:txBody>
      </p:sp>
      <p:sp>
        <p:nvSpPr>
          <p:cNvPr id="17" name="Légende : encadrée à une bordure 16">
            <a:extLst>
              <a:ext uri="{FF2B5EF4-FFF2-40B4-BE49-F238E27FC236}">
                <a16:creationId xmlns:a16="http://schemas.microsoft.com/office/drawing/2014/main" id="{78587C22-D7B6-72EC-EF99-5DE58EAB6DD9}"/>
              </a:ext>
            </a:extLst>
          </p:cNvPr>
          <p:cNvSpPr/>
          <p:nvPr/>
        </p:nvSpPr>
        <p:spPr>
          <a:xfrm>
            <a:off x="8539090" y="3018773"/>
            <a:ext cx="3163932" cy="528400"/>
          </a:xfrm>
          <a:prstGeom prst="accentBorderCallout1">
            <a:avLst>
              <a:gd name="adj1" fmla="val 18750"/>
              <a:gd name="adj2" fmla="val -8333"/>
              <a:gd name="adj3" fmla="val 85914"/>
              <a:gd name="adj4" fmla="val -5929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Résultat détaillé du test</a:t>
            </a:r>
          </a:p>
        </p:txBody>
      </p:sp>
      <p:sp>
        <p:nvSpPr>
          <p:cNvPr id="19" name="ZoneTexte 18">
            <a:extLst>
              <a:ext uri="{FF2B5EF4-FFF2-40B4-BE49-F238E27FC236}">
                <a16:creationId xmlns:a16="http://schemas.microsoft.com/office/drawing/2014/main" id="{9C5C6D27-3554-D6EC-062C-DAA26C88A8F4}"/>
              </a:ext>
            </a:extLst>
          </p:cNvPr>
          <p:cNvSpPr txBox="1"/>
          <p:nvPr/>
        </p:nvSpPr>
        <p:spPr>
          <a:xfrm>
            <a:off x="146447" y="5975899"/>
            <a:ext cx="11899106" cy="400110"/>
          </a:xfrm>
          <a:prstGeom prst="rect">
            <a:avLst/>
          </a:prstGeom>
          <a:noFill/>
        </p:spPr>
        <p:txBody>
          <a:bodyPr wrap="square">
            <a:spAutoFit/>
          </a:bodyPr>
          <a:lstStyle/>
          <a:p>
            <a:pPr marL="101598" indent="0">
              <a:buNone/>
            </a:pPr>
            <a:r>
              <a:rPr lang="fr-FR" sz="2000" b="1" i="1" dirty="0"/>
              <a:t>Note</a:t>
            </a:r>
            <a:r>
              <a:rPr lang="fr-FR" sz="2000" i="1" dirty="0"/>
              <a:t>: </a:t>
            </a:r>
            <a:r>
              <a:rPr lang="fr-FR" sz="1400" i="1" dirty="0"/>
              <a:t>Le test est effectué avec les paramètres courants de la configuration générale pour la publication sur le site distant</a:t>
            </a:r>
            <a:endParaRPr lang="fr-FR" sz="2000" i="1" dirty="0"/>
          </a:p>
        </p:txBody>
      </p:sp>
    </p:spTree>
    <p:extLst>
      <p:ext uri="{BB962C8B-B14F-4D97-AF65-F5344CB8AC3E}">
        <p14:creationId xmlns:p14="http://schemas.microsoft.com/office/powerpoint/2010/main" val="21053856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 11">
            <a:extLst>
              <a:ext uri="{FF2B5EF4-FFF2-40B4-BE49-F238E27FC236}">
                <a16:creationId xmlns:a16="http://schemas.microsoft.com/office/drawing/2014/main" id="{76E664CC-C01F-C5CF-2B30-0F8E8B405D81}"/>
              </a:ext>
            </a:extLst>
          </p:cNvPr>
          <p:cNvPicPr>
            <a:picLocks noChangeAspect="1"/>
          </p:cNvPicPr>
          <p:nvPr/>
        </p:nvPicPr>
        <p:blipFill>
          <a:blip r:embed="rId2"/>
          <a:srcRect l="52801" t="16251" r="29379" b="70160"/>
          <a:stretch>
            <a:fillRect/>
          </a:stretch>
        </p:blipFill>
        <p:spPr>
          <a:xfrm>
            <a:off x="2649303" y="2442329"/>
            <a:ext cx="5720138" cy="2490114"/>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1" y="980322"/>
            <a:ext cx="10931329" cy="528400"/>
          </a:xfrm>
        </p:spPr>
        <p:txBody>
          <a:bodyPr/>
          <a:lstStyle/>
          <a:p>
            <a:r>
              <a:rPr lang="fr-FR" dirty="0"/>
              <a:t>Ecran Principal – </a:t>
            </a:r>
            <a:r>
              <a:rPr lang="fr-FR" dirty="0">
                <a:sym typeface="Wingdings" panose="05000000000000000000" pitchFamily="2" charset="2"/>
              </a:rPr>
              <a:t>publication de la chambre d’appel</a:t>
            </a:r>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Rectangle 2">
            <a:extLst>
              <a:ext uri="{FF2B5EF4-FFF2-40B4-BE49-F238E27FC236}">
                <a16:creationId xmlns:a16="http://schemas.microsoft.com/office/drawing/2014/main" id="{BABECE64-1973-30B8-8BA8-85E8DFAD91F1}"/>
              </a:ext>
            </a:extLst>
          </p:cNvPr>
          <p:cNvSpPr/>
          <p:nvPr/>
        </p:nvSpPr>
        <p:spPr>
          <a:xfrm>
            <a:off x="3292853" y="2848524"/>
            <a:ext cx="860263" cy="83886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Rectangle 4">
            <a:extLst>
              <a:ext uri="{FF2B5EF4-FFF2-40B4-BE49-F238E27FC236}">
                <a16:creationId xmlns:a16="http://schemas.microsoft.com/office/drawing/2014/main" id="{395005D2-76BB-3074-76F8-D1E48C360CCD}"/>
              </a:ext>
            </a:extLst>
          </p:cNvPr>
          <p:cNvSpPr/>
          <p:nvPr/>
        </p:nvSpPr>
        <p:spPr>
          <a:xfrm>
            <a:off x="4241096" y="2847917"/>
            <a:ext cx="289845" cy="28435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Légende : encadrée à une bordure 5">
            <a:extLst>
              <a:ext uri="{FF2B5EF4-FFF2-40B4-BE49-F238E27FC236}">
                <a16:creationId xmlns:a16="http://schemas.microsoft.com/office/drawing/2014/main" id="{6CCC1849-A415-202A-0C34-FCF17F0F7B9F}"/>
              </a:ext>
            </a:extLst>
          </p:cNvPr>
          <p:cNvSpPr/>
          <p:nvPr/>
        </p:nvSpPr>
        <p:spPr>
          <a:xfrm flipH="1">
            <a:off x="200863" y="4391283"/>
            <a:ext cx="1999407" cy="708859"/>
          </a:xfrm>
          <a:prstGeom prst="accentBorderCallout1">
            <a:avLst>
              <a:gd name="adj1" fmla="val 18750"/>
              <a:gd name="adj2" fmla="val -8333"/>
              <a:gd name="adj3" fmla="val -62743"/>
              <a:gd name="adj4" fmla="val -52569"/>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a:t>
            </a:r>
          </a:p>
        </p:txBody>
      </p:sp>
      <p:sp>
        <p:nvSpPr>
          <p:cNvPr id="7" name="Légende : encadrée à une bordure 6">
            <a:extLst>
              <a:ext uri="{FF2B5EF4-FFF2-40B4-BE49-F238E27FC236}">
                <a16:creationId xmlns:a16="http://schemas.microsoft.com/office/drawing/2014/main" id="{59208C1D-522D-3CF4-0DB4-C8C129A46416}"/>
              </a:ext>
            </a:extLst>
          </p:cNvPr>
          <p:cNvSpPr/>
          <p:nvPr/>
        </p:nvSpPr>
        <p:spPr>
          <a:xfrm>
            <a:off x="8818474" y="4606253"/>
            <a:ext cx="3093177" cy="728647"/>
          </a:xfrm>
          <a:prstGeom prst="accentBorderCallout1">
            <a:avLst>
              <a:gd name="adj1" fmla="val 18750"/>
              <a:gd name="adj2" fmla="val -8333"/>
              <a:gd name="adj3" fmla="val -39783"/>
              <a:gd name="adj4" fmla="val -6470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l’interface réseau sur laquelle se fait la publication (uniquement la publication est arrêtée)</a:t>
            </a:r>
          </a:p>
        </p:txBody>
      </p:sp>
      <p:sp>
        <p:nvSpPr>
          <p:cNvPr id="14" name="Rectangle 13">
            <a:extLst>
              <a:ext uri="{FF2B5EF4-FFF2-40B4-BE49-F238E27FC236}">
                <a16:creationId xmlns:a16="http://schemas.microsoft.com/office/drawing/2014/main" id="{4417BE45-5776-678C-886E-B30AF6338DB5}"/>
              </a:ext>
            </a:extLst>
          </p:cNvPr>
          <p:cNvSpPr/>
          <p:nvPr/>
        </p:nvSpPr>
        <p:spPr>
          <a:xfrm>
            <a:off x="4642233" y="4519772"/>
            <a:ext cx="851886" cy="280044"/>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78FA8705-3EE6-B863-051A-C0EACFFD37D6}"/>
              </a:ext>
            </a:extLst>
          </p:cNvPr>
          <p:cNvSpPr/>
          <p:nvPr/>
        </p:nvSpPr>
        <p:spPr>
          <a:xfrm>
            <a:off x="5846852" y="4523547"/>
            <a:ext cx="724501" cy="2762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73F52DC7-A2F8-A7FD-1DF7-4DEF03BC1ACE}"/>
              </a:ext>
            </a:extLst>
          </p:cNvPr>
          <p:cNvSpPr/>
          <p:nvPr/>
        </p:nvSpPr>
        <p:spPr>
          <a:xfrm>
            <a:off x="3270628" y="3760483"/>
            <a:ext cx="564356" cy="2059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E24A82F3-1AC6-950F-058A-1585E07E3363}"/>
              </a:ext>
            </a:extLst>
          </p:cNvPr>
          <p:cNvSpPr/>
          <p:nvPr/>
        </p:nvSpPr>
        <p:spPr>
          <a:xfrm>
            <a:off x="4532394" y="3758741"/>
            <a:ext cx="1938947" cy="2059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CB8F585F-D411-1838-ED6A-320FD56372B5}"/>
              </a:ext>
            </a:extLst>
          </p:cNvPr>
          <p:cNvSpPr/>
          <p:nvPr/>
        </p:nvSpPr>
        <p:spPr>
          <a:xfrm>
            <a:off x="4224530" y="3189542"/>
            <a:ext cx="3634135" cy="227574"/>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A99432E0-FB67-7B6C-A419-8470C2B69BDE}"/>
              </a:ext>
            </a:extLst>
          </p:cNvPr>
          <p:cNvSpPr/>
          <p:nvPr/>
        </p:nvSpPr>
        <p:spPr>
          <a:xfrm>
            <a:off x="5059752" y="4163708"/>
            <a:ext cx="1692576"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Légende : encadrée à une bordure 21">
            <a:extLst>
              <a:ext uri="{FF2B5EF4-FFF2-40B4-BE49-F238E27FC236}">
                <a16:creationId xmlns:a16="http://schemas.microsoft.com/office/drawing/2014/main" id="{43C37784-6A64-22FE-527F-F90DFBFB77AA}"/>
              </a:ext>
            </a:extLst>
          </p:cNvPr>
          <p:cNvSpPr/>
          <p:nvPr/>
        </p:nvSpPr>
        <p:spPr>
          <a:xfrm flipH="1">
            <a:off x="1413371" y="5598927"/>
            <a:ext cx="2981324" cy="436361"/>
          </a:xfrm>
          <a:prstGeom prst="accentBorderCallout1">
            <a:avLst>
              <a:gd name="adj1" fmla="val 18750"/>
              <a:gd name="adj2" fmla="val -8333"/>
              <a:gd name="adj3" fmla="val -180186"/>
              <a:gd name="adj4" fmla="val -2782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23" name="Légende : encadrée à une bordure 22">
            <a:extLst>
              <a:ext uri="{FF2B5EF4-FFF2-40B4-BE49-F238E27FC236}">
                <a16:creationId xmlns:a16="http://schemas.microsoft.com/office/drawing/2014/main" id="{3C6CC558-66AD-0A1E-CE1F-CB2A19073262}"/>
              </a:ext>
            </a:extLst>
          </p:cNvPr>
          <p:cNvSpPr/>
          <p:nvPr/>
        </p:nvSpPr>
        <p:spPr>
          <a:xfrm>
            <a:off x="6822892" y="5598927"/>
            <a:ext cx="3093099" cy="436362"/>
          </a:xfrm>
          <a:prstGeom prst="accentBorderCallout1">
            <a:avLst>
              <a:gd name="adj1" fmla="val 18750"/>
              <a:gd name="adj2" fmla="val -8333"/>
              <a:gd name="adj3" fmla="val -180708"/>
              <a:gd name="adj4" fmla="val -2458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24" name="Légende : encadrée à une bordure 23">
            <a:extLst>
              <a:ext uri="{FF2B5EF4-FFF2-40B4-BE49-F238E27FC236}">
                <a16:creationId xmlns:a16="http://schemas.microsoft.com/office/drawing/2014/main" id="{C956C3BA-6C73-CCF2-A04C-8C94086C7B7C}"/>
              </a:ext>
            </a:extLst>
          </p:cNvPr>
          <p:cNvSpPr/>
          <p:nvPr/>
        </p:nvSpPr>
        <p:spPr>
          <a:xfrm>
            <a:off x="5338835" y="1787226"/>
            <a:ext cx="3093177" cy="283867"/>
          </a:xfrm>
          <a:prstGeom prst="accentBorderCallout1">
            <a:avLst>
              <a:gd name="adj1" fmla="val 18750"/>
              <a:gd name="adj2" fmla="val -8333"/>
              <a:gd name="adj3" fmla="val 364266"/>
              <a:gd name="adj4" fmla="val -321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9" name="Légende : encadrée à une bordure 8">
            <a:extLst>
              <a:ext uri="{FF2B5EF4-FFF2-40B4-BE49-F238E27FC236}">
                <a16:creationId xmlns:a16="http://schemas.microsoft.com/office/drawing/2014/main" id="{B7FEAA23-6085-2E30-8572-FE73AB82590C}"/>
              </a:ext>
            </a:extLst>
          </p:cNvPr>
          <p:cNvSpPr/>
          <p:nvPr/>
        </p:nvSpPr>
        <p:spPr>
          <a:xfrm>
            <a:off x="8799233" y="3775693"/>
            <a:ext cx="2443727" cy="528400"/>
          </a:xfrm>
          <a:prstGeom prst="accentBorderCallout1">
            <a:avLst>
              <a:gd name="adj1" fmla="val 18750"/>
              <a:gd name="adj2" fmla="val -8333"/>
              <a:gd name="adj3" fmla="val 13871"/>
              <a:gd name="adj4" fmla="val -9452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publication</a:t>
            </a:r>
          </a:p>
        </p:txBody>
      </p:sp>
      <p:sp>
        <p:nvSpPr>
          <p:cNvPr id="10" name="Légende : encadrée à une bordure 9">
            <a:extLst>
              <a:ext uri="{FF2B5EF4-FFF2-40B4-BE49-F238E27FC236}">
                <a16:creationId xmlns:a16="http://schemas.microsoft.com/office/drawing/2014/main" id="{B52EF86D-49EF-1F5A-5F8A-29D543E6A124}"/>
              </a:ext>
            </a:extLst>
          </p:cNvPr>
          <p:cNvSpPr/>
          <p:nvPr/>
        </p:nvSpPr>
        <p:spPr>
          <a:xfrm>
            <a:off x="8762713" y="2173996"/>
            <a:ext cx="2042286" cy="528400"/>
          </a:xfrm>
          <a:prstGeom prst="accentBorderCallout1">
            <a:avLst>
              <a:gd name="adj1" fmla="val 18750"/>
              <a:gd name="adj2" fmla="val -8333"/>
              <a:gd name="adj3" fmla="val 190573"/>
              <a:gd name="adj4" fmla="val -9026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local</a:t>
            </a:r>
          </a:p>
        </p:txBody>
      </p:sp>
      <p:sp>
        <p:nvSpPr>
          <p:cNvPr id="11" name="Légende : encadrée à une bordure 10">
            <a:extLst>
              <a:ext uri="{FF2B5EF4-FFF2-40B4-BE49-F238E27FC236}">
                <a16:creationId xmlns:a16="http://schemas.microsoft.com/office/drawing/2014/main" id="{899B5126-BD57-A47D-E10C-B59B778D74C6}"/>
              </a:ext>
            </a:extLst>
          </p:cNvPr>
          <p:cNvSpPr/>
          <p:nvPr/>
        </p:nvSpPr>
        <p:spPr>
          <a:xfrm flipH="1">
            <a:off x="474288" y="2519994"/>
            <a:ext cx="1725982" cy="528400"/>
          </a:xfrm>
          <a:prstGeom prst="accentBorderCallout1">
            <a:avLst>
              <a:gd name="adj1" fmla="val 18750"/>
              <a:gd name="adj2" fmla="val -8333"/>
              <a:gd name="adj3" fmla="val 96009"/>
              <a:gd name="adj4" fmla="val -6121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local</a:t>
            </a:r>
          </a:p>
        </p:txBody>
      </p:sp>
      <p:sp>
        <p:nvSpPr>
          <p:cNvPr id="15" name="Rectangle 14">
            <a:extLst>
              <a:ext uri="{FF2B5EF4-FFF2-40B4-BE49-F238E27FC236}">
                <a16:creationId xmlns:a16="http://schemas.microsoft.com/office/drawing/2014/main" id="{C8F1B060-4900-4652-32FA-78E0AEE6216F}"/>
              </a:ext>
            </a:extLst>
          </p:cNvPr>
          <p:cNvSpPr/>
          <p:nvPr/>
        </p:nvSpPr>
        <p:spPr>
          <a:xfrm>
            <a:off x="7930230" y="3154167"/>
            <a:ext cx="289845" cy="28435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D34F33BE-3310-E160-BF33-7A046348D898}"/>
              </a:ext>
            </a:extLst>
          </p:cNvPr>
          <p:cNvSpPr/>
          <p:nvPr/>
        </p:nvSpPr>
        <p:spPr>
          <a:xfrm>
            <a:off x="8762713" y="3048394"/>
            <a:ext cx="2480247" cy="494354"/>
          </a:xfrm>
          <a:prstGeom prst="accentBorderCallout1">
            <a:avLst>
              <a:gd name="adj1" fmla="val 18750"/>
              <a:gd name="adj2" fmla="val -8333"/>
              <a:gd name="adj3" fmla="val 43273"/>
              <a:gd name="adj4" fmla="val -2196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l’URL complète dans le presse-papier</a:t>
            </a:r>
          </a:p>
        </p:txBody>
      </p:sp>
    </p:spTree>
    <p:extLst>
      <p:ext uri="{BB962C8B-B14F-4D97-AF65-F5344CB8AC3E}">
        <p14:creationId xmlns:p14="http://schemas.microsoft.com/office/powerpoint/2010/main" val="42108871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sur </a:t>
            </a:r>
            <a:r>
              <a:rPr lang="fr-FR" dirty="0" err="1"/>
              <a:t>FFJudo</a:t>
            </a:r>
            <a:endParaRPr lang="fr-FR" dirty="0"/>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2" y="1619950"/>
            <a:ext cx="11857808" cy="4895149"/>
          </a:xfrm>
        </p:spPr>
        <p:txBody>
          <a:bodyPr/>
          <a:lstStyle/>
          <a:p>
            <a:r>
              <a:rPr lang="fr-FR" b="1" dirty="0"/>
              <a:t>I</a:t>
            </a:r>
            <a:r>
              <a:rPr lang="fr-FR" sz="2000" b="1" dirty="0"/>
              <a:t>solation des compétitions</a:t>
            </a:r>
            <a:r>
              <a:rPr lang="fr-FR" sz="200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endParaRPr lang="fr-FR" b="1" dirty="0"/>
          </a:p>
          <a:p>
            <a:r>
              <a:rPr lang="fr-FR" b="1" dirty="0"/>
              <a:t>Niveau de publication</a:t>
            </a:r>
            <a:r>
              <a:rPr lang="fr-FR" sz="2000" dirty="0"/>
              <a:t> – </a:t>
            </a:r>
            <a:r>
              <a:rPr lang="fr-FR" dirty="0"/>
              <a:t>La liste présente les niveaux pré-configurés sur le serveur </a:t>
            </a:r>
            <a:r>
              <a:rPr lang="fr-FR" dirty="0" err="1"/>
              <a:t>FFJudo</a:t>
            </a:r>
            <a:r>
              <a:rPr lang="fr-FR" dirty="0"/>
              <a:t>. Il s’agit du niveau fédéral de la compétition (Comites, Ligues ou National)</a:t>
            </a:r>
            <a:r>
              <a:rPr lang="fr-FR" sz="2000" dirty="0"/>
              <a:t>.</a:t>
            </a:r>
            <a:endParaRPr lang="fr-FR" dirty="0"/>
          </a:p>
          <a:p>
            <a:r>
              <a:rPr lang="fr-FR" sz="2000" b="1" dirty="0"/>
              <a:t>Entité de publication</a:t>
            </a:r>
            <a:r>
              <a:rPr lang="fr-FR" sz="2000" dirty="0"/>
              <a:t> – La liste dépend du niveau de publication préalablement sélectionné. La liste </a:t>
            </a:r>
            <a:r>
              <a:rPr lang="fr-FR" dirty="0"/>
              <a:t>présente les entités pré-configurées sur le serveur </a:t>
            </a:r>
            <a:r>
              <a:rPr lang="fr-FR" dirty="0" err="1"/>
              <a:t>FFJudo</a:t>
            </a:r>
            <a:r>
              <a:rPr lang="fr-FR" sz="2000" dirty="0"/>
              <a:t>. </a:t>
            </a:r>
            <a:r>
              <a:rPr lang="fr-FR" dirty="0"/>
              <a:t>Il s’agit des entités fédérales (ex. Comité de l’Ain, Ligue AURA, etc.)</a:t>
            </a:r>
            <a:r>
              <a:rPr lang="fr-FR" sz="2000" dirty="0"/>
              <a:t>.</a:t>
            </a:r>
          </a:p>
          <a:p>
            <a:r>
              <a:rPr lang="fr-FR" sz="2000" b="1" dirty="0"/>
              <a:t>Adresse </a:t>
            </a:r>
            <a:r>
              <a:rPr lang="fr-FR" sz="2000" b="1" dirty="0" err="1"/>
              <a:t>FFJudo</a:t>
            </a:r>
            <a:r>
              <a:rPr lang="fr-FR" sz="2000" dirty="0"/>
              <a:t>- L</a:t>
            </a:r>
            <a:r>
              <a:rPr lang="fr-FR" dirty="0"/>
              <a:t>’adresse complète est calculée comme:</a:t>
            </a:r>
          </a:p>
          <a:p>
            <a:pPr lvl="1"/>
            <a:r>
              <a:rPr lang="fr-FR" sz="1800" dirty="0">
                <a:latin typeface="Barlow" panose="00000500000000000000" pitchFamily="2" charset="0"/>
              </a:rPr>
              <a:t>Avec isolation:</a:t>
            </a:r>
          </a:p>
          <a:p>
            <a:pPr marL="711183" lvl="1" indent="0" algn="ctr">
              <a:buNone/>
            </a:pPr>
            <a:r>
              <a:rPr lang="fr-FR" sz="1800" dirty="0">
                <a:latin typeface="Barlow" panose="00000500000000000000" pitchFamily="2" charset="0"/>
              </a:rPr>
              <a:t>http://ftp.ffjudo.com/SuiviCompetition/{Niveau}/{Entité}/{ID Compétition}/</a:t>
            </a:r>
            <a:r>
              <a:rPr lang="fr-FR" sz="1800" dirty="0" err="1">
                <a:latin typeface="Barlow" panose="00000500000000000000" pitchFamily="2" charset="0"/>
              </a:rPr>
              <a:t>common</a:t>
            </a:r>
            <a:r>
              <a:rPr lang="fr-FR" sz="1800" dirty="0">
                <a:latin typeface="Barlow" panose="00000500000000000000" pitchFamily="2" charset="0"/>
              </a:rPr>
              <a:t>/index.html</a:t>
            </a:r>
          </a:p>
          <a:p>
            <a:pPr lvl="1"/>
            <a:r>
              <a:rPr lang="fr-FR" sz="1800" dirty="0">
                <a:latin typeface="Barlow" panose="00000500000000000000" pitchFamily="2" charset="0"/>
              </a:rPr>
              <a:t>Sans isolation:</a:t>
            </a:r>
          </a:p>
          <a:p>
            <a:pPr marL="711183" lvl="1" indent="0" algn="ctr">
              <a:buNone/>
            </a:pPr>
            <a:r>
              <a:rPr lang="fr-FR" sz="1800" dirty="0">
                <a:latin typeface="Barlow" panose="00000500000000000000" pitchFamily="2" charset="0"/>
              </a:rPr>
              <a:t>http://ftp.ffjudo.com/</a:t>
            </a:r>
            <a:r>
              <a:rPr lang="fr-FR" sz="1800" dirty="0" err="1">
                <a:latin typeface="Barlow" panose="00000500000000000000" pitchFamily="2" charset="0"/>
              </a:rPr>
              <a:t>SuiviCompetition</a:t>
            </a:r>
            <a:r>
              <a:rPr lang="fr-FR" sz="1800" dirty="0">
                <a:latin typeface="Barlow" panose="00000500000000000000" pitchFamily="2" charset="0"/>
              </a:rPr>
              <a:t>/{Niveau}/{Entité}/courante/</a:t>
            </a:r>
            <a:r>
              <a:rPr lang="fr-FR" sz="1800" dirty="0" err="1">
                <a:latin typeface="Barlow" panose="00000500000000000000" pitchFamily="2" charset="0"/>
              </a:rPr>
              <a:t>common</a:t>
            </a:r>
            <a:r>
              <a:rPr lang="fr-FR" sz="1800" dirty="0">
                <a:latin typeface="Barlow" panose="00000500000000000000" pitchFamily="2" charset="0"/>
              </a:rPr>
              <a:t>/index.html</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Tree>
    <p:extLst>
      <p:ext uri="{BB962C8B-B14F-4D97-AF65-F5344CB8AC3E}">
        <p14:creationId xmlns:p14="http://schemas.microsoft.com/office/powerpoint/2010/main" val="29903249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Compléments</a:t>
            </a:r>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1"/>
            <a:ext cx="11259303" cy="4045200"/>
          </a:xfrm>
        </p:spPr>
        <p:txBody>
          <a:bodyPr/>
          <a:lstStyle/>
          <a:p>
            <a:r>
              <a:rPr lang="fr-FR" b="1" dirty="0"/>
              <a:t>I</a:t>
            </a:r>
            <a:r>
              <a:rPr lang="fr-FR" sz="2000" b="1" dirty="0"/>
              <a:t>solation des compétitions</a:t>
            </a:r>
            <a:r>
              <a:rPr lang="fr-FR" sz="200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br>
              <a:rPr lang="fr-FR" sz="2000" dirty="0"/>
            </a:br>
            <a:endParaRPr lang="fr-FR" dirty="0"/>
          </a:p>
          <a:p>
            <a:r>
              <a:rPr lang="fr-FR" sz="2000" b="1" dirty="0"/>
              <a:t>synchronisation des différences</a:t>
            </a:r>
            <a:r>
              <a:rPr lang="fr-FR" sz="2000" dirty="0"/>
              <a:t> – Lorsque cette option est activée, le logiciel « </a:t>
            </a:r>
            <a:r>
              <a:rPr lang="fr-FR" sz="2000" dirty="0" err="1"/>
              <a:t>PublicationSuiviCompetition</a:t>
            </a:r>
            <a:r>
              <a:rPr lang="fr-FR" sz="2000" dirty="0"/>
              <a:t> » ne copie sur le site distant que les fichiers modifiés depuis la dernière synchronisation. Ceci permet d’optimiser le temps de transfert notamment si la connexion vers Internet est faible.</a:t>
            </a:r>
            <a:br>
              <a:rPr lang="fr-FR" sz="2000" dirty="0"/>
            </a:br>
            <a:endParaRPr lang="fr-FR" sz="2000" dirty="0"/>
          </a:p>
          <a:p>
            <a:r>
              <a:rPr lang="fr-FR" sz="2000" b="1" dirty="0"/>
              <a:t>Adresse du site web distant</a:t>
            </a:r>
            <a:r>
              <a:rPr lang="fr-FR" sz="2000" dirty="0"/>
              <a:t> - L</a:t>
            </a:r>
            <a:r>
              <a:rPr lang="fr-FR" dirty="0"/>
              <a:t>’adresse complète est calculée comme:</a:t>
            </a:r>
          </a:p>
          <a:p>
            <a:pPr lvl="1"/>
            <a:r>
              <a:rPr lang="fr-FR" sz="1800" dirty="0">
                <a:latin typeface="Barlow" panose="00000500000000000000" pitchFamily="2" charset="0"/>
              </a:rPr>
              <a:t>Avec isolation: {Racine de l’adresse web }/{ID Compétition}/</a:t>
            </a:r>
            <a:r>
              <a:rPr lang="fr-FR" sz="1800" dirty="0" err="1">
                <a:latin typeface="Barlow" panose="00000500000000000000" pitchFamily="2" charset="0"/>
              </a:rPr>
              <a:t>common</a:t>
            </a:r>
            <a:r>
              <a:rPr lang="fr-FR" sz="1800" dirty="0">
                <a:latin typeface="Barlow" panose="00000500000000000000" pitchFamily="2" charset="0"/>
              </a:rPr>
              <a:t>/index.html</a:t>
            </a:r>
          </a:p>
          <a:p>
            <a:pPr lvl="1"/>
            <a:r>
              <a:rPr lang="fr-FR" sz="1800" dirty="0">
                <a:latin typeface="Barlow" panose="00000500000000000000" pitchFamily="2" charset="0"/>
              </a:rPr>
              <a:t>Sans isolation: {Racine de l’adresse web }/courante/</a:t>
            </a:r>
            <a:r>
              <a:rPr lang="fr-FR" sz="1800" dirty="0" err="1">
                <a:latin typeface="Barlow" panose="00000500000000000000" pitchFamily="2" charset="0"/>
              </a:rPr>
              <a:t>common</a:t>
            </a:r>
            <a:r>
              <a:rPr lang="fr-FR" sz="1800" dirty="0">
                <a:latin typeface="Barlow" panose="00000500000000000000" pitchFamily="2" charset="0"/>
              </a:rPr>
              <a:t>/index.html</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Tree>
    <p:extLst>
      <p:ext uri="{BB962C8B-B14F-4D97-AF65-F5344CB8AC3E}">
        <p14:creationId xmlns:p14="http://schemas.microsoft.com/office/powerpoint/2010/main" val="30484470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4E44FDB-AA87-481A-75C3-820EBB5E8041}"/>
              </a:ext>
            </a:extLst>
          </p:cNvPr>
          <p:cNvSpPr>
            <a:spLocks noGrp="1"/>
          </p:cNvSpPr>
          <p:nvPr>
            <p:ph type="title"/>
          </p:nvPr>
        </p:nvSpPr>
        <p:spPr/>
        <p:txBody>
          <a:bodyPr/>
          <a:lstStyle/>
          <a:p>
            <a:r>
              <a:rPr lang="fr-FR" dirty="0"/>
              <a:t>Ecran principal – Chambre d’appel</a:t>
            </a:r>
          </a:p>
        </p:txBody>
      </p:sp>
      <p:sp>
        <p:nvSpPr>
          <p:cNvPr id="3" name="Espace réservé du texte 2">
            <a:extLst>
              <a:ext uri="{FF2B5EF4-FFF2-40B4-BE49-F238E27FC236}">
                <a16:creationId xmlns:a16="http://schemas.microsoft.com/office/drawing/2014/main" id="{328F30E8-04B7-DB02-CC05-3DB9F2A9DF51}"/>
              </a:ext>
            </a:extLst>
          </p:cNvPr>
          <p:cNvSpPr>
            <a:spLocks noGrp="1"/>
          </p:cNvSpPr>
          <p:nvPr>
            <p:ph type="body" idx="1"/>
          </p:nvPr>
        </p:nvSpPr>
        <p:spPr/>
        <p:txBody>
          <a:bodyPr/>
          <a:lstStyle/>
          <a:p>
            <a:r>
              <a:rPr lang="fr-FR" b="1" dirty="0"/>
              <a:t>Adresse de la chambre d’appel </a:t>
            </a:r>
            <a:r>
              <a:rPr lang="fr-FR" dirty="0"/>
              <a:t>- L’adresse est unique pour tous les écrans de chambre d’appel. La sélection de l’affichage se fait par identification de l’écran d’appel. L’adresse complète est calculée comme:</a:t>
            </a:r>
          </a:p>
          <a:p>
            <a:pPr lvl="1"/>
            <a:r>
              <a:rPr lang="fr-FR" sz="1800" dirty="0">
                <a:latin typeface="Barlow" panose="00000500000000000000" pitchFamily="2" charset="0"/>
              </a:rPr>
              <a:t>http://{Adresse sélectionnée}:{Port}/live/</a:t>
            </a:r>
            <a:r>
              <a:rPr lang="fr-FR" sz="1800" dirty="0" err="1">
                <a:latin typeface="Barlow" panose="00000500000000000000" pitchFamily="2" charset="0"/>
              </a:rPr>
              <a:t>ecrans</a:t>
            </a:r>
            <a:r>
              <a:rPr lang="fr-FR" sz="1800" dirty="0">
                <a:latin typeface="Barlow" panose="00000500000000000000" pitchFamily="2" charset="0"/>
              </a:rPr>
              <a:t>-appel/go</a:t>
            </a:r>
          </a:p>
        </p:txBody>
      </p:sp>
      <p:sp>
        <p:nvSpPr>
          <p:cNvPr id="4" name="Espace réservé du texte 3">
            <a:extLst>
              <a:ext uri="{FF2B5EF4-FFF2-40B4-BE49-F238E27FC236}">
                <a16:creationId xmlns:a16="http://schemas.microsoft.com/office/drawing/2014/main" id="{3EFF5818-8E85-7A62-84E5-0D6CF5C9A980}"/>
              </a:ext>
            </a:extLst>
          </p:cNvPr>
          <p:cNvSpPr>
            <a:spLocks noGrp="1"/>
          </p:cNvSpPr>
          <p:nvPr>
            <p:ph type="body" sz="quarter" idx="15"/>
          </p:nvPr>
        </p:nvSpPr>
        <p:spPr/>
        <p:txBody>
          <a:bodyPr/>
          <a:lstStyle/>
          <a:p>
            <a:r>
              <a:rPr lang="fr-FR" dirty="0"/>
              <a:t>Ecrans &amp; fonctionnalités</a:t>
            </a:r>
          </a:p>
        </p:txBody>
      </p:sp>
    </p:spTree>
    <p:extLst>
      <p:ext uri="{BB962C8B-B14F-4D97-AF65-F5344CB8AC3E}">
        <p14:creationId xmlns:p14="http://schemas.microsoft.com/office/powerpoint/2010/main" val="40981094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connexion à une compétition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7" name="Image 6">
            <a:extLst>
              <a:ext uri="{FF2B5EF4-FFF2-40B4-BE49-F238E27FC236}">
                <a16:creationId xmlns:a16="http://schemas.microsoft.com/office/drawing/2014/main" id="{E1B9E928-1B5F-C80F-9EBF-D027A9052282}"/>
              </a:ext>
            </a:extLst>
          </p:cNvPr>
          <p:cNvPicPr>
            <a:picLocks noChangeAspect="1"/>
          </p:cNvPicPr>
          <p:nvPr/>
        </p:nvPicPr>
        <p:blipFill>
          <a:blip r:embed="rId2"/>
          <a:stretch>
            <a:fillRect/>
          </a:stretch>
        </p:blipFill>
        <p:spPr>
          <a:xfrm>
            <a:off x="3505200" y="2205790"/>
            <a:ext cx="4895850" cy="3671888"/>
          </a:xfrm>
          <a:prstGeom prst="rect">
            <a:avLst/>
          </a:prstGeom>
        </p:spPr>
      </p:pic>
      <p:sp>
        <p:nvSpPr>
          <p:cNvPr id="8" name="Rectangle 7">
            <a:extLst>
              <a:ext uri="{FF2B5EF4-FFF2-40B4-BE49-F238E27FC236}">
                <a16:creationId xmlns:a16="http://schemas.microsoft.com/office/drawing/2014/main" id="{000424AE-1C82-C6DA-CE47-52D2FAC46BCC}"/>
              </a:ext>
            </a:extLst>
          </p:cNvPr>
          <p:cNvSpPr/>
          <p:nvPr/>
        </p:nvSpPr>
        <p:spPr>
          <a:xfrm>
            <a:off x="6315075" y="2619375"/>
            <a:ext cx="1162050" cy="2571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Légende : encadrée à une bordure 8">
            <a:extLst>
              <a:ext uri="{FF2B5EF4-FFF2-40B4-BE49-F238E27FC236}">
                <a16:creationId xmlns:a16="http://schemas.microsoft.com/office/drawing/2014/main" id="{396C6FE9-9445-E42D-3C93-E6FCAD642CD7}"/>
              </a:ext>
            </a:extLst>
          </p:cNvPr>
          <p:cNvSpPr/>
          <p:nvPr/>
        </p:nvSpPr>
        <p:spPr>
          <a:xfrm>
            <a:off x="8753475" y="2106739"/>
            <a:ext cx="2724150" cy="636461"/>
          </a:xfrm>
          <a:prstGeom prst="accentBorderCallout1">
            <a:avLst>
              <a:gd name="adj1" fmla="val 18750"/>
              <a:gd name="adj2" fmla="val -8333"/>
              <a:gd name="adj3" fmla="val 107778"/>
              <a:gd name="adj4" fmla="val -4678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la recherche des compétitions sur le réseau local</a:t>
            </a:r>
          </a:p>
        </p:txBody>
      </p:sp>
      <p:sp>
        <p:nvSpPr>
          <p:cNvPr id="10" name="Rectangle 9">
            <a:extLst>
              <a:ext uri="{FF2B5EF4-FFF2-40B4-BE49-F238E27FC236}">
                <a16:creationId xmlns:a16="http://schemas.microsoft.com/office/drawing/2014/main" id="{CB8E593F-E2A3-09CD-6672-99AB38C2A276}"/>
              </a:ext>
            </a:extLst>
          </p:cNvPr>
          <p:cNvSpPr/>
          <p:nvPr/>
        </p:nvSpPr>
        <p:spPr>
          <a:xfrm>
            <a:off x="3571875" y="2876550"/>
            <a:ext cx="4762500" cy="291465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Légende : encadrée à une bordure 10">
            <a:extLst>
              <a:ext uri="{FF2B5EF4-FFF2-40B4-BE49-F238E27FC236}">
                <a16:creationId xmlns:a16="http://schemas.microsoft.com/office/drawing/2014/main" id="{B4A986D4-7FFA-FC52-3615-F6DAEDEA7F3B}"/>
              </a:ext>
            </a:extLst>
          </p:cNvPr>
          <p:cNvSpPr/>
          <p:nvPr/>
        </p:nvSpPr>
        <p:spPr>
          <a:xfrm>
            <a:off x="9039225" y="3916489"/>
            <a:ext cx="2438400" cy="636461"/>
          </a:xfrm>
          <a:prstGeom prst="accentBorderCallout1">
            <a:avLst>
              <a:gd name="adj1" fmla="val 18750"/>
              <a:gd name="adj2" fmla="val -8333"/>
              <a:gd name="adj3" fmla="val 109274"/>
              <a:gd name="adj4" fmla="val -2580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Affiche la liste des compétitions trouvées</a:t>
            </a:r>
          </a:p>
        </p:txBody>
      </p:sp>
      <p:sp>
        <p:nvSpPr>
          <p:cNvPr id="12" name="Rectangle 11">
            <a:extLst>
              <a:ext uri="{FF2B5EF4-FFF2-40B4-BE49-F238E27FC236}">
                <a16:creationId xmlns:a16="http://schemas.microsoft.com/office/drawing/2014/main" id="{AA731DDC-9506-E769-D48D-2E0DCBEB56E1}"/>
              </a:ext>
            </a:extLst>
          </p:cNvPr>
          <p:cNvSpPr/>
          <p:nvPr/>
        </p:nvSpPr>
        <p:spPr>
          <a:xfrm>
            <a:off x="5219699" y="2662238"/>
            <a:ext cx="1052513" cy="17859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8FDFAE3A-3A6C-DE60-721E-AD2DB7234D0C}"/>
              </a:ext>
            </a:extLst>
          </p:cNvPr>
          <p:cNvSpPr/>
          <p:nvPr/>
        </p:nvSpPr>
        <p:spPr>
          <a:xfrm flipH="1">
            <a:off x="214266" y="2202862"/>
            <a:ext cx="2809875" cy="636461"/>
          </a:xfrm>
          <a:prstGeom prst="accentBorderCallout1">
            <a:avLst>
              <a:gd name="adj1" fmla="val 18750"/>
              <a:gd name="adj2" fmla="val -8333"/>
              <a:gd name="adj3" fmla="val 74302"/>
              <a:gd name="adj4" fmla="val -7711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IP pour recherche un serveur de compétition spécifique (optionnelle)</a:t>
            </a:r>
          </a:p>
        </p:txBody>
      </p:sp>
    </p:spTree>
    <p:extLst>
      <p:ext uri="{BB962C8B-B14F-4D97-AF65-F5344CB8AC3E}">
        <p14:creationId xmlns:p14="http://schemas.microsoft.com/office/powerpoint/2010/main" val="17637637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B6B5FCE-D780-B0B6-5395-37EA36C00F06}"/>
              </a:ext>
            </a:extLst>
          </p:cNvPr>
          <p:cNvSpPr>
            <a:spLocks noGrp="1"/>
          </p:cNvSpPr>
          <p:nvPr>
            <p:ph type="title"/>
          </p:nvPr>
        </p:nvSpPr>
        <p:spPr/>
        <p:txBody>
          <a:bodyPr/>
          <a:lstStyle/>
          <a:p>
            <a:r>
              <a:rPr lang="fr-FR" dirty="0"/>
              <a:t>Ecran de Configuration Générale</a:t>
            </a:r>
          </a:p>
        </p:txBody>
      </p:sp>
      <p:sp>
        <p:nvSpPr>
          <p:cNvPr id="4" name="Espace réservé du texte 3">
            <a:extLst>
              <a:ext uri="{FF2B5EF4-FFF2-40B4-BE49-F238E27FC236}">
                <a16:creationId xmlns:a16="http://schemas.microsoft.com/office/drawing/2014/main" id="{D3787567-7C0D-F6F2-9A8C-0CB42B172C2A}"/>
              </a:ext>
            </a:extLst>
          </p:cNvPr>
          <p:cNvSpPr>
            <a:spLocks noGrp="1"/>
          </p:cNvSpPr>
          <p:nvPr>
            <p:ph type="body" sz="quarter" idx="15"/>
          </p:nvPr>
        </p:nvSpPr>
        <p:spPr/>
        <p:txBody>
          <a:bodyPr/>
          <a:lstStyle/>
          <a:p>
            <a:r>
              <a:rPr lang="fr-FR" dirty="0"/>
              <a:t>Ecrans &amp; fonctionnalités</a:t>
            </a:r>
          </a:p>
        </p:txBody>
      </p:sp>
      <p:pic>
        <p:nvPicPr>
          <p:cNvPr id="6" name="Image 5">
            <a:extLst>
              <a:ext uri="{FF2B5EF4-FFF2-40B4-BE49-F238E27FC236}">
                <a16:creationId xmlns:a16="http://schemas.microsoft.com/office/drawing/2014/main" id="{DECE9225-F322-3953-572B-B4E62BFB0390}"/>
              </a:ext>
            </a:extLst>
          </p:cNvPr>
          <p:cNvPicPr>
            <a:picLocks noChangeAspect="1"/>
          </p:cNvPicPr>
          <p:nvPr/>
        </p:nvPicPr>
        <p:blipFill>
          <a:blip r:embed="rId2"/>
          <a:stretch>
            <a:fillRect/>
          </a:stretch>
        </p:blipFill>
        <p:spPr>
          <a:xfrm>
            <a:off x="2361291" y="2484778"/>
            <a:ext cx="6485966" cy="1944355"/>
          </a:xfrm>
          <a:prstGeom prst="rect">
            <a:avLst/>
          </a:prstGeom>
        </p:spPr>
      </p:pic>
      <p:sp>
        <p:nvSpPr>
          <p:cNvPr id="9" name="Légende : encadrée à une bordure 8">
            <a:extLst>
              <a:ext uri="{FF2B5EF4-FFF2-40B4-BE49-F238E27FC236}">
                <a16:creationId xmlns:a16="http://schemas.microsoft.com/office/drawing/2014/main" id="{9376204A-EF86-58B9-4EAC-CD47C1D03F85}"/>
              </a:ext>
            </a:extLst>
          </p:cNvPr>
          <p:cNvSpPr/>
          <p:nvPr/>
        </p:nvSpPr>
        <p:spPr>
          <a:xfrm flipH="1">
            <a:off x="222756" y="4607860"/>
            <a:ext cx="2138534" cy="528401"/>
          </a:xfrm>
          <a:prstGeom prst="accentBorderCallout1">
            <a:avLst>
              <a:gd name="adj1" fmla="val 18750"/>
              <a:gd name="adj2" fmla="val -8333"/>
              <a:gd name="adj3" fmla="val -175993"/>
              <a:gd name="adj4" fmla="val -3801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le logo affiché en entête</a:t>
            </a:r>
          </a:p>
        </p:txBody>
      </p:sp>
      <p:sp>
        <p:nvSpPr>
          <p:cNvPr id="10" name="Rectangle 9">
            <a:extLst>
              <a:ext uri="{FF2B5EF4-FFF2-40B4-BE49-F238E27FC236}">
                <a16:creationId xmlns:a16="http://schemas.microsoft.com/office/drawing/2014/main" id="{79AA205A-50F3-C309-75DB-2BA5E0DE0EDC}"/>
              </a:ext>
            </a:extLst>
          </p:cNvPr>
          <p:cNvSpPr/>
          <p:nvPr/>
        </p:nvSpPr>
        <p:spPr>
          <a:xfrm>
            <a:off x="2463054" y="3455192"/>
            <a:ext cx="1000788" cy="20821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Légende : encadrée à une bordure 10">
            <a:extLst>
              <a:ext uri="{FF2B5EF4-FFF2-40B4-BE49-F238E27FC236}">
                <a16:creationId xmlns:a16="http://schemas.microsoft.com/office/drawing/2014/main" id="{CD5CF55D-7550-03F9-FC2A-E125FEF2D5A4}"/>
              </a:ext>
            </a:extLst>
          </p:cNvPr>
          <p:cNvSpPr/>
          <p:nvPr/>
        </p:nvSpPr>
        <p:spPr>
          <a:xfrm>
            <a:off x="5634754" y="1821673"/>
            <a:ext cx="3093177" cy="283867"/>
          </a:xfrm>
          <a:prstGeom prst="accentBorderCallout1">
            <a:avLst>
              <a:gd name="adj1" fmla="val 18750"/>
              <a:gd name="adj2" fmla="val -8333"/>
              <a:gd name="adj3" fmla="val 438592"/>
              <a:gd name="adj4" fmla="val -2897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Prévisualisation du logo sélectionné</a:t>
            </a:r>
          </a:p>
        </p:txBody>
      </p:sp>
      <p:sp>
        <p:nvSpPr>
          <p:cNvPr id="12" name="Rectangle 11">
            <a:extLst>
              <a:ext uri="{FF2B5EF4-FFF2-40B4-BE49-F238E27FC236}">
                <a16:creationId xmlns:a16="http://schemas.microsoft.com/office/drawing/2014/main" id="{BF8303EA-2E78-C518-EADE-7968E92F2F4A}"/>
              </a:ext>
            </a:extLst>
          </p:cNvPr>
          <p:cNvSpPr/>
          <p:nvPr/>
        </p:nvSpPr>
        <p:spPr>
          <a:xfrm>
            <a:off x="5634754" y="3403950"/>
            <a:ext cx="3093177" cy="18918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9D3C8DDA-AAB3-A5FA-22DE-F5765FCBA484}"/>
              </a:ext>
            </a:extLst>
          </p:cNvPr>
          <p:cNvSpPr/>
          <p:nvPr/>
        </p:nvSpPr>
        <p:spPr>
          <a:xfrm>
            <a:off x="9447356" y="2453174"/>
            <a:ext cx="1856521" cy="528400"/>
          </a:xfrm>
          <a:prstGeom prst="accentBorderCallout1">
            <a:avLst>
              <a:gd name="adj1" fmla="val 18750"/>
              <a:gd name="adj2" fmla="val -8333"/>
              <a:gd name="adj3" fmla="val 184767"/>
              <a:gd name="adj4" fmla="val -74802"/>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Répertoire de travail de l’application</a:t>
            </a:r>
          </a:p>
        </p:txBody>
      </p:sp>
      <p:sp>
        <p:nvSpPr>
          <p:cNvPr id="14" name="Légende : encadrée à une bordure 13">
            <a:extLst>
              <a:ext uri="{FF2B5EF4-FFF2-40B4-BE49-F238E27FC236}">
                <a16:creationId xmlns:a16="http://schemas.microsoft.com/office/drawing/2014/main" id="{C8C5FB48-447E-D17E-F7FD-20BF49421112}"/>
              </a:ext>
            </a:extLst>
          </p:cNvPr>
          <p:cNvSpPr/>
          <p:nvPr/>
        </p:nvSpPr>
        <p:spPr>
          <a:xfrm>
            <a:off x="7074091" y="4666027"/>
            <a:ext cx="4058728" cy="724759"/>
          </a:xfrm>
          <a:prstGeom prst="accentBorderCallout1">
            <a:avLst>
              <a:gd name="adj1" fmla="val 18750"/>
              <a:gd name="adj2" fmla="val -8333"/>
              <a:gd name="adj3" fmla="val -98459"/>
              <a:gd name="adj4" fmla="val -2342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le répertoire de travail de l’application (uniquement si aucune génération ni publication ne sont actives)</a:t>
            </a:r>
          </a:p>
        </p:txBody>
      </p:sp>
      <p:sp>
        <p:nvSpPr>
          <p:cNvPr id="15" name="Rectangle 14">
            <a:extLst>
              <a:ext uri="{FF2B5EF4-FFF2-40B4-BE49-F238E27FC236}">
                <a16:creationId xmlns:a16="http://schemas.microsoft.com/office/drawing/2014/main" id="{6213D02D-B3C4-591F-7F43-1C865323EE03}"/>
              </a:ext>
            </a:extLst>
          </p:cNvPr>
          <p:cNvSpPr/>
          <p:nvPr/>
        </p:nvSpPr>
        <p:spPr>
          <a:xfrm>
            <a:off x="4321817" y="3071154"/>
            <a:ext cx="897884" cy="89096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15">
            <a:extLst>
              <a:ext uri="{FF2B5EF4-FFF2-40B4-BE49-F238E27FC236}">
                <a16:creationId xmlns:a16="http://schemas.microsoft.com/office/drawing/2014/main" id="{3531276E-8425-2DF2-4CFB-58E6BEAD1ECE}"/>
              </a:ext>
            </a:extLst>
          </p:cNvPr>
          <p:cNvSpPr/>
          <p:nvPr/>
        </p:nvSpPr>
        <p:spPr>
          <a:xfrm>
            <a:off x="5819800" y="3716706"/>
            <a:ext cx="680060"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Légende : encadrée à une bordure 16">
            <a:extLst>
              <a:ext uri="{FF2B5EF4-FFF2-40B4-BE49-F238E27FC236}">
                <a16:creationId xmlns:a16="http://schemas.microsoft.com/office/drawing/2014/main" id="{D6BA390E-3169-34BD-2448-2E9AFAD6A927}"/>
              </a:ext>
            </a:extLst>
          </p:cNvPr>
          <p:cNvSpPr/>
          <p:nvPr/>
        </p:nvSpPr>
        <p:spPr>
          <a:xfrm flipH="1">
            <a:off x="222755" y="1721739"/>
            <a:ext cx="2138535" cy="528401"/>
          </a:xfrm>
          <a:prstGeom prst="accentBorderCallout1">
            <a:avLst>
              <a:gd name="adj1" fmla="val 18750"/>
              <a:gd name="adj2" fmla="val -8333"/>
              <a:gd name="adj3" fmla="val 315240"/>
              <a:gd name="adj4" fmla="val -5693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Ajoute un logo dans la liste</a:t>
            </a:r>
          </a:p>
        </p:txBody>
      </p:sp>
      <p:sp>
        <p:nvSpPr>
          <p:cNvPr id="18" name="Espace réservé du texte 2">
            <a:extLst>
              <a:ext uri="{FF2B5EF4-FFF2-40B4-BE49-F238E27FC236}">
                <a16:creationId xmlns:a16="http://schemas.microsoft.com/office/drawing/2014/main" id="{D0C63A6C-DD9C-6997-3B82-4F73787A85C4}"/>
              </a:ext>
            </a:extLst>
          </p:cNvPr>
          <p:cNvSpPr>
            <a:spLocks noGrp="1"/>
          </p:cNvSpPr>
          <p:nvPr>
            <p:ph type="body" idx="1"/>
          </p:nvPr>
        </p:nvSpPr>
        <p:spPr>
          <a:xfrm>
            <a:off x="411192" y="5689825"/>
            <a:ext cx="11369615" cy="782889"/>
          </a:xfrm>
        </p:spPr>
        <p:txBody>
          <a:bodyPr>
            <a:normAutofit fontScale="92500" lnSpcReduction="10000"/>
          </a:bodyPr>
          <a:lstStyle/>
          <a:p>
            <a:pPr marL="101598" indent="0">
              <a:buNone/>
            </a:pPr>
            <a:r>
              <a:rPr lang="fr-FR" sz="1800" b="1" i="1" dirty="0"/>
              <a:t>Notes</a:t>
            </a:r>
            <a:r>
              <a:rPr lang="fr-FR" sz="1800" i="1" dirty="0"/>
              <a:t>:</a:t>
            </a:r>
          </a:p>
          <a:p>
            <a:r>
              <a:rPr lang="fr-FR" sz="1500" i="1" dirty="0"/>
              <a:t>Pour ajouter un logo, ce dernier doit être au format png, avoir une taille maximum de 200x200 et contenir le mot « logo » dans son nom.</a:t>
            </a:r>
          </a:p>
          <a:p>
            <a:r>
              <a:rPr lang="fr-FR" sz="1500" i="1" dirty="0"/>
              <a:t>Le répertoire de travail ne doit pas être un répertoire synchronisé type OneDrive, </a:t>
            </a:r>
            <a:r>
              <a:rPr lang="fr-FR" sz="1500" i="1" dirty="0" err="1"/>
              <a:t>pCloud</a:t>
            </a:r>
            <a:r>
              <a:rPr lang="fr-FR" sz="1500" i="1" dirty="0"/>
              <a:t>, </a:t>
            </a:r>
            <a:r>
              <a:rPr lang="fr-FR" sz="1500" i="1" dirty="0" err="1"/>
              <a:t>DropBox</a:t>
            </a:r>
            <a:r>
              <a:rPr lang="fr-FR" sz="1500" i="1" dirty="0"/>
              <a:t>, etc.</a:t>
            </a:r>
          </a:p>
        </p:txBody>
      </p:sp>
      <p:sp>
        <p:nvSpPr>
          <p:cNvPr id="19" name="Rectangle 18">
            <a:extLst>
              <a:ext uri="{FF2B5EF4-FFF2-40B4-BE49-F238E27FC236}">
                <a16:creationId xmlns:a16="http://schemas.microsoft.com/office/drawing/2014/main" id="{B91B8583-3B8B-2CE6-C76D-53902B50D97D}"/>
              </a:ext>
            </a:extLst>
          </p:cNvPr>
          <p:cNvSpPr/>
          <p:nvPr/>
        </p:nvSpPr>
        <p:spPr>
          <a:xfrm>
            <a:off x="3463842" y="3428999"/>
            <a:ext cx="255671" cy="26193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Légende : encadrée à une bordure 19">
            <a:extLst>
              <a:ext uri="{FF2B5EF4-FFF2-40B4-BE49-F238E27FC236}">
                <a16:creationId xmlns:a16="http://schemas.microsoft.com/office/drawing/2014/main" id="{AFDBA5FF-ED60-C8D8-52DB-BB601F102EA2}"/>
              </a:ext>
            </a:extLst>
          </p:cNvPr>
          <p:cNvSpPr/>
          <p:nvPr/>
        </p:nvSpPr>
        <p:spPr>
          <a:xfrm>
            <a:off x="9447356" y="3559300"/>
            <a:ext cx="2509324" cy="657673"/>
          </a:xfrm>
          <a:prstGeom prst="accentBorderCallout1">
            <a:avLst>
              <a:gd name="adj1" fmla="val 18750"/>
              <a:gd name="adj2" fmla="val -8333"/>
              <a:gd name="adj3" fmla="val 42934"/>
              <a:gd name="adj4" fmla="val -4085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Force le répertoire de travail à être effacé au démarrage de la 1</a:t>
            </a:r>
            <a:r>
              <a:rPr lang="fr-FR" sz="1400" baseline="30000" dirty="0"/>
              <a:t>ère</a:t>
            </a:r>
            <a:r>
              <a:rPr lang="fr-FR" sz="1400" dirty="0"/>
              <a:t> génération</a:t>
            </a:r>
          </a:p>
        </p:txBody>
      </p:sp>
      <p:sp>
        <p:nvSpPr>
          <p:cNvPr id="21" name="Rectangle 20">
            <a:extLst>
              <a:ext uri="{FF2B5EF4-FFF2-40B4-BE49-F238E27FC236}">
                <a16:creationId xmlns:a16="http://schemas.microsoft.com/office/drawing/2014/main" id="{46D06C36-C229-28A7-74B3-C254B61FC670}"/>
              </a:ext>
            </a:extLst>
          </p:cNvPr>
          <p:cNvSpPr/>
          <p:nvPr/>
        </p:nvSpPr>
        <p:spPr>
          <a:xfrm>
            <a:off x="7033475" y="3710082"/>
            <a:ext cx="1333286" cy="220984"/>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3298289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1" y="980322"/>
            <a:ext cx="10798473" cy="528400"/>
          </a:xfrm>
        </p:spPr>
        <p:txBody>
          <a:bodyPr/>
          <a:lstStyle/>
          <a:p>
            <a:r>
              <a:rPr lang="fr-FR" dirty="0"/>
              <a:t>Ecran de Configuration – génération Coachs &amp; Public</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148774" y="5950668"/>
            <a:ext cx="11928207" cy="336752"/>
          </a:xfrm>
        </p:spPr>
        <p:txBody>
          <a:bodyPr/>
          <a:lstStyle/>
          <a:p>
            <a:pPr marL="101598" indent="0">
              <a:buNone/>
            </a:pPr>
            <a:r>
              <a:rPr lang="fr-FR" sz="1800" b="1" i="1" dirty="0"/>
              <a:t>Notes</a:t>
            </a:r>
            <a:r>
              <a:rPr lang="fr-FR" sz="1800" i="1" dirty="0"/>
              <a:t>: 	</a:t>
            </a:r>
            <a:r>
              <a:rPr lang="fr-FR" sz="1500" i="1" dirty="0"/>
              <a:t>- Les modifications apportées pendant qu’une génération est active ne seront prises en compte qu’au cycle suivant.</a:t>
            </a:r>
          </a:p>
          <a:p>
            <a:pPr marL="101598" indent="0">
              <a:buNone/>
            </a:pPr>
            <a:r>
              <a:rPr lang="fr-FR" sz="1500" i="1" dirty="0"/>
              <a:t>	- En passant la souris sur l’icone ( i ), un popup s’affiche pour donner des informations sur le paramètre concerné.</a:t>
            </a:r>
          </a:p>
        </p:txBody>
      </p:sp>
      <p:pic>
        <p:nvPicPr>
          <p:cNvPr id="6" name="Image 5">
            <a:extLst>
              <a:ext uri="{FF2B5EF4-FFF2-40B4-BE49-F238E27FC236}">
                <a16:creationId xmlns:a16="http://schemas.microsoft.com/office/drawing/2014/main" id="{97570CD1-1869-A38B-36B8-13414B1EC916}"/>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24802" b="28173" l="28930" r="32190"/>
                    </a14:imgEffect>
                  </a14:imgLayer>
                </a14:imgProps>
              </a:ext>
            </a:extLst>
          </a:blip>
          <a:srcRect l="28522" t="24381" r="67402" b="71406"/>
          <a:stretch>
            <a:fillRect/>
          </a:stretch>
        </p:blipFill>
        <p:spPr>
          <a:xfrm flipH="1">
            <a:off x="13292919" y="2744519"/>
            <a:ext cx="213496" cy="251403"/>
          </a:xfrm>
          <a:prstGeom prst="rect">
            <a:avLst/>
          </a:prstGeom>
        </p:spPr>
      </p:pic>
      <p:pic>
        <p:nvPicPr>
          <p:cNvPr id="7" name="Image 6">
            <a:extLst>
              <a:ext uri="{FF2B5EF4-FFF2-40B4-BE49-F238E27FC236}">
                <a16:creationId xmlns:a16="http://schemas.microsoft.com/office/drawing/2014/main" id="{A75A84D1-3B6E-068D-D43F-395508F49A1F}"/>
              </a:ext>
            </a:extLst>
          </p:cNvPr>
          <p:cNvPicPr>
            <a:picLocks noChangeAspect="1"/>
          </p:cNvPicPr>
          <p:nvPr/>
        </p:nvPicPr>
        <p:blipFill>
          <a:blip r:embed="rId4"/>
          <a:stretch>
            <a:fillRect/>
          </a:stretch>
        </p:blipFill>
        <p:spPr>
          <a:xfrm>
            <a:off x="3118943" y="2127849"/>
            <a:ext cx="5552618" cy="2914193"/>
          </a:xfrm>
          <a:prstGeom prst="rect">
            <a:avLst/>
          </a:prstGeom>
        </p:spPr>
      </p:pic>
      <p:sp>
        <p:nvSpPr>
          <p:cNvPr id="8" name="Légende : encadrée à une bordure 7">
            <a:extLst>
              <a:ext uri="{FF2B5EF4-FFF2-40B4-BE49-F238E27FC236}">
                <a16:creationId xmlns:a16="http://schemas.microsoft.com/office/drawing/2014/main" id="{41DF4455-B369-AFD0-5DC9-B397428F49F5}"/>
              </a:ext>
            </a:extLst>
          </p:cNvPr>
          <p:cNvSpPr/>
          <p:nvPr/>
        </p:nvSpPr>
        <p:spPr>
          <a:xfrm flipH="1">
            <a:off x="144163" y="2772495"/>
            <a:ext cx="2502982" cy="708807"/>
          </a:xfrm>
          <a:prstGeom prst="accentBorderCallout1">
            <a:avLst>
              <a:gd name="adj1" fmla="val 18750"/>
              <a:gd name="adj2" fmla="val -8333"/>
              <a:gd name="adj3" fmla="val 62462"/>
              <a:gd name="adj4" fmla="val -2103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publication des pages « Prochaines combats » et « Se Prépare »</a:t>
            </a:r>
          </a:p>
        </p:txBody>
      </p:sp>
      <p:sp>
        <p:nvSpPr>
          <p:cNvPr id="15" name="Rectangle 14">
            <a:extLst>
              <a:ext uri="{FF2B5EF4-FFF2-40B4-BE49-F238E27FC236}">
                <a16:creationId xmlns:a16="http://schemas.microsoft.com/office/drawing/2014/main" id="{E9153225-C288-7FCC-F388-73E38547448A}"/>
              </a:ext>
            </a:extLst>
          </p:cNvPr>
          <p:cNvSpPr/>
          <p:nvPr/>
        </p:nvSpPr>
        <p:spPr>
          <a:xfrm>
            <a:off x="3191133" y="3303102"/>
            <a:ext cx="1552317"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3A0C8EE0-B8E3-4F3B-683B-4D419849F727}"/>
              </a:ext>
            </a:extLst>
          </p:cNvPr>
          <p:cNvSpPr/>
          <p:nvPr/>
        </p:nvSpPr>
        <p:spPr>
          <a:xfrm flipH="1">
            <a:off x="166920" y="3584945"/>
            <a:ext cx="2480225" cy="900676"/>
          </a:xfrm>
          <a:prstGeom prst="accentBorderCallout1">
            <a:avLst>
              <a:gd name="adj1" fmla="val 18750"/>
              <a:gd name="adj2" fmla="val -8333"/>
              <a:gd name="adj3" fmla="val 8299"/>
              <a:gd name="adj4" fmla="val -9489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Nombre maximum de combats à afficher dans la chambre d’appel (uniquement si Publier Prochains Combats)</a:t>
            </a:r>
          </a:p>
        </p:txBody>
      </p:sp>
      <p:sp>
        <p:nvSpPr>
          <p:cNvPr id="17" name="Légende : encadrée à une bordure 16">
            <a:extLst>
              <a:ext uri="{FF2B5EF4-FFF2-40B4-BE49-F238E27FC236}">
                <a16:creationId xmlns:a16="http://schemas.microsoft.com/office/drawing/2014/main" id="{7B809175-E65D-C680-EEC9-F13FC07376E8}"/>
              </a:ext>
            </a:extLst>
          </p:cNvPr>
          <p:cNvSpPr/>
          <p:nvPr/>
        </p:nvSpPr>
        <p:spPr>
          <a:xfrm flipH="1">
            <a:off x="166920" y="5223655"/>
            <a:ext cx="4044642" cy="714227"/>
          </a:xfrm>
          <a:prstGeom prst="accentBorderCallout1">
            <a:avLst>
              <a:gd name="adj1" fmla="val 18750"/>
              <a:gd name="adj2" fmla="val -8333"/>
              <a:gd name="adj3" fmla="val -144592"/>
              <a:gd name="adj4" fmla="val -3064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Message d’avertissement afficher en entête des pages de la chambre d’appel (uniquement si Publier Prochains Combats)</a:t>
            </a:r>
          </a:p>
        </p:txBody>
      </p:sp>
      <p:sp>
        <p:nvSpPr>
          <p:cNvPr id="19" name="Rectangle 18">
            <a:extLst>
              <a:ext uri="{FF2B5EF4-FFF2-40B4-BE49-F238E27FC236}">
                <a16:creationId xmlns:a16="http://schemas.microsoft.com/office/drawing/2014/main" id="{9CCE19E7-ED1D-8F5D-49AC-DBB65BBBC6C1}"/>
              </a:ext>
            </a:extLst>
          </p:cNvPr>
          <p:cNvSpPr/>
          <p:nvPr/>
        </p:nvSpPr>
        <p:spPr>
          <a:xfrm flipH="1">
            <a:off x="5819371" y="3333778"/>
            <a:ext cx="1318027" cy="19523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DFC666D6-BBF3-1572-9AB6-AA4A84E23E05}"/>
              </a:ext>
            </a:extLst>
          </p:cNvPr>
          <p:cNvSpPr/>
          <p:nvPr/>
        </p:nvSpPr>
        <p:spPr>
          <a:xfrm>
            <a:off x="5829611" y="2744519"/>
            <a:ext cx="2580964" cy="431844"/>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Légende : encadrée à une bordure 24">
            <a:extLst>
              <a:ext uri="{FF2B5EF4-FFF2-40B4-BE49-F238E27FC236}">
                <a16:creationId xmlns:a16="http://schemas.microsoft.com/office/drawing/2014/main" id="{F1783BC0-80EF-8B7A-DB65-8A27F9A522B0}"/>
              </a:ext>
            </a:extLst>
          </p:cNvPr>
          <p:cNvSpPr/>
          <p:nvPr/>
        </p:nvSpPr>
        <p:spPr>
          <a:xfrm flipH="1">
            <a:off x="166920" y="4589264"/>
            <a:ext cx="2502981" cy="528401"/>
          </a:xfrm>
          <a:prstGeom prst="accentBorderCallout1">
            <a:avLst>
              <a:gd name="adj1" fmla="val 18750"/>
              <a:gd name="adj2" fmla="val -8333"/>
              <a:gd name="adj3" fmla="val -20049"/>
              <a:gd name="adj4" fmla="val -2345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publication de la page d’affectation des tapis</a:t>
            </a:r>
          </a:p>
        </p:txBody>
      </p:sp>
      <p:sp>
        <p:nvSpPr>
          <p:cNvPr id="26" name="Légende : encadrée à une bordure 25">
            <a:extLst>
              <a:ext uri="{FF2B5EF4-FFF2-40B4-BE49-F238E27FC236}">
                <a16:creationId xmlns:a16="http://schemas.microsoft.com/office/drawing/2014/main" id="{ECDB1B1E-EAE4-A111-881D-5ECABDA5C4E7}"/>
              </a:ext>
            </a:extLst>
          </p:cNvPr>
          <p:cNvSpPr/>
          <p:nvPr/>
        </p:nvSpPr>
        <p:spPr>
          <a:xfrm>
            <a:off x="9039622" y="4758058"/>
            <a:ext cx="3010322" cy="528401"/>
          </a:xfrm>
          <a:prstGeom prst="accentBorderCallout1">
            <a:avLst>
              <a:gd name="adj1" fmla="val 18750"/>
              <a:gd name="adj2" fmla="val -8333"/>
              <a:gd name="adj3" fmla="val -79215"/>
              <a:gd name="adj4" fmla="val -507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l’affichage des poules en colonnes (diagonales sinon)</a:t>
            </a:r>
          </a:p>
        </p:txBody>
      </p:sp>
      <p:sp>
        <p:nvSpPr>
          <p:cNvPr id="27" name="Légende : encadrée à une bordure 26">
            <a:extLst>
              <a:ext uri="{FF2B5EF4-FFF2-40B4-BE49-F238E27FC236}">
                <a16:creationId xmlns:a16="http://schemas.microsoft.com/office/drawing/2014/main" id="{B00C4D48-202E-9785-ADED-DDB4A7DE25DA}"/>
              </a:ext>
            </a:extLst>
          </p:cNvPr>
          <p:cNvSpPr/>
          <p:nvPr/>
        </p:nvSpPr>
        <p:spPr>
          <a:xfrm>
            <a:off x="7731918" y="5403947"/>
            <a:ext cx="4293162" cy="528401"/>
          </a:xfrm>
          <a:prstGeom prst="accentBorderCallout1">
            <a:avLst>
              <a:gd name="adj1" fmla="val 18750"/>
              <a:gd name="adj2" fmla="val -8333"/>
              <a:gd name="adj3" fmla="val -147694"/>
              <a:gd name="adj4" fmla="val -2836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sélection de l’affichage des poules en colonnes selon leur taille</a:t>
            </a:r>
          </a:p>
        </p:txBody>
      </p:sp>
      <p:sp>
        <p:nvSpPr>
          <p:cNvPr id="28" name="Légende : encadrée à une bordure 27">
            <a:extLst>
              <a:ext uri="{FF2B5EF4-FFF2-40B4-BE49-F238E27FC236}">
                <a16:creationId xmlns:a16="http://schemas.microsoft.com/office/drawing/2014/main" id="{BD46C6F5-83D8-8E86-5E75-6383DEA7388B}"/>
              </a:ext>
            </a:extLst>
          </p:cNvPr>
          <p:cNvSpPr/>
          <p:nvPr/>
        </p:nvSpPr>
        <p:spPr>
          <a:xfrm>
            <a:off x="9039622" y="2125655"/>
            <a:ext cx="3008216" cy="296848"/>
          </a:xfrm>
          <a:prstGeom prst="accentBorderCallout1">
            <a:avLst>
              <a:gd name="adj1" fmla="val 18750"/>
              <a:gd name="adj2" fmla="val -8333"/>
              <a:gd name="adj3" fmla="val 413440"/>
              <a:gd name="adj4" fmla="val -6274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l’affichage des judokas engagés</a:t>
            </a:r>
          </a:p>
        </p:txBody>
      </p:sp>
      <p:sp>
        <p:nvSpPr>
          <p:cNvPr id="29" name="Légende : encadrée à une bordure 28">
            <a:extLst>
              <a:ext uri="{FF2B5EF4-FFF2-40B4-BE49-F238E27FC236}">
                <a16:creationId xmlns:a16="http://schemas.microsoft.com/office/drawing/2014/main" id="{973A1133-30EA-F1D8-2D93-3DA4CCB64F41}"/>
              </a:ext>
            </a:extLst>
          </p:cNvPr>
          <p:cNvSpPr/>
          <p:nvPr/>
        </p:nvSpPr>
        <p:spPr>
          <a:xfrm>
            <a:off x="9039622" y="2526459"/>
            <a:ext cx="3004679" cy="447310"/>
          </a:xfrm>
          <a:prstGeom prst="accentBorderCallout1">
            <a:avLst>
              <a:gd name="adj1" fmla="val 18750"/>
              <a:gd name="adj2" fmla="val -8333"/>
              <a:gd name="adj3" fmla="val 190171"/>
              <a:gd name="adj4" fmla="val -5463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tous les judokas engagés </a:t>
            </a:r>
            <a:r>
              <a:rPr lang="fr-FR" sz="1100" dirty="0"/>
              <a:t>(présents &amp; absents)</a:t>
            </a:r>
          </a:p>
        </p:txBody>
      </p:sp>
      <p:sp>
        <p:nvSpPr>
          <p:cNvPr id="30" name="Légende : encadrée à une bordure 29">
            <a:extLst>
              <a:ext uri="{FF2B5EF4-FFF2-40B4-BE49-F238E27FC236}">
                <a16:creationId xmlns:a16="http://schemas.microsoft.com/office/drawing/2014/main" id="{07A9B461-ED4A-7BE0-C59E-05D95664A221}"/>
              </a:ext>
            </a:extLst>
          </p:cNvPr>
          <p:cNvSpPr/>
          <p:nvPr/>
        </p:nvSpPr>
        <p:spPr>
          <a:xfrm>
            <a:off x="9040344" y="3632628"/>
            <a:ext cx="3003957" cy="611594"/>
          </a:xfrm>
          <a:prstGeom prst="accentBorderCallout1">
            <a:avLst>
              <a:gd name="adj1" fmla="val 18750"/>
              <a:gd name="adj2" fmla="val -8333"/>
              <a:gd name="adj3" fmla="val 31209"/>
              <a:gd name="adj4" fmla="val -2103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les scores dans l’ordre Gagnant/Perdant </a:t>
            </a:r>
            <a:r>
              <a:rPr lang="fr-FR" sz="1100" dirty="0"/>
              <a:t>(sinon 1</a:t>
            </a:r>
            <a:r>
              <a:rPr lang="fr-FR" sz="1100" baseline="30000" dirty="0"/>
              <a:t>er</a:t>
            </a:r>
            <a:r>
              <a:rPr lang="fr-FR" sz="1100" dirty="0"/>
              <a:t> judoka/2</a:t>
            </a:r>
            <a:r>
              <a:rPr lang="fr-FR" sz="1100" baseline="30000" dirty="0"/>
              <a:t>nd</a:t>
            </a:r>
            <a:r>
              <a:rPr lang="fr-FR" sz="1100" dirty="0"/>
              <a:t> judoka)</a:t>
            </a:r>
            <a:endParaRPr lang="fr-FR" sz="1200" dirty="0"/>
          </a:p>
        </p:txBody>
      </p:sp>
      <p:sp>
        <p:nvSpPr>
          <p:cNvPr id="33" name="Rectangle 32">
            <a:extLst>
              <a:ext uri="{FF2B5EF4-FFF2-40B4-BE49-F238E27FC236}">
                <a16:creationId xmlns:a16="http://schemas.microsoft.com/office/drawing/2014/main" id="{3F05F182-21B1-E3B7-74B5-733FDFF103F1}"/>
              </a:ext>
            </a:extLst>
          </p:cNvPr>
          <p:cNvSpPr/>
          <p:nvPr/>
        </p:nvSpPr>
        <p:spPr>
          <a:xfrm>
            <a:off x="5020543" y="3543395"/>
            <a:ext cx="670645" cy="21631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6" name="Légende : encadrée à une bordure 35">
            <a:extLst>
              <a:ext uri="{FF2B5EF4-FFF2-40B4-BE49-F238E27FC236}">
                <a16:creationId xmlns:a16="http://schemas.microsoft.com/office/drawing/2014/main" id="{E67AC670-59A5-BBF4-932A-BFB066063B6C}"/>
              </a:ext>
            </a:extLst>
          </p:cNvPr>
          <p:cNvSpPr/>
          <p:nvPr/>
        </p:nvSpPr>
        <p:spPr>
          <a:xfrm>
            <a:off x="9039622" y="3081476"/>
            <a:ext cx="3004679" cy="447310"/>
          </a:xfrm>
          <a:prstGeom prst="accentBorderCallout1">
            <a:avLst>
              <a:gd name="adj1" fmla="val 18750"/>
              <a:gd name="adj2" fmla="val -8333"/>
              <a:gd name="adj3" fmla="val 100165"/>
              <a:gd name="adj4" fmla="val -5517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tous les combats des judokas </a:t>
            </a:r>
            <a:r>
              <a:rPr lang="fr-FR" sz="1100" dirty="0"/>
              <a:t>(terminés &amp; à venir)</a:t>
            </a:r>
          </a:p>
        </p:txBody>
      </p:sp>
      <p:sp>
        <p:nvSpPr>
          <p:cNvPr id="37" name="Légende : encadrée à une bordure 36">
            <a:extLst>
              <a:ext uri="{FF2B5EF4-FFF2-40B4-BE49-F238E27FC236}">
                <a16:creationId xmlns:a16="http://schemas.microsoft.com/office/drawing/2014/main" id="{7E17283A-D25F-D286-7C8F-60167E9F91E3}"/>
              </a:ext>
            </a:extLst>
          </p:cNvPr>
          <p:cNvSpPr/>
          <p:nvPr/>
        </p:nvSpPr>
        <p:spPr>
          <a:xfrm>
            <a:off x="8252795" y="1527215"/>
            <a:ext cx="3439110" cy="499307"/>
          </a:xfrm>
          <a:prstGeom prst="accentBorderCallout1">
            <a:avLst>
              <a:gd name="adj1" fmla="val 18750"/>
              <a:gd name="adj2" fmla="val -8333"/>
              <a:gd name="adj3" fmla="val 242347"/>
              <a:gd name="adj4" fmla="val -5342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Intitulé à afficher à la place du nom de la 1</a:t>
            </a:r>
            <a:r>
              <a:rPr lang="fr-FR" sz="1400" baseline="30000" dirty="0"/>
              <a:t>ère</a:t>
            </a:r>
            <a:r>
              <a:rPr lang="fr-FR" sz="1400" dirty="0"/>
              <a:t> compétition en cas de multi-compétition</a:t>
            </a:r>
          </a:p>
        </p:txBody>
      </p:sp>
      <p:sp>
        <p:nvSpPr>
          <p:cNvPr id="41" name="Légende : encadrée à une bordure 40">
            <a:extLst>
              <a:ext uri="{FF2B5EF4-FFF2-40B4-BE49-F238E27FC236}">
                <a16:creationId xmlns:a16="http://schemas.microsoft.com/office/drawing/2014/main" id="{438B67EE-6AE3-B74F-A03A-4F9251D34F75}"/>
              </a:ext>
            </a:extLst>
          </p:cNvPr>
          <p:cNvSpPr/>
          <p:nvPr/>
        </p:nvSpPr>
        <p:spPr>
          <a:xfrm flipH="1">
            <a:off x="148774" y="1541609"/>
            <a:ext cx="2502984" cy="336753"/>
          </a:xfrm>
          <a:prstGeom prst="accentBorderCallout1">
            <a:avLst>
              <a:gd name="adj1" fmla="val 18750"/>
              <a:gd name="adj2" fmla="val -8333"/>
              <a:gd name="adj3" fmla="val 391238"/>
              <a:gd name="adj4" fmla="val -7543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Délai (en s) entre 2 générations</a:t>
            </a:r>
          </a:p>
        </p:txBody>
      </p:sp>
      <p:sp>
        <p:nvSpPr>
          <p:cNvPr id="42" name="Rectangle 41">
            <a:extLst>
              <a:ext uri="{FF2B5EF4-FFF2-40B4-BE49-F238E27FC236}">
                <a16:creationId xmlns:a16="http://schemas.microsoft.com/office/drawing/2014/main" id="{392E24C3-B309-9334-FCD7-BBD75428814D}"/>
              </a:ext>
            </a:extLst>
          </p:cNvPr>
          <p:cNvSpPr/>
          <p:nvPr/>
        </p:nvSpPr>
        <p:spPr>
          <a:xfrm>
            <a:off x="4533253" y="2756826"/>
            <a:ext cx="817417"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3" name="Légende : encadrée à une bordure 42">
            <a:extLst>
              <a:ext uri="{FF2B5EF4-FFF2-40B4-BE49-F238E27FC236}">
                <a16:creationId xmlns:a16="http://schemas.microsoft.com/office/drawing/2014/main" id="{C5D2A67E-04D9-1E2B-455A-97E8272E6B9C}"/>
              </a:ext>
            </a:extLst>
          </p:cNvPr>
          <p:cNvSpPr/>
          <p:nvPr/>
        </p:nvSpPr>
        <p:spPr>
          <a:xfrm flipH="1">
            <a:off x="144162" y="1989739"/>
            <a:ext cx="2502983" cy="671379"/>
          </a:xfrm>
          <a:prstGeom prst="accentBorderCallout1">
            <a:avLst>
              <a:gd name="adj1" fmla="val 18750"/>
              <a:gd name="adj2" fmla="val -8333"/>
              <a:gd name="adj3" fmla="val 154186"/>
              <a:gd name="adj4" fmla="val -7584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Délai (en s) entre 2 actualisations automatique pour les utilisateurs</a:t>
            </a:r>
          </a:p>
        </p:txBody>
      </p:sp>
      <p:sp>
        <p:nvSpPr>
          <p:cNvPr id="49" name="Rectangle 48">
            <a:extLst>
              <a:ext uri="{FF2B5EF4-FFF2-40B4-BE49-F238E27FC236}">
                <a16:creationId xmlns:a16="http://schemas.microsoft.com/office/drawing/2014/main" id="{E625D191-2E31-5529-9351-E007755704D5}"/>
              </a:ext>
            </a:extLst>
          </p:cNvPr>
          <p:cNvSpPr/>
          <p:nvPr/>
        </p:nvSpPr>
        <p:spPr>
          <a:xfrm>
            <a:off x="4540396" y="3062512"/>
            <a:ext cx="817417"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Rectangle 49">
            <a:extLst>
              <a:ext uri="{FF2B5EF4-FFF2-40B4-BE49-F238E27FC236}">
                <a16:creationId xmlns:a16="http://schemas.microsoft.com/office/drawing/2014/main" id="{1E57437B-90B0-1ED4-58EA-64407BB78E64}"/>
              </a:ext>
            </a:extLst>
          </p:cNvPr>
          <p:cNvSpPr/>
          <p:nvPr/>
        </p:nvSpPr>
        <p:spPr>
          <a:xfrm>
            <a:off x="3191132" y="4237765"/>
            <a:ext cx="1552317"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1" name="Rectangle 50">
            <a:extLst>
              <a:ext uri="{FF2B5EF4-FFF2-40B4-BE49-F238E27FC236}">
                <a16:creationId xmlns:a16="http://schemas.microsoft.com/office/drawing/2014/main" id="{68DF92B2-1BEE-757A-5590-EE08ABAF9EE2}"/>
              </a:ext>
            </a:extLst>
          </p:cNvPr>
          <p:cNvSpPr/>
          <p:nvPr/>
        </p:nvSpPr>
        <p:spPr>
          <a:xfrm>
            <a:off x="3459271" y="3938425"/>
            <a:ext cx="2308117"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2" name="Rectangle 51">
            <a:extLst>
              <a:ext uri="{FF2B5EF4-FFF2-40B4-BE49-F238E27FC236}">
                <a16:creationId xmlns:a16="http://schemas.microsoft.com/office/drawing/2014/main" id="{7696FB3D-A0E1-12E7-2FDC-671007968BDC}"/>
              </a:ext>
            </a:extLst>
          </p:cNvPr>
          <p:cNvSpPr/>
          <p:nvPr/>
        </p:nvSpPr>
        <p:spPr>
          <a:xfrm flipH="1">
            <a:off x="6061131" y="3529010"/>
            <a:ext cx="1318027" cy="19523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3" name="Rectangle 52">
            <a:extLst>
              <a:ext uri="{FF2B5EF4-FFF2-40B4-BE49-F238E27FC236}">
                <a16:creationId xmlns:a16="http://schemas.microsoft.com/office/drawing/2014/main" id="{71614B84-A0A5-AA11-FCAB-E17EA539F808}"/>
              </a:ext>
            </a:extLst>
          </p:cNvPr>
          <p:cNvSpPr/>
          <p:nvPr/>
        </p:nvSpPr>
        <p:spPr>
          <a:xfrm flipH="1">
            <a:off x="6061130" y="3727092"/>
            <a:ext cx="1318027" cy="1545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4" name="Rectangle 53">
            <a:extLst>
              <a:ext uri="{FF2B5EF4-FFF2-40B4-BE49-F238E27FC236}">
                <a16:creationId xmlns:a16="http://schemas.microsoft.com/office/drawing/2014/main" id="{15632ED1-A554-CC8C-F5C6-0690CD6CABA3}"/>
              </a:ext>
            </a:extLst>
          </p:cNvPr>
          <p:cNvSpPr/>
          <p:nvPr/>
        </p:nvSpPr>
        <p:spPr>
          <a:xfrm flipH="1">
            <a:off x="6061129" y="3898324"/>
            <a:ext cx="2308115" cy="1545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5" name="Rectangle 54">
            <a:extLst>
              <a:ext uri="{FF2B5EF4-FFF2-40B4-BE49-F238E27FC236}">
                <a16:creationId xmlns:a16="http://schemas.microsoft.com/office/drawing/2014/main" id="{0FEB7E60-21A1-0B96-A4C5-DD072130EF2D}"/>
              </a:ext>
            </a:extLst>
          </p:cNvPr>
          <p:cNvSpPr/>
          <p:nvPr/>
        </p:nvSpPr>
        <p:spPr>
          <a:xfrm flipH="1">
            <a:off x="6061129" y="4064253"/>
            <a:ext cx="1670789" cy="1545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6" name="Rectangle 55">
            <a:extLst>
              <a:ext uri="{FF2B5EF4-FFF2-40B4-BE49-F238E27FC236}">
                <a16:creationId xmlns:a16="http://schemas.microsoft.com/office/drawing/2014/main" id="{0ABB9F11-3096-40E0-B9BB-88BE32CB50D7}"/>
              </a:ext>
            </a:extLst>
          </p:cNvPr>
          <p:cNvSpPr/>
          <p:nvPr/>
        </p:nvSpPr>
        <p:spPr>
          <a:xfrm flipH="1">
            <a:off x="5819369" y="4267221"/>
            <a:ext cx="1670787" cy="17898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7" name="Rectangle 56">
            <a:extLst>
              <a:ext uri="{FF2B5EF4-FFF2-40B4-BE49-F238E27FC236}">
                <a16:creationId xmlns:a16="http://schemas.microsoft.com/office/drawing/2014/main" id="{05B51E8D-4FC7-2A36-EE93-AA6B6A0A6DB9}"/>
              </a:ext>
            </a:extLst>
          </p:cNvPr>
          <p:cNvSpPr/>
          <p:nvPr/>
        </p:nvSpPr>
        <p:spPr>
          <a:xfrm flipH="1">
            <a:off x="6061128" y="4446203"/>
            <a:ext cx="2287534" cy="18379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8" name="Légende : encadrée à une bordure 57">
            <a:extLst>
              <a:ext uri="{FF2B5EF4-FFF2-40B4-BE49-F238E27FC236}">
                <a16:creationId xmlns:a16="http://schemas.microsoft.com/office/drawing/2014/main" id="{FBCECD8B-5E38-EAB4-90D0-F099B52B985A}"/>
              </a:ext>
            </a:extLst>
          </p:cNvPr>
          <p:cNvSpPr/>
          <p:nvPr/>
        </p:nvSpPr>
        <p:spPr>
          <a:xfrm>
            <a:off x="9039622" y="4358305"/>
            <a:ext cx="3008216" cy="296848"/>
          </a:xfrm>
          <a:prstGeom prst="accentBorderCallout1">
            <a:avLst>
              <a:gd name="adj1" fmla="val 18750"/>
              <a:gd name="adj2" fmla="val -8333"/>
              <a:gd name="adj3" fmla="val -64017"/>
              <a:gd name="adj4" fmla="val -4248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la position du combat </a:t>
            </a:r>
            <a:r>
              <a:rPr lang="fr-FR" sz="1100" dirty="0"/>
              <a:t>(8ème, …)</a:t>
            </a:r>
          </a:p>
        </p:txBody>
      </p:sp>
    </p:spTree>
    <p:extLst>
      <p:ext uri="{BB962C8B-B14F-4D97-AF65-F5344CB8AC3E}">
        <p14:creationId xmlns:p14="http://schemas.microsoft.com/office/powerpoint/2010/main" val="15334817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Espace réservé du texte 2">
            <a:extLst>
              <a:ext uri="{FF2B5EF4-FFF2-40B4-BE49-F238E27FC236}">
                <a16:creationId xmlns:a16="http://schemas.microsoft.com/office/drawing/2014/main" id="{EE569269-FE7F-4B1B-706D-9B64C79E08EA}"/>
              </a:ext>
            </a:extLst>
          </p:cNvPr>
          <p:cNvSpPr txBox="1">
            <a:spLocks/>
          </p:cNvSpPr>
          <p:nvPr/>
        </p:nvSpPr>
        <p:spPr>
          <a:xfrm>
            <a:off x="411192" y="5787596"/>
            <a:ext cx="11369615" cy="782889"/>
          </a:xfrm>
          <a:prstGeom prst="rect">
            <a:avLst/>
          </a:prstGeom>
        </p:spPr>
        <p:txBody>
          <a:bodyPr spcFirstLastPara="1" wrap="square" lIns="0" tIns="0" rIns="0" bIns="0" anchor="t" anchorCtr="0">
            <a:normAutofit fontScale="92500" lnSpcReduction="10000"/>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800" b="1" i="1" dirty="0"/>
              <a:t>Notes</a:t>
            </a:r>
            <a:r>
              <a:rPr lang="fr-FR" sz="1800" i="1" dirty="0"/>
              <a:t>:</a:t>
            </a:r>
          </a:p>
          <a:p>
            <a:r>
              <a:rPr lang="fr-FR" sz="1600" i="1" dirty="0"/>
              <a:t>Il faut cliquer dans la case du tableau pour basculer celle-ci en mode édition et pouvoir modifier les valeurs affichées. </a:t>
            </a:r>
          </a:p>
          <a:p>
            <a:r>
              <a:rPr lang="fr-FR" sz="1500" i="1" dirty="0"/>
              <a:t>L’écran d’appel (notamment </a:t>
            </a:r>
            <a:r>
              <a:rPr lang="fr-FR" sz="1500" i="1" dirty="0" err="1"/>
              <a:t>SmartTV</a:t>
            </a:r>
            <a:r>
              <a:rPr lang="fr-FR" sz="1500" i="1" dirty="0"/>
              <a:t>) doit pouvoir exécuter des scripts Javascript pour que l’ajustement automatique fonctionne.</a:t>
            </a:r>
          </a:p>
        </p:txBody>
      </p:sp>
      <p:pic>
        <p:nvPicPr>
          <p:cNvPr id="37" name="Image 36">
            <a:extLst>
              <a:ext uri="{FF2B5EF4-FFF2-40B4-BE49-F238E27FC236}">
                <a16:creationId xmlns:a16="http://schemas.microsoft.com/office/drawing/2014/main" id="{42B9C5DB-BABF-6FE4-4B43-DD4022F5C74E}"/>
              </a:ext>
            </a:extLst>
          </p:cNvPr>
          <p:cNvPicPr>
            <a:picLocks noChangeAspect="1"/>
          </p:cNvPicPr>
          <p:nvPr/>
        </p:nvPicPr>
        <p:blipFill>
          <a:blip r:embed="rId2"/>
          <a:stretch>
            <a:fillRect/>
          </a:stretch>
        </p:blipFill>
        <p:spPr>
          <a:xfrm>
            <a:off x="2990290" y="2277100"/>
            <a:ext cx="5967579" cy="3353995"/>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1" y="980322"/>
            <a:ext cx="10973881" cy="528400"/>
          </a:xfrm>
        </p:spPr>
        <p:txBody>
          <a:bodyPr/>
          <a:lstStyle/>
          <a:p>
            <a:r>
              <a:rPr lang="fr-FR" dirty="0"/>
              <a:t>Ecran de Configuration – génération Chambre d’appel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7" name="Légende : encadrée à une bordure 6">
            <a:extLst>
              <a:ext uri="{FF2B5EF4-FFF2-40B4-BE49-F238E27FC236}">
                <a16:creationId xmlns:a16="http://schemas.microsoft.com/office/drawing/2014/main" id="{51F91BE3-E67F-3200-59BB-8DE3A9DA7856}"/>
              </a:ext>
            </a:extLst>
          </p:cNvPr>
          <p:cNvSpPr/>
          <p:nvPr/>
        </p:nvSpPr>
        <p:spPr>
          <a:xfrm flipH="1">
            <a:off x="142544" y="1564228"/>
            <a:ext cx="3115006" cy="391803"/>
          </a:xfrm>
          <a:prstGeom prst="accentBorderCallout1">
            <a:avLst>
              <a:gd name="adj1" fmla="val 18750"/>
              <a:gd name="adj2" fmla="val -8333"/>
              <a:gd name="adj3" fmla="val 321484"/>
              <a:gd name="adj4" fmla="val -2772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Délai de déroulement (en s) des pages</a:t>
            </a:r>
          </a:p>
        </p:txBody>
      </p:sp>
      <p:sp>
        <p:nvSpPr>
          <p:cNvPr id="8" name="Rectangle 7">
            <a:extLst>
              <a:ext uri="{FF2B5EF4-FFF2-40B4-BE49-F238E27FC236}">
                <a16:creationId xmlns:a16="http://schemas.microsoft.com/office/drawing/2014/main" id="{C3439464-4227-042B-FE8E-D5D3BCA0611B}"/>
              </a:ext>
            </a:extLst>
          </p:cNvPr>
          <p:cNvSpPr/>
          <p:nvPr/>
        </p:nvSpPr>
        <p:spPr>
          <a:xfrm>
            <a:off x="3990357" y="2804624"/>
            <a:ext cx="727693" cy="202764"/>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23FCA8CF-D867-EB41-544A-4B183204DC29}"/>
              </a:ext>
            </a:extLst>
          </p:cNvPr>
          <p:cNvSpPr/>
          <p:nvPr/>
        </p:nvSpPr>
        <p:spPr>
          <a:xfrm>
            <a:off x="9372600" y="2490521"/>
            <a:ext cx="2581600" cy="423751"/>
          </a:xfrm>
          <a:prstGeom prst="accentBorderCallout1">
            <a:avLst>
              <a:gd name="adj1" fmla="val 18750"/>
              <a:gd name="adj2" fmla="val -8333"/>
              <a:gd name="adj3" fmla="val 211338"/>
              <a:gd name="adj4" fmla="val -2843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Ajoute un nouvel écran d’appel</a:t>
            </a:r>
          </a:p>
        </p:txBody>
      </p:sp>
      <p:sp>
        <p:nvSpPr>
          <p:cNvPr id="19" name="Légende : encadrée à une bordure 18">
            <a:extLst>
              <a:ext uri="{FF2B5EF4-FFF2-40B4-BE49-F238E27FC236}">
                <a16:creationId xmlns:a16="http://schemas.microsoft.com/office/drawing/2014/main" id="{6C6B9492-1BFA-D19B-F8ED-5F509FEDFDE0}"/>
              </a:ext>
            </a:extLst>
          </p:cNvPr>
          <p:cNvSpPr/>
          <p:nvPr/>
        </p:nvSpPr>
        <p:spPr>
          <a:xfrm>
            <a:off x="9372600" y="3261297"/>
            <a:ext cx="2581600" cy="423751"/>
          </a:xfrm>
          <a:prstGeom prst="accentBorderCallout1">
            <a:avLst>
              <a:gd name="adj1" fmla="val 18750"/>
              <a:gd name="adj2" fmla="val -8333"/>
              <a:gd name="adj3" fmla="val 146264"/>
              <a:gd name="adj4" fmla="val -2913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Supprime l’écran d’appel</a:t>
            </a:r>
          </a:p>
        </p:txBody>
      </p:sp>
      <p:sp>
        <p:nvSpPr>
          <p:cNvPr id="23" name="Rectangle 22">
            <a:extLst>
              <a:ext uri="{FF2B5EF4-FFF2-40B4-BE49-F238E27FC236}">
                <a16:creationId xmlns:a16="http://schemas.microsoft.com/office/drawing/2014/main" id="{7DD8DC5B-F36C-2A33-B7C1-B60D2C0E1110}"/>
              </a:ext>
            </a:extLst>
          </p:cNvPr>
          <p:cNvSpPr/>
          <p:nvPr/>
        </p:nvSpPr>
        <p:spPr>
          <a:xfrm>
            <a:off x="5734930" y="2784140"/>
            <a:ext cx="793750"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Légende : encadrée à une bordure 25">
            <a:extLst>
              <a:ext uri="{FF2B5EF4-FFF2-40B4-BE49-F238E27FC236}">
                <a16:creationId xmlns:a16="http://schemas.microsoft.com/office/drawing/2014/main" id="{B19605DF-529D-844F-A45A-57A7D7D28250}"/>
              </a:ext>
            </a:extLst>
          </p:cNvPr>
          <p:cNvSpPr/>
          <p:nvPr/>
        </p:nvSpPr>
        <p:spPr>
          <a:xfrm flipH="1">
            <a:off x="165453" y="3188908"/>
            <a:ext cx="2502807" cy="283868"/>
          </a:xfrm>
          <a:prstGeom prst="accentBorderCallout1">
            <a:avLst>
              <a:gd name="adj1" fmla="val 18750"/>
              <a:gd name="adj2" fmla="val -8333"/>
              <a:gd name="adj3" fmla="val 219345"/>
              <a:gd name="adj4" fmla="val -3460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Description de l’écran</a:t>
            </a:r>
          </a:p>
        </p:txBody>
      </p:sp>
      <p:sp>
        <p:nvSpPr>
          <p:cNvPr id="27" name="Légende : encadrée à une bordure 26">
            <a:extLst>
              <a:ext uri="{FF2B5EF4-FFF2-40B4-BE49-F238E27FC236}">
                <a16:creationId xmlns:a16="http://schemas.microsoft.com/office/drawing/2014/main" id="{49BBCFC1-D248-97E9-F639-DFC30825C324}"/>
              </a:ext>
            </a:extLst>
          </p:cNvPr>
          <p:cNvSpPr/>
          <p:nvPr/>
        </p:nvSpPr>
        <p:spPr>
          <a:xfrm flipH="1">
            <a:off x="150179" y="2093631"/>
            <a:ext cx="2502807" cy="528401"/>
          </a:xfrm>
          <a:prstGeom prst="accentBorderCallout1">
            <a:avLst>
              <a:gd name="adj1" fmla="val 18750"/>
              <a:gd name="adj2" fmla="val -8333"/>
              <a:gd name="adj3" fmla="val 329851"/>
              <a:gd name="adj4" fmla="val -9412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la recherche d’équipements sur le réseau</a:t>
            </a:r>
          </a:p>
        </p:txBody>
      </p:sp>
      <p:sp>
        <p:nvSpPr>
          <p:cNvPr id="28" name="Légende : encadrée à une bordure 27">
            <a:extLst>
              <a:ext uri="{FF2B5EF4-FFF2-40B4-BE49-F238E27FC236}">
                <a16:creationId xmlns:a16="http://schemas.microsoft.com/office/drawing/2014/main" id="{7960BD14-3931-F369-C513-60E60FF51E4B}"/>
              </a:ext>
            </a:extLst>
          </p:cNvPr>
          <p:cNvSpPr/>
          <p:nvPr/>
        </p:nvSpPr>
        <p:spPr>
          <a:xfrm flipH="1">
            <a:off x="157815" y="4039651"/>
            <a:ext cx="2502807" cy="528401"/>
          </a:xfrm>
          <a:prstGeom prst="accentBorderCallout1">
            <a:avLst>
              <a:gd name="adj1" fmla="val 72107"/>
              <a:gd name="adj2" fmla="val -8942"/>
              <a:gd name="adj3" fmla="val 442"/>
              <a:gd name="adj4" fmla="val -10814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Nombre de combats affichés par page</a:t>
            </a:r>
          </a:p>
        </p:txBody>
      </p:sp>
      <p:sp>
        <p:nvSpPr>
          <p:cNvPr id="6" name="Légende : encadrée à une bordure 5">
            <a:extLst>
              <a:ext uri="{FF2B5EF4-FFF2-40B4-BE49-F238E27FC236}">
                <a16:creationId xmlns:a16="http://schemas.microsoft.com/office/drawing/2014/main" id="{CF4E40CB-CAC6-A3B2-6014-660B60B5DF33}"/>
              </a:ext>
            </a:extLst>
          </p:cNvPr>
          <p:cNvSpPr/>
          <p:nvPr/>
        </p:nvSpPr>
        <p:spPr>
          <a:xfrm flipH="1">
            <a:off x="142543" y="5293772"/>
            <a:ext cx="2502807" cy="449900"/>
          </a:xfrm>
          <a:prstGeom prst="accentBorderCallout1">
            <a:avLst>
              <a:gd name="adj1" fmla="val 18750"/>
              <a:gd name="adj2" fmla="val -8333"/>
              <a:gd name="adj3" fmla="val -277164"/>
              <a:gd name="adj4" fmla="val -14551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Orientation de l’affiche des tapis</a:t>
            </a:r>
          </a:p>
        </p:txBody>
      </p:sp>
      <p:sp>
        <p:nvSpPr>
          <p:cNvPr id="9" name="Légende : encadrée à une bordure 8">
            <a:extLst>
              <a:ext uri="{FF2B5EF4-FFF2-40B4-BE49-F238E27FC236}">
                <a16:creationId xmlns:a16="http://schemas.microsoft.com/office/drawing/2014/main" id="{7CDD545B-12AA-1CAB-E75A-FF198BDA8BE0}"/>
              </a:ext>
            </a:extLst>
          </p:cNvPr>
          <p:cNvSpPr/>
          <p:nvPr/>
        </p:nvSpPr>
        <p:spPr>
          <a:xfrm>
            <a:off x="9372600" y="5323527"/>
            <a:ext cx="2581600" cy="525890"/>
          </a:xfrm>
          <a:prstGeom prst="accentBorderCallout1">
            <a:avLst>
              <a:gd name="adj1" fmla="val 18750"/>
              <a:gd name="adj2" fmla="val -8333"/>
              <a:gd name="adj3" fmla="val -243072"/>
              <a:gd name="adj4" fmla="val -10084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Orientation de l’affichage des combats (sauf ajustement auto)</a:t>
            </a:r>
          </a:p>
        </p:txBody>
      </p:sp>
      <p:sp>
        <p:nvSpPr>
          <p:cNvPr id="16" name="Légende : encadrée à une bordure 15">
            <a:extLst>
              <a:ext uri="{FF2B5EF4-FFF2-40B4-BE49-F238E27FC236}">
                <a16:creationId xmlns:a16="http://schemas.microsoft.com/office/drawing/2014/main" id="{4B91A6D7-AE7C-F54D-490C-741FA9B1E570}"/>
              </a:ext>
            </a:extLst>
          </p:cNvPr>
          <p:cNvSpPr/>
          <p:nvPr/>
        </p:nvSpPr>
        <p:spPr>
          <a:xfrm>
            <a:off x="9372600" y="3896071"/>
            <a:ext cx="2581600" cy="422270"/>
          </a:xfrm>
          <a:prstGeom prst="accentBorderCallout1">
            <a:avLst>
              <a:gd name="adj1" fmla="val 76495"/>
              <a:gd name="adj2" fmla="val -8333"/>
              <a:gd name="adj3" fmla="val 30126"/>
              <a:gd name="adj4" fmla="val -4750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les tapis à afficher</a:t>
            </a:r>
          </a:p>
        </p:txBody>
      </p:sp>
      <p:sp>
        <p:nvSpPr>
          <p:cNvPr id="29" name="Légende : encadrée à une bordure 28">
            <a:extLst>
              <a:ext uri="{FF2B5EF4-FFF2-40B4-BE49-F238E27FC236}">
                <a16:creationId xmlns:a16="http://schemas.microsoft.com/office/drawing/2014/main" id="{135D9130-B207-077A-1B7A-977EB10AE25A}"/>
              </a:ext>
            </a:extLst>
          </p:cNvPr>
          <p:cNvSpPr/>
          <p:nvPr/>
        </p:nvSpPr>
        <p:spPr>
          <a:xfrm>
            <a:off x="9372600" y="4471572"/>
            <a:ext cx="2581600" cy="722660"/>
          </a:xfrm>
          <a:prstGeom prst="accentBorderCallout1">
            <a:avLst>
              <a:gd name="adj1" fmla="val 18750"/>
              <a:gd name="adj2" fmla="val -8333"/>
              <a:gd name="adj3" fmla="val -57090"/>
              <a:gd name="adj4" fmla="val -8404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l’ajustement automatique de la taille des textes par l’écran d’appel</a:t>
            </a:r>
          </a:p>
        </p:txBody>
      </p:sp>
      <p:sp>
        <p:nvSpPr>
          <p:cNvPr id="42" name="Légende : encadrée à une bordure 41">
            <a:extLst>
              <a:ext uri="{FF2B5EF4-FFF2-40B4-BE49-F238E27FC236}">
                <a16:creationId xmlns:a16="http://schemas.microsoft.com/office/drawing/2014/main" id="{06184D27-2074-F36C-19FD-775F015B88AF}"/>
              </a:ext>
            </a:extLst>
          </p:cNvPr>
          <p:cNvSpPr/>
          <p:nvPr/>
        </p:nvSpPr>
        <p:spPr>
          <a:xfrm>
            <a:off x="9372600" y="1933709"/>
            <a:ext cx="2581600" cy="336753"/>
          </a:xfrm>
          <a:prstGeom prst="accentBorderCallout1">
            <a:avLst>
              <a:gd name="adj1" fmla="val 18750"/>
              <a:gd name="adj2" fmla="val -8333"/>
              <a:gd name="adj3" fmla="val 282369"/>
              <a:gd name="adj4" fmla="val -3452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Délai (en s) entre 2 générations</a:t>
            </a:r>
          </a:p>
        </p:txBody>
      </p:sp>
      <p:sp>
        <p:nvSpPr>
          <p:cNvPr id="43" name="Rectangle 42">
            <a:extLst>
              <a:ext uri="{FF2B5EF4-FFF2-40B4-BE49-F238E27FC236}">
                <a16:creationId xmlns:a16="http://schemas.microsoft.com/office/drawing/2014/main" id="{E011B8FB-C0E1-BF5B-EB60-DD15EE2BF667}"/>
              </a:ext>
            </a:extLst>
          </p:cNvPr>
          <p:cNvSpPr/>
          <p:nvPr/>
        </p:nvSpPr>
        <p:spPr>
          <a:xfrm>
            <a:off x="7681282" y="2784140"/>
            <a:ext cx="793750"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4" name="Légende : encadrée à une bordure 43">
            <a:extLst>
              <a:ext uri="{FF2B5EF4-FFF2-40B4-BE49-F238E27FC236}">
                <a16:creationId xmlns:a16="http://schemas.microsoft.com/office/drawing/2014/main" id="{35607402-7EFD-D8DF-180C-94186180C562}"/>
              </a:ext>
            </a:extLst>
          </p:cNvPr>
          <p:cNvSpPr/>
          <p:nvPr/>
        </p:nvSpPr>
        <p:spPr>
          <a:xfrm>
            <a:off x="6352853" y="1565590"/>
            <a:ext cx="2581599" cy="528401"/>
          </a:xfrm>
          <a:prstGeom prst="accentBorderCallout1">
            <a:avLst>
              <a:gd name="adj1" fmla="val 18750"/>
              <a:gd name="adj2" fmla="val -8333"/>
              <a:gd name="adj3" fmla="val 233904"/>
              <a:gd name="adj4" fmla="val -2296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Nombre de combats à prendre en compte dans la file d’attente</a:t>
            </a:r>
          </a:p>
        </p:txBody>
      </p:sp>
      <p:sp>
        <p:nvSpPr>
          <p:cNvPr id="45" name="Rectangle 44">
            <a:extLst>
              <a:ext uri="{FF2B5EF4-FFF2-40B4-BE49-F238E27FC236}">
                <a16:creationId xmlns:a16="http://schemas.microsoft.com/office/drawing/2014/main" id="{B5CA122C-1F01-9436-6F14-5C5CD010091A}"/>
              </a:ext>
            </a:extLst>
          </p:cNvPr>
          <p:cNvSpPr/>
          <p:nvPr/>
        </p:nvSpPr>
        <p:spPr>
          <a:xfrm>
            <a:off x="8551470" y="3367088"/>
            <a:ext cx="218675"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6" name="Rectangle 45">
            <a:extLst>
              <a:ext uri="{FF2B5EF4-FFF2-40B4-BE49-F238E27FC236}">
                <a16:creationId xmlns:a16="http://schemas.microsoft.com/office/drawing/2014/main" id="{ED490FBD-D6A6-C5E8-A3C7-35909D782BDC}"/>
              </a:ext>
            </a:extLst>
          </p:cNvPr>
          <p:cNvSpPr/>
          <p:nvPr/>
        </p:nvSpPr>
        <p:spPr>
          <a:xfrm>
            <a:off x="8442133" y="3844142"/>
            <a:ext cx="162118" cy="2010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8" name="Rectangle 47">
            <a:extLst>
              <a:ext uri="{FF2B5EF4-FFF2-40B4-BE49-F238E27FC236}">
                <a16:creationId xmlns:a16="http://schemas.microsoft.com/office/drawing/2014/main" id="{C1D4C8DB-A77D-D43F-9723-A448F78BFB82}"/>
              </a:ext>
            </a:extLst>
          </p:cNvPr>
          <p:cNvSpPr/>
          <p:nvPr/>
        </p:nvSpPr>
        <p:spPr>
          <a:xfrm>
            <a:off x="7479344" y="3844142"/>
            <a:ext cx="877255" cy="2010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9" name="Rectangle 48">
            <a:extLst>
              <a:ext uri="{FF2B5EF4-FFF2-40B4-BE49-F238E27FC236}">
                <a16:creationId xmlns:a16="http://schemas.microsoft.com/office/drawing/2014/main" id="{7E345849-027F-6806-FD5B-63BCBA550CF2}"/>
              </a:ext>
            </a:extLst>
          </p:cNvPr>
          <p:cNvSpPr/>
          <p:nvPr/>
        </p:nvSpPr>
        <p:spPr>
          <a:xfrm>
            <a:off x="6997951" y="3844142"/>
            <a:ext cx="481394" cy="2010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3" name="Légende : encadrée à une bordure 52">
            <a:extLst>
              <a:ext uri="{FF2B5EF4-FFF2-40B4-BE49-F238E27FC236}">
                <a16:creationId xmlns:a16="http://schemas.microsoft.com/office/drawing/2014/main" id="{4F2079A2-B171-304E-0012-5E37A3FCC5B7}"/>
              </a:ext>
            </a:extLst>
          </p:cNvPr>
          <p:cNvSpPr/>
          <p:nvPr/>
        </p:nvSpPr>
        <p:spPr>
          <a:xfrm flipH="1">
            <a:off x="146361" y="3614280"/>
            <a:ext cx="2502807" cy="283867"/>
          </a:xfrm>
          <a:prstGeom prst="accentBorderCallout1">
            <a:avLst>
              <a:gd name="adj1" fmla="val 18750"/>
              <a:gd name="adj2" fmla="val -8333"/>
              <a:gd name="adj3" fmla="val 127711"/>
              <a:gd name="adj4" fmla="val -1896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N° de l’écran (automatique)</a:t>
            </a:r>
          </a:p>
        </p:txBody>
      </p:sp>
      <p:sp>
        <p:nvSpPr>
          <p:cNvPr id="54" name="Rectangle 53">
            <a:extLst>
              <a:ext uri="{FF2B5EF4-FFF2-40B4-BE49-F238E27FC236}">
                <a16:creationId xmlns:a16="http://schemas.microsoft.com/office/drawing/2014/main" id="{7C42CB3A-0C03-D163-76F1-16E96ACD2DC9}"/>
              </a:ext>
            </a:extLst>
          </p:cNvPr>
          <p:cNvSpPr/>
          <p:nvPr/>
        </p:nvSpPr>
        <p:spPr>
          <a:xfrm>
            <a:off x="3133574" y="3854682"/>
            <a:ext cx="143026" cy="179985"/>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5" name="Légende : encadrée à une bordure 54">
            <a:extLst>
              <a:ext uri="{FF2B5EF4-FFF2-40B4-BE49-F238E27FC236}">
                <a16:creationId xmlns:a16="http://schemas.microsoft.com/office/drawing/2014/main" id="{303B4FAF-04EC-E6F1-DCCE-A497A572AA55}"/>
              </a:ext>
            </a:extLst>
          </p:cNvPr>
          <p:cNvSpPr/>
          <p:nvPr/>
        </p:nvSpPr>
        <p:spPr>
          <a:xfrm flipH="1">
            <a:off x="153997" y="2763536"/>
            <a:ext cx="2502807" cy="283868"/>
          </a:xfrm>
          <a:prstGeom prst="accentBorderCallout1">
            <a:avLst>
              <a:gd name="adj1" fmla="val 18750"/>
              <a:gd name="adj2" fmla="val -8333"/>
              <a:gd name="adj3" fmla="val 370976"/>
              <a:gd name="adj4" fmla="val -6580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IP/</a:t>
            </a:r>
            <a:r>
              <a:rPr lang="fr-FR" sz="1400" dirty="0" err="1"/>
              <a:t>Hostname</a:t>
            </a:r>
            <a:r>
              <a:rPr lang="fr-FR" sz="1400" dirty="0"/>
              <a:t> de l’écran</a:t>
            </a:r>
          </a:p>
        </p:txBody>
      </p:sp>
      <p:sp>
        <p:nvSpPr>
          <p:cNvPr id="56" name="Légende : encadrée à une bordure 55">
            <a:extLst>
              <a:ext uri="{FF2B5EF4-FFF2-40B4-BE49-F238E27FC236}">
                <a16:creationId xmlns:a16="http://schemas.microsoft.com/office/drawing/2014/main" id="{1DBB0F60-3651-3EDB-251A-C92A49FC4C0E}"/>
              </a:ext>
            </a:extLst>
          </p:cNvPr>
          <p:cNvSpPr/>
          <p:nvPr/>
        </p:nvSpPr>
        <p:spPr>
          <a:xfrm flipH="1">
            <a:off x="161633" y="4709556"/>
            <a:ext cx="2502807" cy="442711"/>
          </a:xfrm>
          <a:prstGeom prst="accentBorderCallout1">
            <a:avLst>
              <a:gd name="adj1" fmla="val 18750"/>
              <a:gd name="adj2" fmla="val -8333"/>
              <a:gd name="adj3" fmla="val -142569"/>
              <a:gd name="adj4" fmla="val -12398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Disposition des tapis sur l’écran </a:t>
            </a:r>
            <a:r>
              <a:rPr lang="fr-FR" sz="1100" dirty="0"/>
              <a:t>(</a:t>
            </a:r>
            <a:r>
              <a:rPr lang="fr-FR" sz="1100" dirty="0" err="1"/>
              <a:t>LignexColonne</a:t>
            </a:r>
            <a:r>
              <a:rPr lang="fr-FR" sz="1100" dirty="0"/>
              <a:t>)</a:t>
            </a:r>
          </a:p>
        </p:txBody>
      </p:sp>
      <p:sp>
        <p:nvSpPr>
          <p:cNvPr id="57" name="Rectangle 56">
            <a:extLst>
              <a:ext uri="{FF2B5EF4-FFF2-40B4-BE49-F238E27FC236}">
                <a16:creationId xmlns:a16="http://schemas.microsoft.com/office/drawing/2014/main" id="{51FD15D9-6CBB-A2D7-9E40-CFE463B43B93}"/>
              </a:ext>
            </a:extLst>
          </p:cNvPr>
          <p:cNvSpPr/>
          <p:nvPr/>
        </p:nvSpPr>
        <p:spPr>
          <a:xfrm>
            <a:off x="6510731" y="3844142"/>
            <a:ext cx="481394" cy="201064"/>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8" name="Rectangle 57">
            <a:extLst>
              <a:ext uri="{FF2B5EF4-FFF2-40B4-BE49-F238E27FC236}">
                <a16:creationId xmlns:a16="http://schemas.microsoft.com/office/drawing/2014/main" id="{BB224670-4A6D-3056-02CB-810C5CCF2184}"/>
              </a:ext>
            </a:extLst>
          </p:cNvPr>
          <p:cNvSpPr/>
          <p:nvPr/>
        </p:nvSpPr>
        <p:spPr>
          <a:xfrm>
            <a:off x="4916357" y="3844142"/>
            <a:ext cx="177137" cy="2010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1" name="Rectangle 60">
            <a:extLst>
              <a:ext uri="{FF2B5EF4-FFF2-40B4-BE49-F238E27FC236}">
                <a16:creationId xmlns:a16="http://schemas.microsoft.com/office/drawing/2014/main" id="{CCD88DAF-04E6-3EB0-B3CE-4AA18A68B3D1}"/>
              </a:ext>
            </a:extLst>
          </p:cNvPr>
          <p:cNvSpPr/>
          <p:nvPr/>
        </p:nvSpPr>
        <p:spPr>
          <a:xfrm>
            <a:off x="5549292" y="3844142"/>
            <a:ext cx="546708" cy="2010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2" name="Rectangle 61">
            <a:extLst>
              <a:ext uri="{FF2B5EF4-FFF2-40B4-BE49-F238E27FC236}">
                <a16:creationId xmlns:a16="http://schemas.microsoft.com/office/drawing/2014/main" id="{5F56848B-6E41-E718-BC7B-5D8F796E383F}"/>
              </a:ext>
            </a:extLst>
          </p:cNvPr>
          <p:cNvSpPr/>
          <p:nvPr/>
        </p:nvSpPr>
        <p:spPr>
          <a:xfrm>
            <a:off x="5110665" y="3844142"/>
            <a:ext cx="435266" cy="2010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3" name="Rectangle 62">
            <a:extLst>
              <a:ext uri="{FF2B5EF4-FFF2-40B4-BE49-F238E27FC236}">
                <a16:creationId xmlns:a16="http://schemas.microsoft.com/office/drawing/2014/main" id="{195A1684-A5D8-57FE-F96D-8C24CAC35496}"/>
              </a:ext>
            </a:extLst>
          </p:cNvPr>
          <p:cNvSpPr/>
          <p:nvPr/>
        </p:nvSpPr>
        <p:spPr>
          <a:xfrm>
            <a:off x="6097625" y="3844142"/>
            <a:ext cx="407280" cy="2010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4" name="Rectangle 63">
            <a:extLst>
              <a:ext uri="{FF2B5EF4-FFF2-40B4-BE49-F238E27FC236}">
                <a16:creationId xmlns:a16="http://schemas.microsoft.com/office/drawing/2014/main" id="{A4E47900-D96D-21A1-748E-E2C7F6F0AC94}"/>
              </a:ext>
            </a:extLst>
          </p:cNvPr>
          <p:cNvSpPr/>
          <p:nvPr/>
        </p:nvSpPr>
        <p:spPr>
          <a:xfrm>
            <a:off x="3311230" y="3844142"/>
            <a:ext cx="546708" cy="2010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5" name="Rectangle 64">
            <a:extLst>
              <a:ext uri="{FF2B5EF4-FFF2-40B4-BE49-F238E27FC236}">
                <a16:creationId xmlns:a16="http://schemas.microsoft.com/office/drawing/2014/main" id="{A28A4AAE-192B-7DA4-C46B-654612BF07BB}"/>
              </a:ext>
            </a:extLst>
          </p:cNvPr>
          <p:cNvSpPr/>
          <p:nvPr/>
        </p:nvSpPr>
        <p:spPr>
          <a:xfrm>
            <a:off x="3857938" y="3844142"/>
            <a:ext cx="1041248" cy="2010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702513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Image 30">
            <a:extLst>
              <a:ext uri="{FF2B5EF4-FFF2-40B4-BE49-F238E27FC236}">
                <a16:creationId xmlns:a16="http://schemas.microsoft.com/office/drawing/2014/main" id="{C7387CBE-8AB8-9973-93C2-B518A2D7356D}"/>
              </a:ext>
            </a:extLst>
          </p:cNvPr>
          <p:cNvPicPr>
            <a:picLocks noChangeAspect="1"/>
          </p:cNvPicPr>
          <p:nvPr/>
        </p:nvPicPr>
        <p:blipFill>
          <a:blip r:embed="rId2"/>
          <a:stretch>
            <a:fillRect/>
          </a:stretch>
        </p:blipFill>
        <p:spPr>
          <a:xfrm>
            <a:off x="3781753" y="1918940"/>
            <a:ext cx="4482059" cy="3130980"/>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922118" cy="528400"/>
          </a:xfrm>
        </p:spPr>
        <p:txBody>
          <a:bodyPr/>
          <a:lstStyle/>
          <a:p>
            <a:r>
              <a:rPr lang="fr-FR" dirty="0"/>
              <a:t>Ecran de Configuration – </a:t>
            </a:r>
            <a:r>
              <a:rPr lang="fr-FR" sz="3200" dirty="0"/>
              <a:t>Recherche d’équipements </a:t>
            </a:r>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7" name="Légende : encadrée à une bordure 6">
            <a:extLst>
              <a:ext uri="{FF2B5EF4-FFF2-40B4-BE49-F238E27FC236}">
                <a16:creationId xmlns:a16="http://schemas.microsoft.com/office/drawing/2014/main" id="{373F3982-EA07-55DA-0039-F75B4A13ADCF}"/>
              </a:ext>
            </a:extLst>
          </p:cNvPr>
          <p:cNvSpPr/>
          <p:nvPr/>
        </p:nvSpPr>
        <p:spPr>
          <a:xfrm flipH="1">
            <a:off x="192577" y="2473340"/>
            <a:ext cx="3119811" cy="283867"/>
          </a:xfrm>
          <a:prstGeom prst="accentBorderCallout1">
            <a:avLst>
              <a:gd name="adj1" fmla="val 18750"/>
              <a:gd name="adj2" fmla="val -8333"/>
              <a:gd name="adj3" fmla="val 128188"/>
              <a:gd name="adj4" fmla="val -4313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recherche (si en cours)</a:t>
            </a:r>
          </a:p>
        </p:txBody>
      </p:sp>
      <p:sp>
        <p:nvSpPr>
          <p:cNvPr id="15" name="Rectangle 14">
            <a:extLst>
              <a:ext uri="{FF2B5EF4-FFF2-40B4-BE49-F238E27FC236}">
                <a16:creationId xmlns:a16="http://schemas.microsoft.com/office/drawing/2014/main" id="{26B49485-7BC6-6F10-5232-6F61478DB371}"/>
              </a:ext>
            </a:extLst>
          </p:cNvPr>
          <p:cNvSpPr/>
          <p:nvPr/>
        </p:nvSpPr>
        <p:spPr>
          <a:xfrm>
            <a:off x="5429250" y="4756577"/>
            <a:ext cx="576620" cy="228394"/>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D1E33C24-0AE3-72E0-29CB-5EF18D674F79}"/>
              </a:ext>
            </a:extLst>
          </p:cNvPr>
          <p:cNvSpPr/>
          <p:nvPr/>
        </p:nvSpPr>
        <p:spPr>
          <a:xfrm>
            <a:off x="8636196" y="3961351"/>
            <a:ext cx="3266244" cy="283867"/>
          </a:xfrm>
          <a:prstGeom prst="accentBorderCallout1">
            <a:avLst>
              <a:gd name="adj1" fmla="val 18750"/>
              <a:gd name="adj2" fmla="val -8333"/>
              <a:gd name="adj3" fmla="val -186812"/>
              <a:gd name="adj4" fmla="val -4360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MAC de la carte de l’équipement</a:t>
            </a:r>
          </a:p>
        </p:txBody>
      </p:sp>
      <p:sp>
        <p:nvSpPr>
          <p:cNvPr id="17" name="Rectangle 16">
            <a:extLst>
              <a:ext uri="{FF2B5EF4-FFF2-40B4-BE49-F238E27FC236}">
                <a16:creationId xmlns:a16="http://schemas.microsoft.com/office/drawing/2014/main" id="{DC0F730F-9019-F9ED-5E5B-934349C181D9}"/>
              </a:ext>
            </a:extLst>
          </p:cNvPr>
          <p:cNvSpPr/>
          <p:nvPr/>
        </p:nvSpPr>
        <p:spPr>
          <a:xfrm>
            <a:off x="4088874" y="3350525"/>
            <a:ext cx="586451" cy="16093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6610CA9C-D428-8F88-8568-1277889DA891}"/>
              </a:ext>
            </a:extLst>
          </p:cNvPr>
          <p:cNvSpPr/>
          <p:nvPr/>
        </p:nvSpPr>
        <p:spPr>
          <a:xfrm flipH="1">
            <a:off x="130450" y="3886230"/>
            <a:ext cx="3181937" cy="283867"/>
          </a:xfrm>
          <a:prstGeom prst="accentBorderCallout1">
            <a:avLst>
              <a:gd name="adj1" fmla="val 18750"/>
              <a:gd name="adj2" fmla="val -8333"/>
              <a:gd name="adj3" fmla="val -127249"/>
              <a:gd name="adj4" fmla="val -3569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IP de l’équipement</a:t>
            </a:r>
          </a:p>
        </p:txBody>
      </p:sp>
      <p:sp>
        <p:nvSpPr>
          <p:cNvPr id="20" name="Rectangle 19">
            <a:extLst>
              <a:ext uri="{FF2B5EF4-FFF2-40B4-BE49-F238E27FC236}">
                <a16:creationId xmlns:a16="http://schemas.microsoft.com/office/drawing/2014/main" id="{0061C9EA-91E8-100F-45B3-6EF6020CF3A5}"/>
              </a:ext>
            </a:extLst>
          </p:cNvPr>
          <p:cNvSpPr/>
          <p:nvPr/>
        </p:nvSpPr>
        <p:spPr>
          <a:xfrm>
            <a:off x="4392682" y="2411682"/>
            <a:ext cx="2831078" cy="20359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9C093B0B-756A-2503-D230-63E8584C3B36}"/>
              </a:ext>
            </a:extLst>
          </p:cNvPr>
          <p:cNvSpPr/>
          <p:nvPr/>
        </p:nvSpPr>
        <p:spPr>
          <a:xfrm>
            <a:off x="8636196" y="2441952"/>
            <a:ext cx="3266244" cy="283868"/>
          </a:xfrm>
          <a:prstGeom prst="accentBorderCallout1">
            <a:avLst>
              <a:gd name="adj1" fmla="val 18750"/>
              <a:gd name="adj2" fmla="val -8333"/>
              <a:gd name="adj3" fmla="val 28708"/>
              <a:gd name="adj4" fmla="val -4344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l’interface à scanner</a:t>
            </a:r>
          </a:p>
        </p:txBody>
      </p:sp>
      <p:sp>
        <p:nvSpPr>
          <p:cNvPr id="22" name="Rectangle 21">
            <a:extLst>
              <a:ext uri="{FF2B5EF4-FFF2-40B4-BE49-F238E27FC236}">
                <a16:creationId xmlns:a16="http://schemas.microsoft.com/office/drawing/2014/main" id="{0CAF02E3-789A-F6AE-D6B8-4AEAA56C6F61}"/>
              </a:ext>
            </a:extLst>
          </p:cNvPr>
          <p:cNvSpPr/>
          <p:nvPr/>
        </p:nvSpPr>
        <p:spPr>
          <a:xfrm>
            <a:off x="3879849" y="2873482"/>
            <a:ext cx="692897"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Légende : encadrée à une bordure 22">
            <a:extLst>
              <a:ext uri="{FF2B5EF4-FFF2-40B4-BE49-F238E27FC236}">
                <a16:creationId xmlns:a16="http://schemas.microsoft.com/office/drawing/2014/main" id="{D7363339-5944-CE99-EA93-78C581C69F9A}"/>
              </a:ext>
            </a:extLst>
          </p:cNvPr>
          <p:cNvSpPr/>
          <p:nvPr/>
        </p:nvSpPr>
        <p:spPr>
          <a:xfrm flipH="1">
            <a:off x="1714893" y="5220011"/>
            <a:ext cx="3181935" cy="483119"/>
          </a:xfrm>
          <a:prstGeom prst="accentBorderCallout1">
            <a:avLst>
              <a:gd name="adj1" fmla="val 18750"/>
              <a:gd name="adj2" fmla="val -8333"/>
              <a:gd name="adj3" fmla="val -49208"/>
              <a:gd name="adj4" fmla="val -2538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Ferme la fenêtre en retournant l’équipement sélectionné dans la liste</a:t>
            </a:r>
          </a:p>
        </p:txBody>
      </p:sp>
      <p:sp>
        <p:nvSpPr>
          <p:cNvPr id="24" name="Rectangle 23">
            <a:extLst>
              <a:ext uri="{FF2B5EF4-FFF2-40B4-BE49-F238E27FC236}">
                <a16:creationId xmlns:a16="http://schemas.microsoft.com/office/drawing/2014/main" id="{C282BC4B-5C5F-B6E8-2259-9EDB31EC06AC}"/>
              </a:ext>
            </a:extLst>
          </p:cNvPr>
          <p:cNvSpPr/>
          <p:nvPr/>
        </p:nvSpPr>
        <p:spPr>
          <a:xfrm>
            <a:off x="4982548" y="2618293"/>
            <a:ext cx="1137265" cy="107527"/>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Légende : encadrée à une bordure 13">
            <a:extLst>
              <a:ext uri="{FF2B5EF4-FFF2-40B4-BE49-F238E27FC236}">
                <a16:creationId xmlns:a16="http://schemas.microsoft.com/office/drawing/2014/main" id="{D35BE13C-247E-B746-8D5B-2BD4553393E3}"/>
              </a:ext>
            </a:extLst>
          </p:cNvPr>
          <p:cNvSpPr/>
          <p:nvPr/>
        </p:nvSpPr>
        <p:spPr>
          <a:xfrm flipH="1">
            <a:off x="192579" y="2952402"/>
            <a:ext cx="3119809" cy="283866"/>
          </a:xfrm>
          <a:prstGeom prst="accentBorderCallout1">
            <a:avLst>
              <a:gd name="adj1" fmla="val 18750"/>
              <a:gd name="adj2" fmla="val -8333"/>
              <a:gd name="adj3" fmla="val 11046"/>
              <a:gd name="adj4" fmla="val -1781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la recherche d’équipements</a:t>
            </a:r>
          </a:p>
        </p:txBody>
      </p:sp>
      <p:sp>
        <p:nvSpPr>
          <p:cNvPr id="9" name="Légende : encadrée à une bordure 8">
            <a:extLst>
              <a:ext uri="{FF2B5EF4-FFF2-40B4-BE49-F238E27FC236}">
                <a16:creationId xmlns:a16="http://schemas.microsoft.com/office/drawing/2014/main" id="{1310838A-310D-16B8-8DDF-AB323F7F6B5A}"/>
              </a:ext>
            </a:extLst>
          </p:cNvPr>
          <p:cNvSpPr/>
          <p:nvPr/>
        </p:nvSpPr>
        <p:spPr>
          <a:xfrm>
            <a:off x="7295174" y="5220011"/>
            <a:ext cx="3181934" cy="483119"/>
          </a:xfrm>
          <a:prstGeom prst="accentBorderCallout1">
            <a:avLst>
              <a:gd name="adj1" fmla="val 18750"/>
              <a:gd name="adj2" fmla="val -8333"/>
              <a:gd name="adj3" fmla="val -47392"/>
              <a:gd name="adj4" fmla="val -2818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Ferme la fenêtre sans sélectionner un équipement</a:t>
            </a:r>
          </a:p>
        </p:txBody>
      </p:sp>
      <p:sp>
        <p:nvSpPr>
          <p:cNvPr id="11" name="Rectangle 10">
            <a:extLst>
              <a:ext uri="{FF2B5EF4-FFF2-40B4-BE49-F238E27FC236}">
                <a16:creationId xmlns:a16="http://schemas.microsoft.com/office/drawing/2014/main" id="{CDD969C9-C5AD-3E33-5D81-3B62D97C8254}"/>
              </a:ext>
            </a:extLst>
          </p:cNvPr>
          <p:cNvSpPr/>
          <p:nvPr/>
        </p:nvSpPr>
        <p:spPr>
          <a:xfrm>
            <a:off x="3903663" y="3352285"/>
            <a:ext cx="158750" cy="16093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961BEC41-2F3A-1EEE-179C-8209F757A4F5}"/>
              </a:ext>
            </a:extLst>
          </p:cNvPr>
          <p:cNvSpPr/>
          <p:nvPr/>
        </p:nvSpPr>
        <p:spPr>
          <a:xfrm>
            <a:off x="4606984" y="2873482"/>
            <a:ext cx="586451"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568A48D4-67BD-378A-C1F4-1F20CEAFAB37}"/>
              </a:ext>
            </a:extLst>
          </p:cNvPr>
          <p:cNvSpPr/>
          <p:nvPr/>
        </p:nvSpPr>
        <p:spPr>
          <a:xfrm>
            <a:off x="6050605" y="4756043"/>
            <a:ext cx="576620" cy="228394"/>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48FAE1FC-8219-7DA4-6817-EC7EDB53BFFB}"/>
              </a:ext>
            </a:extLst>
          </p:cNvPr>
          <p:cNvSpPr/>
          <p:nvPr/>
        </p:nvSpPr>
        <p:spPr>
          <a:xfrm>
            <a:off x="4708025" y="3352284"/>
            <a:ext cx="866481" cy="16093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DCE04C5A-120A-8B7D-B205-BF8F2A2CF2E2}"/>
              </a:ext>
            </a:extLst>
          </p:cNvPr>
          <p:cNvSpPr/>
          <p:nvPr/>
        </p:nvSpPr>
        <p:spPr>
          <a:xfrm>
            <a:off x="5603087" y="3350525"/>
            <a:ext cx="909632" cy="16093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08219BE1-2316-297F-8ED3-D7A55E48893A}"/>
              </a:ext>
            </a:extLst>
          </p:cNvPr>
          <p:cNvSpPr/>
          <p:nvPr/>
        </p:nvSpPr>
        <p:spPr>
          <a:xfrm>
            <a:off x="6541300" y="3350525"/>
            <a:ext cx="682460" cy="16093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Légende : encadrée à une bordure 34">
            <a:extLst>
              <a:ext uri="{FF2B5EF4-FFF2-40B4-BE49-F238E27FC236}">
                <a16:creationId xmlns:a16="http://schemas.microsoft.com/office/drawing/2014/main" id="{C50F7CB8-2A8A-7D25-5582-A356609BD042}"/>
              </a:ext>
            </a:extLst>
          </p:cNvPr>
          <p:cNvSpPr/>
          <p:nvPr/>
        </p:nvSpPr>
        <p:spPr>
          <a:xfrm>
            <a:off x="8636196" y="2901561"/>
            <a:ext cx="3266244" cy="283867"/>
          </a:xfrm>
          <a:prstGeom prst="accentBorderCallout1">
            <a:avLst>
              <a:gd name="adj1" fmla="val 18750"/>
              <a:gd name="adj2" fmla="val -8333"/>
              <a:gd name="adj3" fmla="val -65256"/>
              <a:gd name="adj4" fmla="val -7662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 sur le réseau sélectionné</a:t>
            </a:r>
          </a:p>
        </p:txBody>
      </p:sp>
      <p:sp>
        <p:nvSpPr>
          <p:cNvPr id="36" name="Légende : encadrée à une bordure 35">
            <a:extLst>
              <a:ext uri="{FF2B5EF4-FFF2-40B4-BE49-F238E27FC236}">
                <a16:creationId xmlns:a16="http://schemas.microsoft.com/office/drawing/2014/main" id="{935AFD0C-F467-BDD7-D2AE-EFB9C8DC72F2}"/>
              </a:ext>
            </a:extLst>
          </p:cNvPr>
          <p:cNvSpPr/>
          <p:nvPr/>
        </p:nvSpPr>
        <p:spPr>
          <a:xfrm flipH="1">
            <a:off x="192576" y="3406359"/>
            <a:ext cx="3119811" cy="283867"/>
          </a:xfrm>
          <a:prstGeom prst="accentBorderCallout1">
            <a:avLst>
              <a:gd name="adj1" fmla="val 18750"/>
              <a:gd name="adj2" fmla="val -8333"/>
              <a:gd name="adj3" fmla="val 37021"/>
              <a:gd name="adj4" fmla="val -1907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un équipement</a:t>
            </a:r>
          </a:p>
        </p:txBody>
      </p:sp>
      <p:sp>
        <p:nvSpPr>
          <p:cNvPr id="37" name="Légende : encadrée à une bordure 36">
            <a:extLst>
              <a:ext uri="{FF2B5EF4-FFF2-40B4-BE49-F238E27FC236}">
                <a16:creationId xmlns:a16="http://schemas.microsoft.com/office/drawing/2014/main" id="{70DC275C-AAF1-58C6-BA7A-882345555306}"/>
              </a:ext>
            </a:extLst>
          </p:cNvPr>
          <p:cNvSpPr/>
          <p:nvPr/>
        </p:nvSpPr>
        <p:spPr>
          <a:xfrm flipH="1">
            <a:off x="123923" y="4341524"/>
            <a:ext cx="3181937" cy="283867"/>
          </a:xfrm>
          <a:prstGeom prst="accentBorderCallout1">
            <a:avLst>
              <a:gd name="adj1" fmla="val 18750"/>
              <a:gd name="adj2" fmla="val -8333"/>
              <a:gd name="adj3" fmla="val -288311"/>
              <a:gd name="adj4" fmla="val -5657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err="1"/>
              <a:t>Hostname</a:t>
            </a:r>
            <a:r>
              <a:rPr lang="fr-FR" sz="1400" dirty="0"/>
              <a:t> de l’équipement</a:t>
            </a:r>
          </a:p>
        </p:txBody>
      </p:sp>
      <p:sp>
        <p:nvSpPr>
          <p:cNvPr id="38" name="Légende : encadrée à une bordure 37">
            <a:extLst>
              <a:ext uri="{FF2B5EF4-FFF2-40B4-BE49-F238E27FC236}">
                <a16:creationId xmlns:a16="http://schemas.microsoft.com/office/drawing/2014/main" id="{728B3AE8-4FD9-29DB-CF44-4D72DA23C003}"/>
              </a:ext>
            </a:extLst>
          </p:cNvPr>
          <p:cNvSpPr/>
          <p:nvPr/>
        </p:nvSpPr>
        <p:spPr>
          <a:xfrm>
            <a:off x="8636196" y="4501739"/>
            <a:ext cx="3266244" cy="283867"/>
          </a:xfrm>
          <a:prstGeom prst="accentBorderCallout1">
            <a:avLst>
              <a:gd name="adj1" fmla="val 18750"/>
              <a:gd name="adj2" fmla="val -8333"/>
              <a:gd name="adj3" fmla="val -347873"/>
              <a:gd name="adj4" fmla="val -8005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Type déduit de l’équipement</a:t>
            </a:r>
          </a:p>
        </p:txBody>
      </p:sp>
      <p:sp>
        <p:nvSpPr>
          <p:cNvPr id="39" name="ZoneTexte 38">
            <a:extLst>
              <a:ext uri="{FF2B5EF4-FFF2-40B4-BE49-F238E27FC236}">
                <a16:creationId xmlns:a16="http://schemas.microsoft.com/office/drawing/2014/main" id="{BB393407-BC91-70D6-CED7-FC16418FBB60}"/>
              </a:ext>
            </a:extLst>
          </p:cNvPr>
          <p:cNvSpPr txBox="1"/>
          <p:nvPr/>
        </p:nvSpPr>
        <p:spPr>
          <a:xfrm>
            <a:off x="231768" y="6104284"/>
            <a:ext cx="11537963" cy="400110"/>
          </a:xfrm>
          <a:prstGeom prst="rect">
            <a:avLst/>
          </a:prstGeom>
          <a:noFill/>
        </p:spPr>
        <p:txBody>
          <a:bodyPr wrap="square">
            <a:spAutoFit/>
          </a:bodyPr>
          <a:lstStyle/>
          <a:p>
            <a:pPr marL="101598" indent="0">
              <a:buNone/>
            </a:pPr>
            <a:r>
              <a:rPr lang="fr-FR" sz="2000" b="1" i="1" dirty="0"/>
              <a:t>Note</a:t>
            </a:r>
            <a:r>
              <a:rPr lang="fr-FR" sz="2000" i="1" dirty="0"/>
              <a:t>: </a:t>
            </a:r>
            <a:r>
              <a:rPr lang="fr-FR" sz="1400" i="1" dirty="0"/>
              <a:t>Le type de l’équipement est déduit des caractéristiques réseaux détectés et peut dont être erroné.</a:t>
            </a:r>
            <a:endParaRPr lang="fr-FR" sz="2000" i="1" dirty="0"/>
          </a:p>
        </p:txBody>
      </p:sp>
    </p:spTree>
    <p:extLst>
      <p:ext uri="{BB962C8B-B14F-4D97-AF65-F5344CB8AC3E}">
        <p14:creationId xmlns:p14="http://schemas.microsoft.com/office/powerpoint/2010/main" val="19467429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 7">
            <a:extLst>
              <a:ext uri="{FF2B5EF4-FFF2-40B4-BE49-F238E27FC236}">
                <a16:creationId xmlns:a16="http://schemas.microsoft.com/office/drawing/2014/main" id="{4FBA8B55-3478-7548-9DD5-A368F6B123B5}"/>
              </a:ext>
            </a:extLst>
          </p:cNvPr>
          <p:cNvPicPr>
            <a:picLocks noChangeAspect="1"/>
          </p:cNvPicPr>
          <p:nvPr/>
        </p:nvPicPr>
        <p:blipFill>
          <a:blip r:embed="rId2"/>
          <a:stretch>
            <a:fillRect/>
          </a:stretch>
        </p:blipFill>
        <p:spPr>
          <a:xfrm>
            <a:off x="2768179" y="1572073"/>
            <a:ext cx="6096541" cy="4396284"/>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des statistiques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6" name="Rectangle 5">
            <a:extLst>
              <a:ext uri="{FF2B5EF4-FFF2-40B4-BE49-F238E27FC236}">
                <a16:creationId xmlns:a16="http://schemas.microsoft.com/office/drawing/2014/main" id="{985D6089-7A25-3467-1A11-EB17E5E06885}"/>
              </a:ext>
            </a:extLst>
          </p:cNvPr>
          <p:cNvSpPr/>
          <p:nvPr/>
        </p:nvSpPr>
        <p:spPr>
          <a:xfrm>
            <a:off x="2863790" y="1875886"/>
            <a:ext cx="2872776" cy="166104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encadrée à une bordure 6">
            <a:extLst>
              <a:ext uri="{FF2B5EF4-FFF2-40B4-BE49-F238E27FC236}">
                <a16:creationId xmlns:a16="http://schemas.microsoft.com/office/drawing/2014/main" id="{9A4B764B-B252-CB40-E956-144836DCFE39}"/>
              </a:ext>
            </a:extLst>
          </p:cNvPr>
          <p:cNvSpPr/>
          <p:nvPr/>
        </p:nvSpPr>
        <p:spPr>
          <a:xfrm flipH="1">
            <a:off x="129397" y="2015701"/>
            <a:ext cx="2078966" cy="636461"/>
          </a:xfrm>
          <a:prstGeom prst="accentBorderCallout1">
            <a:avLst>
              <a:gd name="adj1" fmla="val 18750"/>
              <a:gd name="adj2" fmla="val -8333"/>
              <a:gd name="adj3" fmla="val 113340"/>
              <a:gd name="adj4" fmla="val -3147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 génération</a:t>
            </a:r>
          </a:p>
        </p:txBody>
      </p:sp>
      <p:sp>
        <p:nvSpPr>
          <p:cNvPr id="9" name="Rectangle 8">
            <a:extLst>
              <a:ext uri="{FF2B5EF4-FFF2-40B4-BE49-F238E27FC236}">
                <a16:creationId xmlns:a16="http://schemas.microsoft.com/office/drawing/2014/main" id="{08270597-BE85-DE57-3442-B8D7305DECBD}"/>
              </a:ext>
            </a:extLst>
          </p:cNvPr>
          <p:cNvSpPr/>
          <p:nvPr/>
        </p:nvSpPr>
        <p:spPr>
          <a:xfrm>
            <a:off x="5935922" y="1862947"/>
            <a:ext cx="2724999" cy="1445824"/>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Légende : encadrée à une bordure 9">
            <a:extLst>
              <a:ext uri="{FF2B5EF4-FFF2-40B4-BE49-F238E27FC236}">
                <a16:creationId xmlns:a16="http://schemas.microsoft.com/office/drawing/2014/main" id="{02848745-633A-9681-061D-58C42EEA84E9}"/>
              </a:ext>
            </a:extLst>
          </p:cNvPr>
          <p:cNvSpPr/>
          <p:nvPr/>
        </p:nvSpPr>
        <p:spPr>
          <a:xfrm>
            <a:off x="9423821" y="2214407"/>
            <a:ext cx="2279710" cy="636461"/>
          </a:xfrm>
          <a:prstGeom prst="accentBorderCallout1">
            <a:avLst>
              <a:gd name="adj1" fmla="val 18750"/>
              <a:gd name="adj2" fmla="val -8333"/>
              <a:gd name="adj3" fmla="val 106564"/>
              <a:gd name="adj4" fmla="val -3223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complet du site vers le serveur distant </a:t>
            </a:r>
          </a:p>
        </p:txBody>
      </p:sp>
      <p:sp>
        <p:nvSpPr>
          <p:cNvPr id="11" name="Rectangle 10">
            <a:extLst>
              <a:ext uri="{FF2B5EF4-FFF2-40B4-BE49-F238E27FC236}">
                <a16:creationId xmlns:a16="http://schemas.microsoft.com/office/drawing/2014/main" id="{664E4F95-16ED-56DD-365A-95311BF21DA6}"/>
              </a:ext>
            </a:extLst>
          </p:cNvPr>
          <p:cNvSpPr/>
          <p:nvPr/>
        </p:nvSpPr>
        <p:spPr>
          <a:xfrm>
            <a:off x="5935922" y="3444000"/>
            <a:ext cx="2724999" cy="2433678"/>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Légende : encadrée à une bordure 11">
            <a:extLst>
              <a:ext uri="{FF2B5EF4-FFF2-40B4-BE49-F238E27FC236}">
                <a16:creationId xmlns:a16="http://schemas.microsoft.com/office/drawing/2014/main" id="{E949497C-CD0A-19E6-1C77-62AFD8BAE3CF}"/>
              </a:ext>
            </a:extLst>
          </p:cNvPr>
          <p:cNvSpPr/>
          <p:nvPr/>
        </p:nvSpPr>
        <p:spPr>
          <a:xfrm>
            <a:off x="9423820" y="3627808"/>
            <a:ext cx="2279711" cy="1078205"/>
          </a:xfrm>
          <a:prstGeom prst="accentBorderCallout1">
            <a:avLst>
              <a:gd name="adj1" fmla="val 18750"/>
              <a:gd name="adj2" fmla="val -8333"/>
              <a:gd name="adj3" fmla="val 54069"/>
              <a:gd name="adj4" fmla="val -3261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uniquement des fichiers modifiés du site vers le serveur distant </a:t>
            </a:r>
          </a:p>
        </p:txBody>
      </p:sp>
      <p:sp>
        <p:nvSpPr>
          <p:cNvPr id="13" name="Espace réservé du texte 2">
            <a:extLst>
              <a:ext uri="{FF2B5EF4-FFF2-40B4-BE49-F238E27FC236}">
                <a16:creationId xmlns:a16="http://schemas.microsoft.com/office/drawing/2014/main" id="{1C1F426F-D783-A1FE-B636-46DF3E62F8AE}"/>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a:t>
            </a:r>
            <a:r>
              <a:rPr lang="fr-FR" sz="1400" i="1" dirty="0"/>
              <a:t>Cet écran peut rester ouvert en même temps que l’écran principal sans gêner le fonctionnement.</a:t>
            </a:r>
            <a:endParaRPr lang="fr-FR" sz="1800" i="1" dirty="0"/>
          </a:p>
        </p:txBody>
      </p:sp>
      <p:sp>
        <p:nvSpPr>
          <p:cNvPr id="14" name="Rectangle 13">
            <a:extLst>
              <a:ext uri="{FF2B5EF4-FFF2-40B4-BE49-F238E27FC236}">
                <a16:creationId xmlns:a16="http://schemas.microsoft.com/office/drawing/2014/main" id="{EDA6FEBF-AC5B-58B5-0CF9-C1B1DD883F64}"/>
              </a:ext>
            </a:extLst>
          </p:cNvPr>
          <p:cNvSpPr/>
          <p:nvPr/>
        </p:nvSpPr>
        <p:spPr>
          <a:xfrm>
            <a:off x="2863521" y="3735761"/>
            <a:ext cx="2872776" cy="2141917"/>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Légende : encadrée à une bordure 14">
            <a:extLst>
              <a:ext uri="{FF2B5EF4-FFF2-40B4-BE49-F238E27FC236}">
                <a16:creationId xmlns:a16="http://schemas.microsoft.com/office/drawing/2014/main" id="{918448F7-E1B8-7B87-0620-1E0B6B9B906D}"/>
              </a:ext>
            </a:extLst>
          </p:cNvPr>
          <p:cNvSpPr/>
          <p:nvPr/>
        </p:nvSpPr>
        <p:spPr>
          <a:xfrm flipH="1">
            <a:off x="129397" y="4253362"/>
            <a:ext cx="2078966" cy="636461"/>
          </a:xfrm>
          <a:prstGeom prst="accentBorderCallout1">
            <a:avLst>
              <a:gd name="adj1" fmla="val 18750"/>
              <a:gd name="adj2" fmla="val -8333"/>
              <a:gd name="adj3" fmla="val 102497"/>
              <a:gd name="adj4" fmla="val -3064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 réception des données du TAS</a:t>
            </a:r>
          </a:p>
        </p:txBody>
      </p:sp>
    </p:spTree>
    <p:extLst>
      <p:ext uri="{BB962C8B-B14F-4D97-AF65-F5344CB8AC3E}">
        <p14:creationId xmlns:p14="http://schemas.microsoft.com/office/powerpoint/2010/main" val="5521528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8C8A4-BD1F-2564-B744-50DE2B030DB3}"/>
            </a:ext>
          </a:extLst>
        </p:cNvPr>
        <p:cNvGrpSpPr/>
        <p:nvPr/>
      </p:nvGrpSpPr>
      <p:grpSpPr>
        <a:xfrm>
          <a:off x="0" y="0"/>
          <a:ext cx="0" cy="0"/>
          <a:chOff x="0" y="0"/>
          <a:chExt cx="0" cy="0"/>
        </a:xfrm>
      </p:grpSpPr>
      <p:pic>
        <p:nvPicPr>
          <p:cNvPr id="10" name="Image 9">
            <a:extLst>
              <a:ext uri="{FF2B5EF4-FFF2-40B4-BE49-F238E27FC236}">
                <a16:creationId xmlns:a16="http://schemas.microsoft.com/office/drawing/2014/main" id="{E13701C8-2160-53DC-B4FC-D3EF09B8FE8C}"/>
              </a:ext>
            </a:extLst>
          </p:cNvPr>
          <p:cNvPicPr>
            <a:picLocks noChangeAspect="1"/>
          </p:cNvPicPr>
          <p:nvPr/>
        </p:nvPicPr>
        <p:blipFill>
          <a:blip r:embed="rId2"/>
          <a:stretch>
            <a:fillRect/>
          </a:stretch>
        </p:blipFill>
        <p:spPr>
          <a:xfrm>
            <a:off x="3965141" y="1704719"/>
            <a:ext cx="6926381" cy="4133597"/>
          </a:xfrm>
          <a:prstGeom prst="rect">
            <a:avLst/>
          </a:prstGeom>
        </p:spPr>
      </p:pic>
      <p:sp>
        <p:nvSpPr>
          <p:cNvPr id="2" name="Titre 1">
            <a:extLst>
              <a:ext uri="{FF2B5EF4-FFF2-40B4-BE49-F238E27FC236}">
                <a16:creationId xmlns:a16="http://schemas.microsoft.com/office/drawing/2014/main" id="{505FE863-5F45-4616-306E-3A70C1A987E0}"/>
              </a:ext>
            </a:extLst>
          </p:cNvPr>
          <p:cNvSpPr>
            <a:spLocks noGrp="1"/>
          </p:cNvSpPr>
          <p:nvPr>
            <p:ph type="title"/>
          </p:nvPr>
        </p:nvSpPr>
        <p:spPr/>
        <p:txBody>
          <a:bodyPr/>
          <a:lstStyle/>
          <a:p>
            <a:r>
              <a:rPr lang="fr-FR" dirty="0"/>
              <a:t>Manuel</a:t>
            </a:r>
          </a:p>
        </p:txBody>
      </p:sp>
      <p:sp>
        <p:nvSpPr>
          <p:cNvPr id="4" name="Espace réservé du texte 3">
            <a:extLst>
              <a:ext uri="{FF2B5EF4-FFF2-40B4-BE49-F238E27FC236}">
                <a16:creationId xmlns:a16="http://schemas.microsoft.com/office/drawing/2014/main" id="{81D7BCA9-8A39-08D8-8856-31B868189B7B}"/>
              </a:ext>
            </a:extLst>
          </p:cNvPr>
          <p:cNvSpPr>
            <a:spLocks noGrp="1"/>
          </p:cNvSpPr>
          <p:nvPr>
            <p:ph type="body" sz="quarter" idx="15"/>
          </p:nvPr>
        </p:nvSpPr>
        <p:spPr/>
        <p:txBody>
          <a:bodyPr/>
          <a:lstStyle/>
          <a:p>
            <a:r>
              <a:rPr lang="fr-FR" dirty="0"/>
              <a:t>Ecrans &amp; fonctionnalités</a:t>
            </a:r>
          </a:p>
        </p:txBody>
      </p:sp>
      <p:sp>
        <p:nvSpPr>
          <p:cNvPr id="6" name="Rectangle 5">
            <a:extLst>
              <a:ext uri="{FF2B5EF4-FFF2-40B4-BE49-F238E27FC236}">
                <a16:creationId xmlns:a16="http://schemas.microsoft.com/office/drawing/2014/main" id="{E8273C3B-1555-1DFB-63F6-BE1E955FBF70}"/>
              </a:ext>
            </a:extLst>
          </p:cNvPr>
          <p:cNvSpPr/>
          <p:nvPr/>
        </p:nvSpPr>
        <p:spPr>
          <a:xfrm>
            <a:off x="4130194" y="2226263"/>
            <a:ext cx="6350481" cy="328581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encadrée à une bordure 6">
            <a:extLst>
              <a:ext uri="{FF2B5EF4-FFF2-40B4-BE49-F238E27FC236}">
                <a16:creationId xmlns:a16="http://schemas.microsoft.com/office/drawing/2014/main" id="{09EEB137-99C6-891B-D2F9-62B20F46E9C2}"/>
              </a:ext>
            </a:extLst>
          </p:cNvPr>
          <p:cNvSpPr/>
          <p:nvPr/>
        </p:nvSpPr>
        <p:spPr>
          <a:xfrm flipH="1">
            <a:off x="1437497" y="4365483"/>
            <a:ext cx="2078966" cy="636461"/>
          </a:xfrm>
          <a:prstGeom prst="accentBorderCallout1">
            <a:avLst>
              <a:gd name="adj1" fmla="val 18750"/>
              <a:gd name="adj2" fmla="val -8333"/>
              <a:gd name="adj3" fmla="val -40947"/>
              <a:gd name="adj4" fmla="val -2847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Page du manuel utilisateur</a:t>
            </a:r>
          </a:p>
        </p:txBody>
      </p:sp>
      <p:sp>
        <p:nvSpPr>
          <p:cNvPr id="13" name="Espace réservé du texte 2">
            <a:extLst>
              <a:ext uri="{FF2B5EF4-FFF2-40B4-BE49-F238E27FC236}">
                <a16:creationId xmlns:a16="http://schemas.microsoft.com/office/drawing/2014/main" id="{4442073D-B5DB-E84B-D6A8-B2E46F016971}"/>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a:t>
            </a:r>
            <a:r>
              <a:rPr lang="fr-FR" sz="1400" i="1" dirty="0"/>
              <a:t>Cet écran peut rester ouvert en même temps que l’écran principal sans gêner le fonctionnement.</a:t>
            </a:r>
            <a:endParaRPr lang="fr-FR" sz="1800" i="1" dirty="0"/>
          </a:p>
        </p:txBody>
      </p:sp>
      <p:sp>
        <p:nvSpPr>
          <p:cNvPr id="14" name="Rectangle 13">
            <a:extLst>
              <a:ext uri="{FF2B5EF4-FFF2-40B4-BE49-F238E27FC236}">
                <a16:creationId xmlns:a16="http://schemas.microsoft.com/office/drawing/2014/main" id="{82BB2F06-B806-94DE-0650-E503AA275CE2}"/>
              </a:ext>
            </a:extLst>
          </p:cNvPr>
          <p:cNvSpPr/>
          <p:nvPr/>
        </p:nvSpPr>
        <p:spPr>
          <a:xfrm>
            <a:off x="5451474" y="1908034"/>
            <a:ext cx="535257"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Légende : encadrée à une bordure 14">
            <a:extLst>
              <a:ext uri="{FF2B5EF4-FFF2-40B4-BE49-F238E27FC236}">
                <a16:creationId xmlns:a16="http://schemas.microsoft.com/office/drawing/2014/main" id="{819EC0AE-07CE-63E1-3734-342780575EF7}"/>
              </a:ext>
            </a:extLst>
          </p:cNvPr>
          <p:cNvSpPr/>
          <p:nvPr/>
        </p:nvSpPr>
        <p:spPr>
          <a:xfrm>
            <a:off x="7127874" y="1222434"/>
            <a:ext cx="2543176" cy="283867"/>
          </a:xfrm>
          <a:prstGeom prst="accentBorderCallout1">
            <a:avLst>
              <a:gd name="adj1" fmla="val 18750"/>
              <a:gd name="adj2" fmla="val -8333"/>
              <a:gd name="adj3" fmla="val 249174"/>
              <a:gd name="adj4" fmla="val -6189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Zoom (+ et -) sur la page</a:t>
            </a:r>
          </a:p>
        </p:txBody>
      </p:sp>
      <p:sp>
        <p:nvSpPr>
          <p:cNvPr id="17" name="Rectangle 16">
            <a:extLst>
              <a:ext uri="{FF2B5EF4-FFF2-40B4-BE49-F238E27FC236}">
                <a16:creationId xmlns:a16="http://schemas.microsoft.com/office/drawing/2014/main" id="{D43A3E9D-E9D8-AD3A-C699-30F633EE9284}"/>
              </a:ext>
            </a:extLst>
          </p:cNvPr>
          <p:cNvSpPr/>
          <p:nvPr/>
        </p:nvSpPr>
        <p:spPr>
          <a:xfrm>
            <a:off x="4330700" y="1908034"/>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C1E9F9D5-2EBF-3A26-DDC5-AC1FF10C4FA4}"/>
              </a:ext>
            </a:extLst>
          </p:cNvPr>
          <p:cNvSpPr/>
          <p:nvPr/>
        </p:nvSpPr>
        <p:spPr>
          <a:xfrm flipH="1">
            <a:off x="1323915" y="2099121"/>
            <a:ext cx="2078966" cy="283867"/>
          </a:xfrm>
          <a:prstGeom prst="accentBorderCallout1">
            <a:avLst>
              <a:gd name="adj1" fmla="val 18750"/>
              <a:gd name="adj2" fmla="val -8333"/>
              <a:gd name="adj3" fmla="val -27315"/>
              <a:gd name="adj4" fmla="val -4466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Enregistrer le fichier</a:t>
            </a:r>
          </a:p>
        </p:txBody>
      </p:sp>
      <p:sp>
        <p:nvSpPr>
          <p:cNvPr id="19" name="Légende : encadrée à une bordure 18">
            <a:extLst>
              <a:ext uri="{FF2B5EF4-FFF2-40B4-BE49-F238E27FC236}">
                <a16:creationId xmlns:a16="http://schemas.microsoft.com/office/drawing/2014/main" id="{D240264E-0D42-706A-0ED4-69BB4F9F6A49}"/>
              </a:ext>
            </a:extLst>
          </p:cNvPr>
          <p:cNvSpPr/>
          <p:nvPr/>
        </p:nvSpPr>
        <p:spPr>
          <a:xfrm flipH="1">
            <a:off x="1323915" y="2847353"/>
            <a:ext cx="2078966" cy="283867"/>
          </a:xfrm>
          <a:prstGeom prst="accentBorderCallout1">
            <a:avLst>
              <a:gd name="adj1" fmla="val 18750"/>
              <a:gd name="adj2" fmla="val -8333"/>
              <a:gd name="adj3" fmla="val -255485"/>
              <a:gd name="adj4" fmla="val -6189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Page précédente</a:t>
            </a:r>
          </a:p>
        </p:txBody>
      </p:sp>
      <p:sp>
        <p:nvSpPr>
          <p:cNvPr id="20" name="Légende : encadrée à une bordure 19">
            <a:extLst>
              <a:ext uri="{FF2B5EF4-FFF2-40B4-BE49-F238E27FC236}">
                <a16:creationId xmlns:a16="http://schemas.microsoft.com/office/drawing/2014/main" id="{CD85B687-4E51-0D6D-654F-2898AD298DCF}"/>
              </a:ext>
            </a:extLst>
          </p:cNvPr>
          <p:cNvSpPr/>
          <p:nvPr/>
        </p:nvSpPr>
        <p:spPr>
          <a:xfrm flipH="1">
            <a:off x="1323915" y="3305565"/>
            <a:ext cx="2078966" cy="283867"/>
          </a:xfrm>
          <a:prstGeom prst="accentBorderCallout1">
            <a:avLst>
              <a:gd name="adj1" fmla="val 18750"/>
              <a:gd name="adj2" fmla="val -8333"/>
              <a:gd name="adj3" fmla="val -400440"/>
              <a:gd name="adj4" fmla="val -7252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Page Suivante</a:t>
            </a:r>
          </a:p>
        </p:txBody>
      </p:sp>
      <p:sp>
        <p:nvSpPr>
          <p:cNvPr id="23" name="Rectangle 22">
            <a:extLst>
              <a:ext uri="{FF2B5EF4-FFF2-40B4-BE49-F238E27FC236}">
                <a16:creationId xmlns:a16="http://schemas.microsoft.com/office/drawing/2014/main" id="{EF351576-FE79-2127-6B71-DA7B9A890C01}"/>
              </a:ext>
            </a:extLst>
          </p:cNvPr>
          <p:cNvSpPr/>
          <p:nvPr/>
        </p:nvSpPr>
        <p:spPr>
          <a:xfrm>
            <a:off x="4588233" y="1908034"/>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338B93F2-743D-EEE0-2A51-E474038FED5D}"/>
              </a:ext>
            </a:extLst>
          </p:cNvPr>
          <p:cNvSpPr/>
          <p:nvPr/>
        </p:nvSpPr>
        <p:spPr>
          <a:xfrm>
            <a:off x="4815147" y="1903458"/>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5597250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6C679-49AB-7B39-1D31-C661F142B7D0}"/>
            </a:ext>
          </a:extLst>
        </p:cNvPr>
        <p:cNvGrpSpPr/>
        <p:nvPr/>
      </p:nvGrpSpPr>
      <p:grpSpPr>
        <a:xfrm>
          <a:off x="0" y="0"/>
          <a:ext cx="0" cy="0"/>
          <a:chOff x="0" y="0"/>
          <a:chExt cx="0" cy="0"/>
        </a:xfrm>
      </p:grpSpPr>
      <p:pic>
        <p:nvPicPr>
          <p:cNvPr id="5" name="Image 4">
            <a:extLst>
              <a:ext uri="{FF2B5EF4-FFF2-40B4-BE49-F238E27FC236}">
                <a16:creationId xmlns:a16="http://schemas.microsoft.com/office/drawing/2014/main" id="{93164A51-5EA5-240F-BD6A-EB7A6108F618}"/>
              </a:ext>
            </a:extLst>
          </p:cNvPr>
          <p:cNvPicPr>
            <a:picLocks noChangeAspect="1"/>
          </p:cNvPicPr>
          <p:nvPr/>
        </p:nvPicPr>
        <p:blipFill>
          <a:blip r:embed="rId2"/>
          <a:stretch>
            <a:fillRect/>
          </a:stretch>
        </p:blipFill>
        <p:spPr>
          <a:xfrm>
            <a:off x="5246027" y="1470268"/>
            <a:ext cx="5250163" cy="3378734"/>
          </a:xfrm>
          <a:prstGeom prst="rect">
            <a:avLst/>
          </a:prstGeom>
        </p:spPr>
      </p:pic>
      <p:sp>
        <p:nvSpPr>
          <p:cNvPr id="2" name="Titre 1">
            <a:extLst>
              <a:ext uri="{FF2B5EF4-FFF2-40B4-BE49-F238E27FC236}">
                <a16:creationId xmlns:a16="http://schemas.microsoft.com/office/drawing/2014/main" id="{8DCFBD5E-E7B7-5C28-D96D-5B0D50DADA94}"/>
              </a:ext>
            </a:extLst>
          </p:cNvPr>
          <p:cNvSpPr>
            <a:spLocks noGrp="1"/>
          </p:cNvSpPr>
          <p:nvPr>
            <p:ph type="title"/>
          </p:nvPr>
        </p:nvSpPr>
        <p:spPr>
          <a:xfrm>
            <a:off x="980322" y="980322"/>
            <a:ext cx="10563978" cy="528400"/>
          </a:xfrm>
        </p:spPr>
        <p:txBody>
          <a:bodyPr/>
          <a:lstStyle/>
          <a:p>
            <a:r>
              <a:rPr lang="fr-FR" dirty="0"/>
              <a:t>Ecran d’information</a:t>
            </a:r>
          </a:p>
        </p:txBody>
      </p:sp>
      <p:sp>
        <p:nvSpPr>
          <p:cNvPr id="4" name="Espace réservé du texte 3">
            <a:extLst>
              <a:ext uri="{FF2B5EF4-FFF2-40B4-BE49-F238E27FC236}">
                <a16:creationId xmlns:a16="http://schemas.microsoft.com/office/drawing/2014/main" id="{090D95C5-A562-491F-8057-DBE6C9F66EE3}"/>
              </a:ext>
            </a:extLst>
          </p:cNvPr>
          <p:cNvSpPr>
            <a:spLocks noGrp="1"/>
          </p:cNvSpPr>
          <p:nvPr>
            <p:ph type="body" sz="quarter" idx="15"/>
          </p:nvPr>
        </p:nvSpPr>
        <p:spPr/>
        <p:txBody>
          <a:bodyPr/>
          <a:lstStyle/>
          <a:p>
            <a:r>
              <a:rPr lang="fr-FR" dirty="0"/>
              <a:t>Ecrans &amp; fonctionnalités</a:t>
            </a:r>
          </a:p>
        </p:txBody>
      </p:sp>
      <p:sp>
        <p:nvSpPr>
          <p:cNvPr id="7" name="Légende : encadrée à une bordure 6">
            <a:extLst>
              <a:ext uri="{FF2B5EF4-FFF2-40B4-BE49-F238E27FC236}">
                <a16:creationId xmlns:a16="http://schemas.microsoft.com/office/drawing/2014/main" id="{60C19B25-4B6F-47A1-6519-08A784C81D47}"/>
              </a:ext>
            </a:extLst>
          </p:cNvPr>
          <p:cNvSpPr/>
          <p:nvPr/>
        </p:nvSpPr>
        <p:spPr>
          <a:xfrm flipH="1">
            <a:off x="494979" y="1827413"/>
            <a:ext cx="3181935" cy="1223491"/>
          </a:xfrm>
          <a:prstGeom prst="accentBorderCallout1">
            <a:avLst>
              <a:gd name="adj1" fmla="val 18750"/>
              <a:gd name="adj2" fmla="val -8333"/>
              <a:gd name="adj3" fmla="val 101471"/>
              <a:gd name="adj4" fmla="val -5318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l’application:</a:t>
            </a:r>
          </a:p>
          <a:p>
            <a:pPr marL="285750" indent="-285750">
              <a:buFontTx/>
              <a:buChar char="-"/>
            </a:pPr>
            <a:r>
              <a:rPr lang="fr-FR" sz="1400" dirty="0"/>
              <a:t>Description</a:t>
            </a:r>
          </a:p>
          <a:p>
            <a:pPr marL="285750" indent="-285750">
              <a:buFontTx/>
              <a:buChar char="-"/>
            </a:pPr>
            <a:r>
              <a:rPr lang="fr-FR" sz="1400" dirty="0"/>
              <a:t>Version</a:t>
            </a:r>
          </a:p>
          <a:p>
            <a:pPr marL="285750" indent="-285750">
              <a:buFontTx/>
              <a:buChar char="-"/>
            </a:pPr>
            <a:r>
              <a:rPr lang="fr-FR" sz="1400" dirty="0"/>
              <a:t>Editeur</a:t>
            </a:r>
          </a:p>
          <a:p>
            <a:pPr marL="285750" indent="-285750">
              <a:buFontTx/>
              <a:buChar char="-"/>
            </a:pPr>
            <a:r>
              <a:rPr lang="fr-FR" sz="1400" dirty="0"/>
              <a:t>Copyright</a:t>
            </a:r>
          </a:p>
        </p:txBody>
      </p:sp>
      <p:sp>
        <p:nvSpPr>
          <p:cNvPr id="8" name="Rectangle 7">
            <a:extLst>
              <a:ext uri="{FF2B5EF4-FFF2-40B4-BE49-F238E27FC236}">
                <a16:creationId xmlns:a16="http://schemas.microsoft.com/office/drawing/2014/main" id="{BC80D871-2E74-C16C-7654-9C18C941F56D}"/>
              </a:ext>
            </a:extLst>
          </p:cNvPr>
          <p:cNvSpPr/>
          <p:nvPr/>
        </p:nvSpPr>
        <p:spPr>
          <a:xfrm>
            <a:off x="5375079" y="2190703"/>
            <a:ext cx="4993872" cy="203979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DD71EE0B-2532-D429-12EF-0C25D337BC16}"/>
              </a:ext>
            </a:extLst>
          </p:cNvPr>
          <p:cNvSpPr/>
          <p:nvPr/>
        </p:nvSpPr>
        <p:spPr>
          <a:xfrm>
            <a:off x="7136469" y="4356268"/>
            <a:ext cx="1041373" cy="364174"/>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951D9210-9A84-6560-3A58-B7CE21A1F31B}"/>
              </a:ext>
            </a:extLst>
          </p:cNvPr>
          <p:cNvSpPr/>
          <p:nvPr/>
        </p:nvSpPr>
        <p:spPr>
          <a:xfrm>
            <a:off x="8304630" y="4407601"/>
            <a:ext cx="206432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7B46172C-47FA-95E1-93E6-D6E3B8CFA497}"/>
              </a:ext>
            </a:extLst>
          </p:cNvPr>
          <p:cNvSpPr/>
          <p:nvPr/>
        </p:nvSpPr>
        <p:spPr>
          <a:xfrm flipH="1">
            <a:off x="478068" y="4521389"/>
            <a:ext cx="3181937" cy="655227"/>
          </a:xfrm>
          <a:prstGeom prst="accentBorderCallout1">
            <a:avLst>
              <a:gd name="adj1" fmla="val 18750"/>
              <a:gd name="adj2" fmla="val -8333"/>
              <a:gd name="adj3" fmla="val 23814"/>
              <a:gd name="adj4" fmla="val -10859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Génère un fichier zip contenant les données de diagnostiques (pour documenter un incident)</a:t>
            </a:r>
          </a:p>
        </p:txBody>
      </p:sp>
      <p:sp>
        <p:nvSpPr>
          <p:cNvPr id="9" name="Légende : encadrée à une bordure 8">
            <a:extLst>
              <a:ext uri="{FF2B5EF4-FFF2-40B4-BE49-F238E27FC236}">
                <a16:creationId xmlns:a16="http://schemas.microsoft.com/office/drawing/2014/main" id="{864500D4-696A-756E-B459-1F4696730373}"/>
              </a:ext>
            </a:extLst>
          </p:cNvPr>
          <p:cNvSpPr/>
          <p:nvPr/>
        </p:nvSpPr>
        <p:spPr>
          <a:xfrm flipH="1">
            <a:off x="4882602" y="5050769"/>
            <a:ext cx="4086659" cy="288179"/>
          </a:xfrm>
          <a:prstGeom prst="accentBorderCallout1">
            <a:avLst>
              <a:gd name="adj1" fmla="val 18750"/>
              <a:gd name="adj2" fmla="val -8333"/>
              <a:gd name="adj3" fmla="val -141424"/>
              <a:gd name="adj4" fmla="val -1924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Permet d’activer les traces détaillées de l’application</a:t>
            </a:r>
          </a:p>
        </p:txBody>
      </p:sp>
      <p:sp>
        <p:nvSpPr>
          <p:cNvPr id="13" name="Espace réservé du texte 2">
            <a:extLst>
              <a:ext uri="{FF2B5EF4-FFF2-40B4-BE49-F238E27FC236}">
                <a16:creationId xmlns:a16="http://schemas.microsoft.com/office/drawing/2014/main" id="{2153E937-35F6-7666-4A49-DF6C82F9BB8A}"/>
              </a:ext>
            </a:extLst>
          </p:cNvPr>
          <p:cNvSpPr txBox="1">
            <a:spLocks/>
          </p:cNvSpPr>
          <p:nvPr/>
        </p:nvSpPr>
        <p:spPr>
          <a:xfrm>
            <a:off x="86443" y="5906854"/>
            <a:ext cx="11369615" cy="676542"/>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800" b="1" i="1" dirty="0"/>
              <a:t>Notes</a:t>
            </a:r>
            <a:r>
              <a:rPr lang="fr-FR" sz="1800" i="1" dirty="0"/>
              <a:t>: </a:t>
            </a:r>
            <a:r>
              <a:rPr lang="fr-FR" sz="1400" i="1" dirty="0"/>
              <a:t>Cet écran peut rester ouvert en même temps que l’écran principal sans gêner le fonctionnement mais il reste au 1</a:t>
            </a:r>
            <a:r>
              <a:rPr lang="fr-FR" sz="1400" i="1" baseline="30000" dirty="0"/>
              <a:t>er</a:t>
            </a:r>
            <a:r>
              <a:rPr lang="fr-FR" sz="1400" i="1" dirty="0"/>
              <a:t> plan. Attention, l’activation des traces détaillées peut générer des fichiers de taille importante et engendrer un permet de performance.</a:t>
            </a:r>
            <a:endParaRPr lang="fr-FR" sz="1800" i="1" dirty="0"/>
          </a:p>
        </p:txBody>
      </p:sp>
      <p:sp>
        <p:nvSpPr>
          <p:cNvPr id="10" name="Rectangle 9">
            <a:extLst>
              <a:ext uri="{FF2B5EF4-FFF2-40B4-BE49-F238E27FC236}">
                <a16:creationId xmlns:a16="http://schemas.microsoft.com/office/drawing/2014/main" id="{C9142566-6C1E-DC6D-92AD-2C7ECAFE9A4F}"/>
              </a:ext>
            </a:extLst>
          </p:cNvPr>
          <p:cNvSpPr/>
          <p:nvPr/>
        </p:nvSpPr>
        <p:spPr>
          <a:xfrm>
            <a:off x="6461185" y="3050904"/>
            <a:ext cx="448573" cy="218507"/>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377222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Dépannage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Aide au diagnostique et à la résolution des problèmes courants</a:t>
            </a:r>
          </a:p>
        </p:txBody>
      </p:sp>
      <p:sp>
        <p:nvSpPr>
          <p:cNvPr id="2" name="Espace réservé du texte 1"/>
          <p:cNvSpPr>
            <a:spLocks noGrp="1"/>
          </p:cNvSpPr>
          <p:nvPr>
            <p:ph type="body" sz="quarter" idx="10"/>
          </p:nvPr>
        </p:nvSpPr>
        <p:spPr/>
        <p:txBody>
          <a:bodyPr/>
          <a:lstStyle/>
          <a:p>
            <a:r>
              <a:rPr lang="fr-FR" dirty="0"/>
              <a:t>4</a:t>
            </a:r>
          </a:p>
        </p:txBody>
      </p:sp>
    </p:spTree>
    <p:extLst>
      <p:ext uri="{BB962C8B-B14F-4D97-AF65-F5344CB8AC3E}">
        <p14:creationId xmlns:p14="http://schemas.microsoft.com/office/powerpoint/2010/main" val="418825945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Génération</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les données ne sont pas publiées ou ne sont pas actualisées,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1530366214"/>
              </p:ext>
            </p:extLst>
          </p:nvPr>
        </p:nvGraphicFramePr>
        <p:xfrm>
          <a:off x="270763" y="2017468"/>
          <a:ext cx="11549762" cy="3768017"/>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720770">
                <a:tc>
                  <a:txBody>
                    <a:bodyPr/>
                    <a:lstStyle/>
                    <a:p>
                      <a:r>
                        <a:rPr lang="fr-FR" dirty="0"/>
                        <a:t>L’application est connectée au serveur de compétition (icone verte             )</a:t>
                      </a:r>
                    </a:p>
                  </a:txBody>
                  <a:tcPr anchor="ctr"/>
                </a:tc>
                <a:tc>
                  <a:txBody>
                    <a:bodyPr/>
                    <a:lstStyle/>
                    <a:p>
                      <a:r>
                        <a:rPr lang="fr-FR" dirty="0"/>
                        <a:t>Reconnectez l’application au serveur</a:t>
                      </a:r>
                    </a:p>
                  </a:txBody>
                  <a:tcPr anchor="ctr"/>
                </a:tc>
                <a:extLst>
                  <a:ext uri="{0D108BD9-81ED-4DB2-BD59-A6C34878D82A}">
                    <a16:rowId xmlns:a16="http://schemas.microsoft.com/office/drawing/2014/main" val="2586581298"/>
                  </a:ext>
                </a:extLst>
              </a:tr>
              <a:tr h="481847">
                <a:tc>
                  <a:txBody>
                    <a:bodyPr/>
                    <a:lstStyle/>
                    <a:p>
                      <a:r>
                        <a:rPr lang="fr-FR" dirty="0"/>
                        <a:t>La génération est démarrée</a:t>
                      </a:r>
                    </a:p>
                  </a:txBody>
                  <a:tcPr anchor="ctr"/>
                </a:tc>
                <a:tc>
                  <a:txBody>
                    <a:bodyPr/>
                    <a:lstStyle/>
                    <a:p>
                      <a:r>
                        <a:rPr lang="fr-FR" dirty="0"/>
                        <a:t>Démarrez la génération</a:t>
                      </a:r>
                    </a:p>
                  </a:txBody>
                  <a:tcPr anchor="ctr"/>
                </a:tc>
                <a:extLst>
                  <a:ext uri="{0D108BD9-81ED-4DB2-BD59-A6C34878D82A}">
                    <a16:rowId xmlns:a16="http://schemas.microsoft.com/office/drawing/2014/main" val="2578065560"/>
                  </a:ext>
                </a:extLst>
              </a:tr>
              <a:tr h="370840">
                <a:tc>
                  <a:txBody>
                    <a:bodyPr/>
                    <a:lstStyle/>
                    <a:p>
                      <a:r>
                        <a:rPr lang="fr-FR" dirty="0"/>
                        <a:t>Absence de message d’erreur</a:t>
                      </a:r>
                    </a:p>
                  </a:txBody>
                  <a:tcPr anchor="ctr"/>
                </a:tc>
                <a:tc>
                  <a:txBody>
                    <a:bodyPr/>
                    <a:lstStyle/>
                    <a:p>
                      <a:r>
                        <a:rPr lang="fr-FR" dirty="0"/>
                        <a:t>Fermez la fenêtre d’erreur. Si l’erreur persiste ou si l’application ne fonctionne pas correctement, relancez cette dernière</a:t>
                      </a:r>
                    </a:p>
                  </a:txBody>
                  <a:tcPr anchor="ctr"/>
                </a:tc>
                <a:extLst>
                  <a:ext uri="{0D108BD9-81ED-4DB2-BD59-A6C34878D82A}">
                    <a16:rowId xmlns:a16="http://schemas.microsoft.com/office/drawing/2014/main" val="2675461195"/>
                  </a:ext>
                </a:extLst>
              </a:tr>
              <a:tr h="370840">
                <a:tc>
                  <a:txBody>
                    <a:bodyPr/>
                    <a:lstStyle/>
                    <a:p>
                      <a:r>
                        <a:rPr lang="fr-FR" dirty="0"/>
                        <a:t>La fréquence de mise à jour est trop faible</a:t>
                      </a:r>
                    </a:p>
                  </a:txBody>
                  <a:tcPr anchor="ctr"/>
                </a:tc>
                <a:tc>
                  <a:txBody>
                    <a:bodyPr/>
                    <a:lstStyle/>
                    <a:p>
                      <a:r>
                        <a:rPr lang="fr-FR" dirty="0"/>
                        <a:t>Arrêtez la génération, modifiez le délai de génération et redémarrez la génération.</a:t>
                      </a:r>
                    </a:p>
                  </a:txBody>
                  <a:tcPr anchor="ctr"/>
                </a:tc>
                <a:extLst>
                  <a:ext uri="{0D108BD9-81ED-4DB2-BD59-A6C34878D82A}">
                    <a16:rowId xmlns:a16="http://schemas.microsoft.com/office/drawing/2014/main" val="2306318331"/>
                  </a:ext>
                </a:extLst>
              </a:tr>
              <a:tr h="370840">
                <a:tc>
                  <a:txBody>
                    <a:bodyPr/>
                    <a:lstStyle/>
                    <a:p>
                      <a:r>
                        <a:rPr lang="fr-FR" dirty="0"/>
                        <a:t>Le répertoire de travail est inaccessible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Arrêtez la génération, modifiez le répertoire de travail et redémarrez la génération.</a:t>
                      </a:r>
                    </a:p>
                  </a:txBody>
                  <a:tcPr anchor="ctr"/>
                </a:tc>
                <a:extLst>
                  <a:ext uri="{0D108BD9-81ED-4DB2-BD59-A6C34878D82A}">
                    <a16:rowId xmlns:a16="http://schemas.microsoft.com/office/drawing/2014/main" val="1667609265"/>
                  </a:ext>
                </a:extLst>
              </a:tr>
            </a:tbl>
          </a:graphicData>
        </a:graphic>
      </p:graphicFrame>
      <p:pic>
        <p:nvPicPr>
          <p:cNvPr id="9" name="Image 8">
            <a:extLst>
              <a:ext uri="{FF2B5EF4-FFF2-40B4-BE49-F238E27FC236}">
                <a16:creationId xmlns:a16="http://schemas.microsoft.com/office/drawing/2014/main" id="{A4B598AD-7E9B-2B25-9A4A-511376C52C7B}"/>
              </a:ext>
            </a:extLst>
          </p:cNvPr>
          <p:cNvPicPr>
            <a:picLocks noChangeAspect="1"/>
          </p:cNvPicPr>
          <p:nvPr/>
        </p:nvPicPr>
        <p:blipFill>
          <a:blip r:embed="rId2"/>
          <a:stretch>
            <a:fillRect/>
          </a:stretch>
        </p:blipFill>
        <p:spPr>
          <a:xfrm>
            <a:off x="1504302" y="2726533"/>
            <a:ext cx="592155" cy="361526"/>
          </a:xfrm>
          <a:prstGeom prst="rect">
            <a:avLst/>
          </a:prstGeom>
        </p:spPr>
      </p:pic>
      <p:pic>
        <p:nvPicPr>
          <p:cNvPr id="14" name="Image 13">
            <a:extLst>
              <a:ext uri="{FF2B5EF4-FFF2-40B4-BE49-F238E27FC236}">
                <a16:creationId xmlns:a16="http://schemas.microsoft.com/office/drawing/2014/main" id="{F0EEA465-103F-046F-E098-6AF471671979}"/>
              </a:ext>
            </a:extLst>
          </p:cNvPr>
          <p:cNvPicPr>
            <a:picLocks noChangeAspect="1"/>
          </p:cNvPicPr>
          <p:nvPr/>
        </p:nvPicPr>
        <p:blipFill>
          <a:blip r:embed="rId3"/>
          <a:stretch>
            <a:fillRect/>
          </a:stretch>
        </p:blipFill>
        <p:spPr>
          <a:xfrm>
            <a:off x="3071812" y="3179148"/>
            <a:ext cx="1161403" cy="354627"/>
          </a:xfrm>
          <a:prstGeom prst="rect">
            <a:avLst/>
          </a:prstGeom>
        </p:spPr>
      </p:pic>
    </p:spTree>
    <p:extLst>
      <p:ext uri="{BB962C8B-B14F-4D97-AF65-F5344CB8AC3E}">
        <p14:creationId xmlns:p14="http://schemas.microsoft.com/office/powerpoint/2010/main" val="246736338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Publication locale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 site n’est pas accessible localement,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2456733157"/>
              </p:ext>
            </p:extLst>
          </p:nvPr>
        </p:nvGraphicFramePr>
        <p:xfrm>
          <a:off x="270763" y="2017468"/>
          <a:ext cx="11549762" cy="194620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564442">
                <a:tc>
                  <a:txBody>
                    <a:bodyPr/>
                    <a:lstStyle/>
                    <a:p>
                      <a:r>
                        <a:rPr lang="fr-FR" dirty="0"/>
                        <a:t>La publication locale est démarrée </a:t>
                      </a:r>
                    </a:p>
                  </a:txBody>
                  <a:tcPr anchor="ctr"/>
                </a:tc>
                <a:tc>
                  <a:txBody>
                    <a:bodyPr/>
                    <a:lstStyle/>
                    <a:p>
                      <a:r>
                        <a:rPr lang="fr-FR" dirty="0"/>
                        <a:t>Démarrez la publication</a:t>
                      </a:r>
                    </a:p>
                  </a:txBody>
                  <a:tcPr anchor="ctr"/>
                </a:tc>
                <a:extLst>
                  <a:ext uri="{0D108BD9-81ED-4DB2-BD59-A6C34878D82A}">
                    <a16:rowId xmlns:a16="http://schemas.microsoft.com/office/drawing/2014/main" val="2586581298"/>
                  </a:ext>
                </a:extLst>
              </a:tr>
              <a:tr h="370840">
                <a:tc>
                  <a:txBody>
                    <a:bodyPr/>
                    <a:lstStyle/>
                    <a:p>
                      <a:r>
                        <a:rPr lang="fr-FR" dirty="0"/>
                        <a:t>La publication se fait sur la bonne interface réseau</a:t>
                      </a:r>
                    </a:p>
                  </a:txBody>
                  <a:tcPr anchor="ctr"/>
                </a:tc>
                <a:tc>
                  <a:txBody>
                    <a:bodyPr/>
                    <a:lstStyle/>
                    <a:p>
                      <a:r>
                        <a:rPr lang="fr-FR" dirty="0"/>
                        <a:t>Arrêtez la publication locale, sélectionnez la bonne interface réseau et démarrez la publication locale</a:t>
                      </a:r>
                    </a:p>
                  </a:txBody>
                  <a:tcPr anchor="ctr"/>
                </a:tc>
                <a:extLst>
                  <a:ext uri="{0D108BD9-81ED-4DB2-BD59-A6C34878D82A}">
                    <a16:rowId xmlns:a16="http://schemas.microsoft.com/office/drawing/2014/main" val="4129515051"/>
                  </a:ext>
                </a:extLst>
              </a:tr>
              <a:tr h="370840">
                <a:tc>
                  <a:txBody>
                    <a:bodyPr/>
                    <a:lstStyle/>
                    <a:p>
                      <a:r>
                        <a:rPr lang="fr-FR" dirty="0"/>
                        <a:t>Le pare-feu Windows autorise la l’accès Web</a:t>
                      </a:r>
                    </a:p>
                  </a:txBody>
                  <a:tcPr anchor="ctr"/>
                </a:tc>
                <a:tc>
                  <a:txBody>
                    <a:bodyPr/>
                    <a:lstStyle/>
                    <a:p>
                      <a:r>
                        <a:rPr lang="fr-FR" dirty="0"/>
                        <a:t>Modifiez la configuration du pare-feu Windows</a:t>
                      </a:r>
                    </a:p>
                  </a:txBody>
                  <a:tcPr anchor="ctr"/>
                </a:tc>
                <a:extLst>
                  <a:ext uri="{0D108BD9-81ED-4DB2-BD59-A6C34878D82A}">
                    <a16:rowId xmlns:a16="http://schemas.microsoft.com/office/drawing/2014/main" val="3823118335"/>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633787" y="2466060"/>
            <a:ext cx="1247775" cy="381000"/>
          </a:xfrm>
          <a:prstGeom prst="rect">
            <a:avLst/>
          </a:prstGeom>
        </p:spPr>
      </p:pic>
    </p:spTree>
    <p:extLst>
      <p:ext uri="{BB962C8B-B14F-4D97-AF65-F5344CB8AC3E}">
        <p14:creationId xmlns:p14="http://schemas.microsoft.com/office/powerpoint/2010/main" val="210033325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Publication distante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 site n’est pas accessible à distance,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874116875"/>
              </p:ext>
            </p:extLst>
          </p:nvPr>
        </p:nvGraphicFramePr>
        <p:xfrm>
          <a:off x="270763" y="2017468"/>
          <a:ext cx="11549762" cy="258628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564442">
                <a:tc>
                  <a:txBody>
                    <a:bodyPr/>
                    <a:lstStyle/>
                    <a:p>
                      <a:r>
                        <a:rPr lang="fr-FR" dirty="0"/>
                        <a:t>La publication distante est démarrée </a:t>
                      </a:r>
                    </a:p>
                  </a:txBody>
                  <a:tcPr anchor="ctr"/>
                </a:tc>
                <a:tc>
                  <a:txBody>
                    <a:bodyPr/>
                    <a:lstStyle/>
                    <a:p>
                      <a:r>
                        <a:rPr lang="fr-FR" dirty="0"/>
                        <a:t>Démarrez la publication</a:t>
                      </a:r>
                    </a:p>
                  </a:txBody>
                  <a:tcPr anchor="ctr"/>
                </a:tc>
                <a:extLst>
                  <a:ext uri="{0D108BD9-81ED-4DB2-BD59-A6C34878D82A}">
                    <a16:rowId xmlns:a16="http://schemas.microsoft.com/office/drawing/2014/main" val="2586581298"/>
                  </a:ext>
                </a:extLst>
              </a:tr>
              <a:tr h="370840">
                <a:tc>
                  <a:txBody>
                    <a:bodyPr/>
                    <a:lstStyle/>
                    <a:p>
                      <a:r>
                        <a:rPr lang="fr-FR" dirty="0"/>
                        <a:t>Les paramètres de connexion FTP sont valides (compte, mot de passe répertoire)</a:t>
                      </a:r>
                    </a:p>
                  </a:txBody>
                  <a:tcPr anchor="ctr"/>
                </a:tc>
                <a:tc>
                  <a:txBody>
                    <a:bodyPr/>
                    <a:lstStyle/>
                    <a:p>
                      <a:r>
                        <a:rPr lang="fr-FR" dirty="0"/>
                        <a:t>Arrêtez la publication distante, configurer les bons paramètres et démarrez la publication distante</a:t>
                      </a:r>
                    </a:p>
                  </a:txBody>
                  <a:tcPr anchor="ctr"/>
                </a:tc>
                <a:extLst>
                  <a:ext uri="{0D108BD9-81ED-4DB2-BD59-A6C34878D82A}">
                    <a16:rowId xmlns:a16="http://schemas.microsoft.com/office/drawing/2014/main" val="4129515051"/>
                  </a:ext>
                </a:extLst>
              </a:tr>
              <a:tr h="370840">
                <a:tc>
                  <a:txBody>
                    <a:bodyPr/>
                    <a:lstStyle/>
                    <a:p>
                      <a:r>
                        <a:rPr lang="fr-FR" dirty="0"/>
                        <a:t>Le pare-feu Windows autorise la connexion FTP</a:t>
                      </a:r>
                    </a:p>
                  </a:txBody>
                  <a:tcPr anchor="ctr"/>
                </a:tc>
                <a:tc>
                  <a:txBody>
                    <a:bodyPr/>
                    <a:lstStyle/>
                    <a:p>
                      <a:r>
                        <a:rPr lang="fr-FR" dirty="0"/>
                        <a:t>Modifiez la configuration du pare-feu Windows</a:t>
                      </a:r>
                    </a:p>
                  </a:txBody>
                  <a:tcPr anchor="ctr"/>
                </a:tc>
                <a:extLst>
                  <a:ext uri="{0D108BD9-81ED-4DB2-BD59-A6C34878D82A}">
                    <a16:rowId xmlns:a16="http://schemas.microsoft.com/office/drawing/2014/main" val="3823118335"/>
                  </a:ext>
                </a:extLst>
              </a:tr>
              <a:tr h="370840">
                <a:tc>
                  <a:txBody>
                    <a:bodyPr/>
                    <a:lstStyle/>
                    <a:p>
                      <a:r>
                        <a:rPr lang="fr-FR" dirty="0"/>
                        <a:t>Le mode FTP est approprié (Actif/Passif)</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Arrêtez la publication distante, sélectionnez le mode adéquat et démarrez la publication distante</a:t>
                      </a:r>
                    </a:p>
                  </a:txBody>
                  <a:tcPr anchor="ctr"/>
                </a:tc>
                <a:extLst>
                  <a:ext uri="{0D108BD9-81ED-4DB2-BD59-A6C34878D82A}">
                    <a16:rowId xmlns:a16="http://schemas.microsoft.com/office/drawing/2014/main" val="1423062560"/>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929062" y="2466060"/>
            <a:ext cx="1247775" cy="381000"/>
          </a:xfrm>
          <a:prstGeom prst="rect">
            <a:avLst/>
          </a:prstGeom>
        </p:spPr>
      </p:pic>
    </p:spTree>
    <p:extLst>
      <p:ext uri="{BB962C8B-B14F-4D97-AF65-F5344CB8AC3E}">
        <p14:creationId xmlns:p14="http://schemas.microsoft.com/office/powerpoint/2010/main" val="28243005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Chambre d’appel</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la chambre d’appel ne s’affiche pas,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2554897109"/>
              </p:ext>
            </p:extLst>
          </p:nvPr>
        </p:nvGraphicFramePr>
        <p:xfrm>
          <a:off x="270763" y="2017468"/>
          <a:ext cx="11549762" cy="204780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564442">
                <a:tc>
                  <a:txBody>
                    <a:bodyPr/>
                    <a:lstStyle/>
                    <a:p>
                      <a:r>
                        <a:rPr lang="fr-FR" dirty="0"/>
                        <a:t>La publication est démarrée </a:t>
                      </a:r>
                    </a:p>
                  </a:txBody>
                  <a:tcPr anchor="ctr"/>
                </a:tc>
                <a:tc>
                  <a:txBody>
                    <a:bodyPr/>
                    <a:lstStyle/>
                    <a:p>
                      <a:r>
                        <a:rPr lang="fr-FR" dirty="0"/>
                        <a:t>Démarrez la publication</a:t>
                      </a:r>
                    </a:p>
                  </a:txBody>
                  <a:tcPr anchor="ctr"/>
                </a:tc>
                <a:extLst>
                  <a:ext uri="{0D108BD9-81ED-4DB2-BD59-A6C34878D82A}">
                    <a16:rowId xmlns:a16="http://schemas.microsoft.com/office/drawing/2014/main" val="2586581298"/>
                  </a:ext>
                </a:extLst>
              </a:tr>
              <a:tr h="370840">
                <a:tc>
                  <a:txBody>
                    <a:bodyPr/>
                    <a:lstStyle/>
                    <a:p>
                      <a:r>
                        <a:rPr lang="fr-FR" dirty="0"/>
                        <a:t>L’écran cherche bien à accéder à l’URL spécifiée</a:t>
                      </a:r>
                    </a:p>
                  </a:txBody>
                  <a:tcPr anchor="ctr"/>
                </a:tc>
                <a:tc>
                  <a:txBody>
                    <a:bodyPr/>
                    <a:lstStyle/>
                    <a:p>
                      <a:r>
                        <a:rPr lang="fr-FR" dirty="0"/>
                        <a:t>Vérifiez et modifiez si nécessaire l’URL</a:t>
                      </a:r>
                    </a:p>
                  </a:txBody>
                  <a:tcPr anchor="ctr"/>
                </a:tc>
                <a:extLst>
                  <a:ext uri="{0D108BD9-81ED-4DB2-BD59-A6C34878D82A}">
                    <a16:rowId xmlns:a16="http://schemas.microsoft.com/office/drawing/2014/main" val="4129515051"/>
                  </a:ext>
                </a:extLst>
              </a:tr>
              <a:tr h="370840">
                <a:tc>
                  <a:txBody>
                    <a:bodyPr/>
                    <a:lstStyle/>
                    <a:p>
                      <a:r>
                        <a:rPr lang="fr-FR" dirty="0"/>
                        <a:t>Le pare-feu Windows autorise la connexion</a:t>
                      </a:r>
                    </a:p>
                  </a:txBody>
                  <a:tcPr anchor="ctr"/>
                </a:tc>
                <a:tc>
                  <a:txBody>
                    <a:bodyPr/>
                    <a:lstStyle/>
                    <a:p>
                      <a:r>
                        <a:rPr lang="fr-FR" dirty="0"/>
                        <a:t>Modifiez la configuration du pare-feu Windows</a:t>
                      </a:r>
                    </a:p>
                  </a:txBody>
                  <a:tcPr anchor="ctr"/>
                </a:tc>
                <a:extLst>
                  <a:ext uri="{0D108BD9-81ED-4DB2-BD59-A6C34878D82A}">
                    <a16:rowId xmlns:a16="http://schemas.microsoft.com/office/drawing/2014/main" val="3823118335"/>
                  </a:ext>
                </a:extLst>
              </a:tr>
              <a:tr h="370840">
                <a:tc>
                  <a:txBody>
                    <a:bodyPr/>
                    <a:lstStyle/>
                    <a:p>
                      <a:r>
                        <a:rPr lang="fr-FR" dirty="0"/>
                        <a:t>L’écran supporte bien le Javascript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Se référer aux informations du matériel concerné</a:t>
                      </a:r>
                    </a:p>
                  </a:txBody>
                  <a:tcPr anchor="ctr"/>
                </a:tc>
                <a:extLst>
                  <a:ext uri="{0D108BD9-81ED-4DB2-BD59-A6C34878D82A}">
                    <a16:rowId xmlns:a16="http://schemas.microsoft.com/office/drawing/2014/main" val="1423062560"/>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929062" y="2466060"/>
            <a:ext cx="1247775" cy="381000"/>
          </a:xfrm>
          <a:prstGeom prst="rect">
            <a:avLst/>
          </a:prstGeom>
        </p:spPr>
      </p:pic>
    </p:spTree>
    <p:extLst>
      <p:ext uri="{BB962C8B-B14F-4D97-AF65-F5344CB8AC3E}">
        <p14:creationId xmlns:p14="http://schemas.microsoft.com/office/powerpoint/2010/main" val="327559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0A28920A-A4B1-1B98-5CB7-04341E9FF976}"/>
              </a:ext>
            </a:extLst>
          </p:cNvPr>
          <p:cNvSpPr>
            <a:spLocks noGrp="1"/>
          </p:cNvSpPr>
          <p:nvPr>
            <p:ph type="title"/>
          </p:nvPr>
        </p:nvSpPr>
        <p:spPr/>
        <p:txBody>
          <a:bodyPr/>
          <a:lstStyle/>
          <a:p>
            <a:r>
              <a:rPr lang="fr-FR" dirty="0"/>
              <a:t>Annexe</a:t>
            </a:r>
          </a:p>
        </p:txBody>
      </p:sp>
      <p:sp>
        <p:nvSpPr>
          <p:cNvPr id="9" name="Espace réservé du contenu 8">
            <a:extLst>
              <a:ext uri="{FF2B5EF4-FFF2-40B4-BE49-F238E27FC236}">
                <a16:creationId xmlns:a16="http://schemas.microsoft.com/office/drawing/2014/main" id="{48CE4D4E-D1F7-3BE0-7833-9EB1BD2A30C8}"/>
              </a:ext>
            </a:extLst>
          </p:cNvPr>
          <p:cNvSpPr>
            <a:spLocks noGrp="1"/>
          </p:cNvSpPr>
          <p:nvPr>
            <p:ph sz="half" idx="1"/>
          </p:nvPr>
        </p:nvSpPr>
        <p:spPr/>
        <p:txBody>
          <a:bodyPr/>
          <a:lstStyle/>
          <a:p>
            <a:endParaRPr lang="fr-FR"/>
          </a:p>
        </p:txBody>
      </p:sp>
    </p:spTree>
    <p:extLst>
      <p:ext uri="{BB962C8B-B14F-4D97-AF65-F5344CB8AC3E}">
        <p14:creationId xmlns:p14="http://schemas.microsoft.com/office/powerpoint/2010/main" val="40260414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Matrice de compatibilité</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graphicFrame>
        <p:nvGraphicFramePr>
          <p:cNvPr id="8" name="Tableau 7">
            <a:extLst>
              <a:ext uri="{FF2B5EF4-FFF2-40B4-BE49-F238E27FC236}">
                <a16:creationId xmlns:a16="http://schemas.microsoft.com/office/drawing/2014/main" id="{21CD416E-0666-5DE4-0469-3CA38CF7889B}"/>
              </a:ext>
            </a:extLst>
          </p:cNvPr>
          <p:cNvGraphicFramePr>
            <a:graphicFrameLocks noGrp="1"/>
          </p:cNvGraphicFramePr>
          <p:nvPr>
            <p:extLst>
              <p:ext uri="{D42A27DB-BD31-4B8C-83A1-F6EECF244321}">
                <p14:modId xmlns:p14="http://schemas.microsoft.com/office/powerpoint/2010/main" val="2410162706"/>
              </p:ext>
            </p:extLst>
          </p:nvPr>
        </p:nvGraphicFramePr>
        <p:xfrm>
          <a:off x="361038" y="1727064"/>
          <a:ext cx="11079565" cy="4177086"/>
        </p:xfrm>
        <a:graphic>
          <a:graphicData uri="http://schemas.openxmlformats.org/drawingml/2006/table">
            <a:tbl>
              <a:tblPr>
                <a:tableStyleId>{7DF18680-E054-41AD-8BC1-D1AEF772440D}</a:tableStyleId>
              </a:tblPr>
              <a:tblGrid>
                <a:gridCol w="402567">
                  <a:extLst>
                    <a:ext uri="{9D8B030D-6E8A-4147-A177-3AD203B41FA5}">
                      <a16:colId xmlns:a16="http://schemas.microsoft.com/office/drawing/2014/main" val="3736857135"/>
                    </a:ext>
                  </a:extLst>
                </a:gridCol>
                <a:gridCol w="761844">
                  <a:extLst>
                    <a:ext uri="{9D8B030D-6E8A-4147-A177-3AD203B41FA5}">
                      <a16:colId xmlns:a16="http://schemas.microsoft.com/office/drawing/2014/main" val="3696878891"/>
                    </a:ext>
                  </a:extLst>
                </a:gridCol>
                <a:gridCol w="761844">
                  <a:extLst>
                    <a:ext uri="{9D8B030D-6E8A-4147-A177-3AD203B41FA5}">
                      <a16:colId xmlns:a16="http://schemas.microsoft.com/office/drawing/2014/main" val="2257898591"/>
                    </a:ext>
                  </a:extLst>
                </a:gridCol>
                <a:gridCol w="761844">
                  <a:extLst>
                    <a:ext uri="{9D8B030D-6E8A-4147-A177-3AD203B41FA5}">
                      <a16:colId xmlns:a16="http://schemas.microsoft.com/office/drawing/2014/main" val="2384296798"/>
                    </a:ext>
                  </a:extLst>
                </a:gridCol>
                <a:gridCol w="761844">
                  <a:extLst>
                    <a:ext uri="{9D8B030D-6E8A-4147-A177-3AD203B41FA5}">
                      <a16:colId xmlns:a16="http://schemas.microsoft.com/office/drawing/2014/main" val="618733032"/>
                    </a:ext>
                  </a:extLst>
                </a:gridCol>
                <a:gridCol w="761844">
                  <a:extLst>
                    <a:ext uri="{9D8B030D-6E8A-4147-A177-3AD203B41FA5}">
                      <a16:colId xmlns:a16="http://schemas.microsoft.com/office/drawing/2014/main" val="3964921429"/>
                    </a:ext>
                  </a:extLst>
                </a:gridCol>
                <a:gridCol w="761844">
                  <a:extLst>
                    <a:ext uri="{9D8B030D-6E8A-4147-A177-3AD203B41FA5}">
                      <a16:colId xmlns:a16="http://schemas.microsoft.com/office/drawing/2014/main" val="2528599786"/>
                    </a:ext>
                  </a:extLst>
                </a:gridCol>
                <a:gridCol w="761844">
                  <a:extLst>
                    <a:ext uri="{9D8B030D-6E8A-4147-A177-3AD203B41FA5}">
                      <a16:colId xmlns:a16="http://schemas.microsoft.com/office/drawing/2014/main" val="2631112101"/>
                    </a:ext>
                  </a:extLst>
                </a:gridCol>
                <a:gridCol w="761844">
                  <a:extLst>
                    <a:ext uri="{9D8B030D-6E8A-4147-A177-3AD203B41FA5}">
                      <a16:colId xmlns:a16="http://schemas.microsoft.com/office/drawing/2014/main" val="1640724778"/>
                    </a:ext>
                  </a:extLst>
                </a:gridCol>
                <a:gridCol w="761844">
                  <a:extLst>
                    <a:ext uri="{9D8B030D-6E8A-4147-A177-3AD203B41FA5}">
                      <a16:colId xmlns:a16="http://schemas.microsoft.com/office/drawing/2014/main" val="2824390373"/>
                    </a:ext>
                  </a:extLst>
                </a:gridCol>
                <a:gridCol w="761844">
                  <a:extLst>
                    <a:ext uri="{9D8B030D-6E8A-4147-A177-3AD203B41FA5}">
                      <a16:colId xmlns:a16="http://schemas.microsoft.com/office/drawing/2014/main" val="3229000006"/>
                    </a:ext>
                  </a:extLst>
                </a:gridCol>
                <a:gridCol w="761844">
                  <a:extLst>
                    <a:ext uri="{9D8B030D-6E8A-4147-A177-3AD203B41FA5}">
                      <a16:colId xmlns:a16="http://schemas.microsoft.com/office/drawing/2014/main" val="788621322"/>
                    </a:ext>
                  </a:extLst>
                </a:gridCol>
                <a:gridCol w="738220">
                  <a:extLst>
                    <a:ext uri="{9D8B030D-6E8A-4147-A177-3AD203B41FA5}">
                      <a16:colId xmlns:a16="http://schemas.microsoft.com/office/drawing/2014/main" val="2162805490"/>
                    </a:ext>
                  </a:extLst>
                </a:gridCol>
                <a:gridCol w="779247">
                  <a:extLst>
                    <a:ext uri="{9D8B030D-6E8A-4147-A177-3AD203B41FA5}">
                      <a16:colId xmlns:a16="http://schemas.microsoft.com/office/drawing/2014/main" val="1839021779"/>
                    </a:ext>
                  </a:extLst>
                </a:gridCol>
                <a:gridCol w="779247">
                  <a:extLst>
                    <a:ext uri="{9D8B030D-6E8A-4147-A177-3AD203B41FA5}">
                      <a16:colId xmlns:a16="http://schemas.microsoft.com/office/drawing/2014/main" val="2654753844"/>
                    </a:ext>
                  </a:extLst>
                </a:gridCol>
              </a:tblGrid>
              <a:tr h="489006">
                <a:tc>
                  <a:txBody>
                    <a:bodyPr/>
                    <a:lstStyle/>
                    <a:p>
                      <a:endParaRPr lang="fr-FR" sz="1600" dirty="0"/>
                    </a:p>
                  </a:txBody>
                  <a:tcPr anchor="ctr"/>
                </a:tc>
                <a:tc>
                  <a:txBody>
                    <a:bodyPr/>
                    <a:lstStyle/>
                    <a:p>
                      <a:endParaRPr lang="fr-FR" sz="1600" dirty="0"/>
                    </a:p>
                  </a:txBody>
                  <a:tcPr anchor="ctr"/>
                </a:tc>
                <a:tc gridSpan="13">
                  <a:txBody>
                    <a:bodyPr/>
                    <a:lstStyle/>
                    <a:p>
                      <a:pPr algn="ctr"/>
                      <a:r>
                        <a:rPr lang="fr-FR" sz="1600" dirty="0" err="1">
                          <a:solidFill>
                            <a:schemeClr val="bg1"/>
                          </a:solidFill>
                        </a:rPr>
                        <a:t>PublicationSuiviCompetition</a:t>
                      </a:r>
                      <a:endParaRPr lang="fr-FR" sz="1600" dirty="0">
                        <a:solidFill>
                          <a:schemeClr val="bg1"/>
                        </a:solidFill>
                      </a:endParaRPr>
                    </a:p>
                  </a:txBody>
                  <a:tcPr anchor="ctr">
                    <a:solidFill>
                      <a:schemeClr val="accent1"/>
                    </a:solidFill>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tc hMerge="1">
                  <a:txBody>
                    <a:bodyPr/>
                    <a:lstStyle/>
                    <a:p>
                      <a:endParaRPr lang="fr-FR"/>
                    </a:p>
                  </a:txBody>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sz="1600" dirty="0">
                        <a:solidFill>
                          <a:schemeClr val="bg1"/>
                        </a:solidFill>
                      </a:endParaRPr>
                    </a:p>
                  </a:txBody>
                  <a:tcPr anchor="ctr">
                    <a:solidFill>
                      <a:schemeClr val="accent1"/>
                    </a:solidFill>
                  </a:tcPr>
                </a:tc>
                <a:extLst>
                  <a:ext uri="{0D108BD9-81ED-4DB2-BD59-A6C34878D82A}">
                    <a16:rowId xmlns:a16="http://schemas.microsoft.com/office/drawing/2014/main" val="1913834373"/>
                  </a:ext>
                </a:extLst>
              </a:tr>
              <a:tr h="231300">
                <a:tc>
                  <a:txBody>
                    <a:bodyPr/>
                    <a:lstStyle/>
                    <a:p>
                      <a:endParaRPr lang="fr-FR" sz="1600" dirty="0"/>
                    </a:p>
                  </a:txBody>
                  <a:tcPr anchor="ctr"/>
                </a:tc>
                <a:tc>
                  <a:txBody>
                    <a:bodyPr/>
                    <a:lstStyle/>
                    <a:p>
                      <a:endParaRPr lang="fr-FR" sz="1600" dirty="0"/>
                    </a:p>
                  </a:txBody>
                  <a:tcPr anchor="ctr"/>
                </a:tc>
                <a:tc>
                  <a:txBody>
                    <a:bodyPr/>
                    <a:lstStyle/>
                    <a:p>
                      <a:r>
                        <a:rPr lang="fr-FR" sz="1200" b="1" dirty="0">
                          <a:solidFill>
                            <a:schemeClr val="bg1"/>
                          </a:solidFill>
                        </a:rPr>
                        <a:t>1.0.0.0</a:t>
                      </a:r>
                    </a:p>
                  </a:txBody>
                  <a:tcPr anchor="ctr">
                    <a:solidFill>
                      <a:schemeClr val="accent1"/>
                    </a:solidFill>
                  </a:tcPr>
                </a:tc>
                <a:tc>
                  <a:txBody>
                    <a:bodyPr/>
                    <a:lstStyle/>
                    <a:p>
                      <a:r>
                        <a:rPr lang="fr-FR" sz="1200" b="1" dirty="0">
                          <a:solidFill>
                            <a:schemeClr val="bg1"/>
                          </a:solidFill>
                        </a:rPr>
                        <a:t>1.1.0.0</a:t>
                      </a:r>
                    </a:p>
                  </a:txBody>
                  <a:tcPr anchor="ctr">
                    <a:solidFill>
                      <a:schemeClr val="accent1"/>
                    </a:solidFill>
                  </a:tcPr>
                </a:tc>
                <a:tc>
                  <a:txBody>
                    <a:bodyPr/>
                    <a:lstStyle/>
                    <a:p>
                      <a:r>
                        <a:rPr lang="fr-FR" sz="1200" b="1" dirty="0">
                          <a:solidFill>
                            <a:schemeClr val="bg1"/>
                          </a:solidFill>
                        </a:rPr>
                        <a:t>1.1.1.0</a:t>
                      </a:r>
                    </a:p>
                  </a:txBody>
                  <a:tcPr anchor="ctr">
                    <a:solidFill>
                      <a:schemeClr val="accent1"/>
                    </a:solidFill>
                  </a:tcPr>
                </a:tc>
                <a:tc>
                  <a:txBody>
                    <a:bodyPr/>
                    <a:lstStyle/>
                    <a:p>
                      <a:r>
                        <a:rPr lang="fr-FR" sz="1200" b="1" dirty="0">
                          <a:solidFill>
                            <a:schemeClr val="bg1"/>
                          </a:solidFill>
                        </a:rPr>
                        <a:t>1.1.1.1</a:t>
                      </a:r>
                    </a:p>
                  </a:txBody>
                  <a:tcPr anchor="ctr">
                    <a:solidFill>
                      <a:schemeClr val="accent1"/>
                    </a:solidFill>
                  </a:tcPr>
                </a:tc>
                <a:tc>
                  <a:txBody>
                    <a:bodyPr/>
                    <a:lstStyle/>
                    <a:p>
                      <a:r>
                        <a:rPr lang="fr-FR" sz="1200" b="1" dirty="0">
                          <a:solidFill>
                            <a:schemeClr val="bg1"/>
                          </a:solidFill>
                        </a:rPr>
                        <a:t>1.1.1.2</a:t>
                      </a:r>
                    </a:p>
                  </a:txBody>
                  <a:tcPr anchor="ctr">
                    <a:solidFill>
                      <a:schemeClr val="accent1"/>
                    </a:solidFill>
                  </a:tcPr>
                </a:tc>
                <a:tc>
                  <a:txBody>
                    <a:bodyPr/>
                    <a:lstStyle/>
                    <a:p>
                      <a:r>
                        <a:rPr lang="fr-FR" sz="1200" b="1" dirty="0">
                          <a:solidFill>
                            <a:schemeClr val="bg1"/>
                          </a:solidFill>
                        </a:rPr>
                        <a:t>1.1.1.3</a:t>
                      </a:r>
                    </a:p>
                  </a:txBody>
                  <a:tcPr anchor="ctr">
                    <a:solidFill>
                      <a:schemeClr val="accent1"/>
                    </a:solidFill>
                  </a:tcPr>
                </a:tc>
                <a:tc>
                  <a:txBody>
                    <a:bodyPr/>
                    <a:lstStyle/>
                    <a:p>
                      <a:r>
                        <a:rPr lang="fr-FR" sz="1200" b="1" dirty="0">
                          <a:solidFill>
                            <a:schemeClr val="bg1"/>
                          </a:solidFill>
                        </a:rPr>
                        <a:t>1.2.0.0</a:t>
                      </a:r>
                    </a:p>
                  </a:txBody>
                  <a:tcPr anchor="ctr">
                    <a:solidFill>
                      <a:schemeClr val="accent1"/>
                    </a:solidFill>
                  </a:tcPr>
                </a:tc>
                <a:tc>
                  <a:txBody>
                    <a:bodyPr/>
                    <a:lstStyle/>
                    <a:p>
                      <a:r>
                        <a:rPr lang="fr-FR" sz="1200" b="1" dirty="0">
                          <a:solidFill>
                            <a:schemeClr val="bg1"/>
                          </a:solidFill>
                        </a:rPr>
                        <a:t>1.2.1.0</a:t>
                      </a:r>
                    </a:p>
                  </a:txBody>
                  <a:tcPr anchor="ctr">
                    <a:solidFill>
                      <a:schemeClr val="accent1"/>
                    </a:solidFill>
                  </a:tcPr>
                </a:tc>
                <a:tc>
                  <a:txBody>
                    <a:bodyPr/>
                    <a:lstStyle/>
                    <a:p>
                      <a:r>
                        <a:rPr lang="fr-FR" sz="1200" b="1" dirty="0">
                          <a:solidFill>
                            <a:schemeClr val="bg1"/>
                          </a:solidFill>
                        </a:rPr>
                        <a:t>1.3.0.0</a:t>
                      </a:r>
                    </a:p>
                  </a:txBody>
                  <a:tcPr anchor="ctr">
                    <a:solidFill>
                      <a:schemeClr val="accent1"/>
                    </a:solidFill>
                  </a:tcPr>
                </a:tc>
                <a:tc>
                  <a:txBody>
                    <a:bodyPr/>
                    <a:lstStyle/>
                    <a:p>
                      <a:r>
                        <a:rPr lang="fr-FR" sz="1200" b="1" dirty="0">
                          <a:solidFill>
                            <a:schemeClr val="bg1"/>
                          </a:solidFill>
                        </a:rPr>
                        <a:t>1.3.0.1</a:t>
                      </a:r>
                    </a:p>
                  </a:txBody>
                  <a:tcPr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1.3.1.0</a:t>
                      </a:r>
                    </a:p>
                  </a:txBody>
                  <a:tcPr anchor="ctr">
                    <a:solidFill>
                      <a:schemeClr val="accent1"/>
                    </a:solidFill>
                  </a:tcPr>
                </a:tc>
                <a:tc>
                  <a:txBody>
                    <a:bodyPr/>
                    <a:lstStyle/>
                    <a:p>
                      <a:r>
                        <a:rPr lang="fr-FR" sz="1200" b="1" dirty="0">
                          <a:solidFill>
                            <a:schemeClr val="bg1"/>
                          </a:solidFill>
                        </a:rPr>
                        <a:t>1.4.0.0</a:t>
                      </a:r>
                    </a:p>
                  </a:txBody>
                  <a:tcPr anchor="ctr">
                    <a:solidFill>
                      <a:schemeClr val="accent1"/>
                    </a:solidFill>
                  </a:tcPr>
                </a:tc>
                <a:tc>
                  <a:txBody>
                    <a:bodyPr/>
                    <a:lstStyle/>
                    <a:p>
                      <a:r>
                        <a:rPr lang="fr-FR" sz="1200" b="1" dirty="0">
                          <a:solidFill>
                            <a:schemeClr val="bg1"/>
                          </a:solidFill>
                        </a:rPr>
                        <a:t>2.0.0.0</a:t>
                      </a:r>
                    </a:p>
                  </a:txBody>
                  <a:tcPr anchor="ctr">
                    <a:solidFill>
                      <a:schemeClr val="accent1"/>
                    </a:solidFill>
                  </a:tcPr>
                </a:tc>
                <a:extLst>
                  <a:ext uri="{0D108BD9-81ED-4DB2-BD59-A6C34878D82A}">
                    <a16:rowId xmlns:a16="http://schemas.microsoft.com/office/drawing/2014/main" val="407517425"/>
                  </a:ext>
                </a:extLst>
              </a:tr>
              <a:tr h="324000">
                <a:tc rowSpan="10">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600" dirty="0">
                          <a:solidFill>
                            <a:schemeClr val="bg1"/>
                          </a:solidFill>
                        </a:rPr>
                        <a:t>Gestion de compétition 2.0</a:t>
                      </a:r>
                    </a:p>
                  </a:txBody>
                  <a:tcPr vert="vert270" anchor="ctr">
                    <a:solidFill>
                      <a:schemeClr val="accent1"/>
                    </a:solidFill>
                  </a:tcPr>
                </a:tc>
                <a:tc>
                  <a:txBody>
                    <a:bodyPr/>
                    <a:lstStyle/>
                    <a:p>
                      <a:r>
                        <a:rPr lang="fr-FR" sz="1200" b="1" dirty="0">
                          <a:solidFill>
                            <a:schemeClr val="bg1"/>
                          </a:solidFill>
                        </a:rPr>
                        <a:t>1.2.5.1</a:t>
                      </a:r>
                    </a:p>
                  </a:txBody>
                  <a:tcPr anchor="ctr">
                    <a:solidFill>
                      <a:schemeClr val="accent1"/>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rgbClr val="FFC000"/>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rgbClr val="FFC000"/>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rgbClr val="FFC000"/>
                    </a:solidFill>
                  </a:tcPr>
                </a:tc>
                <a:extLst>
                  <a:ext uri="{0D108BD9-81ED-4DB2-BD59-A6C34878D82A}">
                    <a16:rowId xmlns:a16="http://schemas.microsoft.com/office/drawing/2014/main" val="1939122409"/>
                  </a:ext>
                </a:extLst>
              </a:tr>
              <a:tr h="324000">
                <a:tc vMerge="1">
                  <a:txBody>
                    <a:bodyPr/>
                    <a:lstStyle/>
                    <a:p>
                      <a:endParaRPr lang="fr-FR" dirty="0"/>
                    </a:p>
                  </a:txBody>
                  <a:tcPr/>
                </a:tc>
                <a:tc>
                  <a:txBody>
                    <a:bodyPr/>
                    <a:lstStyle/>
                    <a:p>
                      <a:r>
                        <a:rPr lang="fr-FR" sz="1200" b="1" dirty="0">
                          <a:solidFill>
                            <a:schemeClr val="bg1"/>
                          </a:solidFill>
                        </a:rPr>
                        <a:t>1.2.6.0</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3964935851"/>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1.2.6.1</a:t>
                      </a:r>
                    </a:p>
                  </a:txBody>
                  <a:tcPr anchor="ctr">
                    <a:solidFill>
                      <a:schemeClr val="accent1"/>
                    </a:solidFill>
                  </a:tcPr>
                </a:tc>
                <a:tc>
                  <a:txBody>
                    <a:bodyPr/>
                    <a:lstStyle/>
                    <a:p>
                      <a:endParaRPr lang="fr-FR" sz="160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2246006590"/>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1.2.6.3</a:t>
                      </a:r>
                    </a:p>
                  </a:txBody>
                  <a:tcPr anchor="ctr">
                    <a:solidFill>
                      <a:schemeClr val="accent1"/>
                    </a:solidFill>
                  </a:tcPr>
                </a:tc>
                <a:tc>
                  <a:txBody>
                    <a:bodyPr/>
                    <a:lstStyle/>
                    <a:p>
                      <a:endParaRPr lang="fr-FR" sz="160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a:p>
                  </a:txBody>
                  <a:tcPr anchor="ctr">
                    <a:solidFill>
                      <a:srgbClr val="FFC000"/>
                    </a:solidFill>
                  </a:tcPr>
                </a:tc>
                <a:tc>
                  <a:txBody>
                    <a:bodyPr/>
                    <a:lstStyle/>
                    <a:p>
                      <a:endParaRPr lang="fr-FR" sz="160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836719246"/>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1.2.6.5</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1191909874"/>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1.2.6.6</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3979160886"/>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1.2.7</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4"/>
                    </a:solidFill>
                  </a:tcPr>
                </a:tc>
                <a:tc>
                  <a:txBody>
                    <a:bodyPr/>
                    <a:lstStyle/>
                    <a:p>
                      <a:endParaRPr lang="fr-FR" sz="1600" dirty="0"/>
                    </a:p>
                  </a:txBody>
                  <a:tcPr anchor="ctr">
                    <a:solidFill>
                      <a:schemeClr val="accent4"/>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914924728"/>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1.2.7.1</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4"/>
                    </a:solidFill>
                  </a:tcPr>
                </a:tc>
                <a:tc>
                  <a:txBody>
                    <a:bodyPr/>
                    <a:lstStyle/>
                    <a:p>
                      <a:endParaRPr lang="fr-FR" sz="1600" dirty="0"/>
                    </a:p>
                  </a:txBody>
                  <a:tcPr anchor="ctr">
                    <a:solidFill>
                      <a:schemeClr val="accent4"/>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1073795265"/>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1.2.7.2</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4"/>
                    </a:solidFill>
                  </a:tcPr>
                </a:tc>
                <a:tc>
                  <a:txBody>
                    <a:bodyPr/>
                    <a:lstStyle/>
                    <a:p>
                      <a:endParaRPr lang="fr-FR" sz="1600" dirty="0"/>
                    </a:p>
                  </a:txBody>
                  <a:tcPr anchor="ctr">
                    <a:solidFill>
                      <a:schemeClr val="accent4"/>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3525567865"/>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1.4.0.0</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4"/>
                    </a:solidFill>
                  </a:tcPr>
                </a:tc>
                <a:tc>
                  <a:txBody>
                    <a:bodyPr/>
                    <a:lstStyle/>
                    <a:p>
                      <a:endParaRPr lang="fr-FR" sz="1600" dirty="0"/>
                    </a:p>
                  </a:txBody>
                  <a:tcPr anchor="ctr">
                    <a:solidFill>
                      <a:schemeClr val="accent4"/>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299860152"/>
                  </a:ext>
                </a:extLst>
              </a:tr>
            </a:tbl>
          </a:graphicData>
        </a:graphic>
      </p:graphicFrame>
      <p:graphicFrame>
        <p:nvGraphicFramePr>
          <p:cNvPr id="9" name="Tableau 8">
            <a:extLst>
              <a:ext uri="{FF2B5EF4-FFF2-40B4-BE49-F238E27FC236}">
                <a16:creationId xmlns:a16="http://schemas.microsoft.com/office/drawing/2014/main" id="{4E2F8476-1D9B-F59F-3B36-E33FE3A033BD}"/>
              </a:ext>
            </a:extLst>
          </p:cNvPr>
          <p:cNvGraphicFramePr>
            <a:graphicFrameLocks noGrp="1"/>
          </p:cNvGraphicFramePr>
          <p:nvPr>
            <p:extLst>
              <p:ext uri="{D42A27DB-BD31-4B8C-83A1-F6EECF244321}">
                <p14:modId xmlns:p14="http://schemas.microsoft.com/office/powerpoint/2010/main" val="3729891774"/>
              </p:ext>
            </p:extLst>
          </p:nvPr>
        </p:nvGraphicFramePr>
        <p:xfrm>
          <a:off x="1505208" y="6065520"/>
          <a:ext cx="8861428" cy="366832"/>
        </p:xfrm>
        <a:graphic>
          <a:graphicData uri="http://schemas.openxmlformats.org/drawingml/2006/table">
            <a:tbl>
              <a:tblPr firstCol="1" bandRow="1">
                <a:tableStyleId>{5C22544A-7EE6-4342-B048-85BDC9FD1C3A}</a:tableStyleId>
              </a:tblPr>
              <a:tblGrid>
                <a:gridCol w="1028700">
                  <a:extLst>
                    <a:ext uri="{9D8B030D-6E8A-4147-A177-3AD203B41FA5}">
                      <a16:colId xmlns:a16="http://schemas.microsoft.com/office/drawing/2014/main" val="3592222856"/>
                    </a:ext>
                  </a:extLst>
                </a:gridCol>
                <a:gridCol w="1219200">
                  <a:extLst>
                    <a:ext uri="{9D8B030D-6E8A-4147-A177-3AD203B41FA5}">
                      <a16:colId xmlns:a16="http://schemas.microsoft.com/office/drawing/2014/main" val="765939601"/>
                    </a:ext>
                  </a:extLst>
                </a:gridCol>
                <a:gridCol w="4962525">
                  <a:extLst>
                    <a:ext uri="{9D8B030D-6E8A-4147-A177-3AD203B41FA5}">
                      <a16:colId xmlns:a16="http://schemas.microsoft.com/office/drawing/2014/main" val="3432360843"/>
                    </a:ext>
                  </a:extLst>
                </a:gridCol>
                <a:gridCol w="1651003">
                  <a:extLst>
                    <a:ext uri="{9D8B030D-6E8A-4147-A177-3AD203B41FA5}">
                      <a16:colId xmlns:a16="http://schemas.microsoft.com/office/drawing/2014/main" val="317854955"/>
                    </a:ext>
                  </a:extLst>
                </a:gridCol>
              </a:tblGrid>
              <a:tr h="366832">
                <a:tc>
                  <a:txBody>
                    <a:bodyPr/>
                    <a:lstStyle/>
                    <a:p>
                      <a:pPr algn="r"/>
                      <a:r>
                        <a:rPr lang="fr-FR" sz="1400" i="1" dirty="0"/>
                        <a:t>Légende:</a:t>
                      </a:r>
                    </a:p>
                  </a:txBody>
                  <a:tcPr anchor="ctr"/>
                </a:tc>
                <a:tc>
                  <a:txBody>
                    <a:bodyPr/>
                    <a:lstStyle/>
                    <a:p>
                      <a:r>
                        <a:rPr lang="fr-FR" sz="1100" i="1" dirty="0"/>
                        <a:t>Compatible</a:t>
                      </a:r>
                    </a:p>
                  </a:txBody>
                  <a:tcPr anchor="ctr">
                    <a:solidFill>
                      <a:schemeClr val="accent6"/>
                    </a:solidFill>
                  </a:tcPr>
                </a:tc>
                <a:tc>
                  <a:txBody>
                    <a:bodyPr/>
                    <a:lstStyle/>
                    <a:p>
                      <a:r>
                        <a:rPr lang="fr-FR" sz="1100" i="1" dirty="0"/>
                        <a:t>Utilisable mais certaines données peuvent ne pas s’afficher correctement</a:t>
                      </a:r>
                    </a:p>
                  </a:txBody>
                  <a:tcPr anchor="ctr">
                    <a:solidFill>
                      <a:schemeClr val="accent4"/>
                    </a:solidFill>
                  </a:tcPr>
                </a:tc>
                <a:tc>
                  <a:txBody>
                    <a:bodyPr/>
                    <a:lstStyle/>
                    <a:p>
                      <a:r>
                        <a:rPr lang="fr-FR" sz="1100" i="1" dirty="0"/>
                        <a:t>Incompatible</a:t>
                      </a:r>
                    </a:p>
                  </a:txBody>
                  <a:tcPr anchor="ctr">
                    <a:solidFill>
                      <a:srgbClr val="FF0000"/>
                    </a:solidFill>
                  </a:tcPr>
                </a:tc>
                <a:extLst>
                  <a:ext uri="{0D108BD9-81ED-4DB2-BD59-A6C34878D82A}">
                    <a16:rowId xmlns:a16="http://schemas.microsoft.com/office/drawing/2014/main" val="3053299885"/>
                  </a:ext>
                </a:extLst>
              </a:tr>
            </a:tbl>
          </a:graphicData>
        </a:graphic>
      </p:graphicFrame>
    </p:spTree>
    <p:extLst>
      <p:ext uri="{BB962C8B-B14F-4D97-AF65-F5344CB8AC3E}">
        <p14:creationId xmlns:p14="http://schemas.microsoft.com/office/powerpoint/2010/main" val="40796302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Historique des versions</a:t>
            </a:r>
          </a:p>
        </p:txBody>
      </p:sp>
      <p:sp>
        <p:nvSpPr>
          <p:cNvPr id="2" name="Espace réservé du texte 1">
            <a:extLst>
              <a:ext uri="{FF2B5EF4-FFF2-40B4-BE49-F238E27FC236}">
                <a16:creationId xmlns:a16="http://schemas.microsoft.com/office/drawing/2014/main" id="{413A7101-73A3-9752-1C42-D8A61847139A}"/>
              </a:ext>
            </a:extLst>
          </p:cNvPr>
          <p:cNvSpPr>
            <a:spLocks noGrp="1"/>
          </p:cNvSpPr>
          <p:nvPr>
            <p:ph type="body" idx="1"/>
          </p:nvPr>
        </p:nvSpPr>
        <p:spPr>
          <a:xfrm>
            <a:off x="339901" y="1719483"/>
            <a:ext cx="11443782" cy="4664064"/>
          </a:xfrm>
        </p:spPr>
        <p:txBody>
          <a:bodyPr/>
          <a:lstStyle/>
          <a:p>
            <a:r>
              <a:rPr lang="fr-FR" sz="1200" b="1" dirty="0">
                <a:latin typeface="Barlow" panose="00000500000000000000" pitchFamily="2" charset="0"/>
              </a:rPr>
              <a:t>V2.0.0.0 – 05/2026</a:t>
            </a:r>
          </a:p>
          <a:p>
            <a:pPr lvl="1">
              <a:spcBef>
                <a:spcPts val="0"/>
              </a:spcBef>
            </a:pPr>
            <a:r>
              <a:rPr lang="fr-FR" sz="1200" dirty="0">
                <a:latin typeface="Barlow" panose="00000500000000000000" pitchFamily="2" charset="0"/>
              </a:rPr>
              <a:t>Refonte majeure du moteur interne de génération (stabilité, performance)</a:t>
            </a:r>
          </a:p>
          <a:p>
            <a:pPr lvl="1">
              <a:spcBef>
                <a:spcPts val="0"/>
              </a:spcBef>
            </a:pPr>
            <a:r>
              <a:rPr lang="fr-FR" sz="1200" dirty="0">
                <a:latin typeface="Barlow" panose="00000500000000000000" pitchFamily="2" charset="0"/>
              </a:rPr>
              <a:t>Refonte de l’IHM</a:t>
            </a:r>
          </a:p>
          <a:p>
            <a:pPr lvl="1">
              <a:spcBef>
                <a:spcPts val="0"/>
              </a:spcBef>
            </a:pPr>
            <a:r>
              <a:rPr lang="fr-FR" sz="1200" dirty="0">
                <a:latin typeface="Barlow" panose="00000500000000000000" pitchFamily="2" charset="0"/>
              </a:rPr>
              <a:t>Possibilité de tester la connexion FTP</a:t>
            </a:r>
          </a:p>
          <a:p>
            <a:pPr lvl="1">
              <a:spcBef>
                <a:spcPts val="0"/>
              </a:spcBef>
            </a:pPr>
            <a:r>
              <a:rPr lang="fr-FR" sz="1200" dirty="0">
                <a:latin typeface="Barlow" panose="00000500000000000000" pitchFamily="2" charset="0"/>
              </a:rPr>
              <a:t>Gestion des écrans d’appel</a:t>
            </a:r>
          </a:p>
          <a:p>
            <a:pPr lvl="1">
              <a:spcBef>
                <a:spcPts val="0"/>
              </a:spcBef>
            </a:pPr>
            <a:r>
              <a:rPr lang="fr-FR" sz="1200" dirty="0">
                <a:latin typeface="Barlow" panose="00000500000000000000" pitchFamily="2" charset="0"/>
              </a:rPr>
              <a:t>Support de la configuration pendant le fonctionnement de la génération et de la publication</a:t>
            </a:r>
          </a:p>
          <a:p>
            <a:pPr lvl="1">
              <a:spcBef>
                <a:spcPts val="0"/>
              </a:spcBef>
            </a:pPr>
            <a:endParaRPr lang="fr-FR" sz="1200" b="1" dirty="0">
              <a:latin typeface="Barlow" panose="00000500000000000000" pitchFamily="2" charset="0"/>
            </a:endParaRP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spTree>
    <p:extLst>
      <p:ext uri="{BB962C8B-B14F-4D97-AF65-F5344CB8AC3E}">
        <p14:creationId xmlns:p14="http://schemas.microsoft.com/office/powerpoint/2010/main" val="19948921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Historique des versions (branche 1.x.x.x)</a:t>
            </a:r>
          </a:p>
        </p:txBody>
      </p:sp>
      <p:sp>
        <p:nvSpPr>
          <p:cNvPr id="2" name="Espace réservé du texte 1">
            <a:extLst>
              <a:ext uri="{FF2B5EF4-FFF2-40B4-BE49-F238E27FC236}">
                <a16:creationId xmlns:a16="http://schemas.microsoft.com/office/drawing/2014/main" id="{413A7101-73A3-9752-1C42-D8A61847139A}"/>
              </a:ext>
            </a:extLst>
          </p:cNvPr>
          <p:cNvSpPr>
            <a:spLocks noGrp="1"/>
          </p:cNvSpPr>
          <p:nvPr>
            <p:ph type="body" idx="1"/>
          </p:nvPr>
        </p:nvSpPr>
        <p:spPr>
          <a:xfrm>
            <a:off x="339901" y="1719483"/>
            <a:ext cx="5153779" cy="4664064"/>
          </a:xfrm>
        </p:spPr>
        <p:txBody>
          <a:bodyPr/>
          <a:lstStyle/>
          <a:p>
            <a:r>
              <a:rPr lang="fr-FR" sz="1200" b="1" dirty="0">
                <a:latin typeface="Barlow" panose="00000500000000000000" pitchFamily="2" charset="0"/>
              </a:rPr>
              <a:t>V1.4.1.0 – 09/2025</a:t>
            </a:r>
          </a:p>
          <a:p>
            <a:pPr lvl="1">
              <a:spcBef>
                <a:spcPts val="0"/>
              </a:spcBef>
            </a:pPr>
            <a:r>
              <a:rPr lang="fr-FR" sz="1200" dirty="0">
                <a:latin typeface="Barlow" panose="00000500000000000000" pitchFamily="2" charset="0"/>
              </a:rPr>
              <a:t>Amélioration des performances de réception des données.</a:t>
            </a:r>
          </a:p>
          <a:p>
            <a:pPr lvl="1">
              <a:spcBef>
                <a:spcPts val="0"/>
              </a:spcBef>
            </a:pPr>
            <a:r>
              <a:rPr lang="fr-FR" sz="1200" dirty="0">
                <a:latin typeface="Barlow" panose="00000500000000000000" pitchFamily="2" charset="0"/>
              </a:rPr>
              <a:t>Correction d’anomalies</a:t>
            </a:r>
          </a:p>
          <a:p>
            <a:pPr lvl="1">
              <a:spcBef>
                <a:spcPts val="0"/>
              </a:spcBef>
            </a:pPr>
            <a:r>
              <a:rPr lang="fr-FR" sz="1200" dirty="0">
                <a:latin typeface="Barlow" panose="00000500000000000000" pitchFamily="2" charset="0"/>
              </a:rPr>
              <a:t>Statistiques de réception des données</a:t>
            </a:r>
            <a:endParaRPr lang="fr-FR" sz="1200" b="1" dirty="0">
              <a:latin typeface="Barlow" panose="00000500000000000000" pitchFamily="2" charset="0"/>
            </a:endParaRPr>
          </a:p>
          <a:p>
            <a:pPr lvl="1">
              <a:spcBef>
                <a:spcPts val="0"/>
              </a:spcBef>
            </a:pPr>
            <a:endParaRPr lang="fr-FR" sz="400" b="1" dirty="0">
              <a:latin typeface="Barlow" panose="00000500000000000000" pitchFamily="2" charset="0"/>
            </a:endParaRPr>
          </a:p>
          <a:p>
            <a:r>
              <a:rPr lang="fr-FR" sz="1200" b="1" dirty="0">
                <a:latin typeface="Barlow" panose="00000500000000000000" pitchFamily="2" charset="0"/>
              </a:rPr>
              <a:t>V1.4.0.0 – 09/2025</a:t>
            </a:r>
          </a:p>
          <a:p>
            <a:pPr lvl="1">
              <a:spcBef>
                <a:spcPts val="0"/>
              </a:spcBef>
            </a:pPr>
            <a:r>
              <a:rPr lang="fr-FR" sz="1200" dirty="0">
                <a:latin typeface="Barlow" panose="00000500000000000000" pitchFamily="2" charset="0"/>
              </a:rPr>
              <a:t>Support de l’affichage des judokas engagés</a:t>
            </a:r>
          </a:p>
          <a:p>
            <a:pPr lvl="1">
              <a:spcBef>
                <a:spcPts val="0"/>
              </a:spcBef>
            </a:pPr>
            <a:r>
              <a:rPr lang="fr-FR" sz="1200" dirty="0">
                <a:latin typeface="Barlow" panose="00000500000000000000" pitchFamily="2" charset="0"/>
              </a:rPr>
              <a:t>Correction d’anomalies</a:t>
            </a:r>
          </a:p>
          <a:p>
            <a:pPr lvl="1">
              <a:spcBef>
                <a:spcPts val="0"/>
              </a:spcBef>
            </a:pPr>
            <a:r>
              <a:rPr lang="fr-FR" sz="1200" dirty="0">
                <a:latin typeface="Barlow" panose="00000500000000000000" pitchFamily="2" charset="0"/>
              </a:rPr>
              <a:t>Optimisation de la vitesse de génération</a:t>
            </a:r>
          </a:p>
          <a:p>
            <a:pPr lvl="1">
              <a:spcBef>
                <a:spcPts val="0"/>
              </a:spcBef>
            </a:pPr>
            <a:endParaRPr lang="fr-FR" sz="400" b="1" dirty="0">
              <a:latin typeface="Barlow" panose="00000500000000000000" pitchFamily="2" charset="0"/>
            </a:endParaRPr>
          </a:p>
          <a:p>
            <a:r>
              <a:rPr lang="fr-FR" sz="1200" b="1" dirty="0">
                <a:latin typeface="Barlow" panose="00000500000000000000" pitchFamily="2" charset="0"/>
              </a:rPr>
              <a:t>V1.3.1.0 – 05/2025</a:t>
            </a:r>
          </a:p>
          <a:p>
            <a:pPr lvl="1">
              <a:spcBef>
                <a:spcPts val="0"/>
              </a:spcBef>
            </a:pPr>
            <a:r>
              <a:rPr lang="fr-FR" sz="1200" dirty="0">
                <a:latin typeface="Barlow" panose="00000500000000000000" pitchFamily="2" charset="0"/>
              </a:rPr>
              <a:t>Prise en charge des équipes mixtes</a:t>
            </a:r>
          </a:p>
          <a:p>
            <a:pPr lvl="1">
              <a:spcBef>
                <a:spcPts val="0"/>
              </a:spcBef>
            </a:pPr>
            <a:r>
              <a:rPr lang="fr-FR" sz="1200" dirty="0">
                <a:latin typeface="Barlow" panose="00000500000000000000" pitchFamily="2" charset="0"/>
              </a:rPr>
              <a:t>Correction d’anomalies</a:t>
            </a:r>
          </a:p>
          <a:p>
            <a:pPr lvl="1">
              <a:spcBef>
                <a:spcPts val="0"/>
              </a:spcBef>
            </a:pPr>
            <a:endParaRPr lang="fr-FR" sz="400" b="1" dirty="0">
              <a:latin typeface="Barlow" panose="00000500000000000000" pitchFamily="2" charset="0"/>
            </a:endParaRPr>
          </a:p>
          <a:p>
            <a:r>
              <a:rPr lang="fr-FR" sz="1200" b="1" dirty="0">
                <a:latin typeface="Barlow" panose="00000500000000000000" pitchFamily="2" charset="0"/>
              </a:rPr>
              <a:t>v1.3.0.3 – 03/2025</a:t>
            </a:r>
          </a:p>
          <a:p>
            <a:pPr lvl="1">
              <a:spcBef>
                <a:spcPts val="0"/>
              </a:spcBef>
            </a:pPr>
            <a:r>
              <a:rPr lang="fr-FR" sz="1200" dirty="0">
                <a:latin typeface="Barlow" panose="00000500000000000000" pitchFamily="2" charset="0"/>
              </a:rPr>
              <a:t>Correction des problèmes de synchronisations sur </a:t>
            </a:r>
            <a:r>
              <a:rPr lang="fr-FR" sz="1200" dirty="0" err="1">
                <a:latin typeface="Barlow" panose="00000500000000000000" pitchFamily="2" charset="0"/>
              </a:rPr>
              <a:t>FFJudo</a:t>
            </a:r>
            <a:endParaRPr lang="fr-FR" sz="1200" dirty="0">
              <a:latin typeface="Barlow" panose="00000500000000000000" pitchFamily="2" charset="0"/>
            </a:endParaRPr>
          </a:p>
          <a:p>
            <a:pPr lvl="1">
              <a:spcBef>
                <a:spcPts val="0"/>
              </a:spcBef>
            </a:pPr>
            <a:r>
              <a:rPr lang="fr-FR" sz="1200" dirty="0">
                <a:latin typeface="Barlow" panose="00000500000000000000" pitchFamily="2" charset="0"/>
              </a:rPr>
              <a:t>Correction de problèmes mineurs d’affichage</a:t>
            </a:r>
          </a:p>
          <a:p>
            <a:pPr lvl="1">
              <a:spcBef>
                <a:spcPts val="0"/>
              </a:spcBef>
            </a:pPr>
            <a:r>
              <a:rPr lang="fr-FR" sz="1200" dirty="0">
                <a:latin typeface="Barlow" panose="00000500000000000000" pitchFamily="2" charset="0"/>
              </a:rPr>
              <a:t>Modification de répertoire de travail par défaut</a:t>
            </a:r>
          </a:p>
          <a:p>
            <a:pPr lvl="1">
              <a:spcBef>
                <a:spcPts val="0"/>
              </a:spcBef>
            </a:pPr>
            <a:endParaRPr lang="fr-FR" sz="400" dirty="0">
              <a:latin typeface="Barlow" panose="00000500000000000000" pitchFamily="2" charset="0"/>
            </a:endParaRPr>
          </a:p>
          <a:p>
            <a:r>
              <a:rPr lang="fr-FR" sz="1200" b="1" dirty="0">
                <a:latin typeface="Barlow" panose="00000500000000000000" pitchFamily="2" charset="0"/>
              </a:rPr>
              <a:t>v1.3.0.0 – 01/12/2024</a:t>
            </a:r>
          </a:p>
          <a:p>
            <a:pPr lvl="1">
              <a:spcBef>
                <a:spcPts val="0"/>
              </a:spcBef>
            </a:pPr>
            <a:r>
              <a:rPr lang="fr-FR" sz="1200" dirty="0">
                <a:latin typeface="Barlow" panose="00000500000000000000" pitchFamily="2" charset="0"/>
              </a:rPr>
              <a:t>Support du site </a:t>
            </a:r>
            <a:r>
              <a:rPr lang="fr-FR" sz="1200" dirty="0" err="1">
                <a:latin typeface="Barlow" panose="00000500000000000000" pitchFamily="2" charset="0"/>
              </a:rPr>
              <a:t>FFJudo</a:t>
            </a:r>
            <a:endParaRPr lang="fr-FR" sz="1200" dirty="0">
              <a:latin typeface="Barlow" panose="00000500000000000000" pitchFamily="2" charset="0"/>
            </a:endParaRPr>
          </a:p>
          <a:p>
            <a:pPr lvl="1">
              <a:spcBef>
                <a:spcPts val="0"/>
              </a:spcBef>
            </a:pPr>
            <a:r>
              <a:rPr lang="fr-FR" sz="1200" dirty="0">
                <a:latin typeface="Barlow" panose="00000500000000000000" pitchFamily="2" charset="0"/>
              </a:rPr>
              <a:t>Fenêtre d’information</a:t>
            </a:r>
          </a:p>
          <a:p>
            <a:pPr lvl="1">
              <a:spcBef>
                <a:spcPts val="0"/>
              </a:spcBef>
            </a:pPr>
            <a:r>
              <a:rPr lang="fr-FR" sz="1200" dirty="0">
                <a:latin typeface="Barlow" panose="00000500000000000000" pitchFamily="2" charset="0"/>
              </a:rPr>
              <a:t>Export des données de diagnostique</a:t>
            </a:r>
          </a:p>
          <a:p>
            <a:pPr lvl="1">
              <a:spcBef>
                <a:spcPts val="0"/>
              </a:spcBef>
            </a:pPr>
            <a:r>
              <a:rPr lang="fr-FR" sz="1200" dirty="0">
                <a:latin typeface="Barlow" panose="00000500000000000000" pitchFamily="2" charset="0"/>
              </a:rPr>
              <a:t>Correction de bugs divers</a:t>
            </a:r>
          </a:p>
          <a:p>
            <a:pPr lvl="1">
              <a:spcBef>
                <a:spcPts val="0"/>
              </a:spcBef>
            </a:pPr>
            <a:r>
              <a:rPr lang="fr-FR" sz="1200" dirty="0">
                <a:latin typeface="Barlow" panose="00000500000000000000" pitchFamily="2" charset="0"/>
              </a:rPr>
              <a:t>Ajout de la possibilité d’ajouter un logo personnalisé</a:t>
            </a:r>
          </a:p>
          <a:p>
            <a:pPr lvl="1">
              <a:spcBef>
                <a:spcPts val="0"/>
              </a:spcBef>
            </a:pPr>
            <a:r>
              <a:rPr lang="fr-FR" sz="1200" dirty="0">
                <a:latin typeface="Barlow" panose="00000500000000000000" pitchFamily="2" charset="0"/>
              </a:rPr>
              <a:t>Gestion des URLs longues</a:t>
            </a:r>
          </a:p>
          <a:p>
            <a:pPr lvl="1">
              <a:spcBef>
                <a:spcPts val="0"/>
              </a:spcBef>
            </a:pPr>
            <a:r>
              <a:rPr lang="fr-FR" sz="1200" dirty="0">
                <a:latin typeface="Barlow" panose="00000500000000000000" pitchFamily="2" charset="0"/>
              </a:rPr>
              <a:t>Prise en compte des Yukos</a:t>
            </a:r>
          </a:p>
          <a:p>
            <a:pPr marL="101598" indent="0">
              <a:buNone/>
            </a:pPr>
            <a:endParaRPr lang="fr-FR" sz="1200" b="1" dirty="0">
              <a:latin typeface="Barlow" panose="00000500000000000000" pitchFamily="2" charset="0"/>
            </a:endParaRP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sp>
        <p:nvSpPr>
          <p:cNvPr id="3" name="Espace réservé du texte 1">
            <a:extLst>
              <a:ext uri="{FF2B5EF4-FFF2-40B4-BE49-F238E27FC236}">
                <a16:creationId xmlns:a16="http://schemas.microsoft.com/office/drawing/2014/main" id="{B3EE5219-3DA4-F35F-1D3D-92C34915FD0A}"/>
              </a:ext>
            </a:extLst>
          </p:cNvPr>
          <p:cNvSpPr txBox="1">
            <a:spLocks/>
          </p:cNvSpPr>
          <p:nvPr/>
        </p:nvSpPr>
        <p:spPr>
          <a:xfrm>
            <a:off x="5833582" y="1508721"/>
            <a:ext cx="6277729" cy="4795617"/>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None/>
            </a:pPr>
            <a:endParaRPr lang="fr-FR" sz="1200" b="1" dirty="0">
              <a:latin typeface="Barlow" panose="00000500000000000000" pitchFamily="2" charset="0"/>
            </a:endParaRPr>
          </a:p>
          <a:p>
            <a:endParaRPr lang="fr-FR" sz="1200" b="1" dirty="0">
              <a:latin typeface="Barlow" panose="00000500000000000000" pitchFamily="2" charset="0"/>
            </a:endParaRPr>
          </a:p>
          <a:p>
            <a:r>
              <a:rPr lang="fr-FR" sz="1200" b="1" dirty="0">
                <a:latin typeface="Barlow" panose="00000500000000000000" pitchFamily="2" charset="0"/>
              </a:rPr>
              <a:t>v1.2.1.0 – 20/04/2024</a:t>
            </a:r>
          </a:p>
          <a:p>
            <a:pPr lvl="1">
              <a:spcBef>
                <a:spcPts val="0"/>
              </a:spcBef>
            </a:pPr>
            <a:r>
              <a:rPr lang="fr-FR" sz="1200" dirty="0">
                <a:latin typeface="Barlow" panose="00000500000000000000" pitchFamily="2" charset="0"/>
              </a:rPr>
              <a:t>Ajout de la gestion de la chambre d'appel</a:t>
            </a:r>
          </a:p>
          <a:p>
            <a:pPr lvl="1">
              <a:spcBef>
                <a:spcPts val="0"/>
              </a:spcBef>
            </a:pPr>
            <a:r>
              <a:rPr lang="fr-FR" sz="1200" dirty="0">
                <a:latin typeface="Barlow" panose="00000500000000000000" pitchFamily="2" charset="0"/>
              </a:rPr>
              <a:t>Correction graphique</a:t>
            </a:r>
          </a:p>
          <a:p>
            <a:pPr lvl="1">
              <a:spcBef>
                <a:spcPts val="0"/>
              </a:spcBef>
            </a:pPr>
            <a:r>
              <a:rPr lang="fr-FR" sz="1200" dirty="0">
                <a:latin typeface="Barlow" panose="00000500000000000000" pitchFamily="2" charset="0"/>
              </a:rPr>
              <a:t>Amélioration de l'affichage des pages</a:t>
            </a:r>
          </a:p>
          <a:p>
            <a:pPr lvl="1">
              <a:spcBef>
                <a:spcPts val="0"/>
              </a:spcBef>
            </a:pPr>
            <a:endParaRPr lang="fr-FR" sz="400" dirty="0">
              <a:latin typeface="Barlow" panose="00000500000000000000" pitchFamily="2" charset="0"/>
            </a:endParaRPr>
          </a:p>
          <a:p>
            <a:r>
              <a:rPr lang="fr-FR" sz="1200" b="1" dirty="0">
                <a:latin typeface="Barlow" panose="00000500000000000000" pitchFamily="2" charset="0"/>
              </a:rPr>
              <a:t>1.2.0.0 – 06/02/2024</a:t>
            </a:r>
          </a:p>
          <a:p>
            <a:pPr lvl="1">
              <a:spcBef>
                <a:spcPts val="0"/>
              </a:spcBef>
            </a:pPr>
            <a:r>
              <a:rPr lang="fr-FR" sz="1200" dirty="0">
                <a:latin typeface="Barlow" panose="00000500000000000000" pitchFamily="2" charset="0"/>
              </a:rPr>
              <a:t>Ajout de la gestion de la chambre d'appel</a:t>
            </a:r>
          </a:p>
          <a:p>
            <a:pPr lvl="1">
              <a:spcBef>
                <a:spcPts val="0"/>
              </a:spcBef>
            </a:pPr>
            <a:r>
              <a:rPr lang="fr-FR" sz="1200" dirty="0">
                <a:latin typeface="Barlow" panose="00000500000000000000" pitchFamily="2" charset="0"/>
              </a:rPr>
              <a:t>Correction graphique</a:t>
            </a:r>
          </a:p>
          <a:p>
            <a:pPr lvl="1">
              <a:spcBef>
                <a:spcPts val="0"/>
              </a:spcBef>
            </a:pPr>
            <a:r>
              <a:rPr lang="fr-FR" sz="1200" dirty="0">
                <a:latin typeface="Barlow" panose="00000500000000000000" pitchFamily="2" charset="0"/>
              </a:rPr>
              <a:t>Amélioration de l'affichage des pages</a:t>
            </a:r>
          </a:p>
          <a:p>
            <a:pPr lvl="1">
              <a:spcBef>
                <a:spcPts val="0"/>
              </a:spcBef>
            </a:pPr>
            <a:endParaRPr lang="fr-FR" sz="400" dirty="0">
              <a:latin typeface="Barlow" panose="00000500000000000000" pitchFamily="2" charset="0"/>
            </a:endParaRPr>
          </a:p>
          <a:p>
            <a:r>
              <a:rPr lang="fr-FR" sz="1200" b="1" dirty="0">
                <a:latin typeface="Barlow" panose="00000500000000000000" pitchFamily="2" charset="0"/>
              </a:rPr>
              <a:t>v1.1.1.3 – 06/12/2023</a:t>
            </a:r>
          </a:p>
          <a:p>
            <a:pPr lvl="1">
              <a:spcBef>
                <a:spcPts val="0"/>
              </a:spcBef>
            </a:pPr>
            <a:r>
              <a:rPr lang="fr-FR" sz="1200" dirty="0">
                <a:latin typeface="Barlow" panose="00000500000000000000" pitchFamily="2" charset="0"/>
              </a:rPr>
              <a:t>Correction du non affichage du </a:t>
            </a:r>
            <a:r>
              <a:rPr lang="fr-FR" sz="1200" dirty="0" err="1">
                <a:latin typeface="Barlow" panose="00000500000000000000" pitchFamily="2" charset="0"/>
              </a:rPr>
              <a:t>status</a:t>
            </a:r>
            <a:r>
              <a:rPr lang="fr-FR" sz="1200" dirty="0">
                <a:latin typeface="Barlow" panose="00000500000000000000" pitchFamily="2" charset="0"/>
              </a:rPr>
              <a:t> FTP en cas de nettoyage</a:t>
            </a:r>
          </a:p>
          <a:p>
            <a:pPr lvl="1">
              <a:spcBef>
                <a:spcPts val="0"/>
              </a:spcBef>
            </a:pPr>
            <a:r>
              <a:rPr lang="fr-FR" sz="1200" dirty="0">
                <a:latin typeface="Barlow" panose="00000500000000000000" pitchFamily="2" charset="0"/>
              </a:rPr>
              <a:t>Correction d'un bug FTP Not a Regular File en début de compétition</a:t>
            </a:r>
          </a:p>
          <a:p>
            <a:pPr lvl="1">
              <a:spcBef>
                <a:spcPts val="0"/>
              </a:spcBef>
            </a:pPr>
            <a:endParaRPr lang="fr-FR" sz="400" dirty="0">
              <a:latin typeface="Barlow" panose="00000500000000000000" pitchFamily="2" charset="0"/>
            </a:endParaRPr>
          </a:p>
          <a:p>
            <a:r>
              <a:rPr lang="fr-FR" sz="1200" b="1" dirty="0">
                <a:latin typeface="Barlow" panose="00000500000000000000" pitchFamily="2" charset="0"/>
              </a:rPr>
              <a:t>v1.1.1.2 – 25/11/2023</a:t>
            </a:r>
          </a:p>
          <a:p>
            <a:pPr lvl="1">
              <a:spcBef>
                <a:spcPts val="0"/>
              </a:spcBef>
            </a:pPr>
            <a:r>
              <a:rPr lang="fr-FR" sz="1200" dirty="0">
                <a:latin typeface="Barlow" panose="00000500000000000000" pitchFamily="2" charset="0"/>
              </a:rPr>
              <a:t>Correction anomalie en cas d'écartement Ligue</a:t>
            </a:r>
          </a:p>
          <a:p>
            <a:pPr lvl="1">
              <a:spcBef>
                <a:spcPts val="0"/>
              </a:spcBef>
            </a:pPr>
            <a:endParaRPr lang="fr-FR" sz="400" dirty="0">
              <a:latin typeface="Barlow" panose="00000500000000000000" pitchFamily="2" charset="0"/>
            </a:endParaRPr>
          </a:p>
          <a:p>
            <a:r>
              <a:rPr lang="fr-FR" sz="1200" b="1" dirty="0">
                <a:latin typeface="Barlow" panose="00000500000000000000" pitchFamily="2" charset="0"/>
              </a:rPr>
              <a:t>v1.1.1.1 – 23/11/2023</a:t>
            </a:r>
          </a:p>
          <a:p>
            <a:pPr lvl="1">
              <a:spcBef>
                <a:spcPts val="0"/>
              </a:spcBef>
            </a:pPr>
            <a:r>
              <a:rPr lang="fr-FR" sz="1200" dirty="0">
                <a:latin typeface="Barlow" panose="00000500000000000000" pitchFamily="2" charset="0"/>
              </a:rPr>
              <a:t>Prise en compte des certificats serveurs auto approuvés</a:t>
            </a:r>
          </a:p>
          <a:p>
            <a:pPr lvl="1">
              <a:spcBef>
                <a:spcPts val="0"/>
              </a:spcBef>
            </a:pPr>
            <a:endParaRPr lang="fr-FR" sz="400" dirty="0">
              <a:latin typeface="Barlow" panose="00000500000000000000" pitchFamily="2" charset="0"/>
            </a:endParaRPr>
          </a:p>
          <a:p>
            <a:r>
              <a:rPr lang="fr-FR" sz="1200" b="1" dirty="0">
                <a:latin typeface="Barlow" panose="00000500000000000000" pitchFamily="2" charset="0"/>
              </a:rPr>
              <a:t>v1.1.1.0 – 22/10/2023</a:t>
            </a:r>
          </a:p>
          <a:p>
            <a:pPr lvl="1">
              <a:spcBef>
                <a:spcPts val="0"/>
              </a:spcBef>
            </a:pPr>
            <a:r>
              <a:rPr lang="fr-FR" sz="1200" dirty="0">
                <a:latin typeface="Barlow" panose="00000500000000000000" pitchFamily="2" charset="0"/>
              </a:rPr>
              <a:t>Migration vers Installeur </a:t>
            </a:r>
            <a:r>
              <a:rPr lang="fr-FR" sz="1200" dirty="0" err="1">
                <a:latin typeface="Barlow" panose="00000500000000000000" pitchFamily="2" charset="0"/>
              </a:rPr>
              <a:t>innoSetup</a:t>
            </a:r>
            <a:endParaRPr lang="fr-FR" sz="1200" dirty="0">
              <a:latin typeface="Barlow" panose="00000500000000000000" pitchFamily="2" charset="0"/>
            </a:endParaRPr>
          </a:p>
          <a:p>
            <a:pPr lvl="1">
              <a:spcBef>
                <a:spcPts val="0"/>
              </a:spcBef>
            </a:pPr>
            <a:endParaRPr lang="fr-FR" sz="400" dirty="0">
              <a:latin typeface="Barlow" panose="00000500000000000000" pitchFamily="2" charset="0"/>
            </a:endParaRPr>
          </a:p>
          <a:p>
            <a:r>
              <a:rPr lang="fr-FR" sz="1200" b="1" dirty="0">
                <a:latin typeface="Barlow" panose="00000500000000000000" pitchFamily="2" charset="0"/>
              </a:rPr>
              <a:t>v1.1.0.0 – 19/09/2023</a:t>
            </a:r>
          </a:p>
          <a:p>
            <a:pPr lvl="1">
              <a:spcBef>
                <a:spcPts val="0"/>
              </a:spcBef>
            </a:pPr>
            <a:r>
              <a:rPr lang="fr-FR" sz="1200" dirty="0">
                <a:latin typeface="Barlow" panose="00000500000000000000" pitchFamily="2" charset="0"/>
              </a:rPr>
              <a:t>Modernisation du design du site web (changement de librairie vers W3.CSS).</a:t>
            </a:r>
          </a:p>
          <a:p>
            <a:pPr lvl="1">
              <a:spcBef>
                <a:spcPts val="0"/>
              </a:spcBef>
            </a:pPr>
            <a:r>
              <a:rPr lang="fr-FR" sz="1200" dirty="0">
                <a:latin typeface="Barlow" panose="00000500000000000000" pitchFamily="2" charset="0"/>
              </a:rPr>
              <a:t>Amélioration de la gestion FTP</a:t>
            </a:r>
          </a:p>
          <a:p>
            <a:pPr lvl="1">
              <a:spcBef>
                <a:spcPts val="0"/>
              </a:spcBef>
            </a:pPr>
            <a:endParaRPr lang="fr-FR" sz="400" dirty="0">
              <a:latin typeface="Barlow" panose="00000500000000000000" pitchFamily="2" charset="0"/>
            </a:endParaRPr>
          </a:p>
          <a:p>
            <a:r>
              <a:rPr lang="fr-FR" sz="1200" b="1" dirty="0">
                <a:latin typeface="Barlow" panose="00000500000000000000" pitchFamily="2" charset="0"/>
              </a:rPr>
              <a:t>v1.0.0.0 – 25/04/2023</a:t>
            </a:r>
          </a:p>
          <a:p>
            <a:pPr lvl="1">
              <a:spcBef>
                <a:spcPts val="0"/>
              </a:spcBef>
            </a:pPr>
            <a:r>
              <a:rPr lang="fr-FR" sz="1200" dirty="0">
                <a:latin typeface="Barlow" panose="00000500000000000000" pitchFamily="2" charset="0"/>
              </a:rPr>
              <a:t>Version initiale</a:t>
            </a:r>
          </a:p>
        </p:txBody>
      </p:sp>
    </p:spTree>
    <p:extLst>
      <p:ext uri="{BB962C8B-B14F-4D97-AF65-F5344CB8AC3E}">
        <p14:creationId xmlns:p14="http://schemas.microsoft.com/office/powerpoint/2010/main" val="21024270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0DAF1-F437-7B18-487B-C72CF7368278}"/>
              </a:ext>
            </a:extLst>
          </p:cNvPr>
          <p:cNvSpPr>
            <a:spLocks noGrp="1"/>
          </p:cNvSpPr>
          <p:nvPr>
            <p:ph type="title"/>
          </p:nvPr>
        </p:nvSpPr>
        <p:spPr/>
        <p:txBody>
          <a:bodyPr/>
          <a:lstStyle/>
          <a:p>
            <a:r>
              <a:rPr lang="en-US" dirty="0"/>
              <a:t>Communication réseau</a:t>
            </a:r>
          </a:p>
        </p:txBody>
      </p:sp>
      <p:sp>
        <p:nvSpPr>
          <p:cNvPr id="3" name="Text Placeholder 2">
            <a:extLst>
              <a:ext uri="{FF2B5EF4-FFF2-40B4-BE49-F238E27FC236}">
                <a16:creationId xmlns:a16="http://schemas.microsoft.com/office/drawing/2014/main" id="{1F13DBDD-7F2E-B311-6B50-83C800C1CC7B}"/>
              </a:ext>
            </a:extLst>
          </p:cNvPr>
          <p:cNvSpPr>
            <a:spLocks noGrp="1"/>
          </p:cNvSpPr>
          <p:nvPr>
            <p:ph type="body" idx="1"/>
          </p:nvPr>
        </p:nvSpPr>
        <p:spPr/>
        <p:txBody>
          <a:bodyPr/>
          <a:lstStyle/>
          <a:p>
            <a:r>
              <a:rPr lang="fr-FR" dirty="0"/>
              <a:t>« Gestion de compétition 2.0 » et « </a:t>
            </a:r>
            <a:r>
              <a:rPr lang="fr-FR" dirty="0" err="1"/>
              <a:t>PublicationSuiviCompetition</a:t>
            </a:r>
            <a:r>
              <a:rPr lang="fr-FR" dirty="0"/>
              <a:t> » communiquent sur le port 8484.</a:t>
            </a:r>
          </a:p>
          <a:p>
            <a:r>
              <a:rPr lang="fr-FR" dirty="0"/>
              <a:t>« </a:t>
            </a:r>
            <a:r>
              <a:rPr lang="fr-FR" dirty="0" err="1"/>
              <a:t>PublicationSuiviCompetition</a:t>
            </a:r>
            <a:r>
              <a:rPr lang="fr-FR" dirty="0"/>
              <a:t> » communique sur le réseau local avec les clients web sur le 1</a:t>
            </a:r>
            <a:r>
              <a:rPr lang="fr-FR" baseline="30000" dirty="0"/>
              <a:t>er</a:t>
            </a:r>
            <a:r>
              <a:rPr lang="fr-FR" dirty="0"/>
              <a:t> port disponible entre 8080 et 8084 (http).</a:t>
            </a:r>
          </a:p>
          <a:p>
            <a:r>
              <a:rPr lang="fr-FR" dirty="0"/>
              <a:t>« </a:t>
            </a:r>
            <a:r>
              <a:rPr lang="fr-FR" dirty="0" err="1"/>
              <a:t>PublicationSuiviCompetition</a:t>
            </a:r>
            <a:r>
              <a:rPr lang="fr-FR" dirty="0"/>
              <a:t> » communique sur le réseau local avec les écrans d’appel sur le port 8585 (http).</a:t>
            </a:r>
          </a:p>
          <a:p>
            <a:r>
              <a:rPr lang="fr-FR" dirty="0"/>
              <a:t>« </a:t>
            </a:r>
            <a:r>
              <a:rPr lang="fr-FR" dirty="0" err="1"/>
              <a:t>PublicationSuiviCompetition</a:t>
            </a:r>
            <a:r>
              <a:rPr lang="fr-FR" dirty="0"/>
              <a:t> » communique avec le serveur distant par protocole FTP sur le port standard 21.</a:t>
            </a:r>
          </a:p>
          <a:p>
            <a:endParaRPr lang="fr-FR" dirty="0"/>
          </a:p>
          <a:p>
            <a:endParaRPr lang="en-US" dirty="0"/>
          </a:p>
        </p:txBody>
      </p:sp>
      <p:sp>
        <p:nvSpPr>
          <p:cNvPr id="4" name="Text Placeholder 3">
            <a:extLst>
              <a:ext uri="{FF2B5EF4-FFF2-40B4-BE49-F238E27FC236}">
                <a16:creationId xmlns:a16="http://schemas.microsoft.com/office/drawing/2014/main" id="{7E34853F-1D8E-DEA6-C0A2-EA4E402B068C}"/>
              </a:ext>
            </a:extLst>
          </p:cNvPr>
          <p:cNvSpPr>
            <a:spLocks noGrp="1"/>
          </p:cNvSpPr>
          <p:nvPr>
            <p:ph type="body" sz="quarter" idx="15"/>
          </p:nvPr>
        </p:nvSpPr>
        <p:spPr/>
        <p:txBody>
          <a:bodyPr/>
          <a:lstStyle/>
          <a:p>
            <a:r>
              <a:rPr lang="fr-FR" dirty="0"/>
              <a:t>Annexe</a:t>
            </a:r>
            <a:endParaRPr lang="en-US" dirty="0"/>
          </a:p>
        </p:txBody>
      </p:sp>
    </p:spTree>
    <p:extLst>
      <p:ext uri="{BB962C8B-B14F-4D97-AF65-F5344CB8AC3E}">
        <p14:creationId xmlns:p14="http://schemas.microsoft.com/office/powerpoint/2010/main" val="12331225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96" name="Espace réservé du texte 95">
            <a:extLst>
              <a:ext uri="{FF2B5EF4-FFF2-40B4-BE49-F238E27FC236}">
                <a16:creationId xmlns:a16="http://schemas.microsoft.com/office/drawing/2014/main" id="{632EA303-8082-81B4-4011-C47156776500}"/>
              </a:ext>
            </a:extLst>
          </p:cNvPr>
          <p:cNvSpPr>
            <a:spLocks noGrp="1"/>
          </p:cNvSpPr>
          <p:nvPr>
            <p:ph type="body" idx="1"/>
          </p:nvPr>
        </p:nvSpPr>
        <p:spPr>
          <a:xfrm>
            <a:off x="294171" y="2705491"/>
            <a:ext cx="5648329" cy="2692716"/>
          </a:xfrm>
        </p:spPr>
        <p:txBody>
          <a:bodyPr/>
          <a:lstStyle/>
          <a:p>
            <a:pPr marL="101598" indent="0">
              <a:buNone/>
            </a:pPr>
            <a:r>
              <a:rPr lang="fr-FR" b="1" dirty="0"/>
              <a:t>Icones communs</a:t>
            </a:r>
          </a:p>
          <a:p>
            <a:pPr lvl="1">
              <a:lnSpc>
                <a:spcPct val="150000"/>
              </a:lnSpc>
            </a:pPr>
            <a:r>
              <a:rPr lang="fr-FR" sz="2000" dirty="0"/>
              <a:t>Ouvre le panneau de navigation</a:t>
            </a:r>
          </a:p>
          <a:p>
            <a:pPr lvl="1">
              <a:lnSpc>
                <a:spcPct val="150000"/>
              </a:lnSpc>
            </a:pPr>
            <a:r>
              <a:rPr lang="fr-FR" sz="2000" dirty="0"/>
              <a:t>Déplie une zone d’affichage masquée</a:t>
            </a:r>
          </a:p>
          <a:p>
            <a:pPr lvl="1">
              <a:lnSpc>
                <a:spcPct val="150000"/>
              </a:lnSpc>
            </a:pPr>
            <a:r>
              <a:rPr lang="fr-FR" sz="2000" dirty="0"/>
              <a:t>Replie une zone d’affichage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2"/>
          <a:srcRect r="93167" b="81568"/>
          <a:stretch/>
        </p:blipFill>
        <p:spPr>
          <a:xfrm>
            <a:off x="582477" y="3207350"/>
            <a:ext cx="390526" cy="423110"/>
          </a:xfrm>
          <a:prstGeom prst="rect">
            <a:avLst/>
          </a:prstGeom>
        </p:spPr>
      </p:pic>
      <p:pic>
        <p:nvPicPr>
          <p:cNvPr id="93" name="Image 92">
            <a:extLst>
              <a:ext uri="{FF2B5EF4-FFF2-40B4-BE49-F238E27FC236}">
                <a16:creationId xmlns:a16="http://schemas.microsoft.com/office/drawing/2014/main" id="{5CA17C80-E623-1F6D-0B3B-1C4BAB12603F}"/>
              </a:ext>
            </a:extLst>
          </p:cNvPr>
          <p:cNvPicPr>
            <a:picLocks noChangeAspect="1"/>
          </p:cNvPicPr>
          <p:nvPr/>
        </p:nvPicPr>
        <p:blipFill rotWithShape="1">
          <a:blip r:embed="rId3"/>
          <a:srcRect l="4066" t="28114" r="92396" b="66858"/>
          <a:stretch/>
        </p:blipFill>
        <p:spPr>
          <a:xfrm>
            <a:off x="607243" y="4298044"/>
            <a:ext cx="375825" cy="423110"/>
          </a:xfrm>
          <a:prstGeom prst="rect">
            <a:avLst/>
          </a:prstGeom>
        </p:spPr>
      </p:pic>
      <p:pic>
        <p:nvPicPr>
          <p:cNvPr id="95" name="Image 94">
            <a:extLst>
              <a:ext uri="{FF2B5EF4-FFF2-40B4-BE49-F238E27FC236}">
                <a16:creationId xmlns:a16="http://schemas.microsoft.com/office/drawing/2014/main" id="{984867CE-3E59-9C52-93FB-A0A9C0CD7583}"/>
              </a:ext>
            </a:extLst>
          </p:cNvPr>
          <p:cNvPicPr>
            <a:picLocks noChangeAspect="1"/>
          </p:cNvPicPr>
          <p:nvPr/>
        </p:nvPicPr>
        <p:blipFill rotWithShape="1">
          <a:blip r:embed="rId4"/>
          <a:srcRect l="4114" t="72819" r="92274" b="17419"/>
          <a:stretch/>
        </p:blipFill>
        <p:spPr>
          <a:xfrm>
            <a:off x="607243" y="3779112"/>
            <a:ext cx="365760" cy="370280"/>
          </a:xfrm>
          <a:prstGeom prst="rect">
            <a:avLst/>
          </a:prstGeom>
        </p:spPr>
      </p:pic>
      <p:pic>
        <p:nvPicPr>
          <p:cNvPr id="97" name="Image 96">
            <a:extLst>
              <a:ext uri="{FF2B5EF4-FFF2-40B4-BE49-F238E27FC236}">
                <a16:creationId xmlns:a16="http://schemas.microsoft.com/office/drawing/2014/main" id="{2AEA0DFA-979E-1831-3CDF-EB998F1592C7}"/>
              </a:ext>
            </a:extLst>
          </p:cNvPr>
          <p:cNvPicPr>
            <a:picLocks noChangeAspect="1"/>
          </p:cNvPicPr>
          <p:nvPr/>
        </p:nvPicPr>
        <p:blipFill>
          <a:blip r:embed="rId5"/>
          <a:stretch>
            <a:fillRect/>
          </a:stretch>
        </p:blipFill>
        <p:spPr>
          <a:xfrm>
            <a:off x="6547450" y="1065770"/>
            <a:ext cx="5125529" cy="5383094"/>
          </a:xfrm>
          <a:prstGeom prst="rect">
            <a:avLst/>
          </a:prstGeom>
        </p:spPr>
      </p:pic>
      <p:sp>
        <p:nvSpPr>
          <p:cNvPr id="98" name="Rectangle 97">
            <a:extLst>
              <a:ext uri="{FF2B5EF4-FFF2-40B4-BE49-F238E27FC236}">
                <a16:creationId xmlns:a16="http://schemas.microsoft.com/office/drawing/2014/main" id="{C1D59BD6-8545-5BFA-DC66-AF87077CEC4E}"/>
              </a:ext>
            </a:extLst>
          </p:cNvPr>
          <p:cNvSpPr/>
          <p:nvPr/>
        </p:nvSpPr>
        <p:spPr>
          <a:xfrm>
            <a:off x="6547450" y="1520147"/>
            <a:ext cx="5125528" cy="4588254"/>
          </a:xfrm>
          <a:prstGeom prst="rect">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solidFill>
                  <a:schemeClr val="lt1"/>
                </a:solidFill>
              </a:rPr>
              <a:t>Affichage des informations</a:t>
            </a:r>
          </a:p>
        </p:txBody>
      </p:sp>
      <p:sp>
        <p:nvSpPr>
          <p:cNvPr id="99" name="Légende : encadrée à une bordure 98">
            <a:extLst>
              <a:ext uri="{FF2B5EF4-FFF2-40B4-BE49-F238E27FC236}">
                <a16:creationId xmlns:a16="http://schemas.microsoft.com/office/drawing/2014/main" id="{3C9B238E-A3E8-0741-3EC5-FFAFFCE4A2F9}"/>
              </a:ext>
            </a:extLst>
          </p:cNvPr>
          <p:cNvSpPr/>
          <p:nvPr/>
        </p:nvSpPr>
        <p:spPr>
          <a:xfrm flipH="1">
            <a:off x="3873260" y="5804245"/>
            <a:ext cx="2309004" cy="436961"/>
          </a:xfrm>
          <a:prstGeom prst="accentBorderCallout1">
            <a:avLst>
              <a:gd name="adj1" fmla="val 18750"/>
              <a:gd name="adj2" fmla="val -8333"/>
              <a:gd name="adj3" fmla="val 116381"/>
              <a:gd name="adj4" fmla="val -9052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Date et heure de génération de la page</a:t>
            </a:r>
          </a:p>
        </p:txBody>
      </p:sp>
      <p:sp>
        <p:nvSpPr>
          <p:cNvPr id="100" name="Rectangle 99">
            <a:extLst>
              <a:ext uri="{FF2B5EF4-FFF2-40B4-BE49-F238E27FC236}">
                <a16:creationId xmlns:a16="http://schemas.microsoft.com/office/drawing/2014/main" id="{2EAF2B2D-282C-03B6-9184-4DF717E359C8}"/>
              </a:ext>
            </a:extLst>
          </p:cNvPr>
          <p:cNvSpPr/>
          <p:nvPr/>
        </p:nvSpPr>
        <p:spPr>
          <a:xfrm>
            <a:off x="8285555" y="6193764"/>
            <a:ext cx="1634822" cy="2103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2" name="Rectangle 101">
            <a:extLst>
              <a:ext uri="{FF2B5EF4-FFF2-40B4-BE49-F238E27FC236}">
                <a16:creationId xmlns:a16="http://schemas.microsoft.com/office/drawing/2014/main" id="{E97E29FF-67E6-A642-B9C3-A853D238957C}"/>
              </a:ext>
            </a:extLst>
          </p:cNvPr>
          <p:cNvSpPr/>
          <p:nvPr/>
        </p:nvSpPr>
        <p:spPr>
          <a:xfrm>
            <a:off x="6532750" y="1090193"/>
            <a:ext cx="390526" cy="3331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3" name="Légende : encadrée à une bordure 102">
            <a:extLst>
              <a:ext uri="{FF2B5EF4-FFF2-40B4-BE49-F238E27FC236}">
                <a16:creationId xmlns:a16="http://schemas.microsoft.com/office/drawing/2014/main" id="{F64F9F6D-CE22-254B-E61B-658E501A5F75}"/>
              </a:ext>
            </a:extLst>
          </p:cNvPr>
          <p:cNvSpPr/>
          <p:nvPr/>
        </p:nvSpPr>
        <p:spPr>
          <a:xfrm flipH="1">
            <a:off x="4386639" y="1719483"/>
            <a:ext cx="1709361" cy="579970"/>
          </a:xfrm>
          <a:prstGeom prst="accentBorderCallout1">
            <a:avLst>
              <a:gd name="adj1" fmla="val 18750"/>
              <a:gd name="adj2" fmla="val -8333"/>
              <a:gd name="adj3" fmla="val -42724"/>
              <a:gd name="adj4" fmla="val -306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104" name="Légende : encadrée à une bordure 103">
            <a:extLst>
              <a:ext uri="{FF2B5EF4-FFF2-40B4-BE49-F238E27FC236}">
                <a16:creationId xmlns:a16="http://schemas.microsoft.com/office/drawing/2014/main" id="{5A54C490-7140-FC0A-C192-022E3030A5F2}"/>
              </a:ext>
            </a:extLst>
          </p:cNvPr>
          <p:cNvSpPr/>
          <p:nvPr/>
        </p:nvSpPr>
        <p:spPr>
          <a:xfrm flipH="1">
            <a:off x="6923276" y="506826"/>
            <a:ext cx="2309004" cy="436961"/>
          </a:xfrm>
          <a:prstGeom prst="accentBorderCallout1">
            <a:avLst>
              <a:gd name="adj1" fmla="val 18750"/>
              <a:gd name="adj2" fmla="val -8333"/>
              <a:gd name="adj3" fmla="val 181529"/>
              <a:gd name="adj4" fmla="val -79312"/>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Logo sélectionné</a:t>
            </a:r>
          </a:p>
        </p:txBody>
      </p:sp>
      <p:sp>
        <p:nvSpPr>
          <p:cNvPr id="105" name="Rectangle 104">
            <a:extLst>
              <a:ext uri="{FF2B5EF4-FFF2-40B4-BE49-F238E27FC236}">
                <a16:creationId xmlns:a16="http://schemas.microsoft.com/office/drawing/2014/main" id="{9F20B463-53F3-1023-B35D-CD0F36B08443}"/>
              </a:ext>
            </a:extLst>
          </p:cNvPr>
          <p:cNvSpPr/>
          <p:nvPr/>
        </p:nvSpPr>
        <p:spPr>
          <a:xfrm>
            <a:off x="11084943" y="1082569"/>
            <a:ext cx="408316" cy="3407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21583886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2433261" y="2229973"/>
            <a:ext cx="2114550" cy="3152674"/>
          </a:xfrm>
          <a:prstGeom prst="roundRect">
            <a:avLst>
              <a:gd name="adj" fmla="val 5969"/>
            </a:avLst>
          </a:prstGeom>
        </p:spPr>
        <p:style>
          <a:lnRef idx="2">
            <a:schemeClr val="accent5"/>
          </a:lnRef>
          <a:fillRef idx="1">
            <a:schemeClr val="lt1"/>
          </a:fillRef>
          <a:effectRef idx="0">
            <a:schemeClr val="accent5"/>
          </a:effectRef>
          <a:fontRef idx="minor">
            <a:schemeClr val="dk1"/>
          </a:fontRef>
        </p:style>
        <p:txBody>
          <a:bodyPr rtlCol="0" anchor="ctr"/>
          <a:lstStyle/>
          <a:p>
            <a:pPr algn="r"/>
            <a:endParaRPr lang="fr-FR" dirty="0"/>
          </a:p>
        </p:txBody>
      </p:sp>
      <p:pic>
        <p:nvPicPr>
          <p:cNvPr id="10" name="Image 9">
            <a:extLst>
              <a:ext uri="{FF2B5EF4-FFF2-40B4-BE49-F238E27FC236}">
                <a16:creationId xmlns:a16="http://schemas.microsoft.com/office/drawing/2014/main" id="{804C31F6-97C4-3A6E-A46D-53FB6E1EBDB9}"/>
              </a:ext>
            </a:extLst>
          </p:cNvPr>
          <p:cNvPicPr>
            <a:picLocks noChangeAspect="1"/>
          </p:cNvPicPr>
          <p:nvPr/>
        </p:nvPicPr>
        <p:blipFill>
          <a:blip r:embed="rId2"/>
          <a:stretch>
            <a:fillRect/>
          </a:stretch>
        </p:blipFill>
        <p:spPr>
          <a:xfrm>
            <a:off x="2828920" y="2943180"/>
            <a:ext cx="1361973" cy="2218472"/>
          </a:xfrm>
          <a:prstGeom prst="rect">
            <a:avLst/>
          </a:prstGeom>
        </p:spPr>
      </p:pic>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D90452C1-256C-09A6-C01D-DC1678FCD034}"/>
              </a:ext>
            </a:extLst>
          </p:cNvPr>
          <p:cNvSpPr/>
          <p:nvPr/>
        </p:nvSpPr>
        <p:spPr>
          <a:xfrm>
            <a:off x="6162353" y="3993899"/>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Avancement (choix de catégorie)</a:t>
            </a:r>
          </a:p>
        </p:txBody>
      </p:sp>
      <p:sp>
        <p:nvSpPr>
          <p:cNvPr id="5" name="Rectangle : coins arrondis 4">
            <a:extLst>
              <a:ext uri="{FF2B5EF4-FFF2-40B4-BE49-F238E27FC236}">
                <a16:creationId xmlns:a16="http://schemas.microsoft.com/office/drawing/2014/main" id="{D9CAF4C6-5999-859E-C196-29EBBE376E89}"/>
              </a:ext>
            </a:extLst>
          </p:cNvPr>
          <p:cNvSpPr/>
          <p:nvPr/>
        </p:nvSpPr>
        <p:spPr>
          <a:xfrm>
            <a:off x="9405671" y="2683257"/>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Tableaux de catégorie</a:t>
            </a:r>
          </a:p>
        </p:txBody>
      </p:sp>
      <p:sp>
        <p:nvSpPr>
          <p:cNvPr id="7" name="Rectangle : coins arrondis 6">
            <a:extLst>
              <a:ext uri="{FF2B5EF4-FFF2-40B4-BE49-F238E27FC236}">
                <a16:creationId xmlns:a16="http://schemas.microsoft.com/office/drawing/2014/main" id="{7087A589-9FC2-FD64-65CC-811A39D1A8CA}"/>
              </a:ext>
            </a:extLst>
          </p:cNvPr>
          <p:cNvSpPr/>
          <p:nvPr/>
        </p:nvSpPr>
        <p:spPr>
          <a:xfrm>
            <a:off x="9405672" y="3541250"/>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Poule de catégorie</a:t>
            </a:r>
          </a:p>
        </p:txBody>
      </p:sp>
      <p:cxnSp>
        <p:nvCxnSpPr>
          <p:cNvPr id="11" name="Connecteur : en angle 10">
            <a:extLst>
              <a:ext uri="{FF2B5EF4-FFF2-40B4-BE49-F238E27FC236}">
                <a16:creationId xmlns:a16="http://schemas.microsoft.com/office/drawing/2014/main" id="{FFA146B2-0AD5-25A5-27D4-F4F7A616D96B}"/>
              </a:ext>
            </a:extLst>
          </p:cNvPr>
          <p:cNvCxnSpPr>
            <a:cxnSpLocks/>
            <a:stCxn id="3" idx="3"/>
            <a:endCxn id="5" idx="1"/>
          </p:cNvCxnSpPr>
          <p:nvPr/>
        </p:nvCxnSpPr>
        <p:spPr>
          <a:xfrm flipV="1">
            <a:off x="7791129" y="2947457"/>
            <a:ext cx="1614542" cy="1310642"/>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Connecteur : en angle 10">
            <a:extLst>
              <a:ext uri="{FF2B5EF4-FFF2-40B4-BE49-F238E27FC236}">
                <a16:creationId xmlns:a16="http://schemas.microsoft.com/office/drawing/2014/main" id="{F6AEDAB8-958C-A269-370A-EBE3EDB20C7B}"/>
              </a:ext>
            </a:extLst>
          </p:cNvPr>
          <p:cNvCxnSpPr>
            <a:cxnSpLocks/>
            <a:stCxn id="3" idx="3"/>
            <a:endCxn id="7" idx="1"/>
          </p:cNvCxnSpPr>
          <p:nvPr/>
        </p:nvCxnSpPr>
        <p:spPr>
          <a:xfrm flipV="1">
            <a:off x="7791129" y="3805450"/>
            <a:ext cx="1614543" cy="452649"/>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Rectangle : coins arrondis 18">
            <a:extLst>
              <a:ext uri="{FF2B5EF4-FFF2-40B4-BE49-F238E27FC236}">
                <a16:creationId xmlns:a16="http://schemas.microsoft.com/office/drawing/2014/main" id="{769E8D03-59A6-5087-F0D8-84B291608D41}"/>
              </a:ext>
            </a:extLst>
          </p:cNvPr>
          <p:cNvSpPr/>
          <p:nvPr/>
        </p:nvSpPr>
        <p:spPr>
          <a:xfrm>
            <a:off x="2433261" y="2229973"/>
            <a:ext cx="2114550" cy="6336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r"/>
            <a:r>
              <a:rPr lang="fr-FR" dirty="0"/>
              <a:t>Panneau de navigation</a:t>
            </a:r>
          </a:p>
        </p:txBody>
      </p:sp>
      <p:sp>
        <p:nvSpPr>
          <p:cNvPr id="25" name="Rectangle : coins arrondis 24">
            <a:extLst>
              <a:ext uri="{FF2B5EF4-FFF2-40B4-BE49-F238E27FC236}">
                <a16:creationId xmlns:a16="http://schemas.microsoft.com/office/drawing/2014/main" id="{0C6E0737-9FE9-FC29-31A7-48016C78A949}"/>
              </a:ext>
            </a:extLst>
          </p:cNvPr>
          <p:cNvSpPr/>
          <p:nvPr/>
        </p:nvSpPr>
        <p:spPr>
          <a:xfrm>
            <a:off x="6162353" y="4857950"/>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Classement (choix de catégorie)</a:t>
            </a:r>
          </a:p>
        </p:txBody>
      </p:sp>
      <p:sp>
        <p:nvSpPr>
          <p:cNvPr id="27" name="Rectangle : coins arrondis 26">
            <a:extLst>
              <a:ext uri="{FF2B5EF4-FFF2-40B4-BE49-F238E27FC236}">
                <a16:creationId xmlns:a16="http://schemas.microsoft.com/office/drawing/2014/main" id="{DBDE66BA-AC85-87E6-72A1-F65241124F0A}"/>
              </a:ext>
            </a:extLst>
          </p:cNvPr>
          <p:cNvSpPr/>
          <p:nvPr/>
        </p:nvSpPr>
        <p:spPr>
          <a:xfrm>
            <a:off x="9205646" y="4505366"/>
            <a:ext cx="2028825"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classement de la catégorie</a:t>
            </a:r>
          </a:p>
        </p:txBody>
      </p:sp>
      <p:cxnSp>
        <p:nvCxnSpPr>
          <p:cNvPr id="28" name="Connecteur : en angle 10">
            <a:extLst>
              <a:ext uri="{FF2B5EF4-FFF2-40B4-BE49-F238E27FC236}">
                <a16:creationId xmlns:a16="http://schemas.microsoft.com/office/drawing/2014/main" id="{BE64697A-1A40-BDC4-E8D6-AD8CD65F48AA}"/>
              </a:ext>
            </a:extLst>
          </p:cNvPr>
          <p:cNvCxnSpPr>
            <a:cxnSpLocks/>
            <a:stCxn id="25" idx="3"/>
            <a:endCxn id="27" idx="1"/>
          </p:cNvCxnSpPr>
          <p:nvPr/>
        </p:nvCxnSpPr>
        <p:spPr>
          <a:xfrm flipV="1">
            <a:off x="7791129" y="4769566"/>
            <a:ext cx="1414517" cy="352584"/>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Rectangle : coins arrondis 33">
            <a:extLst>
              <a:ext uri="{FF2B5EF4-FFF2-40B4-BE49-F238E27FC236}">
                <a16:creationId xmlns:a16="http://schemas.microsoft.com/office/drawing/2014/main" id="{2A9E8854-3740-AEB4-DA1E-41A230566829}"/>
              </a:ext>
            </a:extLst>
          </p:cNvPr>
          <p:cNvSpPr/>
          <p:nvPr/>
        </p:nvSpPr>
        <p:spPr>
          <a:xfrm>
            <a:off x="6162353" y="1401746"/>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sp>
        <p:nvSpPr>
          <p:cNvPr id="36" name="Rectangle : coins arrondis 35">
            <a:extLst>
              <a:ext uri="{FF2B5EF4-FFF2-40B4-BE49-F238E27FC236}">
                <a16:creationId xmlns:a16="http://schemas.microsoft.com/office/drawing/2014/main" id="{1C05EB99-8F3D-FB84-32E4-476022E4C2CD}"/>
              </a:ext>
            </a:extLst>
          </p:cNvPr>
          <p:cNvSpPr/>
          <p:nvPr/>
        </p:nvSpPr>
        <p:spPr>
          <a:xfrm>
            <a:off x="6038528" y="2265797"/>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37" name="Rectangle : coins arrondis 36">
            <a:extLst>
              <a:ext uri="{FF2B5EF4-FFF2-40B4-BE49-F238E27FC236}">
                <a16:creationId xmlns:a16="http://schemas.microsoft.com/office/drawing/2014/main" id="{5D15D911-2337-C4AF-9F0A-FEF9DEA4E2D8}"/>
              </a:ext>
            </a:extLst>
          </p:cNvPr>
          <p:cNvSpPr/>
          <p:nvPr/>
        </p:nvSpPr>
        <p:spPr>
          <a:xfrm>
            <a:off x="9256725" y="1544620"/>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3"/>
          <a:srcRect r="93167" b="81568"/>
          <a:stretch/>
        </p:blipFill>
        <p:spPr>
          <a:xfrm>
            <a:off x="2527757" y="2335243"/>
            <a:ext cx="390526" cy="423110"/>
          </a:xfrm>
          <a:prstGeom prst="rect">
            <a:avLst/>
          </a:prstGeom>
        </p:spPr>
      </p:pic>
      <p:sp>
        <p:nvSpPr>
          <p:cNvPr id="41" name="Rectangle 40">
            <a:extLst>
              <a:ext uri="{FF2B5EF4-FFF2-40B4-BE49-F238E27FC236}">
                <a16:creationId xmlns:a16="http://schemas.microsoft.com/office/drawing/2014/main" id="{5891178D-4FE8-B5B9-12D6-443C5C6AE7BE}"/>
              </a:ext>
            </a:extLst>
          </p:cNvPr>
          <p:cNvSpPr/>
          <p:nvPr/>
        </p:nvSpPr>
        <p:spPr>
          <a:xfrm>
            <a:off x="2527757" y="2319223"/>
            <a:ext cx="390526" cy="43913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Légende : encadrée à une bordure 41">
            <a:extLst>
              <a:ext uri="{FF2B5EF4-FFF2-40B4-BE49-F238E27FC236}">
                <a16:creationId xmlns:a16="http://schemas.microsoft.com/office/drawing/2014/main" id="{7550A1AB-563A-55C2-7F20-8E0C0D19C8FA}"/>
              </a:ext>
            </a:extLst>
          </p:cNvPr>
          <p:cNvSpPr/>
          <p:nvPr/>
        </p:nvSpPr>
        <p:spPr>
          <a:xfrm flipH="1">
            <a:off x="244237" y="1541505"/>
            <a:ext cx="1709361" cy="579970"/>
          </a:xfrm>
          <a:prstGeom prst="accentBorderCallout1">
            <a:avLst>
              <a:gd name="adj1" fmla="val 18750"/>
              <a:gd name="adj2" fmla="val -8333"/>
              <a:gd name="adj3" fmla="val 153041"/>
              <a:gd name="adj4" fmla="val -3941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43" name="Légende : encadrée à une bordure 42">
            <a:extLst>
              <a:ext uri="{FF2B5EF4-FFF2-40B4-BE49-F238E27FC236}">
                <a16:creationId xmlns:a16="http://schemas.microsoft.com/office/drawing/2014/main" id="{641B8D95-C47E-7E6A-F7D3-91CFC57DD04F}"/>
              </a:ext>
            </a:extLst>
          </p:cNvPr>
          <p:cNvSpPr/>
          <p:nvPr/>
        </p:nvSpPr>
        <p:spPr>
          <a:xfrm flipH="1">
            <a:off x="236417" y="2312910"/>
            <a:ext cx="1725000" cy="579970"/>
          </a:xfrm>
          <a:prstGeom prst="accentBorderCallout1">
            <a:avLst>
              <a:gd name="adj1" fmla="val 18750"/>
              <a:gd name="adj2" fmla="val -8333"/>
              <a:gd name="adj3" fmla="val 147358"/>
              <a:gd name="adj4" fmla="val -4823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Ferme le panneau de navigation</a:t>
            </a:r>
          </a:p>
        </p:txBody>
      </p:sp>
      <p:sp>
        <p:nvSpPr>
          <p:cNvPr id="45" name="Rectangle 44">
            <a:extLst>
              <a:ext uri="{FF2B5EF4-FFF2-40B4-BE49-F238E27FC236}">
                <a16:creationId xmlns:a16="http://schemas.microsoft.com/office/drawing/2014/main" id="{0202075A-7D15-48B2-A463-A3EB0139ECFF}"/>
              </a:ext>
            </a:extLst>
          </p:cNvPr>
          <p:cNvSpPr/>
          <p:nvPr/>
        </p:nvSpPr>
        <p:spPr>
          <a:xfrm>
            <a:off x="2816827" y="295473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6" name="Légende : encadrée à une bordure 45">
            <a:extLst>
              <a:ext uri="{FF2B5EF4-FFF2-40B4-BE49-F238E27FC236}">
                <a16:creationId xmlns:a16="http://schemas.microsoft.com/office/drawing/2014/main" id="{C09CB9CA-8341-9FBB-C112-D91E388B9806}"/>
              </a:ext>
            </a:extLst>
          </p:cNvPr>
          <p:cNvSpPr/>
          <p:nvPr/>
        </p:nvSpPr>
        <p:spPr>
          <a:xfrm flipH="1">
            <a:off x="236417" y="3084315"/>
            <a:ext cx="1725000" cy="710686"/>
          </a:xfrm>
          <a:prstGeom prst="accentBorderCallout1">
            <a:avLst>
              <a:gd name="adj1" fmla="val 18750"/>
              <a:gd name="adj2" fmla="val -8333"/>
              <a:gd name="adj3" fmla="val 65506"/>
              <a:gd name="adj4" fmla="val -4975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Actualisation automatique de la page</a:t>
            </a:r>
          </a:p>
        </p:txBody>
      </p:sp>
      <p:sp>
        <p:nvSpPr>
          <p:cNvPr id="47" name="Rectangle 46">
            <a:extLst>
              <a:ext uri="{FF2B5EF4-FFF2-40B4-BE49-F238E27FC236}">
                <a16:creationId xmlns:a16="http://schemas.microsoft.com/office/drawing/2014/main" id="{0BDE8FF6-9B91-F39C-0C0B-F633F52AAA78}"/>
              </a:ext>
            </a:extLst>
          </p:cNvPr>
          <p:cNvSpPr/>
          <p:nvPr/>
        </p:nvSpPr>
        <p:spPr>
          <a:xfrm>
            <a:off x="2828921" y="330651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8" name="Légende : encadrée à une bordure 47">
            <a:extLst>
              <a:ext uri="{FF2B5EF4-FFF2-40B4-BE49-F238E27FC236}">
                <a16:creationId xmlns:a16="http://schemas.microsoft.com/office/drawing/2014/main" id="{F213951C-A8F3-F5A3-AF7B-CBBAFFB38DF4}"/>
              </a:ext>
            </a:extLst>
          </p:cNvPr>
          <p:cNvSpPr/>
          <p:nvPr/>
        </p:nvSpPr>
        <p:spPr>
          <a:xfrm flipH="1">
            <a:off x="226261" y="5285039"/>
            <a:ext cx="1735155" cy="436961"/>
          </a:xfrm>
          <a:prstGeom prst="accentBorderCallout1">
            <a:avLst>
              <a:gd name="adj1" fmla="val 18750"/>
              <a:gd name="adj2" fmla="val -8333"/>
              <a:gd name="adj3" fmla="val -179649"/>
              <a:gd name="adj4" fmla="val -4769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Position courante</a:t>
            </a:r>
          </a:p>
        </p:txBody>
      </p:sp>
      <p:sp>
        <p:nvSpPr>
          <p:cNvPr id="49" name="Rectangle 48">
            <a:extLst>
              <a:ext uri="{FF2B5EF4-FFF2-40B4-BE49-F238E27FC236}">
                <a16:creationId xmlns:a16="http://schemas.microsoft.com/office/drawing/2014/main" id="{299BFEDB-DFFE-B803-9C49-A866E55786A6}"/>
              </a:ext>
            </a:extLst>
          </p:cNvPr>
          <p:cNvSpPr/>
          <p:nvPr/>
        </p:nvSpPr>
        <p:spPr>
          <a:xfrm>
            <a:off x="2816827" y="4336833"/>
            <a:ext cx="1402743" cy="260635"/>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Rectangle 49">
            <a:extLst>
              <a:ext uri="{FF2B5EF4-FFF2-40B4-BE49-F238E27FC236}">
                <a16:creationId xmlns:a16="http://schemas.microsoft.com/office/drawing/2014/main" id="{7EE7FD7E-D306-41D7-20DA-41609D50084B}"/>
              </a:ext>
            </a:extLst>
          </p:cNvPr>
          <p:cNvSpPr/>
          <p:nvPr/>
        </p:nvSpPr>
        <p:spPr>
          <a:xfrm>
            <a:off x="2828920" y="3631157"/>
            <a:ext cx="1356940" cy="426863"/>
          </a:xfrm>
          <a:custGeom>
            <a:avLst/>
            <a:gdLst>
              <a:gd name="csX0" fmla="*/ 0 w 1356940"/>
              <a:gd name="csY0" fmla="*/ 0 h 426863"/>
              <a:gd name="csX1" fmla="*/ 479452 w 1356940"/>
              <a:gd name="csY1" fmla="*/ 0 h 426863"/>
              <a:gd name="csX2" fmla="*/ 904627 w 1356940"/>
              <a:gd name="csY2" fmla="*/ 0 h 426863"/>
              <a:gd name="csX3" fmla="*/ 1356940 w 1356940"/>
              <a:gd name="csY3" fmla="*/ 0 h 426863"/>
              <a:gd name="csX4" fmla="*/ 1356940 w 1356940"/>
              <a:gd name="csY4" fmla="*/ 426863 h 426863"/>
              <a:gd name="csX5" fmla="*/ 918196 w 1356940"/>
              <a:gd name="csY5" fmla="*/ 426863 h 426863"/>
              <a:gd name="csX6" fmla="*/ 438744 w 1356940"/>
              <a:gd name="csY6" fmla="*/ 426863 h 426863"/>
              <a:gd name="csX7" fmla="*/ 0 w 1356940"/>
              <a:gd name="csY7" fmla="*/ 426863 h 426863"/>
              <a:gd name="csX8" fmla="*/ 0 w 1356940"/>
              <a:gd name="csY8" fmla="*/ 0 h 4268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6940" h="426863"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66126" y="209487"/>
                  <a:pt x="1334543" y="217832"/>
                  <a:pt x="1356940" y="426863"/>
                </a:cubicBezTo>
                <a:cubicBezTo>
                  <a:pt x="1209653" y="451297"/>
                  <a:pt x="1042371" y="401582"/>
                  <a:pt x="918196" y="426863"/>
                </a:cubicBezTo>
                <a:cubicBezTo>
                  <a:pt x="794021" y="452144"/>
                  <a:pt x="535676" y="374443"/>
                  <a:pt x="438744" y="426863"/>
                </a:cubicBezTo>
                <a:cubicBezTo>
                  <a:pt x="341812" y="479283"/>
                  <a:pt x="148450" y="403986"/>
                  <a:pt x="0" y="426863"/>
                </a:cubicBezTo>
                <a:cubicBezTo>
                  <a:pt x="-33977" y="334677"/>
                  <a:pt x="3569" y="193072"/>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1" name="Rectangle 50">
            <a:extLst>
              <a:ext uri="{FF2B5EF4-FFF2-40B4-BE49-F238E27FC236}">
                <a16:creationId xmlns:a16="http://schemas.microsoft.com/office/drawing/2014/main" id="{8622F010-432B-653D-F3E2-E1ED13D4ADE6}"/>
              </a:ext>
            </a:extLst>
          </p:cNvPr>
          <p:cNvSpPr/>
          <p:nvPr/>
        </p:nvSpPr>
        <p:spPr>
          <a:xfrm>
            <a:off x="2806019" y="4111891"/>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2" name="Légende : encadrée à une bordure 51">
            <a:extLst>
              <a:ext uri="{FF2B5EF4-FFF2-40B4-BE49-F238E27FC236}">
                <a16:creationId xmlns:a16="http://schemas.microsoft.com/office/drawing/2014/main" id="{4AB16756-4BA0-5875-5639-5011EC2AAE19}"/>
              </a:ext>
            </a:extLst>
          </p:cNvPr>
          <p:cNvSpPr/>
          <p:nvPr/>
        </p:nvSpPr>
        <p:spPr>
          <a:xfrm flipH="1">
            <a:off x="223224" y="3986436"/>
            <a:ext cx="1751385" cy="454039"/>
          </a:xfrm>
          <a:prstGeom prst="accentBorderCallout1">
            <a:avLst>
              <a:gd name="adj1" fmla="val 18750"/>
              <a:gd name="adj2" fmla="val -8333"/>
              <a:gd name="adj3" fmla="val -27179"/>
              <a:gd name="adj4" fmla="val -47645"/>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Prochains Combats »</a:t>
            </a:r>
          </a:p>
        </p:txBody>
      </p:sp>
      <p:sp>
        <p:nvSpPr>
          <p:cNvPr id="53" name="Légende : encadrée à une bordure 52">
            <a:extLst>
              <a:ext uri="{FF2B5EF4-FFF2-40B4-BE49-F238E27FC236}">
                <a16:creationId xmlns:a16="http://schemas.microsoft.com/office/drawing/2014/main" id="{09BCE489-1688-8FFE-E92F-EA2159D7E7B8}"/>
              </a:ext>
            </a:extLst>
          </p:cNvPr>
          <p:cNvSpPr/>
          <p:nvPr/>
        </p:nvSpPr>
        <p:spPr>
          <a:xfrm flipH="1">
            <a:off x="223224" y="4631910"/>
            <a:ext cx="1730374" cy="461694"/>
          </a:xfrm>
          <a:prstGeom prst="accentBorderCallout1">
            <a:avLst>
              <a:gd name="adj1" fmla="val 18750"/>
              <a:gd name="adj2" fmla="val -8333"/>
              <a:gd name="adj3" fmla="val -92500"/>
              <a:gd name="adj4" fmla="val -49171"/>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Affectations »</a:t>
            </a:r>
          </a:p>
        </p:txBody>
      </p:sp>
      <p:sp>
        <p:nvSpPr>
          <p:cNvPr id="62" name="Rectangle : coins arrondis 61">
            <a:extLst>
              <a:ext uri="{FF2B5EF4-FFF2-40B4-BE49-F238E27FC236}">
                <a16:creationId xmlns:a16="http://schemas.microsoft.com/office/drawing/2014/main" id="{953607BB-9442-2079-0C90-254B1DC90A98}"/>
              </a:ext>
            </a:extLst>
          </p:cNvPr>
          <p:cNvSpPr/>
          <p:nvPr/>
        </p:nvSpPr>
        <p:spPr>
          <a:xfrm>
            <a:off x="6038528" y="3129848"/>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cxnSp>
        <p:nvCxnSpPr>
          <p:cNvPr id="68" name="Connecteur : en angle 10">
            <a:extLst>
              <a:ext uri="{FF2B5EF4-FFF2-40B4-BE49-F238E27FC236}">
                <a16:creationId xmlns:a16="http://schemas.microsoft.com/office/drawing/2014/main" id="{878B3B8F-E63F-BD2D-6EBD-CB8B0166520A}"/>
              </a:ext>
            </a:extLst>
          </p:cNvPr>
          <p:cNvCxnSpPr>
            <a:cxnSpLocks/>
            <a:stCxn id="36" idx="3"/>
            <a:endCxn id="37" idx="1"/>
          </p:cNvCxnSpPr>
          <p:nvPr/>
        </p:nvCxnSpPr>
        <p:spPr>
          <a:xfrm flipV="1">
            <a:off x="7914954" y="1808820"/>
            <a:ext cx="1341771" cy="721177"/>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necteur : en angle 10">
            <a:extLst>
              <a:ext uri="{FF2B5EF4-FFF2-40B4-BE49-F238E27FC236}">
                <a16:creationId xmlns:a16="http://schemas.microsoft.com/office/drawing/2014/main" id="{C2E4F956-B629-5C36-EC78-0293767FC156}"/>
              </a:ext>
            </a:extLst>
          </p:cNvPr>
          <p:cNvCxnSpPr>
            <a:cxnSpLocks/>
            <a:endCxn id="62" idx="1"/>
          </p:cNvCxnSpPr>
          <p:nvPr/>
        </p:nvCxnSpPr>
        <p:spPr>
          <a:xfrm flipV="1">
            <a:off x="4174344" y="3394048"/>
            <a:ext cx="1864184" cy="809804"/>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5" name="Connecteur : en angle 10">
            <a:extLst>
              <a:ext uri="{FF2B5EF4-FFF2-40B4-BE49-F238E27FC236}">
                <a16:creationId xmlns:a16="http://schemas.microsoft.com/office/drawing/2014/main" id="{9D254EBC-91AD-48DA-5DE1-786E96CC1645}"/>
              </a:ext>
            </a:extLst>
          </p:cNvPr>
          <p:cNvCxnSpPr>
            <a:cxnSpLocks/>
          </p:cNvCxnSpPr>
          <p:nvPr/>
        </p:nvCxnSpPr>
        <p:spPr>
          <a:xfrm flipV="1">
            <a:off x="4126185" y="1815368"/>
            <a:ext cx="1892172" cy="1708050"/>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7" name="Connecteur : en angle 10">
            <a:extLst>
              <a:ext uri="{FF2B5EF4-FFF2-40B4-BE49-F238E27FC236}">
                <a16:creationId xmlns:a16="http://schemas.microsoft.com/office/drawing/2014/main" id="{7B514031-19A2-FF6C-2BA9-D74A5193D717}"/>
              </a:ext>
            </a:extLst>
          </p:cNvPr>
          <p:cNvCxnSpPr>
            <a:cxnSpLocks/>
            <a:endCxn id="36" idx="1"/>
          </p:cNvCxnSpPr>
          <p:nvPr/>
        </p:nvCxnSpPr>
        <p:spPr>
          <a:xfrm flipV="1">
            <a:off x="4186040" y="2529997"/>
            <a:ext cx="1852488" cy="1481308"/>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Connecteur : en angle 10">
            <a:extLst>
              <a:ext uri="{FF2B5EF4-FFF2-40B4-BE49-F238E27FC236}">
                <a16:creationId xmlns:a16="http://schemas.microsoft.com/office/drawing/2014/main" id="{046CCF46-7C12-8E11-2DBC-C29BFBB1EC66}"/>
              </a:ext>
            </a:extLst>
          </p:cNvPr>
          <p:cNvCxnSpPr>
            <a:cxnSpLocks/>
            <a:endCxn id="3" idx="1"/>
          </p:cNvCxnSpPr>
          <p:nvPr/>
        </p:nvCxnSpPr>
        <p:spPr>
          <a:xfrm flipV="1">
            <a:off x="4242471" y="4258099"/>
            <a:ext cx="1919882" cy="211994"/>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1" name="Connecteur : en angle 10">
            <a:extLst>
              <a:ext uri="{FF2B5EF4-FFF2-40B4-BE49-F238E27FC236}">
                <a16:creationId xmlns:a16="http://schemas.microsoft.com/office/drawing/2014/main" id="{F2B107B0-4656-2769-D7B9-D6E375032273}"/>
              </a:ext>
            </a:extLst>
          </p:cNvPr>
          <p:cNvCxnSpPr>
            <a:cxnSpLocks/>
            <a:endCxn id="25" idx="1"/>
          </p:cNvCxnSpPr>
          <p:nvPr/>
        </p:nvCxnSpPr>
        <p:spPr>
          <a:xfrm>
            <a:off x="4174229" y="4769093"/>
            <a:ext cx="1988124" cy="353057"/>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FAA0A9C5-1773-0DFE-0ECD-5E3D4CDC3B19}"/>
              </a:ext>
            </a:extLst>
          </p:cNvPr>
          <p:cNvSpPr/>
          <p:nvPr/>
        </p:nvSpPr>
        <p:spPr>
          <a:xfrm>
            <a:off x="2825389" y="4905347"/>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14" name="Légende : encadrée à une bordure 13">
            <a:extLst>
              <a:ext uri="{FF2B5EF4-FFF2-40B4-BE49-F238E27FC236}">
                <a16:creationId xmlns:a16="http://schemas.microsoft.com/office/drawing/2014/main" id="{DD5B86EA-B684-C6D9-2593-6092B9DF40AF}"/>
              </a:ext>
            </a:extLst>
          </p:cNvPr>
          <p:cNvSpPr/>
          <p:nvPr/>
        </p:nvSpPr>
        <p:spPr>
          <a:xfrm flipH="1">
            <a:off x="236417" y="5913437"/>
            <a:ext cx="1717181" cy="461694"/>
          </a:xfrm>
          <a:prstGeom prst="accentBorderCallout1">
            <a:avLst>
              <a:gd name="adj1" fmla="val 18750"/>
              <a:gd name="adj2" fmla="val -8333"/>
              <a:gd name="adj3" fmla="val -199779"/>
              <a:gd name="adj4" fmla="val -48290"/>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Engagements »</a:t>
            </a:r>
          </a:p>
        </p:txBody>
      </p:sp>
      <p:sp>
        <p:nvSpPr>
          <p:cNvPr id="33" name="Rectangle : coins arrondis 32">
            <a:extLst>
              <a:ext uri="{FF2B5EF4-FFF2-40B4-BE49-F238E27FC236}">
                <a16:creationId xmlns:a16="http://schemas.microsoft.com/office/drawing/2014/main" id="{DDEE0534-2E14-3ACC-7EA4-3DCB7C19DBF1}"/>
              </a:ext>
            </a:extLst>
          </p:cNvPr>
          <p:cNvSpPr/>
          <p:nvPr/>
        </p:nvSpPr>
        <p:spPr>
          <a:xfrm>
            <a:off x="6162353" y="5722000"/>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Engagements (choix du groupe)</a:t>
            </a:r>
          </a:p>
        </p:txBody>
      </p:sp>
      <p:sp>
        <p:nvSpPr>
          <p:cNvPr id="35" name="Rectangle : coins arrondis 34">
            <a:extLst>
              <a:ext uri="{FF2B5EF4-FFF2-40B4-BE49-F238E27FC236}">
                <a16:creationId xmlns:a16="http://schemas.microsoft.com/office/drawing/2014/main" id="{14CE2E6C-BEDD-2847-FBC1-14764A9042C1}"/>
              </a:ext>
            </a:extLst>
          </p:cNvPr>
          <p:cNvSpPr/>
          <p:nvPr/>
        </p:nvSpPr>
        <p:spPr>
          <a:xfrm>
            <a:off x="9180525" y="5499048"/>
            <a:ext cx="2028825"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Liste du judokas engagés du groupe</a:t>
            </a:r>
          </a:p>
        </p:txBody>
      </p:sp>
      <p:cxnSp>
        <p:nvCxnSpPr>
          <p:cNvPr id="44" name="Connecteur : en angle 10">
            <a:extLst>
              <a:ext uri="{FF2B5EF4-FFF2-40B4-BE49-F238E27FC236}">
                <a16:creationId xmlns:a16="http://schemas.microsoft.com/office/drawing/2014/main" id="{9EB727D6-5DA8-87B5-58E7-A7B786097F88}"/>
              </a:ext>
            </a:extLst>
          </p:cNvPr>
          <p:cNvCxnSpPr>
            <a:cxnSpLocks/>
            <a:stCxn id="33" idx="3"/>
            <a:endCxn id="35" idx="1"/>
          </p:cNvCxnSpPr>
          <p:nvPr/>
        </p:nvCxnSpPr>
        <p:spPr>
          <a:xfrm flipV="1">
            <a:off x="7791129" y="5763248"/>
            <a:ext cx="1389396" cy="222952"/>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Connecteur : en angle 10">
            <a:extLst>
              <a:ext uri="{FF2B5EF4-FFF2-40B4-BE49-F238E27FC236}">
                <a16:creationId xmlns:a16="http://schemas.microsoft.com/office/drawing/2014/main" id="{2C375E33-F60B-2A42-DF2C-E3DA4EF3762B}"/>
              </a:ext>
            </a:extLst>
          </p:cNvPr>
          <p:cNvCxnSpPr>
            <a:cxnSpLocks/>
            <a:stCxn id="12" idx="3"/>
            <a:endCxn id="33" idx="1"/>
          </p:cNvCxnSpPr>
          <p:nvPr/>
        </p:nvCxnSpPr>
        <p:spPr>
          <a:xfrm>
            <a:off x="4194422" y="5011897"/>
            <a:ext cx="1967931" cy="974303"/>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452728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Se Prépare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pic>
        <p:nvPicPr>
          <p:cNvPr id="12" name="Image 11">
            <a:extLst>
              <a:ext uri="{FF2B5EF4-FFF2-40B4-BE49-F238E27FC236}">
                <a16:creationId xmlns:a16="http://schemas.microsoft.com/office/drawing/2014/main" id="{076E39A2-B229-FE49-FA7D-5687E8153840}"/>
              </a:ext>
            </a:extLst>
          </p:cNvPr>
          <p:cNvPicPr>
            <a:picLocks noChangeAspect="1"/>
          </p:cNvPicPr>
          <p:nvPr/>
        </p:nvPicPr>
        <p:blipFill>
          <a:blip r:embed="rId2"/>
          <a:stretch>
            <a:fillRect/>
          </a:stretch>
        </p:blipFill>
        <p:spPr>
          <a:xfrm>
            <a:off x="3672840" y="2348120"/>
            <a:ext cx="5060691" cy="4009559"/>
          </a:xfrm>
          <a:prstGeom prst="rect">
            <a:avLst/>
          </a:prstGeom>
        </p:spPr>
      </p:pic>
      <p:sp>
        <p:nvSpPr>
          <p:cNvPr id="6" name="Rectangle 5">
            <a:extLst>
              <a:ext uri="{FF2B5EF4-FFF2-40B4-BE49-F238E27FC236}">
                <a16:creationId xmlns:a16="http://schemas.microsoft.com/office/drawing/2014/main" id="{B927D197-EA8C-364D-F076-81E8BA0C3E97}"/>
              </a:ext>
            </a:extLst>
          </p:cNvPr>
          <p:cNvSpPr/>
          <p:nvPr/>
        </p:nvSpPr>
        <p:spPr>
          <a:xfrm>
            <a:off x="3672840" y="3030229"/>
            <a:ext cx="5096510" cy="346836"/>
          </a:xfrm>
          <a:custGeom>
            <a:avLst/>
            <a:gdLst>
              <a:gd name="csX0" fmla="*/ 0 w 5096510"/>
              <a:gd name="csY0" fmla="*/ 0 h 346836"/>
              <a:gd name="csX1" fmla="*/ 668209 w 5096510"/>
              <a:gd name="csY1" fmla="*/ 0 h 346836"/>
              <a:gd name="csX2" fmla="*/ 1132558 w 5096510"/>
              <a:gd name="csY2" fmla="*/ 0 h 346836"/>
              <a:gd name="csX3" fmla="*/ 1596906 w 5096510"/>
              <a:gd name="csY3" fmla="*/ 0 h 346836"/>
              <a:gd name="csX4" fmla="*/ 2265116 w 5096510"/>
              <a:gd name="csY4" fmla="*/ 0 h 346836"/>
              <a:gd name="csX5" fmla="*/ 2882360 w 5096510"/>
              <a:gd name="csY5" fmla="*/ 0 h 346836"/>
              <a:gd name="csX6" fmla="*/ 3448638 w 5096510"/>
              <a:gd name="csY6" fmla="*/ 0 h 346836"/>
              <a:gd name="csX7" fmla="*/ 4065882 w 5096510"/>
              <a:gd name="csY7" fmla="*/ 0 h 346836"/>
              <a:gd name="csX8" fmla="*/ 4479266 w 5096510"/>
              <a:gd name="csY8" fmla="*/ 0 h 346836"/>
              <a:gd name="csX9" fmla="*/ 5096510 w 5096510"/>
              <a:gd name="csY9" fmla="*/ 0 h 346836"/>
              <a:gd name="csX10" fmla="*/ 5096510 w 5096510"/>
              <a:gd name="csY10" fmla="*/ 346836 h 346836"/>
              <a:gd name="csX11" fmla="*/ 4632161 w 5096510"/>
              <a:gd name="csY11" fmla="*/ 346836 h 346836"/>
              <a:gd name="csX12" fmla="*/ 4116848 w 5096510"/>
              <a:gd name="csY12" fmla="*/ 346836 h 346836"/>
              <a:gd name="csX13" fmla="*/ 3703464 w 5096510"/>
              <a:gd name="csY13" fmla="*/ 346836 h 346836"/>
              <a:gd name="csX14" fmla="*/ 3290080 w 5096510"/>
              <a:gd name="csY14" fmla="*/ 346836 h 346836"/>
              <a:gd name="csX15" fmla="*/ 2621871 w 5096510"/>
              <a:gd name="csY15" fmla="*/ 346836 h 346836"/>
              <a:gd name="csX16" fmla="*/ 2004627 w 5096510"/>
              <a:gd name="csY16" fmla="*/ 346836 h 346836"/>
              <a:gd name="csX17" fmla="*/ 1489313 w 5096510"/>
              <a:gd name="csY17" fmla="*/ 346836 h 346836"/>
              <a:gd name="csX18" fmla="*/ 872069 w 5096510"/>
              <a:gd name="csY18" fmla="*/ 346836 h 346836"/>
              <a:gd name="csX19" fmla="*/ 0 w 5096510"/>
              <a:gd name="csY19" fmla="*/ 346836 h 346836"/>
              <a:gd name="csX20" fmla="*/ 0 w 5096510"/>
              <a:gd name="csY20" fmla="*/ 0 h 3468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5096510" h="346836" extrusionOk="0">
                <a:moveTo>
                  <a:pt x="0" y="0"/>
                </a:moveTo>
                <a:cubicBezTo>
                  <a:pt x="196707" y="-25070"/>
                  <a:pt x="346106" y="50751"/>
                  <a:pt x="668209" y="0"/>
                </a:cubicBezTo>
                <a:cubicBezTo>
                  <a:pt x="990312" y="-50751"/>
                  <a:pt x="901286" y="8686"/>
                  <a:pt x="1132558" y="0"/>
                </a:cubicBezTo>
                <a:cubicBezTo>
                  <a:pt x="1363830" y="-8686"/>
                  <a:pt x="1402989" y="13372"/>
                  <a:pt x="1596906" y="0"/>
                </a:cubicBezTo>
                <a:cubicBezTo>
                  <a:pt x="1790823" y="-13372"/>
                  <a:pt x="2105387" y="28608"/>
                  <a:pt x="2265116" y="0"/>
                </a:cubicBezTo>
                <a:cubicBezTo>
                  <a:pt x="2424845" y="-28608"/>
                  <a:pt x="2736156" y="71550"/>
                  <a:pt x="2882360" y="0"/>
                </a:cubicBezTo>
                <a:cubicBezTo>
                  <a:pt x="3028564" y="-71550"/>
                  <a:pt x="3301888" y="3338"/>
                  <a:pt x="3448638" y="0"/>
                </a:cubicBezTo>
                <a:cubicBezTo>
                  <a:pt x="3595388" y="-3338"/>
                  <a:pt x="3872299" y="14516"/>
                  <a:pt x="4065882" y="0"/>
                </a:cubicBezTo>
                <a:cubicBezTo>
                  <a:pt x="4259465" y="-14516"/>
                  <a:pt x="4330763" y="15807"/>
                  <a:pt x="4479266" y="0"/>
                </a:cubicBezTo>
                <a:cubicBezTo>
                  <a:pt x="4627769" y="-15807"/>
                  <a:pt x="4941131" y="23507"/>
                  <a:pt x="5096510" y="0"/>
                </a:cubicBezTo>
                <a:cubicBezTo>
                  <a:pt x="5097167" y="129543"/>
                  <a:pt x="5089054" y="229146"/>
                  <a:pt x="5096510" y="346836"/>
                </a:cubicBezTo>
                <a:cubicBezTo>
                  <a:pt x="4888653" y="386448"/>
                  <a:pt x="4788494" y="308270"/>
                  <a:pt x="4632161" y="346836"/>
                </a:cubicBezTo>
                <a:cubicBezTo>
                  <a:pt x="4475828" y="385402"/>
                  <a:pt x="4269740" y="302110"/>
                  <a:pt x="4116848" y="346836"/>
                </a:cubicBezTo>
                <a:cubicBezTo>
                  <a:pt x="3963956" y="391562"/>
                  <a:pt x="3828218" y="302253"/>
                  <a:pt x="3703464" y="346836"/>
                </a:cubicBezTo>
                <a:cubicBezTo>
                  <a:pt x="3578710" y="391419"/>
                  <a:pt x="3464539" y="327657"/>
                  <a:pt x="3290080" y="346836"/>
                </a:cubicBezTo>
                <a:cubicBezTo>
                  <a:pt x="3115621" y="366015"/>
                  <a:pt x="2763112" y="303125"/>
                  <a:pt x="2621871" y="346836"/>
                </a:cubicBezTo>
                <a:cubicBezTo>
                  <a:pt x="2480630" y="390547"/>
                  <a:pt x="2303090" y="344744"/>
                  <a:pt x="2004627" y="346836"/>
                </a:cubicBezTo>
                <a:cubicBezTo>
                  <a:pt x="1706164" y="348928"/>
                  <a:pt x="1678337" y="346321"/>
                  <a:pt x="1489313" y="346836"/>
                </a:cubicBezTo>
                <a:cubicBezTo>
                  <a:pt x="1300289" y="347351"/>
                  <a:pt x="1083075" y="325852"/>
                  <a:pt x="872069" y="346836"/>
                </a:cubicBezTo>
                <a:cubicBezTo>
                  <a:pt x="661063" y="367820"/>
                  <a:pt x="204870" y="325261"/>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8" name="Légende : encadrée à une bordure 7">
            <a:extLst>
              <a:ext uri="{FF2B5EF4-FFF2-40B4-BE49-F238E27FC236}">
                <a16:creationId xmlns:a16="http://schemas.microsoft.com/office/drawing/2014/main" id="{FDF61AF3-6BD7-BCDC-1C11-63E8B43385D2}"/>
              </a:ext>
            </a:extLst>
          </p:cNvPr>
          <p:cNvSpPr/>
          <p:nvPr/>
        </p:nvSpPr>
        <p:spPr>
          <a:xfrm>
            <a:off x="9768839" y="3886118"/>
            <a:ext cx="1541031" cy="331600"/>
          </a:xfrm>
          <a:prstGeom prst="accentBorderCallout1">
            <a:avLst>
              <a:gd name="adj1" fmla="val 18750"/>
              <a:gd name="adj2" fmla="val -8333"/>
              <a:gd name="adj3" fmla="val -185008"/>
              <a:gd name="adj4" fmla="val -63428"/>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5916464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518396" y="1624662"/>
            <a:ext cx="4305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Prochains Combats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518394" y="1616978"/>
            <a:ext cx="4305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8" name="Rectangle : coins arrondis 7">
            <a:extLst>
              <a:ext uri="{FF2B5EF4-FFF2-40B4-BE49-F238E27FC236}">
                <a16:creationId xmlns:a16="http://schemas.microsoft.com/office/drawing/2014/main" id="{8D289D98-F1FC-01AC-62A2-BB0FAE3B2911}"/>
              </a:ext>
            </a:extLst>
          </p:cNvPr>
          <p:cNvSpPr/>
          <p:nvPr/>
        </p:nvSpPr>
        <p:spPr>
          <a:xfrm>
            <a:off x="5558554" y="1624662"/>
            <a:ext cx="5829064" cy="326737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9" name="Rectangle : coins arrondis 8">
            <a:extLst>
              <a:ext uri="{FF2B5EF4-FFF2-40B4-BE49-F238E27FC236}">
                <a16:creationId xmlns:a16="http://schemas.microsoft.com/office/drawing/2014/main" id="{C70205A8-BD08-727A-A9E4-60EFAAFFB706}"/>
              </a:ext>
            </a:extLst>
          </p:cNvPr>
          <p:cNvSpPr/>
          <p:nvPr/>
        </p:nvSpPr>
        <p:spPr>
          <a:xfrm>
            <a:off x="5558552" y="1624662"/>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13" name="Image 12">
            <a:extLst>
              <a:ext uri="{FF2B5EF4-FFF2-40B4-BE49-F238E27FC236}">
                <a16:creationId xmlns:a16="http://schemas.microsoft.com/office/drawing/2014/main" id="{21E655E8-D480-2178-BCEE-19DFBF76740F}"/>
              </a:ext>
            </a:extLst>
          </p:cNvPr>
          <p:cNvPicPr>
            <a:picLocks noChangeAspect="1"/>
          </p:cNvPicPr>
          <p:nvPr/>
        </p:nvPicPr>
        <p:blipFill>
          <a:blip r:embed="rId2"/>
          <a:stretch>
            <a:fillRect/>
          </a:stretch>
        </p:blipFill>
        <p:spPr>
          <a:xfrm>
            <a:off x="6077877" y="2334641"/>
            <a:ext cx="4790416" cy="2351659"/>
          </a:xfrm>
          <a:prstGeom prst="rect">
            <a:avLst/>
          </a:prstGeom>
        </p:spPr>
      </p:pic>
      <p:pic>
        <p:nvPicPr>
          <p:cNvPr id="16" name="Image 15">
            <a:extLst>
              <a:ext uri="{FF2B5EF4-FFF2-40B4-BE49-F238E27FC236}">
                <a16:creationId xmlns:a16="http://schemas.microsoft.com/office/drawing/2014/main" id="{F7983609-72B1-7B27-A0EC-604BE6F89884}"/>
              </a:ext>
            </a:extLst>
          </p:cNvPr>
          <p:cNvPicPr>
            <a:picLocks noChangeAspect="1"/>
          </p:cNvPicPr>
          <p:nvPr/>
        </p:nvPicPr>
        <p:blipFill>
          <a:blip r:embed="rId3"/>
          <a:stretch>
            <a:fillRect/>
          </a:stretch>
        </p:blipFill>
        <p:spPr>
          <a:xfrm>
            <a:off x="804382" y="2202179"/>
            <a:ext cx="3691418" cy="3876917"/>
          </a:xfrm>
          <a:prstGeom prst="rect">
            <a:avLst/>
          </a:prstGeom>
        </p:spPr>
      </p:pic>
      <p:cxnSp>
        <p:nvCxnSpPr>
          <p:cNvPr id="7" name="Connecteur : en angle 10">
            <a:extLst>
              <a:ext uri="{FF2B5EF4-FFF2-40B4-BE49-F238E27FC236}">
                <a16:creationId xmlns:a16="http://schemas.microsoft.com/office/drawing/2014/main" id="{D226306E-9C5C-372A-32EA-E2690F0737FE}"/>
              </a:ext>
            </a:extLst>
          </p:cNvPr>
          <p:cNvCxnSpPr>
            <a:cxnSpLocks/>
            <a:endCxn id="13" idx="1"/>
          </p:cNvCxnSpPr>
          <p:nvPr/>
        </p:nvCxnSpPr>
        <p:spPr>
          <a:xfrm flipV="1">
            <a:off x="3758103" y="3510471"/>
            <a:ext cx="2319774" cy="2212149"/>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B095DB24-31A9-B718-B21D-77EA54A0D806}"/>
              </a:ext>
            </a:extLst>
          </p:cNvPr>
          <p:cNvSpPr/>
          <p:nvPr/>
        </p:nvSpPr>
        <p:spPr>
          <a:xfrm>
            <a:off x="6019800" y="3202815"/>
            <a:ext cx="4918075" cy="346836"/>
          </a:xfrm>
          <a:custGeom>
            <a:avLst/>
            <a:gdLst>
              <a:gd name="csX0" fmla="*/ 0 w 4918075"/>
              <a:gd name="csY0" fmla="*/ 0 h 346836"/>
              <a:gd name="csX1" fmla="*/ 644814 w 4918075"/>
              <a:gd name="csY1" fmla="*/ 0 h 346836"/>
              <a:gd name="csX2" fmla="*/ 1092906 w 4918075"/>
              <a:gd name="csY2" fmla="*/ 0 h 346836"/>
              <a:gd name="csX3" fmla="*/ 1540997 w 4918075"/>
              <a:gd name="csY3" fmla="*/ 0 h 346836"/>
              <a:gd name="csX4" fmla="*/ 2185811 w 4918075"/>
              <a:gd name="csY4" fmla="*/ 0 h 346836"/>
              <a:gd name="csX5" fmla="*/ 2781445 w 4918075"/>
              <a:gd name="csY5" fmla="*/ 0 h 346836"/>
              <a:gd name="csX6" fmla="*/ 3327897 w 4918075"/>
              <a:gd name="csY6" fmla="*/ 0 h 346836"/>
              <a:gd name="csX7" fmla="*/ 3923531 w 4918075"/>
              <a:gd name="csY7" fmla="*/ 0 h 346836"/>
              <a:gd name="csX8" fmla="*/ 4322441 w 4918075"/>
              <a:gd name="csY8" fmla="*/ 0 h 346836"/>
              <a:gd name="csX9" fmla="*/ 4918075 w 4918075"/>
              <a:gd name="csY9" fmla="*/ 0 h 346836"/>
              <a:gd name="csX10" fmla="*/ 4918075 w 4918075"/>
              <a:gd name="csY10" fmla="*/ 346836 h 346836"/>
              <a:gd name="csX11" fmla="*/ 4469984 w 4918075"/>
              <a:gd name="csY11" fmla="*/ 346836 h 346836"/>
              <a:gd name="csX12" fmla="*/ 3972712 w 4918075"/>
              <a:gd name="csY12" fmla="*/ 346836 h 346836"/>
              <a:gd name="csX13" fmla="*/ 3573801 w 4918075"/>
              <a:gd name="csY13" fmla="*/ 346836 h 346836"/>
              <a:gd name="csX14" fmla="*/ 3174891 w 4918075"/>
              <a:gd name="csY14" fmla="*/ 346836 h 346836"/>
              <a:gd name="csX15" fmla="*/ 2530076 w 4918075"/>
              <a:gd name="csY15" fmla="*/ 346836 h 346836"/>
              <a:gd name="csX16" fmla="*/ 1934443 w 4918075"/>
              <a:gd name="csY16" fmla="*/ 346836 h 346836"/>
              <a:gd name="csX17" fmla="*/ 1437171 w 4918075"/>
              <a:gd name="csY17" fmla="*/ 346836 h 346836"/>
              <a:gd name="csX18" fmla="*/ 841537 w 4918075"/>
              <a:gd name="csY18" fmla="*/ 346836 h 346836"/>
              <a:gd name="csX19" fmla="*/ 0 w 4918075"/>
              <a:gd name="csY19" fmla="*/ 346836 h 346836"/>
              <a:gd name="csX20" fmla="*/ 0 w 4918075"/>
              <a:gd name="csY20" fmla="*/ 0 h 3468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918075" h="346836" extrusionOk="0">
                <a:moveTo>
                  <a:pt x="0" y="0"/>
                </a:moveTo>
                <a:cubicBezTo>
                  <a:pt x="243569" y="-61730"/>
                  <a:pt x="500601" y="47189"/>
                  <a:pt x="644814" y="0"/>
                </a:cubicBezTo>
                <a:cubicBezTo>
                  <a:pt x="789027" y="-47189"/>
                  <a:pt x="999474" y="22714"/>
                  <a:pt x="1092906" y="0"/>
                </a:cubicBezTo>
                <a:cubicBezTo>
                  <a:pt x="1186338" y="-22714"/>
                  <a:pt x="1439291" y="10609"/>
                  <a:pt x="1540997" y="0"/>
                </a:cubicBezTo>
                <a:cubicBezTo>
                  <a:pt x="1642703" y="-10609"/>
                  <a:pt x="1984201" y="16165"/>
                  <a:pt x="2185811" y="0"/>
                </a:cubicBezTo>
                <a:cubicBezTo>
                  <a:pt x="2387421" y="-16165"/>
                  <a:pt x="2590961" y="65770"/>
                  <a:pt x="2781445" y="0"/>
                </a:cubicBezTo>
                <a:cubicBezTo>
                  <a:pt x="2971929" y="-65770"/>
                  <a:pt x="3079267" y="1932"/>
                  <a:pt x="3327897" y="0"/>
                </a:cubicBezTo>
                <a:cubicBezTo>
                  <a:pt x="3576527" y="-1932"/>
                  <a:pt x="3796734" y="43598"/>
                  <a:pt x="3923531" y="0"/>
                </a:cubicBezTo>
                <a:cubicBezTo>
                  <a:pt x="4050328" y="-43598"/>
                  <a:pt x="4158603" y="33907"/>
                  <a:pt x="4322441" y="0"/>
                </a:cubicBezTo>
                <a:cubicBezTo>
                  <a:pt x="4486279" y="-33907"/>
                  <a:pt x="4683704" y="50004"/>
                  <a:pt x="4918075" y="0"/>
                </a:cubicBezTo>
                <a:cubicBezTo>
                  <a:pt x="4918732" y="129543"/>
                  <a:pt x="4910619" y="229146"/>
                  <a:pt x="4918075" y="346836"/>
                </a:cubicBezTo>
                <a:cubicBezTo>
                  <a:pt x="4793431" y="373995"/>
                  <a:pt x="4569951" y="329243"/>
                  <a:pt x="4469984" y="346836"/>
                </a:cubicBezTo>
                <a:cubicBezTo>
                  <a:pt x="4370017" y="364429"/>
                  <a:pt x="4205040" y="315626"/>
                  <a:pt x="3972712" y="346836"/>
                </a:cubicBezTo>
                <a:cubicBezTo>
                  <a:pt x="3740384" y="378046"/>
                  <a:pt x="3726240" y="300975"/>
                  <a:pt x="3573801" y="346836"/>
                </a:cubicBezTo>
                <a:cubicBezTo>
                  <a:pt x="3421362" y="392697"/>
                  <a:pt x="3331135" y="319478"/>
                  <a:pt x="3174891" y="346836"/>
                </a:cubicBezTo>
                <a:cubicBezTo>
                  <a:pt x="3018647" y="374194"/>
                  <a:pt x="2823637" y="289489"/>
                  <a:pt x="2530076" y="346836"/>
                </a:cubicBezTo>
                <a:cubicBezTo>
                  <a:pt x="2236516" y="404183"/>
                  <a:pt x="2196888" y="313953"/>
                  <a:pt x="1934443" y="346836"/>
                </a:cubicBezTo>
                <a:cubicBezTo>
                  <a:pt x="1671998" y="379719"/>
                  <a:pt x="1628146" y="296229"/>
                  <a:pt x="1437171" y="346836"/>
                </a:cubicBezTo>
                <a:cubicBezTo>
                  <a:pt x="1246196" y="397443"/>
                  <a:pt x="1079065" y="329270"/>
                  <a:pt x="841537" y="346836"/>
                </a:cubicBezTo>
                <a:cubicBezTo>
                  <a:pt x="604009" y="364402"/>
                  <a:pt x="359261" y="257195"/>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610727E6-E79C-CE42-7042-CD66628F55E8}"/>
              </a:ext>
            </a:extLst>
          </p:cNvPr>
          <p:cNvSpPr/>
          <p:nvPr/>
        </p:nvSpPr>
        <p:spPr>
          <a:xfrm>
            <a:off x="10363199" y="5025894"/>
            <a:ext cx="1541031" cy="331600"/>
          </a:xfrm>
          <a:prstGeom prst="accentBorderCallout1">
            <a:avLst>
              <a:gd name="adj1" fmla="val 18750"/>
              <a:gd name="adj2" fmla="val -8333"/>
              <a:gd name="adj3" fmla="val -452144"/>
              <a:gd name="adj4" fmla="val -100514"/>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28252302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Affectations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pic>
        <p:nvPicPr>
          <p:cNvPr id="5" name="Image 4">
            <a:extLst>
              <a:ext uri="{FF2B5EF4-FFF2-40B4-BE49-F238E27FC236}">
                <a16:creationId xmlns:a16="http://schemas.microsoft.com/office/drawing/2014/main" id="{299E2910-1D4D-F715-AB09-C6B0203E31BC}"/>
              </a:ext>
            </a:extLst>
          </p:cNvPr>
          <p:cNvPicPr>
            <a:picLocks noChangeAspect="1"/>
          </p:cNvPicPr>
          <p:nvPr/>
        </p:nvPicPr>
        <p:blipFill>
          <a:blip r:embed="rId2"/>
          <a:stretch>
            <a:fillRect/>
          </a:stretch>
        </p:blipFill>
        <p:spPr>
          <a:xfrm>
            <a:off x="3878697" y="2145295"/>
            <a:ext cx="4533900" cy="4207884"/>
          </a:xfrm>
          <a:prstGeom prst="rect">
            <a:avLst/>
          </a:prstGeom>
        </p:spPr>
      </p:pic>
    </p:spTree>
    <p:extLst>
      <p:ext uri="{BB962C8B-B14F-4D97-AF65-F5344CB8AC3E}">
        <p14:creationId xmlns:p14="http://schemas.microsoft.com/office/powerpoint/2010/main" val="20559792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Avancements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221059" y="197278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221057" y="196509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Avancements (choix de catégorie)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4046431" y="1534320"/>
            <a:ext cx="2690096"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4046429" y="1534320"/>
            <a:ext cx="2690098"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catégorie</a:t>
            </a:r>
          </a:p>
        </p:txBody>
      </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2"/>
          <a:stretch>
            <a:fillRect/>
          </a:stretch>
        </p:blipFill>
        <p:spPr>
          <a:xfrm>
            <a:off x="571095" y="2515039"/>
            <a:ext cx="2834168" cy="3194967"/>
          </a:xfrm>
          <a:prstGeom prst="rect">
            <a:avLst/>
          </a:prstGeom>
        </p:spPr>
      </p:pic>
      <p:pic>
        <p:nvPicPr>
          <p:cNvPr id="15" name="Image 14">
            <a:extLst>
              <a:ext uri="{FF2B5EF4-FFF2-40B4-BE49-F238E27FC236}">
                <a16:creationId xmlns:a16="http://schemas.microsoft.com/office/drawing/2014/main" id="{E087A879-379E-56AC-1AF7-F653744646ED}"/>
              </a:ext>
            </a:extLst>
          </p:cNvPr>
          <p:cNvPicPr>
            <a:picLocks noChangeAspect="1"/>
          </p:cNvPicPr>
          <p:nvPr/>
        </p:nvPicPr>
        <p:blipFill>
          <a:blip r:embed="rId3"/>
          <a:stretch>
            <a:fillRect/>
          </a:stretch>
        </p:blipFill>
        <p:spPr>
          <a:xfrm>
            <a:off x="4226822" y="2083601"/>
            <a:ext cx="2270163" cy="2826353"/>
          </a:xfrm>
          <a:prstGeom prst="rect">
            <a:avLst/>
          </a:prstGeom>
        </p:spPr>
      </p:pic>
      <p:sp>
        <p:nvSpPr>
          <p:cNvPr id="16" name="Rectangle : coins arrondis 15">
            <a:extLst>
              <a:ext uri="{FF2B5EF4-FFF2-40B4-BE49-F238E27FC236}">
                <a16:creationId xmlns:a16="http://schemas.microsoft.com/office/drawing/2014/main" id="{EFB40968-59E3-B5AA-6426-D47479177ACF}"/>
              </a:ext>
            </a:extLst>
          </p:cNvPr>
          <p:cNvSpPr/>
          <p:nvPr/>
        </p:nvSpPr>
        <p:spPr>
          <a:xfrm>
            <a:off x="7032172" y="2720037"/>
            <a:ext cx="4938769"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17" name="Rectangle : coins arrondis 16">
            <a:extLst>
              <a:ext uri="{FF2B5EF4-FFF2-40B4-BE49-F238E27FC236}">
                <a16:creationId xmlns:a16="http://schemas.microsoft.com/office/drawing/2014/main" id="{27C9924D-127A-4599-64CD-4C4545D933E9}"/>
              </a:ext>
            </a:extLst>
          </p:cNvPr>
          <p:cNvSpPr/>
          <p:nvPr/>
        </p:nvSpPr>
        <p:spPr>
          <a:xfrm>
            <a:off x="7032170" y="2720037"/>
            <a:ext cx="4938769"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Poule de catégorie</a:t>
            </a:r>
          </a:p>
        </p:txBody>
      </p:sp>
      <p:pic>
        <p:nvPicPr>
          <p:cNvPr id="18" name="Image 17">
            <a:extLst>
              <a:ext uri="{FF2B5EF4-FFF2-40B4-BE49-F238E27FC236}">
                <a16:creationId xmlns:a16="http://schemas.microsoft.com/office/drawing/2014/main" id="{B16364DA-96FA-F0CD-AE6C-E157B021F957}"/>
              </a:ext>
            </a:extLst>
          </p:cNvPr>
          <p:cNvPicPr>
            <a:picLocks noChangeAspect="1"/>
          </p:cNvPicPr>
          <p:nvPr/>
        </p:nvPicPr>
        <p:blipFill>
          <a:blip r:embed="rId4"/>
          <a:stretch>
            <a:fillRect/>
          </a:stretch>
        </p:blipFill>
        <p:spPr>
          <a:xfrm>
            <a:off x="7204249" y="3288701"/>
            <a:ext cx="2660296" cy="1978623"/>
          </a:xfrm>
          <a:prstGeom prst="rect">
            <a:avLst/>
          </a:prstGeom>
        </p:spPr>
      </p:pic>
      <p:pic>
        <p:nvPicPr>
          <p:cNvPr id="19" name="Image 18">
            <a:extLst>
              <a:ext uri="{FF2B5EF4-FFF2-40B4-BE49-F238E27FC236}">
                <a16:creationId xmlns:a16="http://schemas.microsoft.com/office/drawing/2014/main" id="{0C7124AE-7EA4-DB9F-D8BC-2C87D82F528E}"/>
              </a:ext>
            </a:extLst>
          </p:cNvPr>
          <p:cNvPicPr>
            <a:picLocks noChangeAspect="1"/>
          </p:cNvPicPr>
          <p:nvPr/>
        </p:nvPicPr>
        <p:blipFill>
          <a:blip r:embed="rId5"/>
          <a:stretch>
            <a:fillRect/>
          </a:stretch>
        </p:blipFill>
        <p:spPr>
          <a:xfrm>
            <a:off x="9116679" y="4055692"/>
            <a:ext cx="2656626" cy="2010299"/>
          </a:xfrm>
          <a:prstGeom prst="rect">
            <a:avLst/>
          </a:prstGeom>
        </p:spPr>
      </p:pic>
      <p:cxnSp>
        <p:nvCxnSpPr>
          <p:cNvPr id="11" name="Connecteur : en angle 10">
            <a:extLst>
              <a:ext uri="{FF2B5EF4-FFF2-40B4-BE49-F238E27FC236}">
                <a16:creationId xmlns:a16="http://schemas.microsoft.com/office/drawing/2014/main" id="{F5813451-B99C-85D9-890B-7BD6D792A98D}"/>
              </a:ext>
            </a:extLst>
          </p:cNvPr>
          <p:cNvCxnSpPr>
            <a:cxnSpLocks/>
            <a:endCxn id="15" idx="1"/>
          </p:cNvCxnSpPr>
          <p:nvPr/>
        </p:nvCxnSpPr>
        <p:spPr>
          <a:xfrm flipV="1">
            <a:off x="2916791" y="3496778"/>
            <a:ext cx="1310031" cy="1237147"/>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Connecteur : en angle 10">
            <a:extLst>
              <a:ext uri="{FF2B5EF4-FFF2-40B4-BE49-F238E27FC236}">
                <a16:creationId xmlns:a16="http://schemas.microsoft.com/office/drawing/2014/main" id="{49F7FAC1-9236-3A9E-5C30-67587362A919}"/>
              </a:ext>
            </a:extLst>
          </p:cNvPr>
          <p:cNvCxnSpPr>
            <a:cxnSpLocks/>
            <a:endCxn id="18" idx="2"/>
          </p:cNvCxnSpPr>
          <p:nvPr/>
        </p:nvCxnSpPr>
        <p:spPr>
          <a:xfrm>
            <a:off x="2916791" y="4909954"/>
            <a:ext cx="5617606" cy="357370"/>
          </a:xfrm>
          <a:prstGeom prst="curvedConnector4">
            <a:avLst>
              <a:gd name="adj1" fmla="val 20527"/>
              <a:gd name="adj2" fmla="val 163967"/>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Légende : encadrée à une bordure 25">
            <a:extLst>
              <a:ext uri="{FF2B5EF4-FFF2-40B4-BE49-F238E27FC236}">
                <a16:creationId xmlns:a16="http://schemas.microsoft.com/office/drawing/2014/main" id="{6D3D5DAC-84E4-A2D1-6D7D-E05FD8DFE120}"/>
              </a:ext>
            </a:extLst>
          </p:cNvPr>
          <p:cNvSpPr/>
          <p:nvPr/>
        </p:nvSpPr>
        <p:spPr>
          <a:xfrm flipH="1">
            <a:off x="6916917" y="2188659"/>
            <a:ext cx="1921943" cy="331600"/>
          </a:xfrm>
          <a:prstGeom prst="accentBorderCallout1">
            <a:avLst>
              <a:gd name="adj1" fmla="val 18750"/>
              <a:gd name="adj2" fmla="val -8333"/>
              <a:gd name="adj3" fmla="val 535974"/>
              <a:gd name="adj4" fmla="val -72045"/>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Selon la disposition configurée</a:t>
            </a:r>
          </a:p>
        </p:txBody>
      </p:sp>
    </p:spTree>
    <p:extLst>
      <p:ext uri="{BB962C8B-B14F-4D97-AF65-F5344CB8AC3E}">
        <p14:creationId xmlns:p14="http://schemas.microsoft.com/office/powerpoint/2010/main" val="12624137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Classements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1240592" y="197278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1240590" y="196509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Classements (choix de catégorie)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6427681" y="1965098"/>
            <a:ext cx="3678344"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6427679" y="1965098"/>
            <a:ext cx="367834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classement de la catégorie</a:t>
            </a:r>
          </a:p>
        </p:txBody>
      </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2"/>
          <a:stretch>
            <a:fillRect/>
          </a:stretch>
        </p:blipFill>
        <p:spPr>
          <a:xfrm>
            <a:off x="1590628" y="2515039"/>
            <a:ext cx="2834168" cy="3194967"/>
          </a:xfrm>
          <a:prstGeom prst="rect">
            <a:avLst/>
          </a:prstGeom>
        </p:spPr>
      </p:pic>
      <p:cxnSp>
        <p:nvCxnSpPr>
          <p:cNvPr id="11" name="Connecteur : en angle 10">
            <a:extLst>
              <a:ext uri="{FF2B5EF4-FFF2-40B4-BE49-F238E27FC236}">
                <a16:creationId xmlns:a16="http://schemas.microsoft.com/office/drawing/2014/main" id="{F5813451-B99C-85D9-890B-7BD6D792A98D}"/>
              </a:ext>
            </a:extLst>
          </p:cNvPr>
          <p:cNvCxnSpPr>
            <a:cxnSpLocks/>
          </p:cNvCxnSpPr>
          <p:nvPr/>
        </p:nvCxnSpPr>
        <p:spPr>
          <a:xfrm flipV="1">
            <a:off x="3936324" y="3276600"/>
            <a:ext cx="3135075" cy="1457325"/>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8B2F415D-8326-8A03-AE1D-86DD1719AD63}"/>
              </a:ext>
            </a:extLst>
          </p:cNvPr>
          <p:cNvPicPr>
            <a:picLocks noChangeAspect="1"/>
          </p:cNvPicPr>
          <p:nvPr/>
        </p:nvPicPr>
        <p:blipFill>
          <a:blip r:embed="rId3"/>
          <a:stretch>
            <a:fillRect/>
          </a:stretch>
        </p:blipFill>
        <p:spPr>
          <a:xfrm>
            <a:off x="7071399" y="2602235"/>
            <a:ext cx="2390905" cy="2724520"/>
          </a:xfrm>
          <a:prstGeom prst="rect">
            <a:avLst/>
          </a:prstGeom>
        </p:spPr>
      </p:pic>
    </p:spTree>
    <p:extLst>
      <p:ext uri="{BB962C8B-B14F-4D97-AF65-F5344CB8AC3E}">
        <p14:creationId xmlns:p14="http://schemas.microsoft.com/office/powerpoint/2010/main" val="129092888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Engagements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1240592" y="241474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1240590" y="240705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Engagements (choix du groupe)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6427681" y="2407058"/>
            <a:ext cx="3678344"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6427679" y="2407058"/>
            <a:ext cx="367834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Liste du judokas engagés du groupe</a:t>
            </a:r>
          </a:p>
        </p:txBody>
      </p:sp>
      <p:cxnSp>
        <p:nvCxnSpPr>
          <p:cNvPr id="11" name="Connecteur : en angle 10">
            <a:extLst>
              <a:ext uri="{FF2B5EF4-FFF2-40B4-BE49-F238E27FC236}">
                <a16:creationId xmlns:a16="http://schemas.microsoft.com/office/drawing/2014/main" id="{F5813451-B99C-85D9-890B-7BD6D792A98D}"/>
              </a:ext>
            </a:extLst>
          </p:cNvPr>
          <p:cNvCxnSpPr>
            <a:cxnSpLocks/>
          </p:cNvCxnSpPr>
          <p:nvPr/>
        </p:nvCxnSpPr>
        <p:spPr>
          <a:xfrm flipV="1">
            <a:off x="3550920" y="3581400"/>
            <a:ext cx="3764280" cy="1463040"/>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10" name="Image 9">
            <a:extLst>
              <a:ext uri="{FF2B5EF4-FFF2-40B4-BE49-F238E27FC236}">
                <a16:creationId xmlns:a16="http://schemas.microsoft.com/office/drawing/2014/main" id="{0A01C283-6734-4051-C147-A90ACDE558C9}"/>
              </a:ext>
            </a:extLst>
          </p:cNvPr>
          <p:cNvPicPr>
            <a:picLocks noChangeAspect="1"/>
          </p:cNvPicPr>
          <p:nvPr/>
        </p:nvPicPr>
        <p:blipFill>
          <a:blip r:embed="rId2"/>
          <a:stretch>
            <a:fillRect/>
          </a:stretch>
        </p:blipFill>
        <p:spPr>
          <a:xfrm>
            <a:off x="1943012" y="2885598"/>
            <a:ext cx="1947557" cy="3123248"/>
          </a:xfrm>
          <a:prstGeom prst="rect">
            <a:avLst/>
          </a:prstGeom>
        </p:spPr>
      </p:pic>
      <p:pic>
        <p:nvPicPr>
          <p:cNvPr id="15" name="Image 14">
            <a:extLst>
              <a:ext uri="{FF2B5EF4-FFF2-40B4-BE49-F238E27FC236}">
                <a16:creationId xmlns:a16="http://schemas.microsoft.com/office/drawing/2014/main" id="{6622D6F8-F733-8118-2FB6-2C6140A360D4}"/>
              </a:ext>
            </a:extLst>
          </p:cNvPr>
          <p:cNvPicPr>
            <a:picLocks noChangeAspect="1"/>
          </p:cNvPicPr>
          <p:nvPr/>
        </p:nvPicPr>
        <p:blipFill>
          <a:blip r:embed="rId3"/>
          <a:stretch>
            <a:fillRect/>
          </a:stretch>
        </p:blipFill>
        <p:spPr>
          <a:xfrm>
            <a:off x="7381104" y="2932577"/>
            <a:ext cx="1771496" cy="2826068"/>
          </a:xfrm>
          <a:prstGeom prst="rect">
            <a:avLst/>
          </a:prstGeom>
        </p:spPr>
      </p:pic>
      <p:sp>
        <p:nvSpPr>
          <p:cNvPr id="17" name="Légende : encadrée à une bordure 16">
            <a:extLst>
              <a:ext uri="{FF2B5EF4-FFF2-40B4-BE49-F238E27FC236}">
                <a16:creationId xmlns:a16="http://schemas.microsoft.com/office/drawing/2014/main" id="{90A36C5C-3C35-F6B9-A5BF-FF2843189B06}"/>
              </a:ext>
            </a:extLst>
          </p:cNvPr>
          <p:cNvSpPr/>
          <p:nvPr/>
        </p:nvSpPr>
        <p:spPr>
          <a:xfrm flipH="1">
            <a:off x="195796" y="1667897"/>
            <a:ext cx="1838743" cy="622069"/>
          </a:xfrm>
          <a:prstGeom prst="accentBorderCallout1">
            <a:avLst>
              <a:gd name="adj1" fmla="val 18750"/>
              <a:gd name="adj2" fmla="val -8333"/>
              <a:gd name="adj3" fmla="val 332633"/>
              <a:gd name="adj4" fmla="val -36820"/>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Les groupes s’affichent en fonction du niveau de la compétition</a:t>
            </a:r>
          </a:p>
        </p:txBody>
      </p:sp>
      <p:sp>
        <p:nvSpPr>
          <p:cNvPr id="18" name="Légende : encadrée à une bordure 17">
            <a:extLst>
              <a:ext uri="{FF2B5EF4-FFF2-40B4-BE49-F238E27FC236}">
                <a16:creationId xmlns:a16="http://schemas.microsoft.com/office/drawing/2014/main" id="{5B0DE0D3-30A3-096C-3B47-4338CAAFA417}"/>
              </a:ext>
            </a:extLst>
          </p:cNvPr>
          <p:cNvSpPr/>
          <p:nvPr/>
        </p:nvSpPr>
        <p:spPr>
          <a:xfrm flipH="1">
            <a:off x="4864373" y="6008846"/>
            <a:ext cx="1734547" cy="478675"/>
          </a:xfrm>
          <a:prstGeom prst="accentBorderCallout1">
            <a:avLst>
              <a:gd name="adj1" fmla="val 18750"/>
              <a:gd name="adj2" fmla="val -8333"/>
              <a:gd name="adj3" fmla="val -65340"/>
              <a:gd name="adj4" fmla="val -90863"/>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En fonction du mode d’affichage G/P ou 1</a:t>
            </a:r>
            <a:r>
              <a:rPr lang="fr-FR" sz="1050" baseline="30000" dirty="0"/>
              <a:t>er</a:t>
            </a:r>
            <a:r>
              <a:rPr lang="fr-FR" sz="1050" dirty="0"/>
              <a:t>/2</a:t>
            </a:r>
            <a:r>
              <a:rPr lang="fr-FR" sz="1050" baseline="30000" dirty="0"/>
              <a:t>nd</a:t>
            </a:r>
            <a:r>
              <a:rPr lang="fr-FR" sz="1050" dirty="0"/>
              <a:t> </a:t>
            </a:r>
          </a:p>
        </p:txBody>
      </p:sp>
      <p:sp>
        <p:nvSpPr>
          <p:cNvPr id="19" name="Légende : encadrée à une bordure 18">
            <a:extLst>
              <a:ext uri="{FF2B5EF4-FFF2-40B4-BE49-F238E27FC236}">
                <a16:creationId xmlns:a16="http://schemas.microsoft.com/office/drawing/2014/main" id="{5979D410-AE88-188F-2F2A-1733AEB966F8}"/>
              </a:ext>
            </a:extLst>
          </p:cNvPr>
          <p:cNvSpPr/>
          <p:nvPr/>
        </p:nvSpPr>
        <p:spPr>
          <a:xfrm>
            <a:off x="10006229" y="3044166"/>
            <a:ext cx="1591410" cy="478675"/>
          </a:xfrm>
          <a:prstGeom prst="accentBorderCallout1">
            <a:avLst>
              <a:gd name="adj1" fmla="val 18750"/>
              <a:gd name="adj2" fmla="val -8333"/>
              <a:gd name="adj3" fmla="val 186179"/>
              <a:gd name="adj4" fmla="val -68837"/>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Uniquement si affichage de tous les judokas</a:t>
            </a:r>
          </a:p>
        </p:txBody>
      </p:sp>
      <p:sp>
        <p:nvSpPr>
          <p:cNvPr id="20" name="Légende : encadrée à une bordure 19">
            <a:extLst>
              <a:ext uri="{FF2B5EF4-FFF2-40B4-BE49-F238E27FC236}">
                <a16:creationId xmlns:a16="http://schemas.microsoft.com/office/drawing/2014/main" id="{4031B635-70E3-5D48-DC9A-F1E2EA22390A}"/>
              </a:ext>
            </a:extLst>
          </p:cNvPr>
          <p:cNvSpPr/>
          <p:nvPr/>
        </p:nvSpPr>
        <p:spPr>
          <a:xfrm>
            <a:off x="10171975" y="4652702"/>
            <a:ext cx="1591410" cy="478675"/>
          </a:xfrm>
          <a:prstGeom prst="accentBorderCallout1">
            <a:avLst>
              <a:gd name="adj1" fmla="val 18750"/>
              <a:gd name="adj2" fmla="val -8333"/>
              <a:gd name="adj3" fmla="val 186179"/>
              <a:gd name="adj4" fmla="val -68837"/>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Uniquement si affichage de tous les combats</a:t>
            </a:r>
          </a:p>
        </p:txBody>
      </p:sp>
    </p:spTree>
    <p:extLst>
      <p:ext uri="{BB962C8B-B14F-4D97-AF65-F5344CB8AC3E}">
        <p14:creationId xmlns:p14="http://schemas.microsoft.com/office/powerpoint/2010/main" val="98083120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629546D1-D4BD-6415-12F0-5FBDAAE435E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723393" y="2422097"/>
            <a:ext cx="8016505" cy="3997776"/>
          </a:xfrm>
          <a:prstGeom prst="rect">
            <a:avLst/>
          </a:prstGeom>
        </p:spPr>
      </p:pic>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Chambre d’appel</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178146" y="1879903"/>
            <a:ext cx="11786692" cy="4607617"/>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178146" y="1590253"/>
            <a:ext cx="11786692"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a:t>
            </a:r>
          </a:p>
        </p:txBody>
      </p:sp>
      <p:sp>
        <p:nvSpPr>
          <p:cNvPr id="17" name="Légende : encadrée à une bordure 16">
            <a:extLst>
              <a:ext uri="{FF2B5EF4-FFF2-40B4-BE49-F238E27FC236}">
                <a16:creationId xmlns:a16="http://schemas.microsoft.com/office/drawing/2014/main" id="{90A36C5C-3C35-F6B9-A5BF-FF2843189B06}"/>
              </a:ext>
            </a:extLst>
          </p:cNvPr>
          <p:cNvSpPr/>
          <p:nvPr/>
        </p:nvSpPr>
        <p:spPr>
          <a:xfrm flipH="1">
            <a:off x="2777704" y="2099386"/>
            <a:ext cx="1658118" cy="215900"/>
          </a:xfrm>
          <a:prstGeom prst="accentBorderCallout1">
            <a:avLst>
              <a:gd name="adj1" fmla="val 18750"/>
              <a:gd name="adj2" fmla="val -8333"/>
              <a:gd name="adj3" fmla="val 356575"/>
              <a:gd name="adj4" fmla="val -59151"/>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Indicateur de pagination</a:t>
            </a:r>
          </a:p>
        </p:txBody>
      </p:sp>
      <p:sp>
        <p:nvSpPr>
          <p:cNvPr id="18" name="Légende : encadrée à une bordure 17">
            <a:extLst>
              <a:ext uri="{FF2B5EF4-FFF2-40B4-BE49-F238E27FC236}">
                <a16:creationId xmlns:a16="http://schemas.microsoft.com/office/drawing/2014/main" id="{5B0DE0D3-30A3-096C-3B47-4338CAAFA417}"/>
              </a:ext>
            </a:extLst>
          </p:cNvPr>
          <p:cNvSpPr/>
          <p:nvPr/>
        </p:nvSpPr>
        <p:spPr>
          <a:xfrm flipH="1">
            <a:off x="237027" y="5735684"/>
            <a:ext cx="1324354" cy="478675"/>
          </a:xfrm>
          <a:prstGeom prst="accentBorderCallout1">
            <a:avLst>
              <a:gd name="adj1" fmla="val 18750"/>
              <a:gd name="adj2" fmla="val -8333"/>
              <a:gd name="adj3" fmla="val 125687"/>
              <a:gd name="adj4" fmla="val -51781"/>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Chronomètre de temps d’affichage</a:t>
            </a:r>
          </a:p>
        </p:txBody>
      </p:sp>
      <p:sp>
        <p:nvSpPr>
          <p:cNvPr id="19" name="Légende : encadrée à une bordure 18">
            <a:extLst>
              <a:ext uri="{FF2B5EF4-FFF2-40B4-BE49-F238E27FC236}">
                <a16:creationId xmlns:a16="http://schemas.microsoft.com/office/drawing/2014/main" id="{5979D410-AE88-188F-2F2A-1733AEB966F8}"/>
              </a:ext>
            </a:extLst>
          </p:cNvPr>
          <p:cNvSpPr/>
          <p:nvPr/>
        </p:nvSpPr>
        <p:spPr>
          <a:xfrm>
            <a:off x="10087555" y="2205298"/>
            <a:ext cx="1675830" cy="478675"/>
          </a:xfrm>
          <a:prstGeom prst="accentBorderCallout1">
            <a:avLst>
              <a:gd name="adj1" fmla="val 18750"/>
              <a:gd name="adj2" fmla="val -8333"/>
              <a:gd name="adj3" fmla="val 81655"/>
              <a:gd name="adj4" fmla="val -33319"/>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Version et numéro de l’écran</a:t>
            </a:r>
          </a:p>
        </p:txBody>
      </p:sp>
      <p:sp>
        <p:nvSpPr>
          <p:cNvPr id="20" name="Légende : encadrée à une bordure 19">
            <a:extLst>
              <a:ext uri="{FF2B5EF4-FFF2-40B4-BE49-F238E27FC236}">
                <a16:creationId xmlns:a16="http://schemas.microsoft.com/office/drawing/2014/main" id="{4031B635-70E3-5D48-DC9A-F1E2EA22390A}"/>
              </a:ext>
            </a:extLst>
          </p:cNvPr>
          <p:cNvSpPr/>
          <p:nvPr/>
        </p:nvSpPr>
        <p:spPr>
          <a:xfrm flipH="1">
            <a:off x="227162" y="3580610"/>
            <a:ext cx="1324353" cy="725433"/>
          </a:xfrm>
          <a:prstGeom prst="accentBorderCallout1">
            <a:avLst>
              <a:gd name="adj1" fmla="val 18750"/>
              <a:gd name="adj2" fmla="val -8333"/>
              <a:gd name="adj3" fmla="val -1705"/>
              <a:gd name="adj4" fmla="val -17379"/>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N° du combat dans l’ordre de déroulement du tapis</a:t>
            </a:r>
          </a:p>
        </p:txBody>
      </p:sp>
      <p:sp>
        <p:nvSpPr>
          <p:cNvPr id="12" name="Légende : encadrée à une bordure 11">
            <a:extLst>
              <a:ext uri="{FF2B5EF4-FFF2-40B4-BE49-F238E27FC236}">
                <a16:creationId xmlns:a16="http://schemas.microsoft.com/office/drawing/2014/main" id="{244B6B73-20DF-7ABE-6AB5-85D8B959B862}"/>
              </a:ext>
            </a:extLst>
          </p:cNvPr>
          <p:cNvSpPr/>
          <p:nvPr/>
        </p:nvSpPr>
        <p:spPr>
          <a:xfrm>
            <a:off x="10087556" y="2973623"/>
            <a:ext cx="1675830" cy="478675"/>
          </a:xfrm>
          <a:prstGeom prst="accentBorderCallout1">
            <a:avLst>
              <a:gd name="adj1" fmla="val 18750"/>
              <a:gd name="adj2" fmla="val -8333"/>
              <a:gd name="adj3" fmla="val -7112"/>
              <a:gd name="adj4" fmla="val -28704"/>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Selon l’orientation des tapis sélectionnée</a:t>
            </a:r>
          </a:p>
        </p:txBody>
      </p:sp>
      <p:sp>
        <p:nvSpPr>
          <p:cNvPr id="13" name="Légende : encadrée à une bordure 12">
            <a:extLst>
              <a:ext uri="{FF2B5EF4-FFF2-40B4-BE49-F238E27FC236}">
                <a16:creationId xmlns:a16="http://schemas.microsoft.com/office/drawing/2014/main" id="{36CE56EF-431E-6C20-D4B7-E431FE0A8C31}"/>
              </a:ext>
            </a:extLst>
          </p:cNvPr>
          <p:cNvSpPr/>
          <p:nvPr/>
        </p:nvSpPr>
        <p:spPr>
          <a:xfrm>
            <a:off x="10087555" y="3761372"/>
            <a:ext cx="1675830" cy="671974"/>
          </a:xfrm>
          <a:prstGeom prst="accentBorderCallout1">
            <a:avLst>
              <a:gd name="adj1" fmla="val 18750"/>
              <a:gd name="adj2" fmla="val -8333"/>
              <a:gd name="adj3" fmla="val 36535"/>
              <a:gd name="adj4" fmla="val -41058"/>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Selon l’orientation des combats sélectionnée et/ou l’ajustement automatique</a:t>
            </a:r>
          </a:p>
        </p:txBody>
      </p:sp>
    </p:spTree>
    <p:extLst>
      <p:ext uri="{BB962C8B-B14F-4D97-AF65-F5344CB8AC3E}">
        <p14:creationId xmlns:p14="http://schemas.microsoft.com/office/powerpoint/2010/main" val="386463433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Chambre d’appel – Ecran par défaut</a:t>
            </a:r>
          </a:p>
        </p:txBody>
      </p:sp>
      <p:sp>
        <p:nvSpPr>
          <p:cNvPr id="5" name="Espace réservé du texte 4">
            <a:extLst>
              <a:ext uri="{FF2B5EF4-FFF2-40B4-BE49-F238E27FC236}">
                <a16:creationId xmlns:a16="http://schemas.microsoft.com/office/drawing/2014/main" id="{CEA4EB4E-AF57-B438-AAF2-4FF731F0802B}"/>
              </a:ext>
            </a:extLst>
          </p:cNvPr>
          <p:cNvSpPr>
            <a:spLocks noGrp="1"/>
          </p:cNvSpPr>
          <p:nvPr>
            <p:ph type="body" idx="1"/>
          </p:nvPr>
        </p:nvSpPr>
        <p:spPr/>
        <p:txBody>
          <a:bodyPr/>
          <a:lstStyle/>
          <a:p>
            <a:r>
              <a:rPr lang="fr-FR" dirty="0"/>
              <a:t>L’affichage par défaut qui est retourné si un écran n’est pas connu de l’application est configuré comme suit (non modifiable):</a:t>
            </a:r>
          </a:p>
          <a:p>
            <a:pPr lvl="1"/>
            <a:r>
              <a:rPr lang="fr-FR" sz="1800" dirty="0"/>
              <a:t>1 tapis par page,</a:t>
            </a:r>
          </a:p>
          <a:p>
            <a:pPr lvl="1"/>
            <a:r>
              <a:rPr lang="fr-FR" sz="1800" dirty="0"/>
              <a:t>8 combats affichés par page,</a:t>
            </a:r>
          </a:p>
          <a:p>
            <a:pPr lvl="1"/>
            <a:r>
              <a:rPr lang="fr-FR" sz="1800" dirty="0"/>
              <a:t>Disposition du tapis en Colonne,</a:t>
            </a:r>
          </a:p>
          <a:p>
            <a:pPr lvl="1"/>
            <a:r>
              <a:rPr lang="fr-FR" sz="1800" dirty="0"/>
              <a:t>Disposition des combats en Colonne,</a:t>
            </a:r>
          </a:p>
          <a:p>
            <a:pPr lvl="1"/>
            <a:r>
              <a:rPr lang="fr-FR" sz="1800" dirty="0"/>
              <a:t>Ajustement automatique désactivé,</a:t>
            </a:r>
          </a:p>
          <a:p>
            <a:pPr lvl="1"/>
            <a:r>
              <a:rPr lang="fr-FR" sz="1800" dirty="0"/>
              <a:t>Affichage de tous les tapis déclarés de la compétition</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Tree>
    <p:extLst>
      <p:ext uri="{BB962C8B-B14F-4D97-AF65-F5344CB8AC3E}">
        <p14:creationId xmlns:p14="http://schemas.microsoft.com/office/powerpoint/2010/main" val="18357015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929188241"/>
      </p:ext>
    </p:extLst>
  </p:cSld>
  <p:clrMapOvr>
    <a:masterClrMapping/>
  </p:clrMapOvr>
</p:sld>
</file>

<file path=ppt/theme/theme1.xml><?xml version="1.0" encoding="utf-8"?>
<a:theme xmlns:a="http://schemas.openxmlformats.org/drawingml/2006/main" name="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CA8A6674-F4ED-4B61-ABA0-31B973694F17}"/>
    </a:ext>
  </a:extLst>
</a:theme>
</file>

<file path=ppt/theme/theme2.xml><?xml version="1.0" encoding="utf-8"?>
<a:theme xmlns:a="http://schemas.openxmlformats.org/drawingml/2006/main" name="2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3.xml><?xml version="1.0" encoding="utf-8"?>
<a:theme xmlns:a="http://schemas.openxmlformats.org/drawingml/2006/main" name="3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4.xml><?xml version="1.0" encoding="utf-8"?>
<a:theme xmlns:a="http://schemas.openxmlformats.org/drawingml/2006/main" name="4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5d7a3535-6ccc-4381-989f-ae061031b78e" xsi:nil="true"/>
    <lcf76f155ced4ddcb4097134ff3c332f xmlns="f9bf1094-3609-4046-a6fd-76c9c0caa714">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4D69007D53E474D873D1C4BCA1E8F18" ma:contentTypeVersion="15" ma:contentTypeDescription="Crée un document." ma:contentTypeScope="" ma:versionID="b94b5753296409f7397b66632584fdb0">
  <xsd:schema xmlns:xsd="http://www.w3.org/2001/XMLSchema" xmlns:xs="http://www.w3.org/2001/XMLSchema" xmlns:p="http://schemas.microsoft.com/office/2006/metadata/properties" xmlns:ns2="f9bf1094-3609-4046-a6fd-76c9c0caa714" xmlns:ns3="5d7a3535-6ccc-4381-989f-ae061031b78e" targetNamespace="http://schemas.microsoft.com/office/2006/metadata/properties" ma:root="true" ma:fieldsID="fee6db9217be9a70816f6107f4b0cedb" ns2:_="" ns3:_="">
    <xsd:import namespace="f9bf1094-3609-4046-a6fd-76c9c0caa714"/>
    <xsd:import namespace="5d7a3535-6ccc-4381-989f-ae061031b78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9bf1094-3609-4046-a6fd-76c9c0caa7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Balises d’images" ma:readOnly="false" ma:fieldId="{5cf76f15-5ced-4ddc-b409-7134ff3c332f}" ma:taxonomyMulti="true" ma:sspId="4ac12db7-0135-45bb-ac12-848fabb1bcf5"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d7a3535-6ccc-4381-989f-ae061031b78e" elementFormDefault="qualified">
    <xsd:import namespace="http://schemas.microsoft.com/office/2006/documentManagement/types"/>
    <xsd:import namespace="http://schemas.microsoft.com/office/infopath/2007/PartnerControls"/>
    <xsd:element name="SharedWithUsers" ma:index="15"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Partagé avec détails" ma:internalName="SharedWithDetails" ma:readOnly="true">
      <xsd:simpleType>
        <xsd:restriction base="dms:Note">
          <xsd:maxLength value="255"/>
        </xsd:restriction>
      </xsd:simpleType>
    </xsd:element>
    <xsd:element name="TaxCatchAll" ma:index="19" nillable="true" ma:displayName="Taxonomy Catch All Column" ma:hidden="true" ma:list="{7703bd99-27bb-4d1f-985d-473908c9c069}" ma:internalName="TaxCatchAll" ma:showField="CatchAllData" ma:web="5d7a3535-6ccc-4381-989f-ae061031b7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7867E26-7D2E-4C08-8937-A5EDA2DC982A}">
  <ds:schemaRefs>
    <ds:schemaRef ds:uri="http://schemas.microsoft.com/sharepoint/v3/contenttype/forms"/>
  </ds:schemaRefs>
</ds:datastoreItem>
</file>

<file path=customXml/itemProps2.xml><?xml version="1.0" encoding="utf-8"?>
<ds:datastoreItem xmlns:ds="http://schemas.openxmlformats.org/officeDocument/2006/customXml" ds:itemID="{A397F285-9F9C-4CEA-8DC8-CF9392934C5A}">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5d7a3535-6ccc-4381-989f-ae061031b78e"/>
    <ds:schemaRef ds:uri="http://schemas.openxmlformats.org/package/2006/metadata/core-properties"/>
    <ds:schemaRef ds:uri="f9bf1094-3609-4046-a6fd-76c9c0caa714"/>
    <ds:schemaRef ds:uri="http://www.w3.org/XML/1998/namespace"/>
    <ds:schemaRef ds:uri="http://purl.org/dc/dcmitype/"/>
  </ds:schemaRefs>
</ds:datastoreItem>
</file>

<file path=customXml/itemProps3.xml><?xml version="1.0" encoding="utf-8"?>
<ds:datastoreItem xmlns:ds="http://schemas.openxmlformats.org/officeDocument/2006/customXml" ds:itemID="{A23C0DE2-5723-4EBE-BB67-CD0D7BAFEF2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9bf1094-3609-4046-a6fd-76c9c0caa714"/>
    <ds:schemaRef ds:uri="5d7a3535-6ccc-4381-989f-ae061031b78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19540963-e559-4020-8a90-fe8a502c2801}" enabled="1" method="Standard" siteId="{f25493ae-1c98-41d7-8a33-0be75f5fe603}" contentBits="0" removed="0"/>
</clbl:labelList>
</file>

<file path=docProps/app.xml><?xml version="1.0" encoding="utf-8"?>
<Properties xmlns="http://schemas.openxmlformats.org/officeDocument/2006/extended-properties" xmlns:vt="http://schemas.openxmlformats.org/officeDocument/2006/docPropsVTypes">
  <Template>MODELE PRESENTATION FFJDA</Template>
  <TotalTime>11584</TotalTime>
  <Words>4825</Words>
  <Application>Microsoft Office PowerPoint</Application>
  <PresentationFormat>Grand écran</PresentationFormat>
  <Paragraphs>613</Paragraphs>
  <Slides>56</Slides>
  <Notes>0</Notes>
  <HiddenSlides>0</HiddenSlides>
  <MMClips>0</MMClips>
  <ScaleCrop>false</ScaleCrop>
  <HeadingPairs>
    <vt:vector size="6" baseType="variant">
      <vt:variant>
        <vt:lpstr>Polices utilisées</vt:lpstr>
      </vt:variant>
      <vt:variant>
        <vt:i4>8</vt:i4>
      </vt:variant>
      <vt:variant>
        <vt:lpstr>Thème</vt:lpstr>
      </vt:variant>
      <vt:variant>
        <vt:i4>4</vt:i4>
      </vt:variant>
      <vt:variant>
        <vt:lpstr>Titres des diapositives</vt:lpstr>
      </vt:variant>
      <vt:variant>
        <vt:i4>56</vt:i4>
      </vt:variant>
    </vt:vector>
  </HeadingPairs>
  <TitlesOfParts>
    <vt:vector size="68" baseType="lpstr">
      <vt:lpstr>Arial</vt:lpstr>
      <vt:lpstr>Barlow</vt:lpstr>
      <vt:lpstr>Calibri</vt:lpstr>
      <vt:lpstr>Inria Sans</vt:lpstr>
      <vt:lpstr>Inria Sans Light</vt:lpstr>
      <vt:lpstr>Inria Serif</vt:lpstr>
      <vt:lpstr>Montserrat</vt:lpstr>
      <vt:lpstr>Wingdings</vt:lpstr>
      <vt:lpstr>Template FFJDA</vt:lpstr>
      <vt:lpstr>2_Template FFJDA</vt:lpstr>
      <vt:lpstr>3_Template FFJDA</vt:lpstr>
      <vt:lpstr>4_Template FFJDA</vt:lpstr>
      <vt:lpstr>Présentation PowerPoint</vt:lpstr>
      <vt:lpstr>Présentation PowerPoint</vt:lpstr>
      <vt:lpstr>Description générale</vt:lpstr>
      <vt:lpstr>Aperçu du logiciel</vt:lpstr>
      <vt:lpstr>Configuration nécessaire</vt:lpstr>
      <vt:lpstr>Principe de fonctionnement</vt:lpstr>
      <vt:lpstr>Principe de fonctionnement</vt:lpstr>
      <vt:lpstr>Mise en œuvre</vt:lpstr>
      <vt:lpstr>Installation</vt:lpstr>
      <vt:lpstr> Publier une compétition sur le site FFJudo</vt:lpstr>
      <vt:lpstr> Publier une compétition sur un site distant</vt:lpstr>
      <vt:lpstr> Publier une compétition sur le site local</vt:lpstr>
      <vt:lpstr> Publier les écrans d’appel</vt:lpstr>
      <vt:lpstr> Aide à la configuration</vt:lpstr>
      <vt:lpstr> Aide à la configuration – Chambre d’appel</vt:lpstr>
      <vt:lpstr>Ecrans &amp; fonctionnalités</vt:lpstr>
      <vt:lpstr>Ecran Principal</vt:lpstr>
      <vt:lpstr>Ecran Principal – Panneau de commande principal</vt:lpstr>
      <vt:lpstr>Ecran Principal – Panneau de gestion de la génération</vt:lpstr>
      <vt:lpstr>Ecran Principal – Publication locale</vt:lpstr>
      <vt:lpstr>Ecran Principal – Publication distante (config. FFJudo)</vt:lpstr>
      <vt:lpstr>Ecran Principal – Publication distante (config. avancée)</vt:lpstr>
      <vt:lpstr>Test de connexion</vt:lpstr>
      <vt:lpstr>Ecran Principal – publication de la chambre d’appel</vt:lpstr>
      <vt:lpstr>Ecran Principal – Publication sur FFJudo</vt:lpstr>
      <vt:lpstr>Ecran Principal - Compléments</vt:lpstr>
      <vt:lpstr>Ecran principal – Chambre d’appel</vt:lpstr>
      <vt:lpstr>Ecran de connexion à une compétition</vt:lpstr>
      <vt:lpstr>Ecran de Configuration Générale</vt:lpstr>
      <vt:lpstr>Ecran de Configuration – génération Coachs &amp; Public</vt:lpstr>
      <vt:lpstr>Ecran de Configuration – génération Chambre d’appel</vt:lpstr>
      <vt:lpstr>Ecran de Configuration – Recherche d’équipements </vt:lpstr>
      <vt:lpstr>Ecran des statistiques</vt:lpstr>
      <vt:lpstr>Manuel</vt:lpstr>
      <vt:lpstr>Ecran d’information</vt:lpstr>
      <vt:lpstr>Dépannage</vt:lpstr>
      <vt:lpstr>Eléments à contrôler - Génération</vt:lpstr>
      <vt:lpstr>Eléments à contrôler – Publication locale</vt:lpstr>
      <vt:lpstr>Eléments à contrôler – Publication distante</vt:lpstr>
      <vt:lpstr>Eléments à contrôler – Chambre d’appel</vt:lpstr>
      <vt:lpstr>Annexe</vt:lpstr>
      <vt:lpstr>Matrice de compatibilité</vt:lpstr>
      <vt:lpstr>Historique des versions</vt:lpstr>
      <vt:lpstr>Historique des versions (branche 1.x.x.x)</vt:lpstr>
      <vt:lpstr>Communication réseau</vt:lpstr>
      <vt:lpstr>Plan du Site utilisateur</vt:lpstr>
      <vt:lpstr>Plan du Site utilisateur</vt:lpstr>
      <vt:lpstr>Plan du Site utilisateur – Se Prépare</vt:lpstr>
      <vt:lpstr>Plan du Site utilisateur – Prochains Combats</vt:lpstr>
      <vt:lpstr>Plan du Site utilisateur – Affectations</vt:lpstr>
      <vt:lpstr>Plan du Site utilisateur – Avancements</vt:lpstr>
      <vt:lpstr>Plan du Site utilisateur – Classements</vt:lpstr>
      <vt:lpstr>Plan du Site utilisateur – Engagements</vt:lpstr>
      <vt:lpstr>Plan du Site utilisateur – Chambre d’appel</vt:lpstr>
      <vt:lpstr>Chambre d’appel – Ecran par défaut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Gizem  CANER</dc:creator>
  <cp:lastModifiedBy>Daniel GARRIVIER</cp:lastModifiedBy>
  <cp:revision>113</cp:revision>
  <dcterms:created xsi:type="dcterms:W3CDTF">2021-04-26T15:18:08Z</dcterms:created>
  <dcterms:modified xsi:type="dcterms:W3CDTF">2026-04-09T06:25:37Z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0x01010094D69007D53E474D873D1C4BCA1E8F18</vt:lpwstr>
  </property>
  <property fmtid="{D5CDD505-2E9C-101B-9397-08002B2CF9AE}" pid="3" name="MediaServiceImageTags">
    <vt:lpwstr/>
  </property>
  <property fmtid="{D5CDD505-2E9C-101B-9397-08002B2CF9AE}" pid="4" name="MSIP_Label_19540963-e559-4020-8a90-fe8a502c2801_Enabled">
    <vt:lpwstr>true</vt:lpwstr>
  </property>
  <property fmtid="{D5CDD505-2E9C-101B-9397-08002B2CF9AE}" pid="5" name="MSIP_Label_19540963-e559-4020-8a90-fe8a502c2801_SetDate">
    <vt:lpwstr>2025-03-13T07:49:04Z</vt:lpwstr>
  </property>
  <property fmtid="{D5CDD505-2E9C-101B-9397-08002B2CF9AE}" pid="6" name="MSIP_Label_19540963-e559-4020-8a90-fe8a502c2801_Method">
    <vt:lpwstr>Standard</vt:lpwstr>
  </property>
  <property fmtid="{D5CDD505-2E9C-101B-9397-08002B2CF9AE}" pid="7" name="MSIP_Label_19540963-e559-4020-8a90-fe8a502c2801_Name">
    <vt:lpwstr>19540963-e559-4020-8a90-fe8a502c2801</vt:lpwstr>
  </property>
  <property fmtid="{D5CDD505-2E9C-101B-9397-08002B2CF9AE}" pid="8" name="MSIP_Label_19540963-e559-4020-8a90-fe8a502c2801_SiteId">
    <vt:lpwstr>f25493ae-1c98-41d7-8a33-0be75f5fe603</vt:lpwstr>
  </property>
  <property fmtid="{D5CDD505-2E9C-101B-9397-08002B2CF9AE}" pid="9" name="MSIP_Label_19540963-e559-4020-8a90-fe8a502c2801_ActionId">
    <vt:lpwstr>146fb78d-0751-49e2-a4ba-a25cd09bd216</vt:lpwstr>
  </property>
  <property fmtid="{D5CDD505-2E9C-101B-9397-08002B2CF9AE}" pid="10" name="MSIP_Label_19540963-e559-4020-8a90-fe8a502c2801_ContentBits">
    <vt:lpwstr>0</vt:lpwstr>
  </property>
  <property fmtid="{D5CDD505-2E9C-101B-9397-08002B2CF9AE}" pid="11" name="MSIP_Label_19540963-e559-4020-8a90-fe8a502c2801_Tag">
    <vt:lpwstr>10, 3, 0, 1</vt:lpwstr>
  </property>
</Properties>
</file>