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4"/>
    <p:sldMasterId id="2147483772" r:id="rId5"/>
    <p:sldMasterId id="2147483793" r:id="rId6"/>
    <p:sldMasterId id="2147483809" r:id="rId7"/>
  </p:sldMasterIdLst>
  <p:notesMasterIdLst>
    <p:notesMasterId r:id="rId68"/>
  </p:notesMasterIdLst>
  <p:handoutMasterIdLst>
    <p:handoutMasterId r:id="rId69"/>
  </p:handoutMasterIdLst>
  <p:sldIdLst>
    <p:sldId id="293" r:id="rId8"/>
    <p:sldId id="299" r:id="rId9"/>
    <p:sldId id="279" r:id="rId10"/>
    <p:sldId id="300" r:id="rId11"/>
    <p:sldId id="301" r:id="rId12"/>
    <p:sldId id="308" r:id="rId13"/>
    <p:sldId id="345" r:id="rId14"/>
    <p:sldId id="309" r:id="rId15"/>
    <p:sldId id="310" r:id="rId16"/>
    <p:sldId id="341" r:id="rId17"/>
    <p:sldId id="323" r:id="rId18"/>
    <p:sldId id="340" r:id="rId19"/>
    <p:sldId id="346" r:id="rId20"/>
    <p:sldId id="342" r:id="rId21"/>
    <p:sldId id="354" r:id="rId22"/>
    <p:sldId id="307" r:id="rId23"/>
    <p:sldId id="313" r:id="rId24"/>
    <p:sldId id="357" r:id="rId25"/>
    <p:sldId id="317" r:id="rId26"/>
    <p:sldId id="358" r:id="rId27"/>
    <p:sldId id="336" r:id="rId28"/>
    <p:sldId id="361" r:id="rId29"/>
    <p:sldId id="350" r:id="rId30"/>
    <p:sldId id="349" r:id="rId31"/>
    <p:sldId id="337" r:id="rId32"/>
    <p:sldId id="320" r:id="rId33"/>
    <p:sldId id="348" r:id="rId34"/>
    <p:sldId id="314" r:id="rId35"/>
    <p:sldId id="365" r:id="rId36"/>
    <p:sldId id="351" r:id="rId37"/>
    <p:sldId id="315" r:id="rId38"/>
    <p:sldId id="362" r:id="rId39"/>
    <p:sldId id="321" r:id="rId40"/>
    <p:sldId id="322" r:id="rId41"/>
    <p:sldId id="316" r:id="rId42"/>
    <p:sldId id="338" r:id="rId43"/>
    <p:sldId id="339" r:id="rId44"/>
    <p:sldId id="311" r:id="rId45"/>
    <p:sldId id="312" r:id="rId46"/>
    <p:sldId id="334" r:id="rId47"/>
    <p:sldId id="335" r:id="rId48"/>
    <p:sldId id="352" r:id="rId49"/>
    <p:sldId id="303" r:id="rId50"/>
    <p:sldId id="304" r:id="rId51"/>
    <p:sldId id="353" r:id="rId52"/>
    <p:sldId id="306" r:id="rId53"/>
    <p:sldId id="344" r:id="rId54"/>
    <p:sldId id="326" r:id="rId55"/>
    <p:sldId id="363" r:id="rId56"/>
    <p:sldId id="327" r:id="rId57"/>
    <p:sldId id="328" r:id="rId58"/>
    <p:sldId id="330" r:id="rId59"/>
    <p:sldId id="331" r:id="rId60"/>
    <p:sldId id="332" r:id="rId61"/>
    <p:sldId id="343" r:id="rId62"/>
    <p:sldId id="364" r:id="rId63"/>
    <p:sldId id="356" r:id="rId64"/>
    <p:sldId id="355" r:id="rId65"/>
    <p:sldId id="297" r:id="rId66"/>
    <p:sldId id="359" r:id="rId6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F5F7"/>
    <a:srgbClr val="E6332A"/>
    <a:srgbClr val="090095"/>
    <a:srgbClr val="358F6C"/>
    <a:srgbClr val="C79222"/>
    <a:srgbClr val="109648"/>
    <a:srgbClr val="2D6A4F"/>
    <a:srgbClr val="74A57F"/>
    <a:srgbClr val="8D99AE"/>
    <a:srgbClr val="F8F9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994" autoAdjust="0"/>
    <p:restoredTop sz="96005" autoAdjust="0"/>
  </p:normalViewPr>
  <p:slideViewPr>
    <p:cSldViewPr snapToGrid="0">
      <p:cViewPr>
        <p:scale>
          <a:sx n="125" d="100"/>
          <a:sy n="125" d="100"/>
        </p:scale>
        <p:origin x="432" y="-53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7" d="100"/>
          <a:sy n="87" d="100"/>
        </p:scale>
        <p:origin x="3840" y="6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5" Type="http://schemas.openxmlformats.org/officeDocument/2006/relationships/slideMaster" Target="slideMasters/slideMaster2.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handoutMaster" Target="handoutMasters/handoutMaster1.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 Type="http://schemas.openxmlformats.org/officeDocument/2006/relationships/slideMaster" Target="slideMasters/slideMaster4.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C3BF6A08-B74A-44A1-9B6E-638842E0A1B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B8964490-8121-478B-8E6C-0F40F899632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FC9C06B-3A03-409A-B425-472FC6ED632E}" type="datetimeFigureOut">
              <a:rPr lang="fr-FR" smtClean="0"/>
              <a:t>28/09/2026</a:t>
            </a:fld>
            <a:endParaRPr lang="fr-FR"/>
          </a:p>
        </p:txBody>
      </p:sp>
      <p:sp>
        <p:nvSpPr>
          <p:cNvPr id="4" name="Espace réservé du pied de page 3">
            <a:extLst>
              <a:ext uri="{FF2B5EF4-FFF2-40B4-BE49-F238E27FC236}">
                <a16:creationId xmlns:a16="http://schemas.microsoft.com/office/drawing/2014/main" id="{74ADCB54-6559-417C-B0B0-4A1CC58326B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09DC06BD-BA68-43B5-ADD5-0CC16EE49B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ADFDC2C-F50E-4BF3-9C13-9F892CB323EC}" type="slidenum">
              <a:rPr lang="fr-FR" smtClean="0"/>
              <a:t>‹N°›</a:t>
            </a:fld>
            <a:endParaRPr lang="fr-FR"/>
          </a:p>
        </p:txBody>
      </p:sp>
    </p:spTree>
    <p:extLst>
      <p:ext uri="{BB962C8B-B14F-4D97-AF65-F5344CB8AC3E}">
        <p14:creationId xmlns:p14="http://schemas.microsoft.com/office/powerpoint/2010/main" val="32362542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F3F09E-A5E2-4FD2-AA48-324D4F0E8F41}" type="datetimeFigureOut">
              <a:rPr lang="fr"/>
              <a:t>28/09/2026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CAC06C-F8C2-46C2-88FF-6CBC2099D08A}" type="slidenum">
              <a:rPr lang="fr"/>
              <a:t>‹N°›</a:t>
            </a:fld>
            <a:endParaRPr lang="en-US"/>
          </a:p>
        </p:txBody>
      </p:sp>
    </p:spTree>
    <p:extLst>
      <p:ext uri="{BB962C8B-B14F-4D97-AF65-F5344CB8AC3E}">
        <p14:creationId xmlns:p14="http://schemas.microsoft.com/office/powerpoint/2010/main" val="17557796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uverture 1 photo">
    <p:spTree>
      <p:nvGrpSpPr>
        <p:cNvPr id="1" name=""/>
        <p:cNvGrpSpPr/>
        <p:nvPr/>
      </p:nvGrpSpPr>
      <p:grpSpPr>
        <a:xfrm>
          <a:off x="0" y="0"/>
          <a:ext cx="0" cy="0"/>
          <a:chOff x="0" y="0"/>
          <a:chExt cx="0" cy="0"/>
        </a:xfrm>
      </p:grpSpPr>
      <p:sp>
        <p:nvSpPr>
          <p:cNvPr id="6" name="Espace réservé pour une image  5">
            <a:extLst>
              <a:ext uri="{FF2B5EF4-FFF2-40B4-BE49-F238E27FC236}">
                <a16:creationId xmlns:a16="http://schemas.microsoft.com/office/drawing/2014/main" id="{2A786D32-B8DC-4CF3-A03E-BF4E357A1884}"/>
              </a:ext>
            </a:extLst>
          </p:cNvPr>
          <p:cNvSpPr>
            <a:spLocks noGrp="1"/>
          </p:cNvSpPr>
          <p:nvPr>
            <p:ph type="pic" sz="quarter" idx="15" hasCustomPrompt="1"/>
          </p:nvPr>
        </p:nvSpPr>
        <p:spPr>
          <a:xfrm>
            <a:off x="0" y="0"/>
            <a:ext cx="12191999" cy="6858000"/>
          </a:xfrm>
          <a:prstGeom prst="rect">
            <a:avLst/>
          </a:prstGeom>
        </p:spPr>
        <p:txBody>
          <a:bodyPr/>
          <a:lstStyle>
            <a:lvl1pPr marL="76200" marR="0" indent="0" algn="l" defTabSz="914400" rtl="0" eaLnBrk="1" fontAlgn="auto" latinLnBrk="0" hangingPunct="1">
              <a:lnSpc>
                <a:spcPct val="115000"/>
              </a:lnSpc>
              <a:spcBef>
                <a:spcPts val="0"/>
              </a:spcBef>
              <a:spcAft>
                <a:spcPts val="0"/>
              </a:spcAft>
              <a:buClr>
                <a:schemeClr val="bg2">
                  <a:lumMod val="90000"/>
                </a:schemeClr>
              </a:buClr>
              <a:buSzPts val="2400"/>
              <a:buFont typeface="+mj-lt"/>
              <a:buNone/>
              <a:tabLst/>
              <a:defRPr/>
            </a:lvl1pPr>
          </a:lstStyle>
          <a:p>
            <a:pPr marL="533400" marR="0" lvl="0" indent="-457200" algn="l" defTabSz="914400" rtl="0" eaLnBrk="1" fontAlgn="auto" latinLnBrk="0" hangingPunct="1">
              <a:lnSpc>
                <a:spcPct val="115000"/>
              </a:lnSpc>
              <a:spcBef>
                <a:spcPts val="0"/>
              </a:spcBef>
              <a:spcAft>
                <a:spcPts val="0"/>
              </a:spcAft>
              <a:buClr>
                <a:schemeClr val="bg2">
                  <a:lumMod val="90000"/>
                </a:schemeClr>
              </a:buClr>
              <a:buSzPts val="2400"/>
              <a:buFont typeface="+mj-lt"/>
              <a:buAutoNum type="arabicPeriod"/>
              <a:tabLst/>
              <a:defRPr/>
            </a:pPr>
            <a:r>
              <a:rPr lang="fr-FR" dirty="0"/>
              <a:t>Cliquez. Onglet « Insertion », image.</a:t>
            </a:r>
          </a:p>
          <a:p>
            <a:endParaRPr lang="fr-FR" dirty="0"/>
          </a:p>
          <a:p>
            <a:endParaRPr lang="fr-FR" dirty="0"/>
          </a:p>
        </p:txBody>
      </p:sp>
      <p:sp>
        <p:nvSpPr>
          <p:cNvPr id="5" name="Google Shape;32;p6">
            <a:extLst>
              <a:ext uri="{FF2B5EF4-FFF2-40B4-BE49-F238E27FC236}">
                <a16:creationId xmlns:a16="http://schemas.microsoft.com/office/drawing/2014/main" id="{3C3BCCE2-128B-4D81-8DD0-DB4B9C94D878}"/>
              </a:ext>
            </a:extLst>
          </p:cNvPr>
          <p:cNvSpPr txBox="1">
            <a:spLocks noGrp="1"/>
          </p:cNvSpPr>
          <p:nvPr>
            <p:ph type="sldNum" idx="4"/>
          </p:nvPr>
        </p:nvSpPr>
        <p:spPr>
          <a:xfrm>
            <a:off x="11264174" y="6154296"/>
            <a:ext cx="731600" cy="524800"/>
          </a:xfrm>
          <a:prstGeom prst="rect">
            <a:avLst/>
          </a:prstGeom>
          <a:ln>
            <a:noFill/>
          </a:ln>
        </p:spPr>
        <p:txBody>
          <a:bodyPr spcFirstLastPara="1" wrap="square" lIns="0" tIns="0" rIns="0" bIns="0" anchor="ctr" anchorCtr="0">
            <a:noAutofit/>
          </a:bodyPr>
          <a:lstStyle>
            <a:lvl1pPr lvl="0" algn="r" rtl="0">
              <a:buNone/>
              <a:defRPr>
                <a:solidFill>
                  <a:schemeClr val="bg1">
                    <a:lumMod val="50000"/>
                  </a:schemeClr>
                </a:solidFill>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fr-FR" smtClean="0"/>
              <a:pPr/>
              <a:t>‹N°›</a:t>
            </a:fld>
            <a:endParaRPr lang="fr-FR" dirty="0"/>
          </a:p>
        </p:txBody>
      </p:sp>
    </p:spTree>
    <p:extLst>
      <p:ext uri="{BB962C8B-B14F-4D97-AF65-F5344CB8AC3E}">
        <p14:creationId xmlns:p14="http://schemas.microsoft.com/office/powerpoint/2010/main" val="34369387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 1 colonne">
    <p:spTree>
      <p:nvGrpSpPr>
        <p:cNvPr id="1" name=""/>
        <p:cNvGrpSpPr/>
        <p:nvPr/>
      </p:nvGrpSpPr>
      <p:grpSpPr>
        <a:xfrm>
          <a:off x="0" y="0"/>
          <a:ext cx="0" cy="0"/>
          <a:chOff x="0" y="0"/>
          <a:chExt cx="0" cy="0"/>
        </a:xfrm>
      </p:grpSpPr>
      <p:sp>
        <p:nvSpPr>
          <p:cNvPr id="6" name="Google Shape;24;p5">
            <a:extLst>
              <a:ext uri="{FF2B5EF4-FFF2-40B4-BE49-F238E27FC236}">
                <a16:creationId xmlns:a16="http://schemas.microsoft.com/office/drawing/2014/main" id="{C284A3EA-7B9F-9548-A79F-56A77020B34B}"/>
              </a:ext>
            </a:extLst>
          </p:cNvPr>
          <p:cNvSpPr txBox="1">
            <a:spLocks noGrp="1"/>
          </p:cNvSpPr>
          <p:nvPr>
            <p:ph type="title" hasCustomPrompt="1"/>
          </p:nvPr>
        </p:nvSpPr>
        <p:spPr>
          <a:xfrm>
            <a:off x="980322" y="632344"/>
            <a:ext cx="9911200" cy="528400"/>
          </a:xfrm>
          <a:prstGeom prst="rect">
            <a:avLst/>
          </a:prstGeom>
        </p:spPr>
        <p:txBody>
          <a:bodyPr spcFirstLastPara="1" wrap="square" lIns="0" tIns="0" rIns="0" bIns="0" anchor="ctr" anchorCtr="0">
            <a:noAutofit/>
          </a:bodyPr>
          <a:lstStyle>
            <a:lvl1pPr marL="0" marR="0" lvl="0" indent="0" algn="l" defTabSz="914400" rtl="0" eaLnBrk="1" fontAlgn="auto" latinLnBrk="0" hangingPunct="1">
              <a:lnSpc>
                <a:spcPct val="90000"/>
              </a:lnSpc>
              <a:spcBef>
                <a:spcPts val="0"/>
              </a:spcBef>
              <a:spcAft>
                <a:spcPts val="0"/>
              </a:spcAft>
              <a:buClrTx/>
              <a:buSzPts val="3200"/>
              <a:buFontTx/>
              <a:buNone/>
              <a:tabLst/>
              <a:defRPr sz="2400" b="1">
                <a:solidFill>
                  <a:srgbClr val="090095"/>
                </a:solidFill>
                <a:latin typeface="Montserrat" panose="00000800000000000000" pitchFamily="2" charset="0"/>
                <a:cs typeface="Calibri" panose="020F0502020204030204" pitchFamily="34" charset="0"/>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r>
              <a:rPr lang="fr-FR" dirty="0"/>
              <a:t>Cliquez pour ajouter le titre</a:t>
            </a:r>
            <a:endParaRPr dirty="0"/>
          </a:p>
        </p:txBody>
      </p:sp>
      <p:sp>
        <p:nvSpPr>
          <p:cNvPr id="11" name="Google Shape;25;p5">
            <a:extLst>
              <a:ext uri="{FF2B5EF4-FFF2-40B4-BE49-F238E27FC236}">
                <a16:creationId xmlns:a16="http://schemas.microsoft.com/office/drawing/2014/main" id="{2826C7D5-715F-C342-A531-BB29611AD169}"/>
              </a:ext>
            </a:extLst>
          </p:cNvPr>
          <p:cNvSpPr txBox="1">
            <a:spLocks noGrp="1"/>
          </p:cNvSpPr>
          <p:nvPr>
            <p:ph type="body" idx="1" hasCustomPrompt="1"/>
          </p:nvPr>
        </p:nvSpPr>
        <p:spPr>
          <a:xfrm>
            <a:off x="980322" y="1858076"/>
            <a:ext cx="9911200" cy="4045200"/>
          </a:xfrm>
          <a:prstGeom prst="rect">
            <a:avLst/>
          </a:prstGeom>
        </p:spPr>
        <p:txBody>
          <a:bodyPr spcFirstLastPara="1" wrap="square" lIns="0" tIns="0" rIns="0" bIns="0" anchor="t" anchorCtr="0">
            <a:noAutofit/>
          </a:bodyPr>
          <a:lstStyle>
            <a:lvl1pPr marL="609585" lvl="0" indent="-507987" rtl="0">
              <a:spcBef>
                <a:spcPts val="0"/>
              </a:spcBef>
              <a:spcAft>
                <a:spcPts val="0"/>
              </a:spcAft>
              <a:buClr>
                <a:schemeClr val="tx1">
                  <a:lumMod val="50000"/>
                  <a:lumOff val="50000"/>
                </a:schemeClr>
              </a:buClr>
              <a:buSzPts val="2400"/>
              <a:buFont typeface="Inria Sans Light"/>
              <a:buChar char="▸"/>
              <a:defRPr sz="2000">
                <a:solidFill>
                  <a:schemeClr val="tx1">
                    <a:lumMod val="85000"/>
                    <a:lumOff val="15000"/>
                  </a:schemeClr>
                </a:solidFill>
                <a:latin typeface="Barlow"/>
              </a:defRPr>
            </a:lvl1pPr>
            <a:lvl2pPr marL="1219170" lvl="1" indent="-507987" rtl="0">
              <a:spcBef>
                <a:spcPts val="800"/>
              </a:spcBef>
              <a:spcAft>
                <a:spcPts val="0"/>
              </a:spcAft>
              <a:buSzPts val="2400"/>
              <a:buChar char="▹"/>
              <a:defRPr/>
            </a:lvl2pPr>
            <a:lvl3pPr marL="1828754" lvl="2" indent="-507987" rtl="0">
              <a:spcBef>
                <a:spcPts val="800"/>
              </a:spcBef>
              <a:spcAft>
                <a:spcPts val="0"/>
              </a:spcAft>
              <a:buSzPts val="2400"/>
              <a:buChar char="■"/>
              <a:defRPr/>
            </a:lvl3pPr>
            <a:lvl4pPr marL="2438339" lvl="3" indent="-507987" rtl="0">
              <a:spcBef>
                <a:spcPts val="800"/>
              </a:spcBef>
              <a:spcAft>
                <a:spcPts val="0"/>
              </a:spcAft>
              <a:buSzPts val="2400"/>
              <a:buChar char="●"/>
              <a:defRPr/>
            </a:lvl4pPr>
            <a:lvl5pPr marL="3047924" lvl="4" indent="-507987" rtl="0">
              <a:spcBef>
                <a:spcPts val="800"/>
              </a:spcBef>
              <a:spcAft>
                <a:spcPts val="0"/>
              </a:spcAft>
              <a:buSzPts val="2400"/>
              <a:buChar char="○"/>
              <a:defRPr/>
            </a:lvl5pPr>
            <a:lvl6pPr marL="3657509" lvl="5" indent="-507987" rtl="0">
              <a:spcBef>
                <a:spcPts val="800"/>
              </a:spcBef>
              <a:spcAft>
                <a:spcPts val="0"/>
              </a:spcAft>
              <a:buSzPts val="2400"/>
              <a:buChar char="■"/>
              <a:defRPr/>
            </a:lvl6pPr>
            <a:lvl7pPr marL="4267093" lvl="6" indent="-507987" rtl="0">
              <a:spcBef>
                <a:spcPts val="800"/>
              </a:spcBef>
              <a:spcAft>
                <a:spcPts val="0"/>
              </a:spcAft>
              <a:buSzPts val="2400"/>
              <a:buChar char="●"/>
              <a:defRPr/>
            </a:lvl7pPr>
            <a:lvl8pPr marL="4876678" lvl="7" indent="-507987" rtl="0">
              <a:spcBef>
                <a:spcPts val="800"/>
              </a:spcBef>
              <a:spcAft>
                <a:spcPts val="0"/>
              </a:spcAft>
              <a:buSzPts val="2400"/>
              <a:buChar char="○"/>
              <a:defRPr/>
            </a:lvl8pPr>
            <a:lvl9pPr marL="5486263" lvl="8" indent="-507987" rtl="0">
              <a:spcBef>
                <a:spcPts val="800"/>
              </a:spcBef>
              <a:spcAft>
                <a:spcPts val="800"/>
              </a:spcAft>
              <a:buSzPts val="2400"/>
              <a:buChar char="■"/>
              <a:defRPr/>
            </a:lvl9pPr>
          </a:lstStyle>
          <a:p>
            <a:r>
              <a:rPr lang="fr-FR" dirty="0"/>
              <a:t>Cliquez pour ajouter du texte</a:t>
            </a:r>
            <a:endParaRPr dirty="0"/>
          </a:p>
        </p:txBody>
      </p:sp>
      <p:cxnSp>
        <p:nvCxnSpPr>
          <p:cNvPr id="21" name="Connecteur droit 20">
            <a:extLst>
              <a:ext uri="{FF2B5EF4-FFF2-40B4-BE49-F238E27FC236}">
                <a16:creationId xmlns:a16="http://schemas.microsoft.com/office/drawing/2014/main" id="{37AA6426-FF56-5345-B69C-CE78C4C36E1C}"/>
              </a:ext>
            </a:extLst>
          </p:cNvPr>
          <p:cNvCxnSpPr>
            <a:cxnSpLocks/>
          </p:cNvCxnSpPr>
          <p:nvPr userDrawn="1"/>
        </p:nvCxnSpPr>
        <p:spPr>
          <a:xfrm>
            <a:off x="162525" y="913250"/>
            <a:ext cx="612000" cy="0"/>
          </a:xfrm>
          <a:prstGeom prst="line">
            <a:avLst/>
          </a:prstGeom>
          <a:ln w="76200">
            <a:solidFill>
              <a:srgbClr val="E7302A"/>
            </a:solidFill>
          </a:ln>
        </p:spPr>
        <p:style>
          <a:lnRef idx="1">
            <a:schemeClr val="accent1"/>
          </a:lnRef>
          <a:fillRef idx="0">
            <a:schemeClr val="accent1"/>
          </a:fillRef>
          <a:effectRef idx="0">
            <a:schemeClr val="accent1"/>
          </a:effectRef>
          <a:fontRef idx="minor">
            <a:schemeClr val="tx1"/>
          </a:fontRef>
        </p:style>
      </p:cxnSp>
      <p:sp>
        <p:nvSpPr>
          <p:cNvPr id="7" name="Google Shape;32;p6">
            <a:extLst>
              <a:ext uri="{FF2B5EF4-FFF2-40B4-BE49-F238E27FC236}">
                <a16:creationId xmlns:a16="http://schemas.microsoft.com/office/drawing/2014/main" id="{29785BF0-08BC-462A-855B-5755C4E6591D}"/>
              </a:ext>
            </a:extLst>
          </p:cNvPr>
          <p:cNvSpPr txBox="1">
            <a:spLocks noGrp="1"/>
          </p:cNvSpPr>
          <p:nvPr>
            <p:ph type="sldNum" idx="4"/>
          </p:nvPr>
        </p:nvSpPr>
        <p:spPr>
          <a:xfrm>
            <a:off x="11264174" y="6154296"/>
            <a:ext cx="731600" cy="524800"/>
          </a:xfrm>
          <a:prstGeom prst="rect">
            <a:avLst/>
          </a:prstGeom>
          <a:ln>
            <a:noFill/>
          </a:ln>
        </p:spPr>
        <p:txBody>
          <a:bodyPr spcFirstLastPara="1" wrap="square" lIns="0" tIns="0" rIns="0" bIns="0" anchor="ctr" anchorCtr="0">
            <a:noAutofit/>
          </a:bodyPr>
          <a:lstStyle>
            <a:lvl1pPr lvl="0" algn="r" rtl="0">
              <a:buNone/>
              <a:defRPr>
                <a:solidFill>
                  <a:schemeClr val="bg1">
                    <a:lumMod val="50000"/>
                  </a:schemeClr>
                </a:solidFill>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fr-FR" smtClean="0"/>
              <a:pPr/>
              <a:t>‹N°›</a:t>
            </a:fld>
            <a:endParaRPr lang="fr-FR" dirty="0"/>
          </a:p>
        </p:txBody>
      </p:sp>
      <p:sp>
        <p:nvSpPr>
          <p:cNvPr id="9" name="Espace réservé du texte 2">
            <a:extLst>
              <a:ext uri="{FF2B5EF4-FFF2-40B4-BE49-F238E27FC236}">
                <a16:creationId xmlns:a16="http://schemas.microsoft.com/office/drawing/2014/main" id="{3B80D67E-28DB-4394-B395-81B405A6F3CE}"/>
              </a:ext>
            </a:extLst>
          </p:cNvPr>
          <p:cNvSpPr>
            <a:spLocks noGrp="1"/>
          </p:cNvSpPr>
          <p:nvPr>
            <p:ph type="body" sz="quarter" idx="15" hasCustomPrompt="1"/>
          </p:nvPr>
        </p:nvSpPr>
        <p:spPr>
          <a:xfrm>
            <a:off x="0" y="176997"/>
            <a:ext cx="5833582" cy="325919"/>
          </a:xfrm>
          <a:prstGeom prst="rect">
            <a:avLst/>
          </a:prstGeom>
        </p:spPr>
        <p:txBody>
          <a:bodyPr/>
          <a:lstStyle>
            <a:lvl1pPr marL="76200" indent="0">
              <a:buNone/>
              <a:defRPr sz="1500" b="1" i="1">
                <a:solidFill>
                  <a:schemeClr val="tx1">
                    <a:lumMod val="85000"/>
                    <a:lumOff val="15000"/>
                  </a:schemeClr>
                </a:solidFill>
                <a:latin typeface="Barlow"/>
              </a:defRPr>
            </a:lvl1pPr>
          </a:lstStyle>
          <a:p>
            <a:pPr lvl="0"/>
            <a:r>
              <a:rPr lang="fr-FR" dirty="0"/>
              <a:t>Cliquez ici pour du texte</a:t>
            </a:r>
          </a:p>
        </p:txBody>
      </p:sp>
    </p:spTree>
    <p:extLst>
      <p:ext uri="{BB962C8B-B14F-4D97-AF65-F5344CB8AC3E}">
        <p14:creationId xmlns:p14="http://schemas.microsoft.com/office/powerpoint/2010/main" val="2044303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hapitre">
    <p:spTree>
      <p:nvGrpSpPr>
        <p:cNvPr id="1" name=""/>
        <p:cNvGrpSpPr/>
        <p:nvPr/>
      </p:nvGrpSpPr>
      <p:grpSpPr>
        <a:xfrm>
          <a:off x="0" y="0"/>
          <a:ext cx="0" cy="0"/>
          <a:chOff x="0" y="0"/>
          <a:chExt cx="0" cy="0"/>
        </a:xfrm>
      </p:grpSpPr>
      <p:sp>
        <p:nvSpPr>
          <p:cNvPr id="6" name="Google Shape;14;p3">
            <a:extLst>
              <a:ext uri="{FF2B5EF4-FFF2-40B4-BE49-F238E27FC236}">
                <a16:creationId xmlns:a16="http://schemas.microsoft.com/office/drawing/2014/main" id="{57E06FC8-0DA7-554E-A78A-2A68CA53BA98}"/>
              </a:ext>
            </a:extLst>
          </p:cNvPr>
          <p:cNvSpPr/>
          <p:nvPr userDrawn="1"/>
        </p:nvSpPr>
        <p:spPr>
          <a:xfrm>
            <a:off x="1882816" y="2324111"/>
            <a:ext cx="8426369" cy="2209779"/>
          </a:xfrm>
          <a:prstGeom prst="rect">
            <a:avLst/>
          </a:prstGeom>
          <a:noFill/>
          <a:ln w="38100">
            <a:solidFill>
              <a:schemeClr val="bg1"/>
            </a:solidFill>
          </a:ln>
          <a:effectLst>
            <a:outerShdw blurRad="271463" dist="66675" algn="bl" rotWithShape="0">
              <a:schemeClr val="dk1">
                <a:alpha val="3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Titre 1">
            <a:extLst>
              <a:ext uri="{FF2B5EF4-FFF2-40B4-BE49-F238E27FC236}">
                <a16:creationId xmlns:a16="http://schemas.microsoft.com/office/drawing/2014/main" id="{D7589303-CBC2-E045-81CC-E4BBE5EED767}"/>
              </a:ext>
            </a:extLst>
          </p:cNvPr>
          <p:cNvSpPr>
            <a:spLocks noGrp="1"/>
          </p:cNvSpPr>
          <p:nvPr>
            <p:ph type="title"/>
          </p:nvPr>
        </p:nvSpPr>
        <p:spPr>
          <a:xfrm>
            <a:off x="3207354" y="2898055"/>
            <a:ext cx="7101830" cy="530945"/>
          </a:xfrm>
          <a:prstGeom prst="rect">
            <a:avLst/>
          </a:prstGeom>
          <a:noFill/>
        </p:spPr>
        <p:txBody>
          <a:bodyPr>
            <a:noAutofit/>
          </a:bodyPr>
          <a:lstStyle>
            <a:lvl1pPr algn="ctr">
              <a:defRPr sz="4000" b="1">
                <a:solidFill>
                  <a:schemeClr val="bg1"/>
                </a:solidFill>
                <a:latin typeface="Montserrat" panose="00000800000000000000" pitchFamily="2" charset="0"/>
              </a:defRPr>
            </a:lvl1pPr>
          </a:lstStyle>
          <a:p>
            <a:r>
              <a:rPr lang="fr-FR"/>
              <a:t>Modifiez le style du titre</a:t>
            </a:r>
            <a:endParaRPr lang="fr-FR" dirty="0"/>
          </a:p>
        </p:txBody>
      </p:sp>
      <p:sp>
        <p:nvSpPr>
          <p:cNvPr id="17" name="Espace réservé du contenu 2">
            <a:extLst>
              <a:ext uri="{FF2B5EF4-FFF2-40B4-BE49-F238E27FC236}">
                <a16:creationId xmlns:a16="http://schemas.microsoft.com/office/drawing/2014/main" id="{4D2CDF79-EDC0-B848-AC91-D6120EDECDB1}"/>
              </a:ext>
            </a:extLst>
          </p:cNvPr>
          <p:cNvSpPr>
            <a:spLocks noGrp="1"/>
          </p:cNvSpPr>
          <p:nvPr>
            <p:ph sz="half" idx="1" hasCustomPrompt="1"/>
          </p:nvPr>
        </p:nvSpPr>
        <p:spPr>
          <a:xfrm>
            <a:off x="3207352" y="3610441"/>
            <a:ext cx="7101831" cy="332497"/>
          </a:xfrm>
          <a:prstGeom prst="rect">
            <a:avLst/>
          </a:prstGeom>
          <a:noFill/>
        </p:spPr>
        <p:txBody>
          <a:bodyPr>
            <a:noAutofit/>
          </a:bodyPr>
          <a:lstStyle>
            <a:lvl1pPr marL="0" indent="0" algn="ctr">
              <a:buNone/>
              <a:defRPr sz="1800" b="1">
                <a:solidFill>
                  <a:schemeClr val="bg1"/>
                </a:solidFill>
                <a:latin typeface="Barlow"/>
              </a:defRPr>
            </a:lvl1pPr>
            <a:lvl2pPr>
              <a:defRPr sz="1000">
                <a:latin typeface="+mn-lt"/>
              </a:defRPr>
            </a:lvl2pPr>
            <a:lvl3pPr>
              <a:defRPr sz="1000">
                <a:latin typeface="+mn-lt"/>
              </a:defRPr>
            </a:lvl3pPr>
            <a:lvl4pPr>
              <a:defRPr sz="1000">
                <a:latin typeface="+mn-lt"/>
              </a:defRPr>
            </a:lvl4pPr>
            <a:lvl5pPr>
              <a:defRPr sz="1000">
                <a:latin typeface="+mn-lt"/>
              </a:defRPr>
            </a:lvl5pPr>
          </a:lstStyle>
          <a:p>
            <a:pPr lvl="0"/>
            <a:r>
              <a:rPr lang="fr-FR" dirty="0"/>
              <a:t>Modifiez le style du sous titre </a:t>
            </a:r>
          </a:p>
        </p:txBody>
      </p:sp>
      <p:sp>
        <p:nvSpPr>
          <p:cNvPr id="11" name="Rectangle 10">
            <a:extLst>
              <a:ext uri="{FF2B5EF4-FFF2-40B4-BE49-F238E27FC236}">
                <a16:creationId xmlns:a16="http://schemas.microsoft.com/office/drawing/2014/main" id="{976DA3E1-44B8-6E47-8FB9-FEAC45794208}"/>
              </a:ext>
            </a:extLst>
          </p:cNvPr>
          <p:cNvSpPr/>
          <p:nvPr userDrawn="1"/>
        </p:nvSpPr>
        <p:spPr>
          <a:xfrm>
            <a:off x="1882816" y="2324111"/>
            <a:ext cx="1311797" cy="22097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Espace réservé du texte 23">
            <a:extLst>
              <a:ext uri="{FF2B5EF4-FFF2-40B4-BE49-F238E27FC236}">
                <a16:creationId xmlns:a16="http://schemas.microsoft.com/office/drawing/2014/main" id="{3DC2B321-C0A8-C440-99CD-F8C1CF7899FC}"/>
              </a:ext>
            </a:extLst>
          </p:cNvPr>
          <p:cNvSpPr>
            <a:spLocks noGrp="1"/>
          </p:cNvSpPr>
          <p:nvPr>
            <p:ph type="body" sz="quarter" idx="10" hasCustomPrompt="1"/>
          </p:nvPr>
        </p:nvSpPr>
        <p:spPr>
          <a:xfrm>
            <a:off x="1820488" y="2609140"/>
            <a:ext cx="1403488" cy="2029241"/>
          </a:xfrm>
          <a:prstGeom prst="rect">
            <a:avLst/>
          </a:prstGeom>
          <a:ln>
            <a:noFill/>
          </a:ln>
        </p:spPr>
        <p:txBody>
          <a:bodyPr/>
          <a:lstStyle>
            <a:lvl1pPr marL="76200" marR="0" indent="0" algn="ctr" defTabSz="914400" rtl="0" eaLnBrk="1" fontAlgn="auto" latinLnBrk="0" hangingPunct="1">
              <a:lnSpc>
                <a:spcPct val="115000"/>
              </a:lnSpc>
              <a:spcBef>
                <a:spcPts val="0"/>
              </a:spcBef>
              <a:spcAft>
                <a:spcPts val="0"/>
              </a:spcAft>
              <a:buClr>
                <a:schemeClr val="bg2">
                  <a:lumMod val="90000"/>
                </a:schemeClr>
              </a:buClr>
              <a:buSzPts val="2400"/>
              <a:buFont typeface="+mj-lt"/>
              <a:buNone/>
              <a:tabLst/>
              <a:defRPr sz="8500" b="1">
                <a:solidFill>
                  <a:srgbClr val="0A0096"/>
                </a:solidFill>
                <a:latin typeface="Montserrat" panose="00000800000000000000" pitchFamily="2" charset="0"/>
              </a:defRPr>
            </a:lvl1pPr>
          </a:lstStyle>
          <a:p>
            <a:pPr marL="76200" marR="0" lvl="0" indent="0" algn="ctr" defTabSz="914400" rtl="0" eaLnBrk="1" fontAlgn="auto" latinLnBrk="0" hangingPunct="1">
              <a:lnSpc>
                <a:spcPct val="115000"/>
              </a:lnSpc>
              <a:spcBef>
                <a:spcPts val="0"/>
              </a:spcBef>
              <a:spcAft>
                <a:spcPts val="0"/>
              </a:spcAft>
              <a:buClr>
                <a:schemeClr val="bg2">
                  <a:lumMod val="90000"/>
                </a:schemeClr>
              </a:buClr>
              <a:buSzPts val="2400"/>
              <a:buFont typeface="+mj-lt"/>
              <a:buNone/>
              <a:tabLst/>
              <a:defRPr/>
            </a:pPr>
            <a:r>
              <a:rPr lang="fr-FR" dirty="0"/>
              <a:t>n°</a:t>
            </a:r>
          </a:p>
        </p:txBody>
      </p:sp>
    </p:spTree>
    <p:extLst>
      <p:ext uri="{BB962C8B-B14F-4D97-AF65-F5344CB8AC3E}">
        <p14:creationId xmlns:p14="http://schemas.microsoft.com/office/powerpoint/2010/main" val="190276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OND BLANC">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16357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SOMMAIRE">
    <p:spTree>
      <p:nvGrpSpPr>
        <p:cNvPr id="1" name=""/>
        <p:cNvGrpSpPr/>
        <p:nvPr/>
      </p:nvGrpSpPr>
      <p:grpSpPr>
        <a:xfrm>
          <a:off x="0" y="0"/>
          <a:ext cx="0" cy="0"/>
          <a:chOff x="0" y="0"/>
          <a:chExt cx="0" cy="0"/>
        </a:xfrm>
      </p:grpSpPr>
      <p:sp>
        <p:nvSpPr>
          <p:cNvPr id="7" name="Google Shape;25;p5">
            <a:extLst>
              <a:ext uri="{FF2B5EF4-FFF2-40B4-BE49-F238E27FC236}">
                <a16:creationId xmlns:a16="http://schemas.microsoft.com/office/drawing/2014/main" id="{E5E4396F-4D98-4AE2-A6D3-37B80851AB9A}"/>
              </a:ext>
            </a:extLst>
          </p:cNvPr>
          <p:cNvSpPr txBox="1">
            <a:spLocks noGrp="1"/>
          </p:cNvSpPr>
          <p:nvPr>
            <p:ph type="body" idx="1" hasCustomPrompt="1"/>
          </p:nvPr>
        </p:nvSpPr>
        <p:spPr>
          <a:xfrm>
            <a:off x="5440823" y="2054715"/>
            <a:ext cx="5330518" cy="587857"/>
          </a:xfrm>
          <a:prstGeom prst="rect">
            <a:avLst/>
          </a:prstGeom>
        </p:spPr>
        <p:txBody>
          <a:bodyPr spcFirstLastPara="1" wrap="square" lIns="0" tIns="0" rIns="0" bIns="0" anchor="t" anchorCtr="0">
            <a:noAutofit/>
          </a:bodyPr>
          <a:lstStyle>
            <a:lvl1pPr marL="101598" lvl="0" indent="0" rtl="0">
              <a:spcBef>
                <a:spcPts val="0"/>
              </a:spcBef>
              <a:spcAft>
                <a:spcPts val="0"/>
              </a:spcAft>
              <a:buClr>
                <a:schemeClr val="tx1">
                  <a:lumMod val="50000"/>
                  <a:lumOff val="50000"/>
                </a:schemeClr>
              </a:buClr>
              <a:buSzPts val="2400"/>
              <a:buFont typeface="Inria Sans Light"/>
              <a:buNone/>
              <a:defRPr sz="1800" b="1">
                <a:solidFill>
                  <a:schemeClr val="tx1">
                    <a:lumMod val="85000"/>
                    <a:lumOff val="15000"/>
                  </a:schemeClr>
                </a:solidFill>
                <a:latin typeface="Barlow"/>
              </a:defRPr>
            </a:lvl1pPr>
            <a:lvl2pPr marL="1219170" lvl="1" indent="-507987" rtl="0">
              <a:spcBef>
                <a:spcPts val="800"/>
              </a:spcBef>
              <a:spcAft>
                <a:spcPts val="0"/>
              </a:spcAft>
              <a:buSzPts val="2400"/>
              <a:buChar char="▹"/>
              <a:defRPr/>
            </a:lvl2pPr>
            <a:lvl3pPr marL="1828754" lvl="2" indent="-507987" rtl="0">
              <a:spcBef>
                <a:spcPts val="800"/>
              </a:spcBef>
              <a:spcAft>
                <a:spcPts val="0"/>
              </a:spcAft>
              <a:buSzPts val="2400"/>
              <a:buChar char="■"/>
              <a:defRPr/>
            </a:lvl3pPr>
            <a:lvl4pPr marL="2438339" lvl="3" indent="-507987" rtl="0">
              <a:spcBef>
                <a:spcPts val="800"/>
              </a:spcBef>
              <a:spcAft>
                <a:spcPts val="0"/>
              </a:spcAft>
              <a:buSzPts val="2400"/>
              <a:buChar char="●"/>
              <a:defRPr/>
            </a:lvl4pPr>
            <a:lvl5pPr marL="3047924" lvl="4" indent="-507987" rtl="0">
              <a:spcBef>
                <a:spcPts val="800"/>
              </a:spcBef>
              <a:spcAft>
                <a:spcPts val="0"/>
              </a:spcAft>
              <a:buSzPts val="2400"/>
              <a:buChar char="○"/>
              <a:defRPr/>
            </a:lvl5pPr>
            <a:lvl6pPr marL="3657509" lvl="5" indent="-507987" rtl="0">
              <a:spcBef>
                <a:spcPts val="800"/>
              </a:spcBef>
              <a:spcAft>
                <a:spcPts val="0"/>
              </a:spcAft>
              <a:buSzPts val="2400"/>
              <a:buChar char="■"/>
              <a:defRPr/>
            </a:lvl6pPr>
            <a:lvl7pPr marL="4267093" lvl="6" indent="-507987" rtl="0">
              <a:spcBef>
                <a:spcPts val="800"/>
              </a:spcBef>
              <a:spcAft>
                <a:spcPts val="0"/>
              </a:spcAft>
              <a:buSzPts val="2400"/>
              <a:buChar char="●"/>
              <a:defRPr/>
            </a:lvl7pPr>
            <a:lvl8pPr marL="4876678" lvl="7" indent="-507987" rtl="0">
              <a:spcBef>
                <a:spcPts val="800"/>
              </a:spcBef>
              <a:spcAft>
                <a:spcPts val="0"/>
              </a:spcAft>
              <a:buSzPts val="2400"/>
              <a:buChar char="○"/>
              <a:defRPr/>
            </a:lvl8pPr>
            <a:lvl9pPr marL="5486263" lvl="8" indent="-507987" rtl="0">
              <a:spcBef>
                <a:spcPts val="800"/>
              </a:spcBef>
              <a:spcAft>
                <a:spcPts val="800"/>
              </a:spcAft>
              <a:buSzPts val="2400"/>
              <a:buChar char="■"/>
              <a:defRPr/>
            </a:lvl9pPr>
          </a:lstStyle>
          <a:p>
            <a:r>
              <a:rPr lang="fr-FR" dirty="0"/>
              <a:t>Cliquez pour ajouter le titre</a:t>
            </a:r>
          </a:p>
          <a:p>
            <a:r>
              <a:rPr lang="fr-FR" dirty="0"/>
              <a:t>Ajoutez du texte</a:t>
            </a:r>
          </a:p>
          <a:p>
            <a:endParaRPr lang="fr-FR" dirty="0"/>
          </a:p>
        </p:txBody>
      </p:sp>
      <p:sp>
        <p:nvSpPr>
          <p:cNvPr id="9" name="Espace réservé pour une image  5">
            <a:extLst>
              <a:ext uri="{FF2B5EF4-FFF2-40B4-BE49-F238E27FC236}">
                <a16:creationId xmlns:a16="http://schemas.microsoft.com/office/drawing/2014/main" id="{9213FE85-ACEC-446A-A027-DE766253360F}"/>
              </a:ext>
            </a:extLst>
          </p:cNvPr>
          <p:cNvSpPr>
            <a:spLocks noGrp="1"/>
          </p:cNvSpPr>
          <p:nvPr>
            <p:ph type="pic" sz="quarter" idx="15" hasCustomPrompt="1"/>
          </p:nvPr>
        </p:nvSpPr>
        <p:spPr>
          <a:xfrm>
            <a:off x="0" y="0"/>
            <a:ext cx="2876204" cy="6858000"/>
          </a:xfrm>
          <a:prstGeom prst="rect">
            <a:avLst/>
          </a:prstGeom>
        </p:spPr>
        <p:txBody>
          <a:bodyPr/>
          <a:lstStyle>
            <a:lvl1pPr marL="76200" marR="0" indent="0" algn="l" defTabSz="914400" rtl="0" eaLnBrk="1" fontAlgn="auto" latinLnBrk="0" hangingPunct="1">
              <a:lnSpc>
                <a:spcPct val="115000"/>
              </a:lnSpc>
              <a:spcBef>
                <a:spcPts val="0"/>
              </a:spcBef>
              <a:spcAft>
                <a:spcPts val="0"/>
              </a:spcAft>
              <a:buClr>
                <a:schemeClr val="bg2">
                  <a:lumMod val="90000"/>
                </a:schemeClr>
              </a:buClr>
              <a:buSzPts val="2400"/>
              <a:buFont typeface="+mj-lt"/>
              <a:buNone/>
              <a:tabLst/>
              <a:defRPr>
                <a:latin typeface="Barlow"/>
              </a:defRPr>
            </a:lvl1pPr>
          </a:lstStyle>
          <a:p>
            <a:pPr marL="533400" marR="0" lvl="0" indent="-457200" algn="l" defTabSz="914400" rtl="0" eaLnBrk="1" fontAlgn="auto" latinLnBrk="0" hangingPunct="1">
              <a:lnSpc>
                <a:spcPct val="115000"/>
              </a:lnSpc>
              <a:spcBef>
                <a:spcPts val="0"/>
              </a:spcBef>
              <a:spcAft>
                <a:spcPts val="0"/>
              </a:spcAft>
              <a:buClr>
                <a:schemeClr val="bg2">
                  <a:lumMod val="90000"/>
                </a:schemeClr>
              </a:buClr>
              <a:buSzPts val="2400"/>
              <a:buFont typeface="+mj-lt"/>
              <a:buAutoNum type="arabicPeriod"/>
              <a:tabLst/>
              <a:defRPr/>
            </a:pPr>
            <a:r>
              <a:rPr lang="fr-FR" dirty="0"/>
              <a:t>Cliquez. Onglet « Insertion », image.</a:t>
            </a:r>
          </a:p>
          <a:p>
            <a:endParaRPr lang="fr-FR" dirty="0"/>
          </a:p>
          <a:p>
            <a:endParaRPr lang="fr-FR" dirty="0"/>
          </a:p>
        </p:txBody>
      </p:sp>
      <p:sp>
        <p:nvSpPr>
          <p:cNvPr id="14" name="Google Shape;24;p5">
            <a:extLst>
              <a:ext uri="{FF2B5EF4-FFF2-40B4-BE49-F238E27FC236}">
                <a16:creationId xmlns:a16="http://schemas.microsoft.com/office/drawing/2014/main" id="{7D9DA230-F9F6-41CA-8C2D-CC2C5689895C}"/>
              </a:ext>
            </a:extLst>
          </p:cNvPr>
          <p:cNvSpPr txBox="1">
            <a:spLocks/>
          </p:cNvSpPr>
          <p:nvPr userDrawn="1"/>
        </p:nvSpPr>
        <p:spPr>
          <a:xfrm rot="16200000">
            <a:off x="72248" y="2596101"/>
            <a:ext cx="6858000" cy="1665803"/>
          </a:xfrm>
          <a:prstGeom prst="rect">
            <a:avLst/>
          </a:prstGeom>
        </p:spPr>
        <p:txBody>
          <a:bodyPr spcFirstLastPara="1" wrap="square" lIns="0" tIns="0" rIns="0" bIns="0" anchor="b" anchorCtr="0">
            <a:noAutofit/>
          </a:bodyPr>
          <a:lstStyle>
            <a:lvl1pPr marL="0" marR="0" lvl="0" indent="0" algn="l" defTabSz="914400" rtl="0" eaLnBrk="1" fontAlgn="auto" latinLnBrk="0" hangingPunct="1">
              <a:lnSpc>
                <a:spcPct val="90000"/>
              </a:lnSpc>
              <a:spcBef>
                <a:spcPts val="0"/>
              </a:spcBef>
              <a:spcAft>
                <a:spcPts val="0"/>
              </a:spcAft>
              <a:buClrTx/>
              <a:buSzPts val="3200"/>
              <a:buFontTx/>
              <a:buNone/>
              <a:tabLst/>
              <a:defRPr sz="3000" b="1" kern="1200">
                <a:ln>
                  <a:noFill/>
                </a:ln>
                <a:solidFill>
                  <a:srgbClr val="5190CC"/>
                </a:solidFill>
                <a:latin typeface="Montserrat" panose="00000800000000000000" pitchFamily="2" charset="0"/>
                <a:ea typeface="+mj-ea"/>
                <a:cs typeface="Calibri" panose="020F0502020204030204" pitchFamily="34" charset="0"/>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pPr algn="ctr"/>
            <a:r>
              <a:rPr lang="fr-FR" sz="8500" dirty="0">
                <a:solidFill>
                  <a:schemeClr val="bg1">
                    <a:lumMod val="75000"/>
                  </a:schemeClr>
                </a:solidFill>
              </a:rPr>
              <a:t>SOMMAIRE</a:t>
            </a:r>
          </a:p>
        </p:txBody>
      </p:sp>
      <p:sp>
        <p:nvSpPr>
          <p:cNvPr id="15" name="Google Shape;25;p5">
            <a:extLst>
              <a:ext uri="{FF2B5EF4-FFF2-40B4-BE49-F238E27FC236}">
                <a16:creationId xmlns:a16="http://schemas.microsoft.com/office/drawing/2014/main" id="{ED770C59-BB9B-4F2E-9610-C178A1871226}"/>
              </a:ext>
            </a:extLst>
          </p:cNvPr>
          <p:cNvSpPr txBox="1">
            <a:spLocks noGrp="1"/>
          </p:cNvSpPr>
          <p:nvPr>
            <p:ph type="body" idx="16" hasCustomPrompt="1"/>
          </p:nvPr>
        </p:nvSpPr>
        <p:spPr>
          <a:xfrm>
            <a:off x="4518111" y="2054715"/>
            <a:ext cx="802035" cy="587857"/>
          </a:xfrm>
          <a:prstGeom prst="rect">
            <a:avLst/>
          </a:prstGeom>
        </p:spPr>
        <p:txBody>
          <a:bodyPr spcFirstLastPara="1" wrap="square" lIns="0" tIns="0" rIns="0" bIns="0" anchor="t" anchorCtr="0">
            <a:noAutofit/>
          </a:bodyPr>
          <a:lstStyle>
            <a:lvl1pPr marL="101598" lvl="0" indent="0" rtl="0">
              <a:spcBef>
                <a:spcPts val="0"/>
              </a:spcBef>
              <a:spcAft>
                <a:spcPts val="0"/>
              </a:spcAft>
              <a:buClr>
                <a:schemeClr val="tx1">
                  <a:lumMod val="50000"/>
                  <a:lumOff val="50000"/>
                </a:schemeClr>
              </a:buClr>
              <a:buSzPts val="2400"/>
              <a:buFont typeface="Inria Sans Light"/>
              <a:buNone/>
              <a:defRPr sz="4000" b="1">
                <a:solidFill>
                  <a:schemeClr val="tx1">
                    <a:lumMod val="85000"/>
                    <a:lumOff val="15000"/>
                  </a:schemeClr>
                </a:solidFill>
                <a:latin typeface="Montserrat" panose="00000800000000000000" pitchFamily="2" charset="0"/>
              </a:defRPr>
            </a:lvl1pPr>
            <a:lvl2pPr marL="1219170" lvl="1" indent="-507987" rtl="0">
              <a:spcBef>
                <a:spcPts val="800"/>
              </a:spcBef>
              <a:spcAft>
                <a:spcPts val="0"/>
              </a:spcAft>
              <a:buSzPts val="2400"/>
              <a:buChar char="▹"/>
              <a:defRPr/>
            </a:lvl2pPr>
            <a:lvl3pPr marL="1828754" lvl="2" indent="-507987" rtl="0">
              <a:spcBef>
                <a:spcPts val="800"/>
              </a:spcBef>
              <a:spcAft>
                <a:spcPts val="0"/>
              </a:spcAft>
              <a:buSzPts val="2400"/>
              <a:buChar char="■"/>
              <a:defRPr/>
            </a:lvl3pPr>
            <a:lvl4pPr marL="2438339" lvl="3" indent="-507987" rtl="0">
              <a:spcBef>
                <a:spcPts val="800"/>
              </a:spcBef>
              <a:spcAft>
                <a:spcPts val="0"/>
              </a:spcAft>
              <a:buSzPts val="2400"/>
              <a:buChar char="●"/>
              <a:defRPr/>
            </a:lvl4pPr>
            <a:lvl5pPr marL="3047924" lvl="4" indent="-507987" rtl="0">
              <a:spcBef>
                <a:spcPts val="800"/>
              </a:spcBef>
              <a:spcAft>
                <a:spcPts val="0"/>
              </a:spcAft>
              <a:buSzPts val="2400"/>
              <a:buChar char="○"/>
              <a:defRPr/>
            </a:lvl5pPr>
            <a:lvl6pPr marL="3657509" lvl="5" indent="-507987" rtl="0">
              <a:spcBef>
                <a:spcPts val="800"/>
              </a:spcBef>
              <a:spcAft>
                <a:spcPts val="0"/>
              </a:spcAft>
              <a:buSzPts val="2400"/>
              <a:buChar char="■"/>
              <a:defRPr/>
            </a:lvl6pPr>
            <a:lvl7pPr marL="4267093" lvl="6" indent="-507987" rtl="0">
              <a:spcBef>
                <a:spcPts val="800"/>
              </a:spcBef>
              <a:spcAft>
                <a:spcPts val="0"/>
              </a:spcAft>
              <a:buSzPts val="2400"/>
              <a:buChar char="●"/>
              <a:defRPr/>
            </a:lvl7pPr>
            <a:lvl8pPr marL="4876678" lvl="7" indent="-507987" rtl="0">
              <a:spcBef>
                <a:spcPts val="800"/>
              </a:spcBef>
              <a:spcAft>
                <a:spcPts val="0"/>
              </a:spcAft>
              <a:buSzPts val="2400"/>
              <a:buChar char="○"/>
              <a:defRPr/>
            </a:lvl8pPr>
            <a:lvl9pPr marL="5486263" lvl="8" indent="-507987" rtl="0">
              <a:spcBef>
                <a:spcPts val="800"/>
              </a:spcBef>
              <a:spcAft>
                <a:spcPts val="800"/>
              </a:spcAft>
              <a:buSzPts val="2400"/>
              <a:buChar char="■"/>
              <a:defRPr/>
            </a:lvl9pPr>
          </a:lstStyle>
          <a:p>
            <a:r>
              <a:rPr lang="fr-FR" dirty="0"/>
              <a:t>01</a:t>
            </a:r>
            <a:endParaRPr dirty="0"/>
          </a:p>
        </p:txBody>
      </p:sp>
      <p:sp>
        <p:nvSpPr>
          <p:cNvPr id="21" name="Google Shape;25;p5">
            <a:extLst>
              <a:ext uri="{FF2B5EF4-FFF2-40B4-BE49-F238E27FC236}">
                <a16:creationId xmlns:a16="http://schemas.microsoft.com/office/drawing/2014/main" id="{2DCC4B1F-0E59-4DCB-AAA6-0EEB6EBAF0FA}"/>
              </a:ext>
            </a:extLst>
          </p:cNvPr>
          <p:cNvSpPr txBox="1">
            <a:spLocks noGrp="1"/>
          </p:cNvSpPr>
          <p:nvPr>
            <p:ph type="body" idx="17" hasCustomPrompt="1"/>
          </p:nvPr>
        </p:nvSpPr>
        <p:spPr>
          <a:xfrm>
            <a:off x="5434648" y="2779076"/>
            <a:ext cx="5330518" cy="587857"/>
          </a:xfrm>
          <a:prstGeom prst="rect">
            <a:avLst/>
          </a:prstGeom>
        </p:spPr>
        <p:txBody>
          <a:bodyPr spcFirstLastPara="1" wrap="square" lIns="0" tIns="0" rIns="0" bIns="0" anchor="t" anchorCtr="0">
            <a:noAutofit/>
          </a:bodyPr>
          <a:lstStyle>
            <a:lvl1pPr marL="101598" lvl="0" indent="0" rtl="0">
              <a:spcBef>
                <a:spcPts val="0"/>
              </a:spcBef>
              <a:spcAft>
                <a:spcPts val="0"/>
              </a:spcAft>
              <a:buClr>
                <a:schemeClr val="tx1">
                  <a:lumMod val="50000"/>
                  <a:lumOff val="50000"/>
                </a:schemeClr>
              </a:buClr>
              <a:buSzPts val="2400"/>
              <a:buFont typeface="Inria Sans Light"/>
              <a:buNone/>
              <a:defRPr sz="1800" b="1">
                <a:solidFill>
                  <a:schemeClr val="tx1">
                    <a:lumMod val="85000"/>
                    <a:lumOff val="15000"/>
                  </a:schemeClr>
                </a:solidFill>
                <a:latin typeface="Barlow"/>
              </a:defRPr>
            </a:lvl1pPr>
            <a:lvl2pPr marL="1219170" lvl="1" indent="-507987" rtl="0">
              <a:spcBef>
                <a:spcPts val="800"/>
              </a:spcBef>
              <a:spcAft>
                <a:spcPts val="0"/>
              </a:spcAft>
              <a:buSzPts val="2400"/>
              <a:buChar char="▹"/>
              <a:defRPr/>
            </a:lvl2pPr>
            <a:lvl3pPr marL="1828754" lvl="2" indent="-507987" rtl="0">
              <a:spcBef>
                <a:spcPts val="800"/>
              </a:spcBef>
              <a:spcAft>
                <a:spcPts val="0"/>
              </a:spcAft>
              <a:buSzPts val="2400"/>
              <a:buChar char="■"/>
              <a:defRPr/>
            </a:lvl3pPr>
            <a:lvl4pPr marL="2438339" lvl="3" indent="-507987" rtl="0">
              <a:spcBef>
                <a:spcPts val="800"/>
              </a:spcBef>
              <a:spcAft>
                <a:spcPts val="0"/>
              </a:spcAft>
              <a:buSzPts val="2400"/>
              <a:buChar char="●"/>
              <a:defRPr/>
            </a:lvl4pPr>
            <a:lvl5pPr marL="3047924" lvl="4" indent="-507987" rtl="0">
              <a:spcBef>
                <a:spcPts val="800"/>
              </a:spcBef>
              <a:spcAft>
                <a:spcPts val="0"/>
              </a:spcAft>
              <a:buSzPts val="2400"/>
              <a:buChar char="○"/>
              <a:defRPr/>
            </a:lvl5pPr>
            <a:lvl6pPr marL="3657509" lvl="5" indent="-507987" rtl="0">
              <a:spcBef>
                <a:spcPts val="800"/>
              </a:spcBef>
              <a:spcAft>
                <a:spcPts val="0"/>
              </a:spcAft>
              <a:buSzPts val="2400"/>
              <a:buChar char="■"/>
              <a:defRPr/>
            </a:lvl6pPr>
            <a:lvl7pPr marL="4267093" lvl="6" indent="-507987" rtl="0">
              <a:spcBef>
                <a:spcPts val="800"/>
              </a:spcBef>
              <a:spcAft>
                <a:spcPts val="0"/>
              </a:spcAft>
              <a:buSzPts val="2400"/>
              <a:buChar char="●"/>
              <a:defRPr/>
            </a:lvl7pPr>
            <a:lvl8pPr marL="4876678" lvl="7" indent="-507987" rtl="0">
              <a:spcBef>
                <a:spcPts val="800"/>
              </a:spcBef>
              <a:spcAft>
                <a:spcPts val="0"/>
              </a:spcAft>
              <a:buSzPts val="2400"/>
              <a:buChar char="○"/>
              <a:defRPr/>
            </a:lvl8pPr>
            <a:lvl9pPr marL="5486263" lvl="8" indent="-507987" rtl="0">
              <a:spcBef>
                <a:spcPts val="800"/>
              </a:spcBef>
              <a:spcAft>
                <a:spcPts val="800"/>
              </a:spcAft>
              <a:buSzPts val="2400"/>
              <a:buChar char="■"/>
              <a:defRPr/>
            </a:lvl9pPr>
          </a:lstStyle>
          <a:p>
            <a:r>
              <a:rPr lang="fr-FR" dirty="0"/>
              <a:t>Cliquez pour ajouter le titre</a:t>
            </a:r>
          </a:p>
          <a:p>
            <a:r>
              <a:rPr lang="fr-FR" dirty="0"/>
              <a:t>Ajoutez du texte</a:t>
            </a:r>
          </a:p>
          <a:p>
            <a:endParaRPr lang="fr-FR" dirty="0"/>
          </a:p>
        </p:txBody>
      </p:sp>
      <p:sp>
        <p:nvSpPr>
          <p:cNvPr id="22" name="Google Shape;25;p5">
            <a:extLst>
              <a:ext uri="{FF2B5EF4-FFF2-40B4-BE49-F238E27FC236}">
                <a16:creationId xmlns:a16="http://schemas.microsoft.com/office/drawing/2014/main" id="{C72BD9A8-DEA7-4FC4-80B4-7AD4402DFD9C}"/>
              </a:ext>
            </a:extLst>
          </p:cNvPr>
          <p:cNvSpPr txBox="1">
            <a:spLocks noGrp="1"/>
          </p:cNvSpPr>
          <p:nvPr>
            <p:ph type="body" idx="18" hasCustomPrompt="1"/>
          </p:nvPr>
        </p:nvSpPr>
        <p:spPr>
          <a:xfrm>
            <a:off x="4511936" y="2779076"/>
            <a:ext cx="802035" cy="587857"/>
          </a:xfrm>
          <a:prstGeom prst="rect">
            <a:avLst/>
          </a:prstGeom>
        </p:spPr>
        <p:txBody>
          <a:bodyPr spcFirstLastPara="1" wrap="square" lIns="0" tIns="0" rIns="0" bIns="0" anchor="t" anchorCtr="0">
            <a:noAutofit/>
          </a:bodyPr>
          <a:lstStyle>
            <a:lvl1pPr marL="101598" lvl="0" indent="0" rtl="0">
              <a:spcBef>
                <a:spcPts val="0"/>
              </a:spcBef>
              <a:spcAft>
                <a:spcPts val="0"/>
              </a:spcAft>
              <a:buClr>
                <a:schemeClr val="tx1">
                  <a:lumMod val="50000"/>
                  <a:lumOff val="50000"/>
                </a:schemeClr>
              </a:buClr>
              <a:buSzPts val="2400"/>
              <a:buFont typeface="Inria Sans Light"/>
              <a:buNone/>
              <a:defRPr sz="4000" b="1">
                <a:solidFill>
                  <a:schemeClr val="tx1">
                    <a:lumMod val="85000"/>
                    <a:lumOff val="15000"/>
                  </a:schemeClr>
                </a:solidFill>
                <a:latin typeface="Montserrat" panose="00000800000000000000" pitchFamily="2" charset="0"/>
              </a:defRPr>
            </a:lvl1pPr>
            <a:lvl2pPr marL="1219170" lvl="1" indent="-507987" rtl="0">
              <a:spcBef>
                <a:spcPts val="800"/>
              </a:spcBef>
              <a:spcAft>
                <a:spcPts val="0"/>
              </a:spcAft>
              <a:buSzPts val="2400"/>
              <a:buChar char="▹"/>
              <a:defRPr/>
            </a:lvl2pPr>
            <a:lvl3pPr marL="1828754" lvl="2" indent="-507987" rtl="0">
              <a:spcBef>
                <a:spcPts val="800"/>
              </a:spcBef>
              <a:spcAft>
                <a:spcPts val="0"/>
              </a:spcAft>
              <a:buSzPts val="2400"/>
              <a:buChar char="■"/>
              <a:defRPr/>
            </a:lvl3pPr>
            <a:lvl4pPr marL="2438339" lvl="3" indent="-507987" rtl="0">
              <a:spcBef>
                <a:spcPts val="800"/>
              </a:spcBef>
              <a:spcAft>
                <a:spcPts val="0"/>
              </a:spcAft>
              <a:buSzPts val="2400"/>
              <a:buChar char="●"/>
              <a:defRPr/>
            </a:lvl4pPr>
            <a:lvl5pPr marL="3047924" lvl="4" indent="-507987" rtl="0">
              <a:spcBef>
                <a:spcPts val="800"/>
              </a:spcBef>
              <a:spcAft>
                <a:spcPts val="0"/>
              </a:spcAft>
              <a:buSzPts val="2400"/>
              <a:buChar char="○"/>
              <a:defRPr/>
            </a:lvl5pPr>
            <a:lvl6pPr marL="3657509" lvl="5" indent="-507987" rtl="0">
              <a:spcBef>
                <a:spcPts val="800"/>
              </a:spcBef>
              <a:spcAft>
                <a:spcPts val="0"/>
              </a:spcAft>
              <a:buSzPts val="2400"/>
              <a:buChar char="■"/>
              <a:defRPr/>
            </a:lvl6pPr>
            <a:lvl7pPr marL="4267093" lvl="6" indent="-507987" rtl="0">
              <a:spcBef>
                <a:spcPts val="800"/>
              </a:spcBef>
              <a:spcAft>
                <a:spcPts val="0"/>
              </a:spcAft>
              <a:buSzPts val="2400"/>
              <a:buChar char="●"/>
              <a:defRPr/>
            </a:lvl7pPr>
            <a:lvl8pPr marL="4876678" lvl="7" indent="-507987" rtl="0">
              <a:spcBef>
                <a:spcPts val="800"/>
              </a:spcBef>
              <a:spcAft>
                <a:spcPts val="0"/>
              </a:spcAft>
              <a:buSzPts val="2400"/>
              <a:buChar char="○"/>
              <a:defRPr/>
            </a:lvl8pPr>
            <a:lvl9pPr marL="5486263" lvl="8" indent="-507987" rtl="0">
              <a:spcBef>
                <a:spcPts val="800"/>
              </a:spcBef>
              <a:spcAft>
                <a:spcPts val="800"/>
              </a:spcAft>
              <a:buSzPts val="2400"/>
              <a:buChar char="■"/>
              <a:defRPr/>
            </a:lvl9pPr>
          </a:lstStyle>
          <a:p>
            <a:r>
              <a:rPr lang="fr-FR" dirty="0"/>
              <a:t>02</a:t>
            </a:r>
            <a:endParaRPr dirty="0"/>
          </a:p>
        </p:txBody>
      </p:sp>
      <p:sp>
        <p:nvSpPr>
          <p:cNvPr id="25" name="Google Shape;25;p5">
            <a:extLst>
              <a:ext uri="{FF2B5EF4-FFF2-40B4-BE49-F238E27FC236}">
                <a16:creationId xmlns:a16="http://schemas.microsoft.com/office/drawing/2014/main" id="{15BC5ED5-FD2E-4FB2-AA69-1B8202059E2A}"/>
              </a:ext>
            </a:extLst>
          </p:cNvPr>
          <p:cNvSpPr txBox="1">
            <a:spLocks noGrp="1"/>
          </p:cNvSpPr>
          <p:nvPr>
            <p:ph type="body" idx="19" hasCustomPrompt="1"/>
          </p:nvPr>
        </p:nvSpPr>
        <p:spPr>
          <a:xfrm>
            <a:off x="5440823" y="3503437"/>
            <a:ext cx="5330518" cy="587857"/>
          </a:xfrm>
          <a:prstGeom prst="rect">
            <a:avLst/>
          </a:prstGeom>
        </p:spPr>
        <p:txBody>
          <a:bodyPr spcFirstLastPara="1" wrap="square" lIns="0" tIns="0" rIns="0" bIns="0" anchor="t" anchorCtr="0">
            <a:noAutofit/>
          </a:bodyPr>
          <a:lstStyle>
            <a:lvl1pPr marL="101598" lvl="0" indent="0" rtl="0">
              <a:spcBef>
                <a:spcPts val="0"/>
              </a:spcBef>
              <a:spcAft>
                <a:spcPts val="0"/>
              </a:spcAft>
              <a:buClr>
                <a:schemeClr val="tx1">
                  <a:lumMod val="50000"/>
                  <a:lumOff val="50000"/>
                </a:schemeClr>
              </a:buClr>
              <a:buSzPts val="2400"/>
              <a:buFont typeface="Inria Sans Light"/>
              <a:buNone/>
              <a:defRPr sz="1800" b="1">
                <a:solidFill>
                  <a:schemeClr val="tx1">
                    <a:lumMod val="85000"/>
                    <a:lumOff val="15000"/>
                  </a:schemeClr>
                </a:solidFill>
                <a:latin typeface="Barlow"/>
              </a:defRPr>
            </a:lvl1pPr>
            <a:lvl2pPr marL="1219170" lvl="1" indent="-507987" rtl="0">
              <a:spcBef>
                <a:spcPts val="800"/>
              </a:spcBef>
              <a:spcAft>
                <a:spcPts val="0"/>
              </a:spcAft>
              <a:buSzPts val="2400"/>
              <a:buChar char="▹"/>
              <a:defRPr/>
            </a:lvl2pPr>
            <a:lvl3pPr marL="1828754" lvl="2" indent="-507987" rtl="0">
              <a:spcBef>
                <a:spcPts val="800"/>
              </a:spcBef>
              <a:spcAft>
                <a:spcPts val="0"/>
              </a:spcAft>
              <a:buSzPts val="2400"/>
              <a:buChar char="■"/>
              <a:defRPr/>
            </a:lvl3pPr>
            <a:lvl4pPr marL="2438339" lvl="3" indent="-507987" rtl="0">
              <a:spcBef>
                <a:spcPts val="800"/>
              </a:spcBef>
              <a:spcAft>
                <a:spcPts val="0"/>
              </a:spcAft>
              <a:buSzPts val="2400"/>
              <a:buChar char="●"/>
              <a:defRPr/>
            </a:lvl4pPr>
            <a:lvl5pPr marL="3047924" lvl="4" indent="-507987" rtl="0">
              <a:spcBef>
                <a:spcPts val="800"/>
              </a:spcBef>
              <a:spcAft>
                <a:spcPts val="0"/>
              </a:spcAft>
              <a:buSzPts val="2400"/>
              <a:buChar char="○"/>
              <a:defRPr/>
            </a:lvl5pPr>
            <a:lvl6pPr marL="3657509" lvl="5" indent="-507987" rtl="0">
              <a:spcBef>
                <a:spcPts val="800"/>
              </a:spcBef>
              <a:spcAft>
                <a:spcPts val="0"/>
              </a:spcAft>
              <a:buSzPts val="2400"/>
              <a:buChar char="■"/>
              <a:defRPr/>
            </a:lvl6pPr>
            <a:lvl7pPr marL="4267093" lvl="6" indent="-507987" rtl="0">
              <a:spcBef>
                <a:spcPts val="800"/>
              </a:spcBef>
              <a:spcAft>
                <a:spcPts val="0"/>
              </a:spcAft>
              <a:buSzPts val="2400"/>
              <a:buChar char="●"/>
              <a:defRPr/>
            </a:lvl7pPr>
            <a:lvl8pPr marL="4876678" lvl="7" indent="-507987" rtl="0">
              <a:spcBef>
                <a:spcPts val="800"/>
              </a:spcBef>
              <a:spcAft>
                <a:spcPts val="0"/>
              </a:spcAft>
              <a:buSzPts val="2400"/>
              <a:buChar char="○"/>
              <a:defRPr/>
            </a:lvl8pPr>
            <a:lvl9pPr marL="5486263" lvl="8" indent="-507987" rtl="0">
              <a:spcBef>
                <a:spcPts val="800"/>
              </a:spcBef>
              <a:spcAft>
                <a:spcPts val="800"/>
              </a:spcAft>
              <a:buSzPts val="2400"/>
              <a:buChar char="■"/>
              <a:defRPr/>
            </a:lvl9pPr>
          </a:lstStyle>
          <a:p>
            <a:r>
              <a:rPr lang="fr-FR" dirty="0"/>
              <a:t>Cliquez pour ajouter le titre</a:t>
            </a:r>
          </a:p>
          <a:p>
            <a:r>
              <a:rPr lang="fr-FR" dirty="0"/>
              <a:t>Ajoutez du texte</a:t>
            </a:r>
          </a:p>
          <a:p>
            <a:endParaRPr lang="fr-FR" dirty="0"/>
          </a:p>
        </p:txBody>
      </p:sp>
      <p:sp>
        <p:nvSpPr>
          <p:cNvPr id="26" name="Google Shape;25;p5">
            <a:extLst>
              <a:ext uri="{FF2B5EF4-FFF2-40B4-BE49-F238E27FC236}">
                <a16:creationId xmlns:a16="http://schemas.microsoft.com/office/drawing/2014/main" id="{00BE4F92-AE87-48C5-92DE-C3526520E167}"/>
              </a:ext>
            </a:extLst>
          </p:cNvPr>
          <p:cNvSpPr txBox="1">
            <a:spLocks noGrp="1"/>
          </p:cNvSpPr>
          <p:nvPr>
            <p:ph type="body" idx="20" hasCustomPrompt="1"/>
          </p:nvPr>
        </p:nvSpPr>
        <p:spPr>
          <a:xfrm>
            <a:off x="4518111" y="3503437"/>
            <a:ext cx="802035" cy="587857"/>
          </a:xfrm>
          <a:prstGeom prst="rect">
            <a:avLst/>
          </a:prstGeom>
        </p:spPr>
        <p:txBody>
          <a:bodyPr spcFirstLastPara="1" wrap="square" lIns="0" tIns="0" rIns="0" bIns="0" anchor="t" anchorCtr="0">
            <a:noAutofit/>
          </a:bodyPr>
          <a:lstStyle>
            <a:lvl1pPr marL="101598" lvl="0" indent="0" rtl="0">
              <a:spcBef>
                <a:spcPts val="0"/>
              </a:spcBef>
              <a:spcAft>
                <a:spcPts val="0"/>
              </a:spcAft>
              <a:buClr>
                <a:schemeClr val="tx1">
                  <a:lumMod val="50000"/>
                  <a:lumOff val="50000"/>
                </a:schemeClr>
              </a:buClr>
              <a:buSzPts val="2400"/>
              <a:buFont typeface="Inria Sans Light"/>
              <a:buNone/>
              <a:defRPr sz="4000" b="1">
                <a:solidFill>
                  <a:schemeClr val="tx1">
                    <a:lumMod val="85000"/>
                    <a:lumOff val="15000"/>
                  </a:schemeClr>
                </a:solidFill>
                <a:latin typeface="Montserrat" panose="00000800000000000000" pitchFamily="2" charset="0"/>
              </a:defRPr>
            </a:lvl1pPr>
            <a:lvl2pPr marL="1219170" lvl="1" indent="-507987" rtl="0">
              <a:spcBef>
                <a:spcPts val="800"/>
              </a:spcBef>
              <a:spcAft>
                <a:spcPts val="0"/>
              </a:spcAft>
              <a:buSzPts val="2400"/>
              <a:buChar char="▹"/>
              <a:defRPr/>
            </a:lvl2pPr>
            <a:lvl3pPr marL="1828754" lvl="2" indent="-507987" rtl="0">
              <a:spcBef>
                <a:spcPts val="800"/>
              </a:spcBef>
              <a:spcAft>
                <a:spcPts val="0"/>
              </a:spcAft>
              <a:buSzPts val="2400"/>
              <a:buChar char="■"/>
              <a:defRPr/>
            </a:lvl3pPr>
            <a:lvl4pPr marL="2438339" lvl="3" indent="-507987" rtl="0">
              <a:spcBef>
                <a:spcPts val="800"/>
              </a:spcBef>
              <a:spcAft>
                <a:spcPts val="0"/>
              </a:spcAft>
              <a:buSzPts val="2400"/>
              <a:buChar char="●"/>
              <a:defRPr/>
            </a:lvl4pPr>
            <a:lvl5pPr marL="3047924" lvl="4" indent="-507987" rtl="0">
              <a:spcBef>
                <a:spcPts val="800"/>
              </a:spcBef>
              <a:spcAft>
                <a:spcPts val="0"/>
              </a:spcAft>
              <a:buSzPts val="2400"/>
              <a:buChar char="○"/>
              <a:defRPr/>
            </a:lvl5pPr>
            <a:lvl6pPr marL="3657509" lvl="5" indent="-507987" rtl="0">
              <a:spcBef>
                <a:spcPts val="800"/>
              </a:spcBef>
              <a:spcAft>
                <a:spcPts val="0"/>
              </a:spcAft>
              <a:buSzPts val="2400"/>
              <a:buChar char="■"/>
              <a:defRPr/>
            </a:lvl6pPr>
            <a:lvl7pPr marL="4267093" lvl="6" indent="-507987" rtl="0">
              <a:spcBef>
                <a:spcPts val="800"/>
              </a:spcBef>
              <a:spcAft>
                <a:spcPts val="0"/>
              </a:spcAft>
              <a:buSzPts val="2400"/>
              <a:buChar char="●"/>
              <a:defRPr/>
            </a:lvl7pPr>
            <a:lvl8pPr marL="4876678" lvl="7" indent="-507987" rtl="0">
              <a:spcBef>
                <a:spcPts val="800"/>
              </a:spcBef>
              <a:spcAft>
                <a:spcPts val="0"/>
              </a:spcAft>
              <a:buSzPts val="2400"/>
              <a:buChar char="○"/>
              <a:defRPr/>
            </a:lvl8pPr>
            <a:lvl9pPr marL="5486263" lvl="8" indent="-507987" rtl="0">
              <a:spcBef>
                <a:spcPts val="800"/>
              </a:spcBef>
              <a:spcAft>
                <a:spcPts val="800"/>
              </a:spcAft>
              <a:buSzPts val="2400"/>
              <a:buChar char="■"/>
              <a:defRPr/>
            </a:lvl9pPr>
          </a:lstStyle>
          <a:p>
            <a:r>
              <a:rPr lang="fr-FR" dirty="0"/>
              <a:t>03</a:t>
            </a:r>
            <a:endParaRPr dirty="0"/>
          </a:p>
        </p:txBody>
      </p:sp>
      <p:sp>
        <p:nvSpPr>
          <p:cNvPr id="27" name="Google Shape;25;p5">
            <a:extLst>
              <a:ext uri="{FF2B5EF4-FFF2-40B4-BE49-F238E27FC236}">
                <a16:creationId xmlns:a16="http://schemas.microsoft.com/office/drawing/2014/main" id="{67159D45-09CC-4226-A53E-14DF91985069}"/>
              </a:ext>
            </a:extLst>
          </p:cNvPr>
          <p:cNvSpPr txBox="1">
            <a:spLocks noGrp="1"/>
          </p:cNvSpPr>
          <p:nvPr>
            <p:ph type="body" idx="21" hasCustomPrompt="1"/>
          </p:nvPr>
        </p:nvSpPr>
        <p:spPr>
          <a:xfrm>
            <a:off x="5434648" y="4227798"/>
            <a:ext cx="5330518" cy="587857"/>
          </a:xfrm>
          <a:prstGeom prst="rect">
            <a:avLst/>
          </a:prstGeom>
        </p:spPr>
        <p:txBody>
          <a:bodyPr spcFirstLastPara="1" wrap="square" lIns="0" tIns="0" rIns="0" bIns="0" anchor="t" anchorCtr="0">
            <a:noAutofit/>
          </a:bodyPr>
          <a:lstStyle>
            <a:lvl1pPr marL="101598" lvl="0" indent="0" rtl="0">
              <a:spcBef>
                <a:spcPts val="0"/>
              </a:spcBef>
              <a:spcAft>
                <a:spcPts val="0"/>
              </a:spcAft>
              <a:buClr>
                <a:schemeClr val="tx1">
                  <a:lumMod val="50000"/>
                  <a:lumOff val="50000"/>
                </a:schemeClr>
              </a:buClr>
              <a:buSzPts val="2400"/>
              <a:buFont typeface="Inria Sans Light"/>
              <a:buNone/>
              <a:defRPr sz="1800" b="1">
                <a:solidFill>
                  <a:schemeClr val="tx1">
                    <a:lumMod val="85000"/>
                    <a:lumOff val="15000"/>
                  </a:schemeClr>
                </a:solidFill>
                <a:latin typeface="Barlow"/>
              </a:defRPr>
            </a:lvl1pPr>
            <a:lvl2pPr marL="1219170" lvl="1" indent="-507987" rtl="0">
              <a:spcBef>
                <a:spcPts val="800"/>
              </a:spcBef>
              <a:spcAft>
                <a:spcPts val="0"/>
              </a:spcAft>
              <a:buSzPts val="2400"/>
              <a:buChar char="▹"/>
              <a:defRPr/>
            </a:lvl2pPr>
            <a:lvl3pPr marL="1828754" lvl="2" indent="-507987" rtl="0">
              <a:spcBef>
                <a:spcPts val="800"/>
              </a:spcBef>
              <a:spcAft>
                <a:spcPts val="0"/>
              </a:spcAft>
              <a:buSzPts val="2400"/>
              <a:buChar char="■"/>
              <a:defRPr/>
            </a:lvl3pPr>
            <a:lvl4pPr marL="2438339" lvl="3" indent="-507987" rtl="0">
              <a:spcBef>
                <a:spcPts val="800"/>
              </a:spcBef>
              <a:spcAft>
                <a:spcPts val="0"/>
              </a:spcAft>
              <a:buSzPts val="2400"/>
              <a:buChar char="●"/>
              <a:defRPr/>
            </a:lvl4pPr>
            <a:lvl5pPr marL="3047924" lvl="4" indent="-507987" rtl="0">
              <a:spcBef>
                <a:spcPts val="800"/>
              </a:spcBef>
              <a:spcAft>
                <a:spcPts val="0"/>
              </a:spcAft>
              <a:buSzPts val="2400"/>
              <a:buChar char="○"/>
              <a:defRPr/>
            </a:lvl5pPr>
            <a:lvl6pPr marL="3657509" lvl="5" indent="-507987" rtl="0">
              <a:spcBef>
                <a:spcPts val="800"/>
              </a:spcBef>
              <a:spcAft>
                <a:spcPts val="0"/>
              </a:spcAft>
              <a:buSzPts val="2400"/>
              <a:buChar char="■"/>
              <a:defRPr/>
            </a:lvl6pPr>
            <a:lvl7pPr marL="4267093" lvl="6" indent="-507987" rtl="0">
              <a:spcBef>
                <a:spcPts val="800"/>
              </a:spcBef>
              <a:spcAft>
                <a:spcPts val="0"/>
              </a:spcAft>
              <a:buSzPts val="2400"/>
              <a:buChar char="●"/>
              <a:defRPr/>
            </a:lvl7pPr>
            <a:lvl8pPr marL="4876678" lvl="7" indent="-507987" rtl="0">
              <a:spcBef>
                <a:spcPts val="800"/>
              </a:spcBef>
              <a:spcAft>
                <a:spcPts val="0"/>
              </a:spcAft>
              <a:buSzPts val="2400"/>
              <a:buChar char="○"/>
              <a:defRPr/>
            </a:lvl8pPr>
            <a:lvl9pPr marL="5486263" lvl="8" indent="-507987" rtl="0">
              <a:spcBef>
                <a:spcPts val="800"/>
              </a:spcBef>
              <a:spcAft>
                <a:spcPts val="800"/>
              </a:spcAft>
              <a:buSzPts val="2400"/>
              <a:buChar char="■"/>
              <a:defRPr/>
            </a:lvl9pPr>
          </a:lstStyle>
          <a:p>
            <a:r>
              <a:rPr lang="fr-FR" dirty="0"/>
              <a:t>Cliquez pour ajouter le titre</a:t>
            </a:r>
          </a:p>
          <a:p>
            <a:r>
              <a:rPr lang="fr-FR" dirty="0"/>
              <a:t>Ajoutez du texte</a:t>
            </a:r>
          </a:p>
          <a:p>
            <a:endParaRPr lang="fr-FR" dirty="0"/>
          </a:p>
        </p:txBody>
      </p:sp>
      <p:sp>
        <p:nvSpPr>
          <p:cNvPr id="28" name="Google Shape;25;p5">
            <a:extLst>
              <a:ext uri="{FF2B5EF4-FFF2-40B4-BE49-F238E27FC236}">
                <a16:creationId xmlns:a16="http://schemas.microsoft.com/office/drawing/2014/main" id="{F176A760-EFC1-4E26-83CD-DAB258C0D87A}"/>
              </a:ext>
            </a:extLst>
          </p:cNvPr>
          <p:cNvSpPr txBox="1">
            <a:spLocks noGrp="1"/>
          </p:cNvSpPr>
          <p:nvPr>
            <p:ph type="body" idx="22" hasCustomPrompt="1"/>
          </p:nvPr>
        </p:nvSpPr>
        <p:spPr>
          <a:xfrm>
            <a:off x="4511936" y="4227798"/>
            <a:ext cx="802035" cy="587857"/>
          </a:xfrm>
          <a:prstGeom prst="rect">
            <a:avLst/>
          </a:prstGeom>
        </p:spPr>
        <p:txBody>
          <a:bodyPr spcFirstLastPara="1" wrap="square" lIns="0" tIns="0" rIns="0" bIns="0" anchor="t" anchorCtr="0">
            <a:noAutofit/>
          </a:bodyPr>
          <a:lstStyle>
            <a:lvl1pPr marL="101598" lvl="0" indent="0" rtl="0">
              <a:spcBef>
                <a:spcPts val="0"/>
              </a:spcBef>
              <a:spcAft>
                <a:spcPts val="0"/>
              </a:spcAft>
              <a:buClr>
                <a:schemeClr val="tx1">
                  <a:lumMod val="50000"/>
                  <a:lumOff val="50000"/>
                </a:schemeClr>
              </a:buClr>
              <a:buSzPts val="2400"/>
              <a:buFont typeface="Inria Sans Light"/>
              <a:buNone/>
              <a:defRPr sz="4000" b="1">
                <a:solidFill>
                  <a:schemeClr val="tx1">
                    <a:lumMod val="85000"/>
                    <a:lumOff val="15000"/>
                  </a:schemeClr>
                </a:solidFill>
                <a:latin typeface="Montserrat" panose="00000800000000000000" pitchFamily="2" charset="0"/>
              </a:defRPr>
            </a:lvl1pPr>
            <a:lvl2pPr marL="1219170" lvl="1" indent="-507987" rtl="0">
              <a:spcBef>
                <a:spcPts val="800"/>
              </a:spcBef>
              <a:spcAft>
                <a:spcPts val="0"/>
              </a:spcAft>
              <a:buSzPts val="2400"/>
              <a:buChar char="▹"/>
              <a:defRPr/>
            </a:lvl2pPr>
            <a:lvl3pPr marL="1828754" lvl="2" indent="-507987" rtl="0">
              <a:spcBef>
                <a:spcPts val="800"/>
              </a:spcBef>
              <a:spcAft>
                <a:spcPts val="0"/>
              </a:spcAft>
              <a:buSzPts val="2400"/>
              <a:buChar char="■"/>
              <a:defRPr/>
            </a:lvl3pPr>
            <a:lvl4pPr marL="2438339" lvl="3" indent="-507987" rtl="0">
              <a:spcBef>
                <a:spcPts val="800"/>
              </a:spcBef>
              <a:spcAft>
                <a:spcPts val="0"/>
              </a:spcAft>
              <a:buSzPts val="2400"/>
              <a:buChar char="●"/>
              <a:defRPr/>
            </a:lvl4pPr>
            <a:lvl5pPr marL="3047924" lvl="4" indent="-507987" rtl="0">
              <a:spcBef>
                <a:spcPts val="800"/>
              </a:spcBef>
              <a:spcAft>
                <a:spcPts val="0"/>
              </a:spcAft>
              <a:buSzPts val="2400"/>
              <a:buChar char="○"/>
              <a:defRPr/>
            </a:lvl5pPr>
            <a:lvl6pPr marL="3657509" lvl="5" indent="-507987" rtl="0">
              <a:spcBef>
                <a:spcPts val="800"/>
              </a:spcBef>
              <a:spcAft>
                <a:spcPts val="0"/>
              </a:spcAft>
              <a:buSzPts val="2400"/>
              <a:buChar char="■"/>
              <a:defRPr/>
            </a:lvl6pPr>
            <a:lvl7pPr marL="4267093" lvl="6" indent="-507987" rtl="0">
              <a:spcBef>
                <a:spcPts val="800"/>
              </a:spcBef>
              <a:spcAft>
                <a:spcPts val="0"/>
              </a:spcAft>
              <a:buSzPts val="2400"/>
              <a:buChar char="●"/>
              <a:defRPr/>
            </a:lvl7pPr>
            <a:lvl8pPr marL="4876678" lvl="7" indent="-507987" rtl="0">
              <a:spcBef>
                <a:spcPts val="800"/>
              </a:spcBef>
              <a:spcAft>
                <a:spcPts val="0"/>
              </a:spcAft>
              <a:buSzPts val="2400"/>
              <a:buChar char="○"/>
              <a:defRPr/>
            </a:lvl8pPr>
            <a:lvl9pPr marL="5486263" lvl="8" indent="-507987" rtl="0">
              <a:spcBef>
                <a:spcPts val="800"/>
              </a:spcBef>
              <a:spcAft>
                <a:spcPts val="800"/>
              </a:spcAft>
              <a:buSzPts val="2400"/>
              <a:buChar char="■"/>
              <a:defRPr/>
            </a:lvl9pPr>
          </a:lstStyle>
          <a:p>
            <a:r>
              <a:rPr lang="fr-FR" dirty="0"/>
              <a:t>04</a:t>
            </a:r>
            <a:endParaRPr dirty="0"/>
          </a:p>
        </p:txBody>
      </p:sp>
    </p:spTree>
    <p:extLst>
      <p:ext uri="{BB962C8B-B14F-4D97-AF65-F5344CB8AC3E}">
        <p14:creationId xmlns:p14="http://schemas.microsoft.com/office/powerpoint/2010/main" val="2915060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act ">
    <p:spTree>
      <p:nvGrpSpPr>
        <p:cNvPr id="1" name=""/>
        <p:cNvGrpSpPr/>
        <p:nvPr/>
      </p:nvGrpSpPr>
      <p:grpSpPr>
        <a:xfrm>
          <a:off x="0" y="0"/>
          <a:ext cx="0" cy="0"/>
          <a:chOff x="0" y="0"/>
          <a:chExt cx="0" cy="0"/>
        </a:xfrm>
      </p:grpSpPr>
      <p:pic>
        <p:nvPicPr>
          <p:cNvPr id="6" name="Graphique 5">
            <a:extLst>
              <a:ext uri="{FF2B5EF4-FFF2-40B4-BE49-F238E27FC236}">
                <a16:creationId xmlns:a16="http://schemas.microsoft.com/office/drawing/2014/main" id="{017D8CF2-6DC2-B848-A5E3-6D4E43757F30}"/>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42" b="-842"/>
          <a:stretch/>
        </p:blipFill>
        <p:spPr>
          <a:xfrm>
            <a:off x="5485626" y="2363986"/>
            <a:ext cx="1220749" cy="1997020"/>
          </a:xfrm>
          <a:prstGeom prst="rect">
            <a:avLst/>
          </a:prstGeom>
        </p:spPr>
      </p:pic>
      <p:sp>
        <p:nvSpPr>
          <p:cNvPr id="12" name="ZoneTexte 11">
            <a:extLst>
              <a:ext uri="{FF2B5EF4-FFF2-40B4-BE49-F238E27FC236}">
                <a16:creationId xmlns:a16="http://schemas.microsoft.com/office/drawing/2014/main" id="{779E0B2D-D6A6-46FA-80C1-EA72A0A71B73}"/>
              </a:ext>
            </a:extLst>
          </p:cNvPr>
          <p:cNvSpPr txBox="1"/>
          <p:nvPr userDrawn="1"/>
        </p:nvSpPr>
        <p:spPr>
          <a:xfrm>
            <a:off x="4375265" y="4735058"/>
            <a:ext cx="3424844" cy="276999"/>
          </a:xfrm>
          <a:prstGeom prst="rect">
            <a:avLst/>
          </a:prstGeom>
          <a:noFill/>
        </p:spPr>
        <p:txBody>
          <a:bodyPr wrap="square" rtlCol="0">
            <a:spAutoFit/>
          </a:bodyPr>
          <a:lstStyle/>
          <a:p>
            <a:pPr algn="ctr"/>
            <a:r>
              <a:rPr lang="fr-FR" sz="1200" b="1" dirty="0">
                <a:latin typeface="Barlow"/>
              </a:rPr>
              <a:t>www.ffjudo.com</a:t>
            </a:r>
          </a:p>
        </p:txBody>
      </p:sp>
      <p:sp>
        <p:nvSpPr>
          <p:cNvPr id="8" name="Espace réservé du texte 13">
            <a:extLst>
              <a:ext uri="{FF2B5EF4-FFF2-40B4-BE49-F238E27FC236}">
                <a16:creationId xmlns:a16="http://schemas.microsoft.com/office/drawing/2014/main" id="{BEA5828F-6946-4327-BE29-F32381D3DC28}"/>
              </a:ext>
            </a:extLst>
          </p:cNvPr>
          <p:cNvSpPr>
            <a:spLocks noGrp="1"/>
          </p:cNvSpPr>
          <p:nvPr>
            <p:ph type="body" sz="quarter" idx="10" hasCustomPrompt="1"/>
          </p:nvPr>
        </p:nvSpPr>
        <p:spPr>
          <a:xfrm>
            <a:off x="-8313" y="5218738"/>
            <a:ext cx="12192000" cy="707765"/>
          </a:xfrm>
          <a:prstGeom prst="rect">
            <a:avLst/>
          </a:prstGeom>
        </p:spPr>
        <p:txBody>
          <a:bodyPr/>
          <a:lstStyle>
            <a:lvl1pPr marL="76200" indent="0">
              <a:buNone/>
              <a:defRPr sz="1200" b="0" u="none">
                <a:latin typeface="Barlow"/>
              </a:defRPr>
            </a:lvl1pPr>
          </a:lstStyle>
          <a:p>
            <a:pPr algn="ctr"/>
            <a:r>
              <a:rPr lang="fr-FR" sz="1200" dirty="0"/>
              <a:t>CONTACT </a:t>
            </a:r>
          </a:p>
          <a:p>
            <a:pPr algn="ctr"/>
            <a:r>
              <a:rPr lang="fr-FR" sz="1200" dirty="0"/>
              <a:t>Prénom Nom</a:t>
            </a:r>
          </a:p>
          <a:p>
            <a:pPr algn="ctr"/>
            <a:r>
              <a:rPr lang="fr-FR" sz="1200" dirty="0"/>
              <a:t>Adresse, tél</a:t>
            </a:r>
            <a:endParaRPr lang="fr-FR" sz="1600" dirty="0"/>
          </a:p>
          <a:p>
            <a:pPr lvl="0"/>
            <a:endParaRPr lang="fr-FR" dirty="0"/>
          </a:p>
        </p:txBody>
      </p:sp>
      <p:sp>
        <p:nvSpPr>
          <p:cNvPr id="2" name="Rectangle 1">
            <a:extLst>
              <a:ext uri="{FF2B5EF4-FFF2-40B4-BE49-F238E27FC236}">
                <a16:creationId xmlns:a16="http://schemas.microsoft.com/office/drawing/2014/main" id="{0D74F9E6-CA94-4F5B-9247-714AB37C3368}"/>
              </a:ext>
            </a:extLst>
          </p:cNvPr>
          <p:cNvSpPr/>
          <p:nvPr userDrawn="1"/>
        </p:nvSpPr>
        <p:spPr>
          <a:xfrm flipV="1">
            <a:off x="5093623" y="5092538"/>
            <a:ext cx="2004753" cy="45719"/>
          </a:xfrm>
          <a:prstGeom prst="rect">
            <a:avLst/>
          </a:prstGeom>
          <a:solidFill>
            <a:srgbClr val="0A00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 name="Graphique 5">
            <a:extLst>
              <a:ext uri="{FF2B5EF4-FFF2-40B4-BE49-F238E27FC236}">
                <a16:creationId xmlns:a16="http://schemas.microsoft.com/office/drawing/2014/main" id="{C71D668A-FB4E-D142-8FE7-4DCB8545F5AB}"/>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9091" r="9091"/>
          <a:stretch/>
        </p:blipFill>
        <p:spPr>
          <a:xfrm>
            <a:off x="3566909" y="1385794"/>
            <a:ext cx="5041556" cy="3142583"/>
          </a:xfrm>
          <a:prstGeom prst="rect">
            <a:avLst/>
          </a:prstGeom>
        </p:spPr>
      </p:pic>
    </p:spTree>
    <p:extLst>
      <p:ext uri="{BB962C8B-B14F-4D97-AF65-F5344CB8AC3E}">
        <p14:creationId xmlns:p14="http://schemas.microsoft.com/office/powerpoint/2010/main" val="238784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p:spTree>
      <p:nvGrpSpPr>
        <p:cNvPr id="1" name=""/>
        <p:cNvGrpSpPr/>
        <p:nvPr/>
      </p:nvGrpSpPr>
      <p:grpSpPr>
        <a:xfrm>
          <a:off x="0" y="0"/>
          <a:ext cx="0" cy="0"/>
          <a:chOff x="0" y="0"/>
          <a:chExt cx="0" cy="0"/>
        </a:xfrm>
      </p:grpSpPr>
      <p:sp>
        <p:nvSpPr>
          <p:cNvPr id="8" name="Titre 1">
            <a:extLst>
              <a:ext uri="{FF2B5EF4-FFF2-40B4-BE49-F238E27FC236}">
                <a16:creationId xmlns:a16="http://schemas.microsoft.com/office/drawing/2014/main" id="{287A5AED-3BE0-F245-86CE-C53070C57CD0}"/>
              </a:ext>
            </a:extLst>
          </p:cNvPr>
          <p:cNvSpPr>
            <a:spLocks noGrp="1"/>
          </p:cNvSpPr>
          <p:nvPr>
            <p:ph type="title"/>
          </p:nvPr>
        </p:nvSpPr>
        <p:spPr>
          <a:xfrm>
            <a:off x="1882815" y="2892971"/>
            <a:ext cx="8426369" cy="597913"/>
          </a:xfrm>
          <a:prstGeom prst="rect">
            <a:avLst/>
          </a:prstGeom>
          <a:noFill/>
        </p:spPr>
        <p:txBody>
          <a:bodyPr>
            <a:noAutofit/>
          </a:bodyPr>
          <a:lstStyle>
            <a:lvl1pPr algn="ctr">
              <a:defRPr sz="4000" b="1">
                <a:solidFill>
                  <a:schemeClr val="bg1"/>
                </a:solidFill>
                <a:latin typeface="Montserrat" panose="00000800000000000000" pitchFamily="2" charset="0"/>
              </a:defRPr>
            </a:lvl1pPr>
          </a:lstStyle>
          <a:p>
            <a:r>
              <a:rPr lang="fr-FR"/>
              <a:t>Modifiez le style du titre</a:t>
            </a:r>
            <a:endParaRPr lang="fr-FR" dirty="0"/>
          </a:p>
        </p:txBody>
      </p:sp>
      <p:sp>
        <p:nvSpPr>
          <p:cNvPr id="13" name="Espace réservé du contenu 2">
            <a:extLst>
              <a:ext uri="{FF2B5EF4-FFF2-40B4-BE49-F238E27FC236}">
                <a16:creationId xmlns:a16="http://schemas.microsoft.com/office/drawing/2014/main" id="{3020AC55-885A-D044-92E0-CB406041165D}"/>
              </a:ext>
            </a:extLst>
          </p:cNvPr>
          <p:cNvSpPr>
            <a:spLocks noGrp="1"/>
          </p:cNvSpPr>
          <p:nvPr>
            <p:ph sz="half" idx="1" hasCustomPrompt="1"/>
          </p:nvPr>
        </p:nvSpPr>
        <p:spPr>
          <a:xfrm>
            <a:off x="1882814" y="3605357"/>
            <a:ext cx="8426370" cy="359673"/>
          </a:xfrm>
          <a:prstGeom prst="rect">
            <a:avLst/>
          </a:prstGeom>
          <a:noFill/>
        </p:spPr>
        <p:txBody>
          <a:bodyPr>
            <a:noAutofit/>
          </a:bodyPr>
          <a:lstStyle>
            <a:lvl1pPr marL="0" indent="0" algn="ctr">
              <a:buNone/>
              <a:defRPr sz="1800" b="1">
                <a:solidFill>
                  <a:schemeClr val="bg1"/>
                </a:solidFill>
                <a:latin typeface="Barlow"/>
              </a:defRPr>
            </a:lvl1pPr>
            <a:lvl2pPr>
              <a:defRPr sz="1000">
                <a:latin typeface="+mn-lt"/>
              </a:defRPr>
            </a:lvl2pPr>
            <a:lvl3pPr>
              <a:defRPr sz="1000">
                <a:latin typeface="+mn-lt"/>
              </a:defRPr>
            </a:lvl3pPr>
            <a:lvl4pPr>
              <a:defRPr sz="1000">
                <a:latin typeface="+mn-lt"/>
              </a:defRPr>
            </a:lvl4pPr>
            <a:lvl5pPr>
              <a:defRPr sz="1000">
                <a:latin typeface="+mn-lt"/>
              </a:defRPr>
            </a:lvl5pPr>
          </a:lstStyle>
          <a:p>
            <a:pPr lvl="0"/>
            <a:r>
              <a:rPr lang="fr-FR" dirty="0"/>
              <a:t>Modifiez le style du sous titre </a:t>
            </a:r>
          </a:p>
        </p:txBody>
      </p:sp>
      <p:sp>
        <p:nvSpPr>
          <p:cNvPr id="12" name="Google Shape;14;p3">
            <a:extLst>
              <a:ext uri="{FF2B5EF4-FFF2-40B4-BE49-F238E27FC236}">
                <a16:creationId xmlns:a16="http://schemas.microsoft.com/office/drawing/2014/main" id="{CA8D2623-81DF-6942-AB15-784C5CEC08DD}"/>
              </a:ext>
            </a:extLst>
          </p:cNvPr>
          <p:cNvSpPr/>
          <p:nvPr userDrawn="1"/>
        </p:nvSpPr>
        <p:spPr>
          <a:xfrm>
            <a:off x="1882816" y="2324111"/>
            <a:ext cx="8426369" cy="2209779"/>
          </a:xfrm>
          <a:prstGeom prst="rect">
            <a:avLst/>
          </a:prstGeom>
          <a:noFill/>
          <a:ln w="38100">
            <a:solidFill>
              <a:schemeClr val="bg1"/>
            </a:solidFill>
          </a:ln>
          <a:effectLst>
            <a:outerShdw blurRad="271463" dist="66675" algn="bl" rotWithShape="0">
              <a:schemeClr val="dk1">
                <a:alpha val="3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708661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itre">
    <p:spTree>
      <p:nvGrpSpPr>
        <p:cNvPr id="1" name=""/>
        <p:cNvGrpSpPr/>
        <p:nvPr/>
      </p:nvGrpSpPr>
      <p:grpSpPr>
        <a:xfrm>
          <a:off x="0" y="0"/>
          <a:ext cx="0" cy="0"/>
          <a:chOff x="0" y="0"/>
          <a:chExt cx="0" cy="0"/>
        </a:xfrm>
      </p:grpSpPr>
      <p:sp>
        <p:nvSpPr>
          <p:cNvPr id="6" name="Google Shape;14;p3">
            <a:extLst>
              <a:ext uri="{FF2B5EF4-FFF2-40B4-BE49-F238E27FC236}">
                <a16:creationId xmlns:a16="http://schemas.microsoft.com/office/drawing/2014/main" id="{57E06FC8-0DA7-554E-A78A-2A68CA53BA98}"/>
              </a:ext>
            </a:extLst>
          </p:cNvPr>
          <p:cNvSpPr/>
          <p:nvPr userDrawn="1"/>
        </p:nvSpPr>
        <p:spPr>
          <a:xfrm>
            <a:off x="1882816" y="2324111"/>
            <a:ext cx="8426369" cy="2209779"/>
          </a:xfrm>
          <a:prstGeom prst="rect">
            <a:avLst/>
          </a:prstGeom>
          <a:noFill/>
          <a:ln w="38100">
            <a:solidFill>
              <a:schemeClr val="bg1"/>
            </a:solidFill>
          </a:ln>
          <a:effectLst>
            <a:outerShdw blurRad="271463" dist="66675" algn="bl" rotWithShape="0">
              <a:schemeClr val="dk1">
                <a:alpha val="3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Titre 1">
            <a:extLst>
              <a:ext uri="{FF2B5EF4-FFF2-40B4-BE49-F238E27FC236}">
                <a16:creationId xmlns:a16="http://schemas.microsoft.com/office/drawing/2014/main" id="{D7589303-CBC2-E045-81CC-E4BBE5EED767}"/>
              </a:ext>
            </a:extLst>
          </p:cNvPr>
          <p:cNvSpPr>
            <a:spLocks noGrp="1"/>
          </p:cNvSpPr>
          <p:nvPr>
            <p:ph type="title"/>
          </p:nvPr>
        </p:nvSpPr>
        <p:spPr>
          <a:xfrm>
            <a:off x="3207354" y="2898055"/>
            <a:ext cx="7101830" cy="530945"/>
          </a:xfrm>
          <a:prstGeom prst="rect">
            <a:avLst/>
          </a:prstGeom>
          <a:noFill/>
        </p:spPr>
        <p:txBody>
          <a:bodyPr>
            <a:noAutofit/>
          </a:bodyPr>
          <a:lstStyle>
            <a:lvl1pPr algn="ctr">
              <a:defRPr sz="4000" b="1">
                <a:solidFill>
                  <a:schemeClr val="bg1"/>
                </a:solidFill>
                <a:latin typeface="Montserrat" panose="00000800000000000000" pitchFamily="2" charset="0"/>
              </a:defRPr>
            </a:lvl1pPr>
          </a:lstStyle>
          <a:p>
            <a:r>
              <a:rPr lang="fr-FR"/>
              <a:t>Modifiez le style du titre</a:t>
            </a:r>
            <a:endParaRPr lang="fr-FR" dirty="0"/>
          </a:p>
        </p:txBody>
      </p:sp>
      <p:sp>
        <p:nvSpPr>
          <p:cNvPr id="17" name="Espace réservé du contenu 2">
            <a:extLst>
              <a:ext uri="{FF2B5EF4-FFF2-40B4-BE49-F238E27FC236}">
                <a16:creationId xmlns:a16="http://schemas.microsoft.com/office/drawing/2014/main" id="{4D2CDF79-EDC0-B848-AC91-D6120EDECDB1}"/>
              </a:ext>
            </a:extLst>
          </p:cNvPr>
          <p:cNvSpPr>
            <a:spLocks noGrp="1"/>
          </p:cNvSpPr>
          <p:nvPr>
            <p:ph sz="half" idx="1" hasCustomPrompt="1"/>
          </p:nvPr>
        </p:nvSpPr>
        <p:spPr>
          <a:xfrm>
            <a:off x="3207352" y="3610441"/>
            <a:ext cx="7101831" cy="332497"/>
          </a:xfrm>
          <a:prstGeom prst="rect">
            <a:avLst/>
          </a:prstGeom>
          <a:noFill/>
        </p:spPr>
        <p:txBody>
          <a:bodyPr>
            <a:noAutofit/>
          </a:bodyPr>
          <a:lstStyle>
            <a:lvl1pPr marL="0" indent="0" algn="ctr">
              <a:buNone/>
              <a:defRPr sz="1800" b="1">
                <a:solidFill>
                  <a:schemeClr val="bg1"/>
                </a:solidFill>
                <a:latin typeface="Barlow"/>
              </a:defRPr>
            </a:lvl1pPr>
            <a:lvl2pPr>
              <a:defRPr sz="1000">
                <a:latin typeface="+mn-lt"/>
              </a:defRPr>
            </a:lvl2pPr>
            <a:lvl3pPr>
              <a:defRPr sz="1000">
                <a:latin typeface="+mn-lt"/>
              </a:defRPr>
            </a:lvl3pPr>
            <a:lvl4pPr>
              <a:defRPr sz="1000">
                <a:latin typeface="+mn-lt"/>
              </a:defRPr>
            </a:lvl4pPr>
            <a:lvl5pPr>
              <a:defRPr sz="1000">
                <a:latin typeface="+mn-lt"/>
              </a:defRPr>
            </a:lvl5pPr>
          </a:lstStyle>
          <a:p>
            <a:pPr lvl="0"/>
            <a:r>
              <a:rPr lang="fr-FR" dirty="0"/>
              <a:t>Modifiez le style du sous titre </a:t>
            </a:r>
          </a:p>
        </p:txBody>
      </p:sp>
      <p:sp>
        <p:nvSpPr>
          <p:cNvPr id="11" name="Rectangle 10">
            <a:extLst>
              <a:ext uri="{FF2B5EF4-FFF2-40B4-BE49-F238E27FC236}">
                <a16:creationId xmlns:a16="http://schemas.microsoft.com/office/drawing/2014/main" id="{976DA3E1-44B8-6E47-8FB9-FEAC45794208}"/>
              </a:ext>
            </a:extLst>
          </p:cNvPr>
          <p:cNvSpPr/>
          <p:nvPr userDrawn="1"/>
        </p:nvSpPr>
        <p:spPr>
          <a:xfrm>
            <a:off x="1882816" y="2324111"/>
            <a:ext cx="1311797" cy="22097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Espace réservé du texte 23">
            <a:extLst>
              <a:ext uri="{FF2B5EF4-FFF2-40B4-BE49-F238E27FC236}">
                <a16:creationId xmlns:a16="http://schemas.microsoft.com/office/drawing/2014/main" id="{3DC2B321-C0A8-C440-99CD-F8C1CF7899FC}"/>
              </a:ext>
            </a:extLst>
          </p:cNvPr>
          <p:cNvSpPr>
            <a:spLocks noGrp="1"/>
          </p:cNvSpPr>
          <p:nvPr>
            <p:ph type="body" sz="quarter" idx="10" hasCustomPrompt="1"/>
          </p:nvPr>
        </p:nvSpPr>
        <p:spPr>
          <a:xfrm>
            <a:off x="1820488" y="2609140"/>
            <a:ext cx="1403488" cy="2029241"/>
          </a:xfrm>
          <a:prstGeom prst="rect">
            <a:avLst/>
          </a:prstGeom>
          <a:ln>
            <a:noFill/>
          </a:ln>
        </p:spPr>
        <p:txBody>
          <a:bodyPr/>
          <a:lstStyle>
            <a:lvl1pPr marL="76200" marR="0" indent="0" algn="ctr" defTabSz="914400" rtl="0" eaLnBrk="1" fontAlgn="auto" latinLnBrk="0" hangingPunct="1">
              <a:lnSpc>
                <a:spcPct val="115000"/>
              </a:lnSpc>
              <a:spcBef>
                <a:spcPts val="0"/>
              </a:spcBef>
              <a:spcAft>
                <a:spcPts val="0"/>
              </a:spcAft>
              <a:buClr>
                <a:schemeClr val="bg2">
                  <a:lumMod val="90000"/>
                </a:schemeClr>
              </a:buClr>
              <a:buSzPts val="2400"/>
              <a:buFont typeface="+mj-lt"/>
              <a:buNone/>
              <a:tabLst/>
              <a:defRPr sz="8500" b="1">
                <a:solidFill>
                  <a:srgbClr val="0A0096"/>
                </a:solidFill>
                <a:latin typeface="Montserrat" panose="00000800000000000000" pitchFamily="2" charset="0"/>
              </a:defRPr>
            </a:lvl1pPr>
          </a:lstStyle>
          <a:p>
            <a:pPr marL="76200" marR="0" lvl="0" indent="0" algn="ctr" defTabSz="914400" rtl="0" eaLnBrk="1" fontAlgn="auto" latinLnBrk="0" hangingPunct="1">
              <a:lnSpc>
                <a:spcPct val="115000"/>
              </a:lnSpc>
              <a:spcBef>
                <a:spcPts val="0"/>
              </a:spcBef>
              <a:spcAft>
                <a:spcPts val="0"/>
              </a:spcAft>
              <a:buClr>
                <a:schemeClr val="bg2">
                  <a:lumMod val="90000"/>
                </a:schemeClr>
              </a:buClr>
              <a:buSzPts val="2400"/>
              <a:buFont typeface="+mj-lt"/>
              <a:buNone/>
              <a:tabLst/>
              <a:defRPr/>
            </a:pPr>
            <a:r>
              <a:rPr lang="fr-FR" dirty="0"/>
              <a:t>n°</a:t>
            </a:r>
          </a:p>
        </p:txBody>
      </p:sp>
    </p:spTree>
    <p:extLst>
      <p:ext uri="{BB962C8B-B14F-4D97-AF65-F5344CB8AC3E}">
        <p14:creationId xmlns:p14="http://schemas.microsoft.com/office/powerpoint/2010/main" val="4274234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nnonce">
    <p:spTree>
      <p:nvGrpSpPr>
        <p:cNvPr id="1" name=""/>
        <p:cNvGrpSpPr/>
        <p:nvPr/>
      </p:nvGrpSpPr>
      <p:grpSpPr>
        <a:xfrm>
          <a:off x="0" y="0"/>
          <a:ext cx="0" cy="0"/>
          <a:chOff x="0" y="0"/>
          <a:chExt cx="0" cy="0"/>
        </a:xfrm>
      </p:grpSpPr>
      <p:sp>
        <p:nvSpPr>
          <p:cNvPr id="8" name="Titre 1">
            <a:extLst>
              <a:ext uri="{FF2B5EF4-FFF2-40B4-BE49-F238E27FC236}">
                <a16:creationId xmlns:a16="http://schemas.microsoft.com/office/drawing/2014/main" id="{287A5AED-3BE0-F245-86CE-C53070C57CD0}"/>
              </a:ext>
            </a:extLst>
          </p:cNvPr>
          <p:cNvSpPr>
            <a:spLocks noGrp="1"/>
          </p:cNvSpPr>
          <p:nvPr>
            <p:ph type="title"/>
          </p:nvPr>
        </p:nvSpPr>
        <p:spPr>
          <a:xfrm>
            <a:off x="1882815" y="1873930"/>
            <a:ext cx="8426369" cy="597913"/>
          </a:xfrm>
          <a:prstGeom prst="rect">
            <a:avLst/>
          </a:prstGeom>
          <a:noFill/>
        </p:spPr>
        <p:txBody>
          <a:bodyPr>
            <a:noAutofit/>
          </a:bodyPr>
          <a:lstStyle>
            <a:lvl1pPr algn="ctr">
              <a:defRPr sz="10000" b="1">
                <a:solidFill>
                  <a:schemeClr val="bg1"/>
                </a:solidFill>
                <a:latin typeface="Montserrat" panose="00000800000000000000" pitchFamily="2" charset="0"/>
              </a:defRPr>
            </a:lvl1pPr>
          </a:lstStyle>
          <a:p>
            <a:r>
              <a:rPr lang="fr-FR"/>
              <a:t>Modifiez le style du titre</a:t>
            </a:r>
            <a:endParaRPr lang="fr-FR" dirty="0"/>
          </a:p>
        </p:txBody>
      </p:sp>
      <p:sp>
        <p:nvSpPr>
          <p:cNvPr id="13" name="Espace réservé du contenu 2">
            <a:extLst>
              <a:ext uri="{FF2B5EF4-FFF2-40B4-BE49-F238E27FC236}">
                <a16:creationId xmlns:a16="http://schemas.microsoft.com/office/drawing/2014/main" id="{3020AC55-885A-D044-92E0-CB406041165D}"/>
              </a:ext>
            </a:extLst>
          </p:cNvPr>
          <p:cNvSpPr>
            <a:spLocks noGrp="1"/>
          </p:cNvSpPr>
          <p:nvPr>
            <p:ph sz="half" idx="1" hasCustomPrompt="1"/>
          </p:nvPr>
        </p:nvSpPr>
        <p:spPr>
          <a:xfrm>
            <a:off x="1882814" y="4852265"/>
            <a:ext cx="8426370" cy="359673"/>
          </a:xfrm>
          <a:prstGeom prst="rect">
            <a:avLst/>
          </a:prstGeom>
          <a:noFill/>
        </p:spPr>
        <p:txBody>
          <a:bodyPr>
            <a:noAutofit/>
          </a:bodyPr>
          <a:lstStyle>
            <a:lvl1pPr marL="0" indent="0" algn="ctr">
              <a:buNone/>
              <a:defRPr sz="1800" b="1">
                <a:solidFill>
                  <a:schemeClr val="bg1"/>
                </a:solidFill>
                <a:latin typeface="Barlow"/>
              </a:defRPr>
            </a:lvl1pPr>
            <a:lvl2pPr>
              <a:defRPr sz="1000">
                <a:latin typeface="+mn-lt"/>
              </a:defRPr>
            </a:lvl2pPr>
            <a:lvl3pPr>
              <a:defRPr sz="1000">
                <a:latin typeface="+mn-lt"/>
              </a:defRPr>
            </a:lvl3pPr>
            <a:lvl4pPr>
              <a:defRPr sz="1000">
                <a:latin typeface="+mn-lt"/>
              </a:defRPr>
            </a:lvl4pPr>
            <a:lvl5pPr>
              <a:defRPr sz="1000">
                <a:latin typeface="+mn-lt"/>
              </a:defRPr>
            </a:lvl5pPr>
          </a:lstStyle>
          <a:p>
            <a:pPr lvl="0"/>
            <a:r>
              <a:rPr lang="fr-FR" dirty="0"/>
              <a:t>Modifiez le style du sous titre </a:t>
            </a:r>
          </a:p>
        </p:txBody>
      </p:sp>
    </p:spTree>
    <p:extLst>
      <p:ext uri="{BB962C8B-B14F-4D97-AF65-F5344CB8AC3E}">
        <p14:creationId xmlns:p14="http://schemas.microsoft.com/office/powerpoint/2010/main" val="322244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re + 2 colonnes ">
    <p:spTree>
      <p:nvGrpSpPr>
        <p:cNvPr id="1" name=""/>
        <p:cNvGrpSpPr/>
        <p:nvPr/>
      </p:nvGrpSpPr>
      <p:grpSpPr>
        <a:xfrm>
          <a:off x="0" y="0"/>
          <a:ext cx="0" cy="0"/>
          <a:chOff x="0" y="0"/>
          <a:chExt cx="0" cy="0"/>
        </a:xfrm>
      </p:grpSpPr>
      <p:sp>
        <p:nvSpPr>
          <p:cNvPr id="16" name="Google Shape;25;p5">
            <a:extLst>
              <a:ext uri="{FF2B5EF4-FFF2-40B4-BE49-F238E27FC236}">
                <a16:creationId xmlns:a16="http://schemas.microsoft.com/office/drawing/2014/main" id="{4E9AC727-D595-424B-8DAE-DD364833E15B}"/>
              </a:ext>
            </a:extLst>
          </p:cNvPr>
          <p:cNvSpPr txBox="1">
            <a:spLocks noGrp="1"/>
          </p:cNvSpPr>
          <p:nvPr>
            <p:ph type="body" idx="13" hasCustomPrompt="1"/>
          </p:nvPr>
        </p:nvSpPr>
        <p:spPr>
          <a:xfrm>
            <a:off x="980321" y="2232147"/>
            <a:ext cx="4806351" cy="4019862"/>
          </a:xfrm>
          <a:prstGeom prst="rect">
            <a:avLst/>
          </a:prstGeom>
        </p:spPr>
        <p:txBody>
          <a:bodyPr spcFirstLastPara="1" wrap="square" lIns="0" tIns="0" rIns="0" bIns="0" anchor="t" anchorCtr="0">
            <a:noAutofit/>
          </a:bodyPr>
          <a:lstStyle>
            <a:lvl1pPr marL="609585" lvl="0" indent="-507987" rtl="0">
              <a:spcBef>
                <a:spcPts val="0"/>
              </a:spcBef>
              <a:spcAft>
                <a:spcPts val="0"/>
              </a:spcAft>
              <a:buClr>
                <a:schemeClr val="bg1"/>
              </a:buClr>
              <a:buSzPts val="2400"/>
              <a:buFont typeface="Inria Sans Light"/>
              <a:buChar char="▸"/>
              <a:defRPr sz="2000">
                <a:solidFill>
                  <a:schemeClr val="bg1"/>
                </a:solidFill>
                <a:latin typeface="Barlow"/>
              </a:defRPr>
            </a:lvl1pPr>
            <a:lvl2pPr marL="1219170" lvl="1" indent="-507987" rtl="0">
              <a:spcBef>
                <a:spcPts val="800"/>
              </a:spcBef>
              <a:spcAft>
                <a:spcPts val="0"/>
              </a:spcAft>
              <a:buSzPts val="2400"/>
              <a:buChar char="▹"/>
              <a:defRPr/>
            </a:lvl2pPr>
            <a:lvl3pPr marL="1828754" lvl="2" indent="-507987" rtl="0">
              <a:spcBef>
                <a:spcPts val="800"/>
              </a:spcBef>
              <a:spcAft>
                <a:spcPts val="0"/>
              </a:spcAft>
              <a:buSzPts val="2400"/>
              <a:buChar char="■"/>
              <a:defRPr/>
            </a:lvl3pPr>
            <a:lvl4pPr marL="2438339" lvl="3" indent="-507987" rtl="0">
              <a:spcBef>
                <a:spcPts val="800"/>
              </a:spcBef>
              <a:spcAft>
                <a:spcPts val="0"/>
              </a:spcAft>
              <a:buSzPts val="2400"/>
              <a:buChar char="●"/>
              <a:defRPr/>
            </a:lvl4pPr>
            <a:lvl5pPr marL="3047924" lvl="4" indent="-507987" rtl="0">
              <a:spcBef>
                <a:spcPts val="800"/>
              </a:spcBef>
              <a:spcAft>
                <a:spcPts val="0"/>
              </a:spcAft>
              <a:buSzPts val="2400"/>
              <a:buChar char="○"/>
              <a:defRPr/>
            </a:lvl5pPr>
            <a:lvl6pPr marL="3657509" lvl="5" indent="-507987" rtl="0">
              <a:spcBef>
                <a:spcPts val="800"/>
              </a:spcBef>
              <a:spcAft>
                <a:spcPts val="0"/>
              </a:spcAft>
              <a:buSzPts val="2400"/>
              <a:buChar char="■"/>
              <a:defRPr/>
            </a:lvl6pPr>
            <a:lvl7pPr marL="4267093" lvl="6" indent="-507987" rtl="0">
              <a:spcBef>
                <a:spcPts val="800"/>
              </a:spcBef>
              <a:spcAft>
                <a:spcPts val="0"/>
              </a:spcAft>
              <a:buSzPts val="2400"/>
              <a:buChar char="●"/>
              <a:defRPr/>
            </a:lvl7pPr>
            <a:lvl8pPr marL="4876678" lvl="7" indent="-507987" rtl="0">
              <a:spcBef>
                <a:spcPts val="800"/>
              </a:spcBef>
              <a:spcAft>
                <a:spcPts val="0"/>
              </a:spcAft>
              <a:buSzPts val="2400"/>
              <a:buChar char="○"/>
              <a:defRPr/>
            </a:lvl8pPr>
            <a:lvl9pPr marL="5486263" lvl="8" indent="-507987" rtl="0">
              <a:spcBef>
                <a:spcPts val="800"/>
              </a:spcBef>
              <a:spcAft>
                <a:spcPts val="800"/>
              </a:spcAft>
              <a:buSzPts val="2400"/>
              <a:buChar char="■"/>
              <a:defRPr/>
            </a:lvl9pPr>
          </a:lstStyle>
          <a:p>
            <a:r>
              <a:rPr lang="fr-FR" dirty="0"/>
              <a:t>Cliquez pour ajouter du texte</a:t>
            </a:r>
          </a:p>
        </p:txBody>
      </p:sp>
      <p:sp>
        <p:nvSpPr>
          <p:cNvPr id="15" name="Google Shape;32;p6">
            <a:extLst>
              <a:ext uri="{FF2B5EF4-FFF2-40B4-BE49-F238E27FC236}">
                <a16:creationId xmlns:a16="http://schemas.microsoft.com/office/drawing/2014/main" id="{1694EB44-9E14-4F2A-BECC-0B0403384AA4}"/>
              </a:ext>
            </a:extLst>
          </p:cNvPr>
          <p:cNvSpPr txBox="1">
            <a:spLocks noGrp="1"/>
          </p:cNvSpPr>
          <p:nvPr>
            <p:ph type="sldNum" idx="12"/>
          </p:nvPr>
        </p:nvSpPr>
        <p:spPr>
          <a:xfrm>
            <a:off x="11205845" y="6082680"/>
            <a:ext cx="731600" cy="524800"/>
          </a:xfrm>
          <a:prstGeom prst="rect">
            <a:avLst/>
          </a:prstGeom>
        </p:spPr>
        <p:txBody>
          <a:bodyPr spcFirstLastPara="1" wrap="square" lIns="0" tIns="0" rIns="0" bIns="0" anchor="ctr" anchorCtr="0">
            <a:noAutofit/>
          </a:bodyPr>
          <a:lstStyle>
            <a:lvl1pPr lvl="0" rtl="0">
              <a:buNone/>
              <a:defRPr>
                <a:solidFill>
                  <a:schemeClr val="bg1"/>
                </a:solidFill>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fr-FR" smtClean="0"/>
              <a:pPr/>
              <a:t>‹N°›</a:t>
            </a:fld>
            <a:endParaRPr lang="fr-FR" dirty="0"/>
          </a:p>
        </p:txBody>
      </p:sp>
      <p:sp>
        <p:nvSpPr>
          <p:cNvPr id="17" name="Google Shape;25;p5">
            <a:extLst>
              <a:ext uri="{FF2B5EF4-FFF2-40B4-BE49-F238E27FC236}">
                <a16:creationId xmlns:a16="http://schemas.microsoft.com/office/drawing/2014/main" id="{8F91B836-7C3E-49A2-9849-8A3698623EBB}"/>
              </a:ext>
            </a:extLst>
          </p:cNvPr>
          <p:cNvSpPr txBox="1">
            <a:spLocks noGrp="1"/>
          </p:cNvSpPr>
          <p:nvPr>
            <p:ph type="body" idx="14" hasCustomPrompt="1"/>
          </p:nvPr>
        </p:nvSpPr>
        <p:spPr>
          <a:xfrm>
            <a:off x="6772826" y="1240623"/>
            <a:ext cx="4433019" cy="5011385"/>
          </a:xfrm>
          <a:prstGeom prst="rect">
            <a:avLst/>
          </a:prstGeom>
        </p:spPr>
        <p:txBody>
          <a:bodyPr spcFirstLastPara="1" wrap="square" lIns="0" tIns="0" rIns="0" bIns="0" anchor="t" anchorCtr="0">
            <a:noAutofit/>
          </a:bodyPr>
          <a:lstStyle>
            <a:lvl1pPr marL="609585" lvl="0" indent="-507987" rtl="0">
              <a:spcBef>
                <a:spcPts val="0"/>
              </a:spcBef>
              <a:spcAft>
                <a:spcPts val="0"/>
              </a:spcAft>
              <a:buClr>
                <a:schemeClr val="bg1"/>
              </a:buClr>
              <a:buSzPts val="2400"/>
              <a:buFont typeface="Inria Sans Light"/>
              <a:buChar char="▸"/>
              <a:defRPr sz="2000">
                <a:solidFill>
                  <a:schemeClr val="bg1"/>
                </a:solidFill>
                <a:latin typeface="Barlow"/>
              </a:defRPr>
            </a:lvl1pPr>
            <a:lvl2pPr marL="1219170" lvl="1" indent="-507987" rtl="0">
              <a:spcBef>
                <a:spcPts val="800"/>
              </a:spcBef>
              <a:spcAft>
                <a:spcPts val="0"/>
              </a:spcAft>
              <a:buSzPts val="2400"/>
              <a:buChar char="▹"/>
              <a:defRPr/>
            </a:lvl2pPr>
            <a:lvl3pPr marL="1828754" lvl="2" indent="-507987" rtl="0">
              <a:spcBef>
                <a:spcPts val="800"/>
              </a:spcBef>
              <a:spcAft>
                <a:spcPts val="0"/>
              </a:spcAft>
              <a:buSzPts val="2400"/>
              <a:buChar char="■"/>
              <a:defRPr/>
            </a:lvl3pPr>
            <a:lvl4pPr marL="2438339" lvl="3" indent="-507987" rtl="0">
              <a:spcBef>
                <a:spcPts val="800"/>
              </a:spcBef>
              <a:spcAft>
                <a:spcPts val="0"/>
              </a:spcAft>
              <a:buSzPts val="2400"/>
              <a:buChar char="●"/>
              <a:defRPr/>
            </a:lvl4pPr>
            <a:lvl5pPr marL="3047924" lvl="4" indent="-507987" rtl="0">
              <a:spcBef>
                <a:spcPts val="800"/>
              </a:spcBef>
              <a:spcAft>
                <a:spcPts val="0"/>
              </a:spcAft>
              <a:buSzPts val="2400"/>
              <a:buChar char="○"/>
              <a:defRPr/>
            </a:lvl5pPr>
            <a:lvl6pPr marL="3657509" lvl="5" indent="-507987" rtl="0">
              <a:spcBef>
                <a:spcPts val="800"/>
              </a:spcBef>
              <a:spcAft>
                <a:spcPts val="0"/>
              </a:spcAft>
              <a:buSzPts val="2400"/>
              <a:buChar char="■"/>
              <a:defRPr/>
            </a:lvl6pPr>
            <a:lvl7pPr marL="4267093" lvl="6" indent="-507987" rtl="0">
              <a:spcBef>
                <a:spcPts val="800"/>
              </a:spcBef>
              <a:spcAft>
                <a:spcPts val="0"/>
              </a:spcAft>
              <a:buSzPts val="2400"/>
              <a:buChar char="●"/>
              <a:defRPr/>
            </a:lvl7pPr>
            <a:lvl8pPr marL="4876678" lvl="7" indent="-507987" rtl="0">
              <a:spcBef>
                <a:spcPts val="800"/>
              </a:spcBef>
              <a:spcAft>
                <a:spcPts val="0"/>
              </a:spcAft>
              <a:buSzPts val="2400"/>
              <a:buChar char="○"/>
              <a:defRPr/>
            </a:lvl8pPr>
            <a:lvl9pPr marL="5486263" lvl="8" indent="-507987" rtl="0">
              <a:spcBef>
                <a:spcPts val="800"/>
              </a:spcBef>
              <a:spcAft>
                <a:spcPts val="800"/>
              </a:spcAft>
              <a:buSzPts val="2400"/>
              <a:buChar char="■"/>
              <a:defRPr/>
            </a:lvl9pPr>
          </a:lstStyle>
          <a:p>
            <a:r>
              <a:rPr lang="fr-FR" dirty="0"/>
              <a:t>Cliquez pour ajouter du texte</a:t>
            </a:r>
          </a:p>
        </p:txBody>
      </p:sp>
      <p:sp>
        <p:nvSpPr>
          <p:cNvPr id="20" name="Espace réservé du texte 2">
            <a:extLst>
              <a:ext uri="{FF2B5EF4-FFF2-40B4-BE49-F238E27FC236}">
                <a16:creationId xmlns:a16="http://schemas.microsoft.com/office/drawing/2014/main" id="{9FBFBF23-B3A9-4224-AA2C-7A19A4C691EC}"/>
              </a:ext>
            </a:extLst>
          </p:cNvPr>
          <p:cNvSpPr>
            <a:spLocks noGrp="1"/>
          </p:cNvSpPr>
          <p:nvPr>
            <p:ph type="body" sz="quarter" idx="15" hasCustomPrompt="1"/>
          </p:nvPr>
        </p:nvSpPr>
        <p:spPr>
          <a:xfrm>
            <a:off x="0" y="553661"/>
            <a:ext cx="5833582" cy="215900"/>
          </a:xfrm>
          <a:prstGeom prst="rect">
            <a:avLst/>
          </a:prstGeom>
        </p:spPr>
        <p:txBody>
          <a:bodyPr/>
          <a:lstStyle>
            <a:lvl1pPr marL="76200" indent="0">
              <a:buNone/>
              <a:defRPr sz="1500" b="1" i="1">
                <a:solidFill>
                  <a:schemeClr val="bg1"/>
                </a:solidFill>
                <a:latin typeface="Barlow"/>
              </a:defRPr>
            </a:lvl1pPr>
          </a:lstStyle>
          <a:p>
            <a:pPr lvl="0"/>
            <a:r>
              <a:rPr lang="fr-FR" dirty="0"/>
              <a:t>Cliquez ici pour du texte</a:t>
            </a:r>
          </a:p>
        </p:txBody>
      </p:sp>
      <p:sp>
        <p:nvSpPr>
          <p:cNvPr id="24" name="Google Shape;24;p5">
            <a:extLst>
              <a:ext uri="{FF2B5EF4-FFF2-40B4-BE49-F238E27FC236}">
                <a16:creationId xmlns:a16="http://schemas.microsoft.com/office/drawing/2014/main" id="{F5B4B604-7A44-4DAD-8B90-3B1ACFFE4058}"/>
              </a:ext>
            </a:extLst>
          </p:cNvPr>
          <p:cNvSpPr txBox="1">
            <a:spLocks noGrp="1"/>
          </p:cNvSpPr>
          <p:nvPr>
            <p:ph type="title" hasCustomPrompt="1"/>
          </p:nvPr>
        </p:nvSpPr>
        <p:spPr>
          <a:xfrm>
            <a:off x="980322" y="980321"/>
            <a:ext cx="4853260" cy="877751"/>
          </a:xfrm>
          <a:prstGeom prst="rect">
            <a:avLst/>
          </a:prstGeom>
        </p:spPr>
        <p:txBody>
          <a:bodyPr spcFirstLastPara="1" wrap="square" lIns="0" tIns="0" rIns="0" bIns="0" anchor="b" anchorCtr="0">
            <a:noAutofit/>
          </a:bodyPr>
          <a:lstStyle>
            <a:lvl1pPr marL="0" marR="0" lvl="0" indent="0" algn="l" defTabSz="914400" rtl="0" eaLnBrk="1" fontAlgn="auto" latinLnBrk="0" hangingPunct="1">
              <a:lnSpc>
                <a:spcPct val="90000"/>
              </a:lnSpc>
              <a:spcBef>
                <a:spcPts val="0"/>
              </a:spcBef>
              <a:spcAft>
                <a:spcPts val="0"/>
              </a:spcAft>
              <a:buClrTx/>
              <a:buSzPts val="3200"/>
              <a:buFontTx/>
              <a:buNone/>
              <a:tabLst/>
              <a:defRPr sz="3000" b="1">
                <a:solidFill>
                  <a:srgbClr val="090095"/>
                </a:solidFill>
                <a:latin typeface="Montserrat" panose="00000800000000000000" pitchFamily="2" charset="0"/>
                <a:cs typeface="Calibri" panose="020F0502020204030204" pitchFamily="34" charset="0"/>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r>
              <a:rPr lang="fr-FR" dirty="0"/>
              <a:t>Cliquez pour ajouter </a:t>
            </a:r>
            <a:br>
              <a:rPr lang="fr-FR" dirty="0"/>
            </a:br>
            <a:r>
              <a:rPr lang="fr-FR" dirty="0"/>
              <a:t>le titre</a:t>
            </a:r>
            <a:endParaRPr dirty="0"/>
          </a:p>
        </p:txBody>
      </p:sp>
      <p:cxnSp>
        <p:nvCxnSpPr>
          <p:cNvPr id="25" name="Connecteur droit 24">
            <a:extLst>
              <a:ext uri="{FF2B5EF4-FFF2-40B4-BE49-F238E27FC236}">
                <a16:creationId xmlns:a16="http://schemas.microsoft.com/office/drawing/2014/main" id="{32B17A13-D5F3-4AD3-B0F6-2F767FA6A699}"/>
              </a:ext>
            </a:extLst>
          </p:cNvPr>
          <p:cNvCxnSpPr>
            <a:cxnSpLocks/>
          </p:cNvCxnSpPr>
          <p:nvPr userDrawn="1"/>
        </p:nvCxnSpPr>
        <p:spPr>
          <a:xfrm>
            <a:off x="162525" y="1261228"/>
            <a:ext cx="612000" cy="0"/>
          </a:xfrm>
          <a:prstGeom prst="line">
            <a:avLst/>
          </a:prstGeom>
          <a:ln w="76200">
            <a:solidFill>
              <a:srgbClr val="E7302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8149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re + 1 colonn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73C5A96-7E40-4A4F-A9CA-1DD3EE69821E}"/>
              </a:ext>
            </a:extLst>
          </p:cNvPr>
          <p:cNvSpPr/>
          <p:nvPr userDrawn="1"/>
        </p:nvSpPr>
        <p:spPr>
          <a:xfrm>
            <a:off x="2739346" y="1411515"/>
            <a:ext cx="6713308" cy="4034971"/>
          </a:xfrm>
          <a:prstGeom prst="rect">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Google Shape;24;p5">
            <a:extLst>
              <a:ext uri="{FF2B5EF4-FFF2-40B4-BE49-F238E27FC236}">
                <a16:creationId xmlns:a16="http://schemas.microsoft.com/office/drawing/2014/main" id="{C284A3EA-7B9F-9548-A79F-56A77020B34B}"/>
              </a:ext>
            </a:extLst>
          </p:cNvPr>
          <p:cNvSpPr txBox="1">
            <a:spLocks noGrp="1"/>
          </p:cNvSpPr>
          <p:nvPr>
            <p:ph type="title" hasCustomPrompt="1"/>
          </p:nvPr>
        </p:nvSpPr>
        <p:spPr>
          <a:xfrm>
            <a:off x="980322" y="980322"/>
            <a:ext cx="9911200" cy="528400"/>
          </a:xfrm>
          <a:prstGeom prst="rect">
            <a:avLst/>
          </a:prstGeom>
        </p:spPr>
        <p:txBody>
          <a:bodyPr spcFirstLastPara="1" wrap="square" lIns="0" tIns="0" rIns="0" bIns="0" anchor="b" anchorCtr="0">
            <a:noAutofit/>
          </a:bodyPr>
          <a:lstStyle>
            <a:lvl1pPr marL="0" marR="0" lvl="0" indent="0" algn="l" defTabSz="914400" rtl="0" eaLnBrk="1" fontAlgn="auto" latinLnBrk="0" hangingPunct="1">
              <a:lnSpc>
                <a:spcPct val="90000"/>
              </a:lnSpc>
              <a:spcBef>
                <a:spcPts val="0"/>
              </a:spcBef>
              <a:spcAft>
                <a:spcPts val="0"/>
              </a:spcAft>
              <a:buClrTx/>
              <a:buSzPts val="3200"/>
              <a:buFontTx/>
              <a:buNone/>
              <a:tabLst/>
              <a:defRPr sz="3000" b="1">
                <a:solidFill>
                  <a:srgbClr val="090095"/>
                </a:solidFill>
                <a:latin typeface="Montserrat" panose="00000800000000000000" pitchFamily="2" charset="0"/>
                <a:cs typeface="Calibri" panose="020F0502020204030204" pitchFamily="34" charset="0"/>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r>
              <a:rPr lang="fr-FR" dirty="0"/>
              <a:t>Cliquez pour ajouter le titre</a:t>
            </a:r>
            <a:endParaRPr dirty="0"/>
          </a:p>
        </p:txBody>
      </p:sp>
      <p:sp>
        <p:nvSpPr>
          <p:cNvPr id="11" name="Google Shape;25;p5">
            <a:extLst>
              <a:ext uri="{FF2B5EF4-FFF2-40B4-BE49-F238E27FC236}">
                <a16:creationId xmlns:a16="http://schemas.microsoft.com/office/drawing/2014/main" id="{2826C7D5-715F-C342-A531-BB29611AD169}"/>
              </a:ext>
            </a:extLst>
          </p:cNvPr>
          <p:cNvSpPr txBox="1">
            <a:spLocks noGrp="1"/>
          </p:cNvSpPr>
          <p:nvPr>
            <p:ph type="body" idx="1" hasCustomPrompt="1"/>
          </p:nvPr>
        </p:nvSpPr>
        <p:spPr>
          <a:xfrm>
            <a:off x="980322" y="1858076"/>
            <a:ext cx="9911200" cy="4045200"/>
          </a:xfrm>
          <a:prstGeom prst="rect">
            <a:avLst/>
          </a:prstGeom>
        </p:spPr>
        <p:txBody>
          <a:bodyPr spcFirstLastPara="1" wrap="square" lIns="0" tIns="0" rIns="0" bIns="0" anchor="t" anchorCtr="0">
            <a:noAutofit/>
          </a:bodyPr>
          <a:lstStyle>
            <a:lvl1pPr marL="609585" lvl="0" indent="-507987" rtl="0">
              <a:spcBef>
                <a:spcPts val="0"/>
              </a:spcBef>
              <a:spcAft>
                <a:spcPts val="0"/>
              </a:spcAft>
              <a:buClr>
                <a:schemeClr val="tx1">
                  <a:lumMod val="50000"/>
                  <a:lumOff val="50000"/>
                </a:schemeClr>
              </a:buClr>
              <a:buSzPts val="2400"/>
              <a:buFont typeface="Inria Sans Light"/>
              <a:buChar char="▸"/>
              <a:defRPr sz="2000">
                <a:solidFill>
                  <a:schemeClr val="tx1">
                    <a:lumMod val="85000"/>
                    <a:lumOff val="15000"/>
                  </a:schemeClr>
                </a:solidFill>
                <a:latin typeface="Barlow"/>
              </a:defRPr>
            </a:lvl1pPr>
            <a:lvl2pPr marL="1219170" lvl="1" indent="-507987" rtl="0">
              <a:spcBef>
                <a:spcPts val="800"/>
              </a:spcBef>
              <a:spcAft>
                <a:spcPts val="0"/>
              </a:spcAft>
              <a:buSzPts val="2400"/>
              <a:buChar char="▹"/>
              <a:defRPr/>
            </a:lvl2pPr>
            <a:lvl3pPr marL="1828754" lvl="2" indent="-507987" rtl="0">
              <a:spcBef>
                <a:spcPts val="800"/>
              </a:spcBef>
              <a:spcAft>
                <a:spcPts val="0"/>
              </a:spcAft>
              <a:buSzPts val="2400"/>
              <a:buChar char="■"/>
              <a:defRPr/>
            </a:lvl3pPr>
            <a:lvl4pPr marL="2438339" lvl="3" indent="-507987" rtl="0">
              <a:spcBef>
                <a:spcPts val="800"/>
              </a:spcBef>
              <a:spcAft>
                <a:spcPts val="0"/>
              </a:spcAft>
              <a:buSzPts val="2400"/>
              <a:buChar char="●"/>
              <a:defRPr/>
            </a:lvl4pPr>
            <a:lvl5pPr marL="3047924" lvl="4" indent="-507987" rtl="0">
              <a:spcBef>
                <a:spcPts val="800"/>
              </a:spcBef>
              <a:spcAft>
                <a:spcPts val="0"/>
              </a:spcAft>
              <a:buSzPts val="2400"/>
              <a:buChar char="○"/>
              <a:defRPr/>
            </a:lvl5pPr>
            <a:lvl6pPr marL="3657509" lvl="5" indent="-507987" rtl="0">
              <a:spcBef>
                <a:spcPts val="800"/>
              </a:spcBef>
              <a:spcAft>
                <a:spcPts val="0"/>
              </a:spcAft>
              <a:buSzPts val="2400"/>
              <a:buChar char="■"/>
              <a:defRPr/>
            </a:lvl6pPr>
            <a:lvl7pPr marL="4267093" lvl="6" indent="-507987" rtl="0">
              <a:spcBef>
                <a:spcPts val="800"/>
              </a:spcBef>
              <a:spcAft>
                <a:spcPts val="0"/>
              </a:spcAft>
              <a:buSzPts val="2400"/>
              <a:buChar char="●"/>
              <a:defRPr/>
            </a:lvl7pPr>
            <a:lvl8pPr marL="4876678" lvl="7" indent="-507987" rtl="0">
              <a:spcBef>
                <a:spcPts val="800"/>
              </a:spcBef>
              <a:spcAft>
                <a:spcPts val="0"/>
              </a:spcAft>
              <a:buSzPts val="2400"/>
              <a:buChar char="○"/>
              <a:defRPr/>
            </a:lvl8pPr>
            <a:lvl9pPr marL="5486263" lvl="8" indent="-507987" rtl="0">
              <a:spcBef>
                <a:spcPts val="800"/>
              </a:spcBef>
              <a:spcAft>
                <a:spcPts val="800"/>
              </a:spcAft>
              <a:buSzPts val="2400"/>
              <a:buChar char="■"/>
              <a:defRPr/>
            </a:lvl9pPr>
          </a:lstStyle>
          <a:p>
            <a:r>
              <a:rPr lang="fr-FR" dirty="0"/>
              <a:t>Cliquez pour ajouter du texte</a:t>
            </a:r>
            <a:endParaRPr dirty="0"/>
          </a:p>
        </p:txBody>
      </p:sp>
      <p:cxnSp>
        <p:nvCxnSpPr>
          <p:cNvPr id="21" name="Connecteur droit 20">
            <a:extLst>
              <a:ext uri="{FF2B5EF4-FFF2-40B4-BE49-F238E27FC236}">
                <a16:creationId xmlns:a16="http://schemas.microsoft.com/office/drawing/2014/main" id="{37AA6426-FF56-5345-B69C-CE78C4C36E1C}"/>
              </a:ext>
            </a:extLst>
          </p:cNvPr>
          <p:cNvCxnSpPr>
            <a:cxnSpLocks/>
          </p:cNvCxnSpPr>
          <p:nvPr userDrawn="1"/>
        </p:nvCxnSpPr>
        <p:spPr>
          <a:xfrm>
            <a:off x="162525" y="1261228"/>
            <a:ext cx="612000" cy="0"/>
          </a:xfrm>
          <a:prstGeom prst="line">
            <a:avLst/>
          </a:prstGeom>
          <a:ln w="76200">
            <a:solidFill>
              <a:srgbClr val="E7302A"/>
            </a:solidFill>
          </a:ln>
        </p:spPr>
        <p:style>
          <a:lnRef idx="1">
            <a:schemeClr val="accent1"/>
          </a:lnRef>
          <a:fillRef idx="0">
            <a:schemeClr val="accent1"/>
          </a:fillRef>
          <a:effectRef idx="0">
            <a:schemeClr val="accent1"/>
          </a:effectRef>
          <a:fontRef idx="minor">
            <a:schemeClr val="tx1"/>
          </a:fontRef>
        </p:style>
      </p:cxnSp>
      <p:sp>
        <p:nvSpPr>
          <p:cNvPr id="7" name="Google Shape;32;p6">
            <a:extLst>
              <a:ext uri="{FF2B5EF4-FFF2-40B4-BE49-F238E27FC236}">
                <a16:creationId xmlns:a16="http://schemas.microsoft.com/office/drawing/2014/main" id="{29785BF0-08BC-462A-855B-5755C4E6591D}"/>
              </a:ext>
            </a:extLst>
          </p:cNvPr>
          <p:cNvSpPr txBox="1">
            <a:spLocks noGrp="1"/>
          </p:cNvSpPr>
          <p:nvPr>
            <p:ph type="sldNum" idx="4"/>
          </p:nvPr>
        </p:nvSpPr>
        <p:spPr>
          <a:xfrm>
            <a:off x="11264174" y="6154296"/>
            <a:ext cx="731600" cy="524800"/>
          </a:xfrm>
          <a:prstGeom prst="rect">
            <a:avLst/>
          </a:prstGeom>
          <a:ln>
            <a:noFill/>
          </a:ln>
        </p:spPr>
        <p:txBody>
          <a:bodyPr spcFirstLastPara="1" wrap="square" lIns="0" tIns="0" rIns="0" bIns="0" anchor="ctr" anchorCtr="0">
            <a:noAutofit/>
          </a:bodyPr>
          <a:lstStyle>
            <a:lvl1pPr lvl="0" algn="r" rtl="0">
              <a:buNone/>
              <a:defRPr>
                <a:solidFill>
                  <a:schemeClr val="bg1">
                    <a:lumMod val="50000"/>
                  </a:schemeClr>
                </a:solidFill>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fr-FR" smtClean="0"/>
              <a:pPr/>
              <a:t>‹N°›</a:t>
            </a:fld>
            <a:endParaRPr lang="fr-FR" dirty="0"/>
          </a:p>
        </p:txBody>
      </p:sp>
      <p:sp>
        <p:nvSpPr>
          <p:cNvPr id="9" name="Espace réservé du texte 2">
            <a:extLst>
              <a:ext uri="{FF2B5EF4-FFF2-40B4-BE49-F238E27FC236}">
                <a16:creationId xmlns:a16="http://schemas.microsoft.com/office/drawing/2014/main" id="{3B80D67E-28DB-4394-B395-81B405A6F3CE}"/>
              </a:ext>
            </a:extLst>
          </p:cNvPr>
          <p:cNvSpPr>
            <a:spLocks noGrp="1"/>
          </p:cNvSpPr>
          <p:nvPr>
            <p:ph type="body" sz="quarter" idx="15" hasCustomPrompt="1"/>
          </p:nvPr>
        </p:nvSpPr>
        <p:spPr>
          <a:xfrm>
            <a:off x="0" y="553661"/>
            <a:ext cx="5833582" cy="215900"/>
          </a:xfrm>
          <a:prstGeom prst="rect">
            <a:avLst/>
          </a:prstGeom>
        </p:spPr>
        <p:txBody>
          <a:bodyPr/>
          <a:lstStyle>
            <a:lvl1pPr marL="76200" indent="0">
              <a:buNone/>
              <a:defRPr sz="1500" b="1" i="1">
                <a:latin typeface="Barlow"/>
              </a:defRPr>
            </a:lvl1pPr>
          </a:lstStyle>
          <a:p>
            <a:pPr lvl="0"/>
            <a:r>
              <a:rPr lang="fr-FR" dirty="0"/>
              <a:t>Cliquez ici pour du texte</a:t>
            </a:r>
          </a:p>
        </p:txBody>
      </p:sp>
    </p:spTree>
    <p:extLst>
      <p:ext uri="{BB962C8B-B14F-4D97-AF65-F5344CB8AC3E}">
        <p14:creationId xmlns:p14="http://schemas.microsoft.com/office/powerpoint/2010/main" val="12855955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N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00203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act ">
    <p:spTree>
      <p:nvGrpSpPr>
        <p:cNvPr id="1" name=""/>
        <p:cNvGrpSpPr/>
        <p:nvPr/>
      </p:nvGrpSpPr>
      <p:grpSpPr>
        <a:xfrm>
          <a:off x="0" y="0"/>
          <a:ext cx="0" cy="0"/>
          <a:chOff x="0" y="0"/>
          <a:chExt cx="0" cy="0"/>
        </a:xfrm>
      </p:grpSpPr>
      <p:pic>
        <p:nvPicPr>
          <p:cNvPr id="6" name="Graphique 5">
            <a:extLst>
              <a:ext uri="{FF2B5EF4-FFF2-40B4-BE49-F238E27FC236}">
                <a16:creationId xmlns:a16="http://schemas.microsoft.com/office/drawing/2014/main" id="{017D8CF2-6DC2-B848-A5E3-6D4E43757F3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9025" r="9156"/>
          <a:stretch/>
        </p:blipFill>
        <p:spPr>
          <a:xfrm>
            <a:off x="3566909" y="1385794"/>
            <a:ext cx="5041556" cy="3142583"/>
          </a:xfrm>
          <a:prstGeom prst="rect">
            <a:avLst/>
          </a:prstGeom>
        </p:spPr>
      </p:pic>
      <p:sp>
        <p:nvSpPr>
          <p:cNvPr id="12" name="ZoneTexte 11">
            <a:extLst>
              <a:ext uri="{FF2B5EF4-FFF2-40B4-BE49-F238E27FC236}">
                <a16:creationId xmlns:a16="http://schemas.microsoft.com/office/drawing/2014/main" id="{779E0B2D-D6A6-46FA-80C1-EA72A0A71B73}"/>
              </a:ext>
            </a:extLst>
          </p:cNvPr>
          <p:cNvSpPr txBox="1"/>
          <p:nvPr userDrawn="1"/>
        </p:nvSpPr>
        <p:spPr>
          <a:xfrm>
            <a:off x="4375265" y="4735058"/>
            <a:ext cx="3424844" cy="276999"/>
          </a:xfrm>
          <a:prstGeom prst="rect">
            <a:avLst/>
          </a:prstGeom>
          <a:noFill/>
        </p:spPr>
        <p:txBody>
          <a:bodyPr wrap="square" rtlCol="0">
            <a:spAutoFit/>
          </a:bodyPr>
          <a:lstStyle/>
          <a:p>
            <a:pPr algn="ctr"/>
            <a:r>
              <a:rPr lang="fr-FR" sz="1200" b="1">
                <a:solidFill>
                  <a:schemeClr val="bg1"/>
                </a:solidFill>
                <a:latin typeface="Barlow"/>
              </a:rPr>
              <a:t>www.ffjudo.com</a:t>
            </a:r>
          </a:p>
        </p:txBody>
      </p:sp>
      <p:sp>
        <p:nvSpPr>
          <p:cNvPr id="8" name="Espace réservé du texte 13">
            <a:extLst>
              <a:ext uri="{FF2B5EF4-FFF2-40B4-BE49-F238E27FC236}">
                <a16:creationId xmlns:a16="http://schemas.microsoft.com/office/drawing/2014/main" id="{BEA5828F-6946-4327-BE29-F32381D3DC28}"/>
              </a:ext>
            </a:extLst>
          </p:cNvPr>
          <p:cNvSpPr>
            <a:spLocks noGrp="1"/>
          </p:cNvSpPr>
          <p:nvPr>
            <p:ph type="body" sz="quarter" idx="10" hasCustomPrompt="1"/>
          </p:nvPr>
        </p:nvSpPr>
        <p:spPr>
          <a:xfrm>
            <a:off x="-8313" y="5218738"/>
            <a:ext cx="12192000" cy="707765"/>
          </a:xfrm>
          <a:prstGeom prst="rect">
            <a:avLst/>
          </a:prstGeom>
        </p:spPr>
        <p:txBody>
          <a:bodyPr/>
          <a:lstStyle>
            <a:lvl1pPr marL="76200" indent="0">
              <a:buNone/>
              <a:defRPr sz="1200" b="0" u="none">
                <a:solidFill>
                  <a:schemeClr val="bg1"/>
                </a:solidFill>
                <a:latin typeface="Barlow"/>
              </a:defRPr>
            </a:lvl1pPr>
          </a:lstStyle>
          <a:p>
            <a:pPr algn="ctr"/>
            <a:r>
              <a:rPr lang="fr-FR" sz="1200"/>
              <a:t>CONTACT </a:t>
            </a:r>
          </a:p>
          <a:p>
            <a:pPr algn="ctr"/>
            <a:r>
              <a:rPr lang="fr-FR" sz="1200"/>
              <a:t>Prénom Nom</a:t>
            </a:r>
          </a:p>
          <a:p>
            <a:pPr algn="ctr"/>
            <a:r>
              <a:rPr lang="fr-FR" sz="1200"/>
              <a:t>Adresse, tél</a:t>
            </a:r>
            <a:endParaRPr lang="fr-FR" sz="1600"/>
          </a:p>
          <a:p>
            <a:pPr lvl="0"/>
            <a:endParaRPr lang="fr-FR"/>
          </a:p>
        </p:txBody>
      </p:sp>
      <p:sp>
        <p:nvSpPr>
          <p:cNvPr id="2" name="Rectangle 1">
            <a:extLst>
              <a:ext uri="{FF2B5EF4-FFF2-40B4-BE49-F238E27FC236}">
                <a16:creationId xmlns:a16="http://schemas.microsoft.com/office/drawing/2014/main" id="{0D74F9E6-CA94-4F5B-9247-714AB37C3368}"/>
              </a:ext>
            </a:extLst>
          </p:cNvPr>
          <p:cNvSpPr/>
          <p:nvPr userDrawn="1"/>
        </p:nvSpPr>
        <p:spPr>
          <a:xfrm flipV="1">
            <a:off x="5093623" y="5092538"/>
            <a:ext cx="2004753"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6018355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9.xml"/><Relationship Id="rId7" Type="http://schemas.openxmlformats.org/officeDocument/2006/relationships/image" Target="../media/image4.png"/><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theme" Target="../theme/theme3.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8F9FA"/>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97500AB-525E-E34C-820E-370900AC2016}"/>
              </a:ext>
            </a:extLst>
          </p:cNvPr>
          <p:cNvSpPr/>
          <p:nvPr userDrawn="1"/>
        </p:nvSpPr>
        <p:spPr>
          <a:xfrm>
            <a:off x="1" y="6595969"/>
            <a:ext cx="12192000" cy="262031"/>
          </a:xfrm>
          <a:prstGeom prst="rect">
            <a:avLst/>
          </a:prstGeom>
          <a:solidFill>
            <a:srgbClr val="0A00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Google Shape;32;p6">
            <a:extLst>
              <a:ext uri="{FF2B5EF4-FFF2-40B4-BE49-F238E27FC236}">
                <a16:creationId xmlns:a16="http://schemas.microsoft.com/office/drawing/2014/main" id="{B4891CD4-3824-4F17-BDC6-B3EE5D1F3D67}"/>
              </a:ext>
            </a:extLst>
          </p:cNvPr>
          <p:cNvSpPr txBox="1">
            <a:spLocks noGrp="1"/>
          </p:cNvSpPr>
          <p:nvPr>
            <p:ph type="sldNum" idx="4"/>
          </p:nvPr>
        </p:nvSpPr>
        <p:spPr>
          <a:xfrm>
            <a:off x="11264174" y="6154296"/>
            <a:ext cx="731600" cy="524800"/>
          </a:xfrm>
          <a:prstGeom prst="rect">
            <a:avLst/>
          </a:prstGeom>
          <a:ln>
            <a:noFill/>
          </a:ln>
        </p:spPr>
        <p:txBody>
          <a:bodyPr spcFirstLastPara="1" wrap="square" lIns="0" tIns="0" rIns="0" bIns="0" anchor="ctr" anchorCtr="0">
            <a:noAutofit/>
          </a:bodyPr>
          <a:lstStyle>
            <a:lvl1pPr lvl="0" algn="r" rtl="0">
              <a:buNone/>
              <a:defRPr>
                <a:solidFill>
                  <a:schemeClr val="bg1">
                    <a:lumMod val="50000"/>
                  </a:schemeClr>
                </a:solidFill>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fr-FR" smtClean="0"/>
              <a:pPr/>
              <a:t>‹N°›</a:t>
            </a:fld>
            <a:endParaRPr lang="fr-FR" dirty="0"/>
          </a:p>
        </p:txBody>
      </p:sp>
      <p:pic>
        <p:nvPicPr>
          <p:cNvPr id="10" name="Picture 2">
            <a:extLst>
              <a:ext uri="{FF2B5EF4-FFF2-40B4-BE49-F238E27FC236}">
                <a16:creationId xmlns:a16="http://schemas.microsoft.com/office/drawing/2014/main" id="{B1244A78-D027-704D-B511-597D4F32011A}"/>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p:blipFill>
        <p:spPr bwMode="auto">
          <a:xfrm>
            <a:off x="10634497" y="0"/>
            <a:ext cx="1552941" cy="792000"/>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D7ACA563-1C77-9192-3A1B-BF09E1CD941A}"/>
              </a:ext>
            </a:extLst>
          </p:cNvPr>
          <p:cNvSpPr txBox="1"/>
          <p:nvPr userDrawn="1"/>
        </p:nvSpPr>
        <p:spPr>
          <a:xfrm>
            <a:off x="-26161" y="6588484"/>
            <a:ext cx="6079298" cy="276999"/>
          </a:xfrm>
          <a:prstGeom prst="rect">
            <a:avLst/>
          </a:prstGeom>
          <a:noFill/>
        </p:spPr>
        <p:txBody>
          <a:bodyPr wrap="square">
            <a:spAutoFit/>
          </a:bodyPr>
          <a:lstStyle/>
          <a:p>
            <a:r>
              <a:rPr lang="fr-FR" sz="1200" i="1" dirty="0">
                <a:solidFill>
                  <a:schemeClr val="bg1"/>
                </a:solidFill>
                <a:latin typeface="Montserrat" panose="00000800000000000000" pitchFamily="2" charset="0"/>
              </a:rPr>
              <a:t>v2.1.0.0 – 09/2026 </a:t>
            </a:r>
          </a:p>
        </p:txBody>
      </p:sp>
    </p:spTree>
    <p:extLst>
      <p:ext uri="{BB962C8B-B14F-4D97-AF65-F5344CB8AC3E}">
        <p14:creationId xmlns:p14="http://schemas.microsoft.com/office/powerpoint/2010/main" val="545781281"/>
      </p:ext>
    </p:extLst>
  </p:cSld>
  <p:clrMap bg1="lt1" tx1="dk1" bg2="lt2" tx2="dk2" accent1="accent1" accent2="accent2" accent3="accent3" accent4="accent4" accent5="accent5" accent6="accent6" hlink="hlink" folHlink="folHlink"/>
  <p:sldLayoutIdLst>
    <p:sldLayoutId id="2147483764" r:id="rId1"/>
    <p:sldLayoutId id="2147483753" r:id="rId2"/>
    <p:sldLayoutId id="2147483816" r:id="rId3"/>
  </p:sldLayoutIdLst>
  <p:txStyles>
    <p:titleStyle>
      <a:lvl1pPr algn="l" defTabSz="914400" rtl="0" eaLnBrk="1" latinLnBrk="0" hangingPunct="1">
        <a:lnSpc>
          <a:spcPct val="90000"/>
        </a:lnSpc>
        <a:spcBef>
          <a:spcPct val="0"/>
        </a:spcBef>
        <a:buNone/>
        <a:defRPr sz="4400" kern="1200">
          <a:ln>
            <a:noFill/>
          </a:ln>
          <a:solidFill>
            <a:srgbClr val="5191CC"/>
          </a:solidFill>
          <a:latin typeface="+mj-lt"/>
          <a:ea typeface="+mj-ea"/>
          <a:cs typeface="+mj-cs"/>
        </a:defRPr>
      </a:lvl1pPr>
    </p:titleStyle>
    <p:bodyStyle>
      <a:lvl1pPr marL="533400" marR="0" indent="-457200" algn="l" defTabSz="914400" rtl="0" eaLnBrk="1" fontAlgn="auto" latinLnBrk="0" hangingPunct="1">
        <a:lnSpc>
          <a:spcPct val="115000"/>
        </a:lnSpc>
        <a:spcBef>
          <a:spcPts val="0"/>
        </a:spcBef>
        <a:spcAft>
          <a:spcPts val="0"/>
        </a:spcAft>
        <a:buClr>
          <a:schemeClr val="bg2">
            <a:lumMod val="90000"/>
          </a:schemeClr>
        </a:buClr>
        <a:buSzPts val="2400"/>
        <a:buFont typeface="+mj-lt"/>
        <a:buAutoNum type="arabicPeriod"/>
        <a:tabLst/>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8F9FA"/>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3982791"/>
      </p:ext>
    </p:extLst>
  </p:cSld>
  <p:clrMap bg1="lt1" tx1="dk1" bg2="lt2" tx2="dk2" accent1="accent1" accent2="accent2" accent3="accent3" accent4="accent4" accent5="accent5" accent6="accent6" hlink="hlink" folHlink="folHlink"/>
  <p:sldLayoutIdLst>
    <p:sldLayoutId id="2147483779" r:id="rId1"/>
    <p:sldLayoutId id="2147483778" r:id="rId2"/>
    <p:sldLayoutId id="2147483775" r:id="rId3"/>
  </p:sldLayoutIdLst>
  <p:txStyles>
    <p:titleStyle>
      <a:lvl1pPr algn="l" defTabSz="914400" rtl="0" eaLnBrk="1" latinLnBrk="0" hangingPunct="1">
        <a:lnSpc>
          <a:spcPct val="90000"/>
        </a:lnSpc>
        <a:spcBef>
          <a:spcPct val="0"/>
        </a:spcBef>
        <a:buNone/>
        <a:defRPr sz="4400" kern="1200">
          <a:ln>
            <a:noFill/>
          </a:ln>
          <a:solidFill>
            <a:srgbClr val="5191CC"/>
          </a:solidFill>
          <a:latin typeface="+mj-lt"/>
          <a:ea typeface="+mj-ea"/>
          <a:cs typeface="+mj-cs"/>
        </a:defRPr>
      </a:lvl1pPr>
    </p:titleStyle>
    <p:bodyStyle>
      <a:lvl1pPr marL="533400" marR="0" indent="-457200" algn="l" defTabSz="914400" rtl="0" eaLnBrk="1" fontAlgn="auto" latinLnBrk="0" hangingPunct="1">
        <a:lnSpc>
          <a:spcPct val="115000"/>
        </a:lnSpc>
        <a:spcBef>
          <a:spcPts val="0"/>
        </a:spcBef>
        <a:spcAft>
          <a:spcPts val="0"/>
        </a:spcAft>
        <a:buClr>
          <a:schemeClr val="bg2">
            <a:lumMod val="90000"/>
          </a:schemeClr>
        </a:buClr>
        <a:buSzPts val="2400"/>
        <a:buFont typeface="+mj-lt"/>
        <a:buAutoNum type="arabicPeriod"/>
        <a:tabLst/>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7699B8B-A1B0-4142-AC30-102699662AEA}"/>
              </a:ext>
            </a:extLst>
          </p:cNvPr>
          <p:cNvSpPr/>
          <p:nvPr userDrawn="1"/>
        </p:nvSpPr>
        <p:spPr>
          <a:xfrm>
            <a:off x="0" y="0"/>
            <a:ext cx="12192000" cy="6858000"/>
          </a:xfrm>
          <a:prstGeom prst="rect">
            <a:avLst/>
          </a:prstGeom>
          <a:solidFill>
            <a:srgbClr val="0A00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5" name="Picture 2">
            <a:extLst>
              <a:ext uri="{FF2B5EF4-FFF2-40B4-BE49-F238E27FC236}">
                <a16:creationId xmlns:a16="http://schemas.microsoft.com/office/drawing/2014/main" id="{37D6C13C-99EB-5443-AA85-B2461218A8F0}"/>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p:blipFill>
        <p:spPr bwMode="auto">
          <a:xfrm>
            <a:off x="10616383" y="1"/>
            <a:ext cx="1552942" cy="79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2094030"/>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77" r:id="rId3"/>
    <p:sldLayoutId id="2147483761" r:id="rId4"/>
    <p:sldLayoutId id="2147483817" r:id="rId5"/>
  </p:sldLayoutIdLst>
  <p:txStyles>
    <p:titleStyle>
      <a:lvl1pPr algn="l" defTabSz="914400" rtl="0" eaLnBrk="1" latinLnBrk="0" hangingPunct="1">
        <a:lnSpc>
          <a:spcPct val="90000"/>
        </a:lnSpc>
        <a:spcBef>
          <a:spcPct val="0"/>
        </a:spcBef>
        <a:buNone/>
        <a:defRPr sz="4400" kern="1200">
          <a:ln>
            <a:noFill/>
          </a:ln>
          <a:solidFill>
            <a:srgbClr val="5191CC"/>
          </a:solidFill>
          <a:latin typeface="+mj-lt"/>
          <a:ea typeface="+mj-ea"/>
          <a:cs typeface="+mj-cs"/>
        </a:defRPr>
      </a:lvl1pPr>
    </p:titleStyle>
    <p:bodyStyle>
      <a:lvl1pPr marL="533400" marR="0" indent="-457200" algn="l" defTabSz="914400" rtl="0" eaLnBrk="1" fontAlgn="auto" latinLnBrk="0" hangingPunct="1">
        <a:lnSpc>
          <a:spcPct val="115000"/>
        </a:lnSpc>
        <a:spcBef>
          <a:spcPts val="0"/>
        </a:spcBef>
        <a:spcAft>
          <a:spcPts val="0"/>
        </a:spcAft>
        <a:buClr>
          <a:schemeClr val="bg2">
            <a:lumMod val="90000"/>
          </a:schemeClr>
        </a:buClr>
        <a:buSzPts val="2400"/>
        <a:buFont typeface="+mj-lt"/>
        <a:buAutoNum type="arabicPeriod"/>
        <a:tabLst/>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7699B8B-A1B0-4142-AC30-102699662AEA}"/>
              </a:ext>
            </a:extLst>
          </p:cNvPr>
          <p:cNvSpPr/>
          <p:nvPr userDrawn="1"/>
        </p:nvSpPr>
        <p:spPr>
          <a:xfrm>
            <a:off x="0" y="0"/>
            <a:ext cx="12192000" cy="6858000"/>
          </a:xfrm>
          <a:prstGeom prst="rect">
            <a:avLst/>
          </a:prstGeom>
          <a:solidFill>
            <a:srgbClr val="0A00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1496652231"/>
      </p:ext>
    </p:extLst>
  </p:cSld>
  <p:clrMap bg1="lt1" tx1="dk1" bg2="lt2" tx2="dk2" accent1="accent1" accent2="accent2" accent3="accent3" accent4="accent4" accent5="accent5" accent6="accent6" hlink="hlink" folHlink="folHlink"/>
  <p:sldLayoutIdLst>
    <p:sldLayoutId id="2147483814" r:id="rId1"/>
    <p:sldLayoutId id="2147483815" r:id="rId2"/>
  </p:sldLayoutIdLst>
  <p:txStyles>
    <p:titleStyle>
      <a:lvl1pPr algn="l" defTabSz="914400" rtl="0" eaLnBrk="1" latinLnBrk="0" hangingPunct="1">
        <a:lnSpc>
          <a:spcPct val="90000"/>
        </a:lnSpc>
        <a:spcBef>
          <a:spcPct val="0"/>
        </a:spcBef>
        <a:buNone/>
        <a:defRPr sz="4400" kern="1200">
          <a:ln>
            <a:noFill/>
          </a:ln>
          <a:solidFill>
            <a:srgbClr val="5191CC"/>
          </a:solidFill>
          <a:latin typeface="+mj-lt"/>
          <a:ea typeface="+mj-ea"/>
          <a:cs typeface="+mj-cs"/>
        </a:defRPr>
      </a:lvl1pPr>
    </p:titleStyle>
    <p:bodyStyle>
      <a:lvl1pPr marL="533400" marR="0" indent="-457200" algn="l" defTabSz="914400" rtl="0" eaLnBrk="1" fontAlgn="auto" latinLnBrk="0" hangingPunct="1">
        <a:lnSpc>
          <a:spcPct val="115000"/>
        </a:lnSpc>
        <a:spcBef>
          <a:spcPts val="0"/>
        </a:spcBef>
        <a:spcAft>
          <a:spcPts val="0"/>
        </a:spcAft>
        <a:buClr>
          <a:schemeClr val="bg2">
            <a:lumMod val="90000"/>
          </a:schemeClr>
        </a:buClr>
        <a:buSzPts val="2400"/>
        <a:buFont typeface="+mj-lt"/>
        <a:buAutoNum type="arabicPeriod"/>
        <a:tabLst/>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dotnet.microsoft.com/fr-fr/download/dotnet/10.0"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8.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5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5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5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5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5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5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4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Espace réservé pour une image  32" descr="Une image contenant ciel nocturne&#10;&#10;Description générée automatiquement">
            <a:extLst>
              <a:ext uri="{FF2B5EF4-FFF2-40B4-BE49-F238E27FC236}">
                <a16:creationId xmlns:a16="http://schemas.microsoft.com/office/drawing/2014/main" id="{C1CD9785-FA38-4882-AC5F-57F169D12DC2}"/>
              </a:ext>
            </a:extLst>
          </p:cNvPr>
          <p:cNvPicPr>
            <a:picLocks noGrp="1" noChangeAspect="1"/>
          </p:cNvPicPr>
          <p:nvPr>
            <p:ph type="pic" sz="quarter" idx="4294967295"/>
          </p:nvPr>
        </p:nvPicPr>
        <p:blipFill>
          <a:blip r:embed="rId2" cstate="print">
            <a:extLst>
              <a:ext uri="{28A0092B-C50C-407E-A947-70E740481C1C}">
                <a14:useLocalDpi xmlns:a14="http://schemas.microsoft.com/office/drawing/2010/main" val="0"/>
              </a:ext>
            </a:extLst>
          </a:blip>
          <a:srcRect t="7813" b="7813"/>
          <a:stretch>
            <a:fillRect/>
          </a:stretch>
        </p:blipFill>
        <p:spPr>
          <a:xfrm>
            <a:off x="0" y="0"/>
            <a:ext cx="12192000" cy="6858000"/>
          </a:xfrm>
          <a:prstGeom prst="rect">
            <a:avLst/>
          </a:prstGeom>
        </p:spPr>
      </p:pic>
      <p:sp>
        <p:nvSpPr>
          <p:cNvPr id="12" name="Rectangle 11">
            <a:extLst>
              <a:ext uri="{FF2B5EF4-FFF2-40B4-BE49-F238E27FC236}">
                <a16:creationId xmlns:a16="http://schemas.microsoft.com/office/drawing/2014/main" id="{3D32FE82-AEA6-4A55-856E-579EDD1B10D4}"/>
              </a:ext>
            </a:extLst>
          </p:cNvPr>
          <p:cNvSpPr/>
          <p:nvPr/>
        </p:nvSpPr>
        <p:spPr>
          <a:xfrm>
            <a:off x="1882816" y="2723609"/>
            <a:ext cx="8426369" cy="1533099"/>
          </a:xfrm>
          <a:prstGeom prst="rect">
            <a:avLst/>
          </a:prstGeom>
          <a:solidFill>
            <a:srgbClr val="FFFFFF">
              <a:alpha val="69804"/>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3" name="Titre 1">
            <a:extLst>
              <a:ext uri="{FF2B5EF4-FFF2-40B4-BE49-F238E27FC236}">
                <a16:creationId xmlns:a16="http://schemas.microsoft.com/office/drawing/2014/main" id="{2C288DE0-F2FB-40D1-8E75-A68B7E38637B}"/>
              </a:ext>
            </a:extLst>
          </p:cNvPr>
          <p:cNvSpPr txBox="1">
            <a:spLocks/>
          </p:cNvSpPr>
          <p:nvPr/>
        </p:nvSpPr>
        <p:spPr>
          <a:xfrm>
            <a:off x="1882815" y="2747751"/>
            <a:ext cx="8426369" cy="1533099"/>
          </a:xfrm>
          <a:prstGeom prst="rect">
            <a:avLst/>
          </a:prstGeom>
          <a:noFill/>
        </p:spPr>
        <p:txBody>
          <a:bodyPr>
            <a:noAutofit/>
          </a:bodyPr>
          <a:lstStyle>
            <a:lvl1pPr algn="ctr" defTabSz="914400" rtl="0" eaLnBrk="1" latinLnBrk="0" hangingPunct="1">
              <a:lnSpc>
                <a:spcPct val="90000"/>
              </a:lnSpc>
              <a:spcBef>
                <a:spcPct val="0"/>
              </a:spcBef>
              <a:buNone/>
              <a:defRPr sz="4400" b="1" kern="1200">
                <a:ln>
                  <a:noFill/>
                </a:ln>
                <a:solidFill>
                  <a:schemeClr val="bg1"/>
                </a:solidFill>
                <a:latin typeface="+mn-lt"/>
                <a:ea typeface="+mj-ea"/>
                <a:cs typeface="+mj-cs"/>
              </a:defRPr>
            </a:lvl1pPr>
          </a:lstStyle>
          <a:p>
            <a:r>
              <a:rPr lang="fr-FR" sz="4000" noProof="0" dirty="0">
                <a:solidFill>
                  <a:srgbClr val="0A0096"/>
                </a:solidFill>
                <a:latin typeface="Montserrat" panose="00000800000000000000" pitchFamily="2" charset="0"/>
              </a:rPr>
              <a:t>Publication Suivi Compétition</a:t>
            </a:r>
          </a:p>
          <a:p>
            <a:r>
              <a:rPr lang="fr-FR" sz="3200" i="1" noProof="0" dirty="0">
                <a:solidFill>
                  <a:srgbClr val="0A0096"/>
                </a:solidFill>
                <a:latin typeface="Montserrat" panose="00000800000000000000" pitchFamily="2" charset="0"/>
              </a:rPr>
              <a:t>Manuel d’utilisation</a:t>
            </a:r>
          </a:p>
          <a:p>
            <a:r>
              <a:rPr lang="fr-FR" sz="2400" i="1" noProof="0" dirty="0">
                <a:solidFill>
                  <a:srgbClr val="0A0096"/>
                </a:solidFill>
                <a:latin typeface="Montserrat" panose="00000800000000000000" pitchFamily="2" charset="0"/>
              </a:rPr>
              <a:t>V2.1.0.0 – 09/2026 </a:t>
            </a:r>
          </a:p>
        </p:txBody>
      </p:sp>
      <p:pic>
        <p:nvPicPr>
          <p:cNvPr id="6" name="Picture 2">
            <a:extLst>
              <a:ext uri="{FF2B5EF4-FFF2-40B4-BE49-F238E27FC236}">
                <a16:creationId xmlns:a16="http://schemas.microsoft.com/office/drawing/2014/main" id="{7078E40A-6D3C-F947-AB65-EDFB398C346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10309189" y="122549"/>
            <a:ext cx="1757937" cy="896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7540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pour une image  4">
            <a:extLst>
              <a:ext uri="{FF2B5EF4-FFF2-40B4-BE49-F238E27FC236}">
                <a16:creationId xmlns:a16="http://schemas.microsoft.com/office/drawing/2014/main" id="{B6C45F69-FDBB-463E-9DE0-1A12DDC8F185}"/>
              </a:ext>
            </a:extLst>
          </p:cNvPr>
          <p:cNvPicPr>
            <a:picLocks noGrp="1" noChangeAspect="1"/>
          </p:cNvPicPr>
          <p:nvPr>
            <p:ph type="pic" sz="quarter" idx="15"/>
          </p:nvPr>
        </p:nvPicPr>
        <p:blipFill rotWithShape="1">
          <a:blip r:embed="rId2" cstate="print">
            <a:extLst>
              <a:ext uri="{28A0092B-C50C-407E-A947-70E740481C1C}">
                <a14:useLocalDpi xmlns:a14="http://schemas.microsoft.com/office/drawing/2010/main" val="0"/>
              </a:ext>
            </a:extLst>
          </a:blip>
          <a:srcRect l="12711" r="12711"/>
          <a:stretch/>
        </p:blipFill>
        <p:spPr/>
      </p:pic>
      <p:sp>
        <p:nvSpPr>
          <p:cNvPr id="12" name="Espace réservé du texte 11">
            <a:extLst>
              <a:ext uri="{FF2B5EF4-FFF2-40B4-BE49-F238E27FC236}">
                <a16:creationId xmlns:a16="http://schemas.microsoft.com/office/drawing/2014/main" id="{8EB29456-1DEE-495F-8839-B430D09DFC5F}"/>
              </a:ext>
            </a:extLst>
          </p:cNvPr>
          <p:cNvSpPr>
            <a:spLocks noGrp="1"/>
          </p:cNvSpPr>
          <p:nvPr>
            <p:ph type="body" idx="16"/>
          </p:nvPr>
        </p:nvSpPr>
        <p:spPr>
          <a:xfrm>
            <a:off x="4537792" y="2054715"/>
            <a:ext cx="802035" cy="587857"/>
          </a:xfrm>
        </p:spPr>
        <p:txBody>
          <a:bodyPr/>
          <a:lstStyle/>
          <a:p>
            <a:r>
              <a:rPr lang="fr-FR" noProof="0" dirty="0"/>
              <a:t>01</a:t>
            </a:r>
          </a:p>
        </p:txBody>
      </p:sp>
      <p:sp>
        <p:nvSpPr>
          <p:cNvPr id="13" name="Espace réservé du texte 12">
            <a:extLst>
              <a:ext uri="{FF2B5EF4-FFF2-40B4-BE49-F238E27FC236}">
                <a16:creationId xmlns:a16="http://schemas.microsoft.com/office/drawing/2014/main" id="{3F4D0747-7C2F-42CD-AE36-42F3281DE445}"/>
              </a:ext>
            </a:extLst>
          </p:cNvPr>
          <p:cNvSpPr>
            <a:spLocks noGrp="1"/>
          </p:cNvSpPr>
          <p:nvPr>
            <p:ph type="body" idx="17"/>
          </p:nvPr>
        </p:nvSpPr>
        <p:spPr>
          <a:xfrm>
            <a:off x="5434648" y="3503437"/>
            <a:ext cx="5330518" cy="587857"/>
          </a:xfrm>
        </p:spPr>
        <p:txBody>
          <a:bodyPr/>
          <a:lstStyle/>
          <a:p>
            <a:r>
              <a:rPr lang="fr-FR" cap="all" noProof="0" dirty="0"/>
              <a:t>é</a:t>
            </a:r>
            <a:r>
              <a:rPr lang="fr-FR" noProof="0" dirty="0"/>
              <a:t>crans &amp; fonctionnalités</a:t>
            </a:r>
          </a:p>
          <a:p>
            <a:r>
              <a:rPr lang="fr-FR" sz="1400" b="0" noProof="0" dirty="0"/>
              <a:t>Description des différents écrans et fonctions</a:t>
            </a:r>
          </a:p>
        </p:txBody>
      </p:sp>
      <p:sp>
        <p:nvSpPr>
          <p:cNvPr id="14" name="Espace réservé du texte 13">
            <a:extLst>
              <a:ext uri="{FF2B5EF4-FFF2-40B4-BE49-F238E27FC236}">
                <a16:creationId xmlns:a16="http://schemas.microsoft.com/office/drawing/2014/main" id="{02FB8E2F-FE0C-48C3-B556-BB42CC135670}"/>
              </a:ext>
            </a:extLst>
          </p:cNvPr>
          <p:cNvSpPr>
            <a:spLocks noGrp="1"/>
          </p:cNvSpPr>
          <p:nvPr>
            <p:ph type="body" idx="18"/>
          </p:nvPr>
        </p:nvSpPr>
        <p:spPr>
          <a:xfrm>
            <a:off x="4537792" y="2779076"/>
            <a:ext cx="802035" cy="587857"/>
          </a:xfrm>
        </p:spPr>
        <p:txBody>
          <a:bodyPr/>
          <a:lstStyle/>
          <a:p>
            <a:r>
              <a:rPr lang="fr-FR" noProof="0" dirty="0"/>
              <a:t>02</a:t>
            </a:r>
          </a:p>
        </p:txBody>
      </p:sp>
      <p:sp>
        <p:nvSpPr>
          <p:cNvPr id="15" name="Espace réservé du texte 14">
            <a:extLst>
              <a:ext uri="{FF2B5EF4-FFF2-40B4-BE49-F238E27FC236}">
                <a16:creationId xmlns:a16="http://schemas.microsoft.com/office/drawing/2014/main" id="{12917C18-BFCF-4CCA-8469-51D9CFA4FE44}"/>
              </a:ext>
            </a:extLst>
          </p:cNvPr>
          <p:cNvSpPr>
            <a:spLocks noGrp="1"/>
          </p:cNvSpPr>
          <p:nvPr>
            <p:ph type="body" idx="19"/>
          </p:nvPr>
        </p:nvSpPr>
        <p:spPr>
          <a:xfrm>
            <a:off x="5434648" y="2779076"/>
            <a:ext cx="5330518" cy="587857"/>
          </a:xfrm>
        </p:spPr>
        <p:txBody>
          <a:bodyPr/>
          <a:lstStyle/>
          <a:p>
            <a:r>
              <a:rPr lang="fr-FR" noProof="0" dirty="0"/>
              <a:t>Mise en œuvre</a:t>
            </a:r>
          </a:p>
          <a:p>
            <a:r>
              <a:rPr lang="fr-FR" sz="1400" b="0" noProof="0" dirty="0"/>
              <a:t>Mise en œuvre des cas d’usage simples</a:t>
            </a:r>
          </a:p>
        </p:txBody>
      </p:sp>
      <p:sp>
        <p:nvSpPr>
          <p:cNvPr id="16" name="Espace réservé du texte 15">
            <a:extLst>
              <a:ext uri="{FF2B5EF4-FFF2-40B4-BE49-F238E27FC236}">
                <a16:creationId xmlns:a16="http://schemas.microsoft.com/office/drawing/2014/main" id="{05DEB939-C60C-4A5D-B993-E4AB1732A3D7}"/>
              </a:ext>
            </a:extLst>
          </p:cNvPr>
          <p:cNvSpPr>
            <a:spLocks noGrp="1"/>
          </p:cNvSpPr>
          <p:nvPr>
            <p:ph type="body" idx="20"/>
          </p:nvPr>
        </p:nvSpPr>
        <p:spPr>
          <a:xfrm>
            <a:off x="4537792" y="3503437"/>
            <a:ext cx="802035" cy="587857"/>
          </a:xfrm>
        </p:spPr>
        <p:txBody>
          <a:bodyPr/>
          <a:lstStyle/>
          <a:p>
            <a:r>
              <a:rPr lang="fr-FR" noProof="0" dirty="0"/>
              <a:t>03</a:t>
            </a:r>
          </a:p>
        </p:txBody>
      </p:sp>
      <p:sp>
        <p:nvSpPr>
          <p:cNvPr id="17" name="Espace réservé du texte 16">
            <a:extLst>
              <a:ext uri="{FF2B5EF4-FFF2-40B4-BE49-F238E27FC236}">
                <a16:creationId xmlns:a16="http://schemas.microsoft.com/office/drawing/2014/main" id="{E68B9AFF-69F1-42FC-8E73-EE80452757E1}"/>
              </a:ext>
            </a:extLst>
          </p:cNvPr>
          <p:cNvSpPr>
            <a:spLocks noGrp="1"/>
          </p:cNvSpPr>
          <p:nvPr>
            <p:ph type="body" idx="21"/>
          </p:nvPr>
        </p:nvSpPr>
        <p:spPr>
          <a:xfrm>
            <a:off x="5434648" y="4227798"/>
            <a:ext cx="5330518" cy="587857"/>
          </a:xfrm>
        </p:spPr>
        <p:txBody>
          <a:bodyPr/>
          <a:lstStyle/>
          <a:p>
            <a:r>
              <a:rPr lang="fr-FR" noProof="0" dirty="0"/>
              <a:t>Dépannage</a:t>
            </a:r>
          </a:p>
          <a:p>
            <a:r>
              <a:rPr lang="fr-FR" sz="1400" b="0" noProof="0" dirty="0"/>
              <a:t>Aide au diagnostic et à la résolution des problèmes courants</a:t>
            </a:r>
          </a:p>
        </p:txBody>
      </p:sp>
      <p:sp>
        <p:nvSpPr>
          <p:cNvPr id="18" name="Espace réservé du texte 17">
            <a:extLst>
              <a:ext uri="{FF2B5EF4-FFF2-40B4-BE49-F238E27FC236}">
                <a16:creationId xmlns:a16="http://schemas.microsoft.com/office/drawing/2014/main" id="{8ED88D73-8A43-4E2A-B753-71F5F6D56CA9}"/>
              </a:ext>
            </a:extLst>
          </p:cNvPr>
          <p:cNvSpPr>
            <a:spLocks noGrp="1"/>
          </p:cNvSpPr>
          <p:nvPr>
            <p:ph type="body" idx="22"/>
          </p:nvPr>
        </p:nvSpPr>
        <p:spPr>
          <a:xfrm>
            <a:off x="4537792" y="4227798"/>
            <a:ext cx="802035" cy="587857"/>
          </a:xfrm>
        </p:spPr>
        <p:txBody>
          <a:bodyPr/>
          <a:lstStyle/>
          <a:p>
            <a:r>
              <a:rPr lang="fr-FR" noProof="0" dirty="0"/>
              <a:t>04</a:t>
            </a:r>
          </a:p>
        </p:txBody>
      </p:sp>
      <p:sp>
        <p:nvSpPr>
          <p:cNvPr id="11" name="Rectangle 10">
            <a:extLst>
              <a:ext uri="{FF2B5EF4-FFF2-40B4-BE49-F238E27FC236}">
                <a16:creationId xmlns:a16="http://schemas.microsoft.com/office/drawing/2014/main" id="{17913BD2-1629-4C37-B849-A93B697D5949}"/>
              </a:ext>
            </a:extLst>
          </p:cNvPr>
          <p:cNvSpPr/>
          <p:nvPr/>
        </p:nvSpPr>
        <p:spPr>
          <a:xfrm>
            <a:off x="2832983" y="0"/>
            <a:ext cx="86441" cy="2146157"/>
          </a:xfrm>
          <a:prstGeom prst="rect">
            <a:avLst/>
          </a:prstGeom>
          <a:solidFill>
            <a:srgbClr val="E633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0" name="Espace réservé du texte 19">
            <a:extLst>
              <a:ext uri="{FF2B5EF4-FFF2-40B4-BE49-F238E27FC236}">
                <a16:creationId xmlns:a16="http://schemas.microsoft.com/office/drawing/2014/main" id="{16671DCD-C41D-45AE-B02D-B07B1855705D}"/>
              </a:ext>
            </a:extLst>
          </p:cNvPr>
          <p:cNvSpPr>
            <a:spLocks noGrp="1"/>
          </p:cNvSpPr>
          <p:nvPr>
            <p:ph type="body" idx="1"/>
          </p:nvPr>
        </p:nvSpPr>
        <p:spPr>
          <a:xfrm>
            <a:off x="5434648" y="2054715"/>
            <a:ext cx="5330518" cy="587857"/>
          </a:xfrm>
        </p:spPr>
        <p:txBody>
          <a:bodyPr/>
          <a:lstStyle/>
          <a:p>
            <a:r>
              <a:rPr lang="fr-FR" noProof="0" dirty="0"/>
              <a:t>Description générale</a:t>
            </a:r>
          </a:p>
          <a:p>
            <a:r>
              <a:rPr lang="fr-FR" sz="1400" b="0" noProof="0" dirty="0"/>
              <a:t>Description du logiciel et de ses fonctionnalités</a:t>
            </a:r>
          </a:p>
        </p:txBody>
      </p:sp>
      <p:sp>
        <p:nvSpPr>
          <p:cNvPr id="2" name="Espace réservé du texte 16">
            <a:extLst>
              <a:ext uri="{FF2B5EF4-FFF2-40B4-BE49-F238E27FC236}">
                <a16:creationId xmlns:a16="http://schemas.microsoft.com/office/drawing/2014/main" id="{AC383DCE-EF32-39CB-EC9E-E89034167AD7}"/>
              </a:ext>
            </a:extLst>
          </p:cNvPr>
          <p:cNvSpPr txBox="1">
            <a:spLocks/>
          </p:cNvSpPr>
          <p:nvPr/>
        </p:nvSpPr>
        <p:spPr>
          <a:xfrm>
            <a:off x="5434648" y="4940910"/>
            <a:ext cx="5330518" cy="587857"/>
          </a:xfrm>
          <a:prstGeom prst="rect">
            <a:avLst/>
          </a:prstGeom>
        </p:spPr>
        <p:txBody>
          <a:bodyPr spcFirstLastPara="1" wrap="square" lIns="0" tIns="0" rIns="0" bIns="0" anchor="t" anchorCtr="0">
            <a:noAutofit/>
          </a:bodyPr>
          <a:lstStyle>
            <a:lvl1pPr marL="101598" marR="0" lvl="0" indent="0" algn="l" defTabSz="914400" rtl="0" eaLnBrk="1" fontAlgn="auto" latinLnBrk="0" hangingPunct="1">
              <a:lnSpc>
                <a:spcPct val="115000"/>
              </a:lnSpc>
              <a:spcBef>
                <a:spcPts val="0"/>
              </a:spcBef>
              <a:spcAft>
                <a:spcPts val="0"/>
              </a:spcAft>
              <a:buClr>
                <a:schemeClr val="tx1">
                  <a:lumMod val="50000"/>
                  <a:lumOff val="50000"/>
                </a:schemeClr>
              </a:buClr>
              <a:buSzPts val="2400"/>
              <a:buFont typeface="Inria Sans Light"/>
              <a:buNone/>
              <a:tabLst/>
              <a:defRPr sz="1800" b="1" kern="1200">
                <a:solidFill>
                  <a:schemeClr val="tx1">
                    <a:lumMod val="85000"/>
                    <a:lumOff val="15000"/>
                  </a:schemeClr>
                </a:solidFill>
                <a:latin typeface="Barlow"/>
                <a:ea typeface="+mn-ea"/>
                <a:cs typeface="+mn-cs"/>
              </a:defRPr>
            </a:lvl1pPr>
            <a:lvl2pPr marL="1219170" lvl="1" indent="-507987" algn="l" defTabSz="914400" rtl="0" eaLnBrk="1" latinLnBrk="0" hangingPunct="1">
              <a:lnSpc>
                <a:spcPct val="90000"/>
              </a:lnSpc>
              <a:spcBef>
                <a:spcPts val="800"/>
              </a:spcBef>
              <a:spcAft>
                <a:spcPts val="0"/>
              </a:spcAft>
              <a:buSzPts val="2400"/>
              <a:buFont typeface="Arial" panose="020B0604020202020204" pitchFamily="34" charset="0"/>
              <a:buChar char="▹"/>
              <a:defRPr sz="2400" kern="1200">
                <a:solidFill>
                  <a:schemeClr val="tx1"/>
                </a:solidFill>
                <a:latin typeface="+mn-lt"/>
                <a:ea typeface="+mn-ea"/>
                <a:cs typeface="+mn-cs"/>
              </a:defRPr>
            </a:lvl2pPr>
            <a:lvl3pPr marL="1828754" lvl="2" indent="-507987" algn="l" defTabSz="914400" rtl="0" eaLnBrk="1" latinLnBrk="0" hangingPunct="1">
              <a:lnSpc>
                <a:spcPct val="90000"/>
              </a:lnSpc>
              <a:spcBef>
                <a:spcPts val="800"/>
              </a:spcBef>
              <a:spcAft>
                <a:spcPts val="0"/>
              </a:spcAft>
              <a:buSzPts val="2400"/>
              <a:buFont typeface="Arial" panose="020B0604020202020204" pitchFamily="34" charset="0"/>
              <a:buChar char="■"/>
              <a:defRPr sz="2000" kern="1200">
                <a:solidFill>
                  <a:schemeClr val="tx1"/>
                </a:solidFill>
                <a:latin typeface="+mn-lt"/>
                <a:ea typeface="+mn-ea"/>
                <a:cs typeface="+mn-cs"/>
              </a:defRPr>
            </a:lvl3pPr>
            <a:lvl4pPr marL="2438339" lvl="3" indent="-507987" algn="l" defTabSz="914400" rtl="0" eaLnBrk="1" latinLnBrk="0" hangingPunct="1">
              <a:lnSpc>
                <a:spcPct val="90000"/>
              </a:lnSpc>
              <a:spcBef>
                <a:spcPts val="800"/>
              </a:spcBef>
              <a:spcAft>
                <a:spcPts val="0"/>
              </a:spcAft>
              <a:buSzPts val="2400"/>
              <a:buFont typeface="Arial" panose="020B0604020202020204" pitchFamily="34" charset="0"/>
              <a:buChar char="●"/>
              <a:defRPr sz="1800" kern="1200">
                <a:solidFill>
                  <a:schemeClr val="tx1"/>
                </a:solidFill>
                <a:latin typeface="+mn-lt"/>
                <a:ea typeface="+mn-ea"/>
                <a:cs typeface="+mn-cs"/>
              </a:defRPr>
            </a:lvl4pPr>
            <a:lvl5pPr marL="3047924" lvl="4" indent="-507987" algn="l" defTabSz="914400" rtl="0" eaLnBrk="1" latinLnBrk="0" hangingPunct="1">
              <a:lnSpc>
                <a:spcPct val="90000"/>
              </a:lnSpc>
              <a:spcBef>
                <a:spcPts val="800"/>
              </a:spcBef>
              <a:spcAft>
                <a:spcPts val="0"/>
              </a:spcAft>
              <a:buSzPts val="2400"/>
              <a:buFont typeface="Arial" panose="020B0604020202020204" pitchFamily="34" charset="0"/>
              <a:buChar char="○"/>
              <a:defRPr sz="1800" kern="1200">
                <a:solidFill>
                  <a:schemeClr val="tx1"/>
                </a:solidFill>
                <a:latin typeface="+mn-lt"/>
                <a:ea typeface="+mn-ea"/>
                <a:cs typeface="+mn-cs"/>
              </a:defRPr>
            </a:lvl5pPr>
            <a:lvl6pPr marL="3657509" lvl="5" indent="-507987" algn="l" defTabSz="914400" rtl="0" eaLnBrk="1" latinLnBrk="0" hangingPunct="1">
              <a:lnSpc>
                <a:spcPct val="90000"/>
              </a:lnSpc>
              <a:spcBef>
                <a:spcPts val="800"/>
              </a:spcBef>
              <a:spcAft>
                <a:spcPts val="0"/>
              </a:spcAft>
              <a:buSzPts val="2400"/>
              <a:buFont typeface="Arial" panose="020B0604020202020204" pitchFamily="34" charset="0"/>
              <a:buChar char="■"/>
              <a:defRPr sz="1800" kern="1200">
                <a:solidFill>
                  <a:schemeClr val="tx1"/>
                </a:solidFill>
                <a:latin typeface="+mn-lt"/>
                <a:ea typeface="+mn-ea"/>
                <a:cs typeface="+mn-cs"/>
              </a:defRPr>
            </a:lvl6pPr>
            <a:lvl7pPr marL="4267093" lvl="6" indent="-507987" algn="l" defTabSz="914400" rtl="0" eaLnBrk="1" latinLnBrk="0" hangingPunct="1">
              <a:lnSpc>
                <a:spcPct val="90000"/>
              </a:lnSpc>
              <a:spcBef>
                <a:spcPts val="800"/>
              </a:spcBef>
              <a:spcAft>
                <a:spcPts val="0"/>
              </a:spcAft>
              <a:buSzPts val="2400"/>
              <a:buFont typeface="Arial" panose="020B0604020202020204" pitchFamily="34" charset="0"/>
              <a:buChar char="●"/>
              <a:defRPr sz="1800" kern="1200">
                <a:solidFill>
                  <a:schemeClr val="tx1"/>
                </a:solidFill>
                <a:latin typeface="+mn-lt"/>
                <a:ea typeface="+mn-ea"/>
                <a:cs typeface="+mn-cs"/>
              </a:defRPr>
            </a:lvl7pPr>
            <a:lvl8pPr marL="4876678" lvl="7" indent="-507987" algn="l" defTabSz="914400" rtl="0" eaLnBrk="1" latinLnBrk="0" hangingPunct="1">
              <a:lnSpc>
                <a:spcPct val="90000"/>
              </a:lnSpc>
              <a:spcBef>
                <a:spcPts val="800"/>
              </a:spcBef>
              <a:spcAft>
                <a:spcPts val="0"/>
              </a:spcAft>
              <a:buSzPts val="2400"/>
              <a:buFont typeface="Arial" panose="020B0604020202020204" pitchFamily="34" charset="0"/>
              <a:buChar char="○"/>
              <a:defRPr sz="1800" kern="1200">
                <a:solidFill>
                  <a:schemeClr val="tx1"/>
                </a:solidFill>
                <a:latin typeface="+mn-lt"/>
                <a:ea typeface="+mn-ea"/>
                <a:cs typeface="+mn-cs"/>
              </a:defRPr>
            </a:lvl8pPr>
            <a:lvl9pPr marL="5486263" lvl="8" indent="-507987" algn="l" defTabSz="914400" rtl="0" eaLnBrk="1" latinLnBrk="0" hangingPunct="1">
              <a:lnSpc>
                <a:spcPct val="90000"/>
              </a:lnSpc>
              <a:spcBef>
                <a:spcPts val="800"/>
              </a:spcBef>
              <a:spcAft>
                <a:spcPts val="800"/>
              </a:spcAft>
              <a:buSzPts val="2400"/>
              <a:buFont typeface="Arial" panose="020B0604020202020204" pitchFamily="34" charset="0"/>
              <a:buChar char="■"/>
              <a:defRPr sz="1800" kern="1200">
                <a:solidFill>
                  <a:schemeClr val="tx1"/>
                </a:solidFill>
                <a:latin typeface="+mn-lt"/>
                <a:ea typeface="+mn-ea"/>
                <a:cs typeface="+mn-cs"/>
              </a:defRPr>
            </a:lvl9pPr>
          </a:lstStyle>
          <a:p>
            <a:r>
              <a:rPr lang="fr-FR" noProof="0" dirty="0"/>
              <a:t>Annexe</a:t>
            </a:r>
          </a:p>
          <a:p>
            <a:r>
              <a:rPr lang="fr-FR" sz="1400" b="0" noProof="0" dirty="0"/>
              <a:t>Eléments techniques</a:t>
            </a:r>
          </a:p>
        </p:txBody>
      </p:sp>
      <p:sp>
        <p:nvSpPr>
          <p:cNvPr id="3" name="Espace réservé du texte 17">
            <a:extLst>
              <a:ext uri="{FF2B5EF4-FFF2-40B4-BE49-F238E27FC236}">
                <a16:creationId xmlns:a16="http://schemas.microsoft.com/office/drawing/2014/main" id="{3971F383-C7B0-EBAC-6D5E-18C8894F7189}"/>
              </a:ext>
            </a:extLst>
          </p:cNvPr>
          <p:cNvSpPr txBox="1">
            <a:spLocks/>
          </p:cNvSpPr>
          <p:nvPr/>
        </p:nvSpPr>
        <p:spPr>
          <a:xfrm>
            <a:off x="4537792" y="4828766"/>
            <a:ext cx="802035" cy="587857"/>
          </a:xfrm>
          <a:prstGeom prst="rect">
            <a:avLst/>
          </a:prstGeom>
        </p:spPr>
        <p:txBody>
          <a:bodyPr spcFirstLastPara="1" wrap="square" lIns="0" tIns="0" rIns="0" bIns="0" anchor="t" anchorCtr="0">
            <a:noAutofit/>
          </a:bodyPr>
          <a:lstStyle>
            <a:lvl1pPr marL="101598" marR="0" lvl="0" indent="0" algn="l" defTabSz="914400" rtl="0" eaLnBrk="1" fontAlgn="auto" latinLnBrk="0" hangingPunct="1">
              <a:lnSpc>
                <a:spcPct val="115000"/>
              </a:lnSpc>
              <a:spcBef>
                <a:spcPts val="0"/>
              </a:spcBef>
              <a:spcAft>
                <a:spcPts val="0"/>
              </a:spcAft>
              <a:buClr>
                <a:schemeClr val="tx1">
                  <a:lumMod val="50000"/>
                  <a:lumOff val="50000"/>
                </a:schemeClr>
              </a:buClr>
              <a:buSzPts val="2400"/>
              <a:buFont typeface="Inria Sans Light"/>
              <a:buNone/>
              <a:tabLst/>
              <a:defRPr sz="4000" b="1" kern="1200">
                <a:solidFill>
                  <a:schemeClr val="tx1">
                    <a:lumMod val="85000"/>
                    <a:lumOff val="15000"/>
                  </a:schemeClr>
                </a:solidFill>
                <a:latin typeface="Montserrat" panose="00000800000000000000" pitchFamily="2" charset="0"/>
                <a:ea typeface="+mn-ea"/>
                <a:cs typeface="+mn-cs"/>
              </a:defRPr>
            </a:lvl1pPr>
            <a:lvl2pPr marL="1219170" lvl="1" indent="-507987" algn="l" defTabSz="914400" rtl="0" eaLnBrk="1" latinLnBrk="0" hangingPunct="1">
              <a:lnSpc>
                <a:spcPct val="90000"/>
              </a:lnSpc>
              <a:spcBef>
                <a:spcPts val="800"/>
              </a:spcBef>
              <a:spcAft>
                <a:spcPts val="0"/>
              </a:spcAft>
              <a:buSzPts val="2400"/>
              <a:buFont typeface="Arial" panose="020B0604020202020204" pitchFamily="34" charset="0"/>
              <a:buChar char="▹"/>
              <a:defRPr sz="2400" kern="1200">
                <a:solidFill>
                  <a:schemeClr val="tx1"/>
                </a:solidFill>
                <a:latin typeface="+mn-lt"/>
                <a:ea typeface="+mn-ea"/>
                <a:cs typeface="+mn-cs"/>
              </a:defRPr>
            </a:lvl2pPr>
            <a:lvl3pPr marL="1828754" lvl="2" indent="-507987" algn="l" defTabSz="914400" rtl="0" eaLnBrk="1" latinLnBrk="0" hangingPunct="1">
              <a:lnSpc>
                <a:spcPct val="90000"/>
              </a:lnSpc>
              <a:spcBef>
                <a:spcPts val="800"/>
              </a:spcBef>
              <a:spcAft>
                <a:spcPts val="0"/>
              </a:spcAft>
              <a:buSzPts val="2400"/>
              <a:buFont typeface="Arial" panose="020B0604020202020204" pitchFamily="34" charset="0"/>
              <a:buChar char="■"/>
              <a:defRPr sz="2000" kern="1200">
                <a:solidFill>
                  <a:schemeClr val="tx1"/>
                </a:solidFill>
                <a:latin typeface="+mn-lt"/>
                <a:ea typeface="+mn-ea"/>
                <a:cs typeface="+mn-cs"/>
              </a:defRPr>
            </a:lvl3pPr>
            <a:lvl4pPr marL="2438339" lvl="3" indent="-507987" algn="l" defTabSz="914400" rtl="0" eaLnBrk="1" latinLnBrk="0" hangingPunct="1">
              <a:lnSpc>
                <a:spcPct val="90000"/>
              </a:lnSpc>
              <a:spcBef>
                <a:spcPts val="800"/>
              </a:spcBef>
              <a:spcAft>
                <a:spcPts val="0"/>
              </a:spcAft>
              <a:buSzPts val="2400"/>
              <a:buFont typeface="Arial" panose="020B0604020202020204" pitchFamily="34" charset="0"/>
              <a:buChar char="●"/>
              <a:defRPr sz="1800" kern="1200">
                <a:solidFill>
                  <a:schemeClr val="tx1"/>
                </a:solidFill>
                <a:latin typeface="+mn-lt"/>
                <a:ea typeface="+mn-ea"/>
                <a:cs typeface="+mn-cs"/>
              </a:defRPr>
            </a:lvl4pPr>
            <a:lvl5pPr marL="3047924" lvl="4" indent="-507987" algn="l" defTabSz="914400" rtl="0" eaLnBrk="1" latinLnBrk="0" hangingPunct="1">
              <a:lnSpc>
                <a:spcPct val="90000"/>
              </a:lnSpc>
              <a:spcBef>
                <a:spcPts val="800"/>
              </a:spcBef>
              <a:spcAft>
                <a:spcPts val="0"/>
              </a:spcAft>
              <a:buSzPts val="2400"/>
              <a:buFont typeface="Arial" panose="020B0604020202020204" pitchFamily="34" charset="0"/>
              <a:buChar char="○"/>
              <a:defRPr sz="1800" kern="1200">
                <a:solidFill>
                  <a:schemeClr val="tx1"/>
                </a:solidFill>
                <a:latin typeface="+mn-lt"/>
                <a:ea typeface="+mn-ea"/>
                <a:cs typeface="+mn-cs"/>
              </a:defRPr>
            </a:lvl5pPr>
            <a:lvl6pPr marL="3657509" lvl="5" indent="-507987" algn="l" defTabSz="914400" rtl="0" eaLnBrk="1" latinLnBrk="0" hangingPunct="1">
              <a:lnSpc>
                <a:spcPct val="90000"/>
              </a:lnSpc>
              <a:spcBef>
                <a:spcPts val="800"/>
              </a:spcBef>
              <a:spcAft>
                <a:spcPts val="0"/>
              </a:spcAft>
              <a:buSzPts val="2400"/>
              <a:buFont typeface="Arial" panose="020B0604020202020204" pitchFamily="34" charset="0"/>
              <a:buChar char="■"/>
              <a:defRPr sz="1800" kern="1200">
                <a:solidFill>
                  <a:schemeClr val="tx1"/>
                </a:solidFill>
                <a:latin typeface="+mn-lt"/>
                <a:ea typeface="+mn-ea"/>
                <a:cs typeface="+mn-cs"/>
              </a:defRPr>
            </a:lvl6pPr>
            <a:lvl7pPr marL="4267093" lvl="6" indent="-507987" algn="l" defTabSz="914400" rtl="0" eaLnBrk="1" latinLnBrk="0" hangingPunct="1">
              <a:lnSpc>
                <a:spcPct val="90000"/>
              </a:lnSpc>
              <a:spcBef>
                <a:spcPts val="800"/>
              </a:spcBef>
              <a:spcAft>
                <a:spcPts val="0"/>
              </a:spcAft>
              <a:buSzPts val="2400"/>
              <a:buFont typeface="Arial" panose="020B0604020202020204" pitchFamily="34" charset="0"/>
              <a:buChar char="●"/>
              <a:defRPr sz="1800" kern="1200">
                <a:solidFill>
                  <a:schemeClr val="tx1"/>
                </a:solidFill>
                <a:latin typeface="+mn-lt"/>
                <a:ea typeface="+mn-ea"/>
                <a:cs typeface="+mn-cs"/>
              </a:defRPr>
            </a:lvl7pPr>
            <a:lvl8pPr marL="4876678" lvl="7" indent="-507987" algn="l" defTabSz="914400" rtl="0" eaLnBrk="1" latinLnBrk="0" hangingPunct="1">
              <a:lnSpc>
                <a:spcPct val="90000"/>
              </a:lnSpc>
              <a:spcBef>
                <a:spcPts val="800"/>
              </a:spcBef>
              <a:spcAft>
                <a:spcPts val="0"/>
              </a:spcAft>
              <a:buSzPts val="2400"/>
              <a:buFont typeface="Arial" panose="020B0604020202020204" pitchFamily="34" charset="0"/>
              <a:buChar char="○"/>
              <a:defRPr sz="1800" kern="1200">
                <a:solidFill>
                  <a:schemeClr val="tx1"/>
                </a:solidFill>
                <a:latin typeface="+mn-lt"/>
                <a:ea typeface="+mn-ea"/>
                <a:cs typeface="+mn-cs"/>
              </a:defRPr>
            </a:lvl8pPr>
            <a:lvl9pPr marL="5486263" lvl="8" indent="-507987" algn="l" defTabSz="914400" rtl="0" eaLnBrk="1" latinLnBrk="0" hangingPunct="1">
              <a:lnSpc>
                <a:spcPct val="90000"/>
              </a:lnSpc>
              <a:spcBef>
                <a:spcPts val="800"/>
              </a:spcBef>
              <a:spcAft>
                <a:spcPts val="800"/>
              </a:spcAft>
              <a:buSzPts val="2400"/>
              <a:buFont typeface="Arial" panose="020B0604020202020204" pitchFamily="34" charset="0"/>
              <a:buChar char="■"/>
              <a:defRPr sz="1800" kern="1200">
                <a:solidFill>
                  <a:schemeClr val="tx1"/>
                </a:solidFill>
                <a:latin typeface="+mn-lt"/>
                <a:ea typeface="+mn-ea"/>
                <a:cs typeface="+mn-cs"/>
              </a:defRPr>
            </a:lvl9pPr>
          </a:lstStyle>
          <a:p>
            <a:r>
              <a:rPr lang="fr-FR" noProof="0" dirty="0"/>
              <a:t> –</a:t>
            </a:r>
          </a:p>
        </p:txBody>
      </p:sp>
    </p:spTree>
    <p:extLst>
      <p:ext uri="{BB962C8B-B14F-4D97-AF65-F5344CB8AC3E}">
        <p14:creationId xmlns:p14="http://schemas.microsoft.com/office/powerpoint/2010/main" val="3710673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5AB25890-5D2B-8A4F-90E1-E25E94E888E5}"/>
              </a:ext>
            </a:extLst>
          </p:cNvPr>
          <p:cNvSpPr>
            <a:spLocks noGrp="1"/>
          </p:cNvSpPr>
          <p:nvPr>
            <p:ph type="title"/>
          </p:nvPr>
        </p:nvSpPr>
        <p:spPr>
          <a:prstGeom prst="rect">
            <a:avLst/>
          </a:prstGeom>
        </p:spPr>
        <p:txBody>
          <a:bodyPr/>
          <a:lstStyle/>
          <a:p>
            <a:r>
              <a:rPr lang="fr-FR" noProof="0" dirty="0"/>
              <a:t>Description générale</a:t>
            </a:r>
          </a:p>
        </p:txBody>
      </p:sp>
      <p:sp>
        <p:nvSpPr>
          <p:cNvPr id="5" name="Espace réservé du contenu 4">
            <a:extLst>
              <a:ext uri="{FF2B5EF4-FFF2-40B4-BE49-F238E27FC236}">
                <a16:creationId xmlns:a16="http://schemas.microsoft.com/office/drawing/2014/main" id="{24F509AC-E712-3C45-AAC9-0BA6E5C35D4B}"/>
              </a:ext>
            </a:extLst>
          </p:cNvPr>
          <p:cNvSpPr>
            <a:spLocks noGrp="1"/>
          </p:cNvSpPr>
          <p:nvPr>
            <p:ph sz="half" idx="1"/>
          </p:nvPr>
        </p:nvSpPr>
        <p:spPr>
          <a:prstGeom prst="rect">
            <a:avLst/>
          </a:prstGeom>
        </p:spPr>
        <p:txBody>
          <a:bodyPr/>
          <a:lstStyle/>
          <a:p>
            <a:r>
              <a:rPr lang="fr-FR" b="0" noProof="0" dirty="0"/>
              <a:t>Description du logiciel et de ses fonctionnalités</a:t>
            </a:r>
          </a:p>
        </p:txBody>
      </p:sp>
      <p:sp>
        <p:nvSpPr>
          <p:cNvPr id="2" name="Espace réservé du texte 1"/>
          <p:cNvSpPr>
            <a:spLocks noGrp="1"/>
          </p:cNvSpPr>
          <p:nvPr>
            <p:ph type="body" sz="quarter" idx="10"/>
          </p:nvPr>
        </p:nvSpPr>
        <p:spPr/>
        <p:txBody>
          <a:bodyPr/>
          <a:lstStyle/>
          <a:p>
            <a:r>
              <a:rPr lang="fr-FR" noProof="0" dirty="0"/>
              <a:t>1</a:t>
            </a:r>
          </a:p>
        </p:txBody>
      </p:sp>
    </p:spTree>
    <p:extLst>
      <p:ext uri="{BB962C8B-B14F-4D97-AF65-F5344CB8AC3E}">
        <p14:creationId xmlns:p14="http://schemas.microsoft.com/office/powerpoint/2010/main" val="3615854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8D8815-1B88-49CE-A8D4-493301311559}"/>
              </a:ext>
            </a:extLst>
          </p:cNvPr>
          <p:cNvSpPr>
            <a:spLocks noGrp="1"/>
          </p:cNvSpPr>
          <p:nvPr>
            <p:ph type="title"/>
          </p:nvPr>
        </p:nvSpPr>
        <p:spPr/>
        <p:txBody>
          <a:bodyPr/>
          <a:lstStyle/>
          <a:p>
            <a:r>
              <a:rPr lang="fr-FR" noProof="0" dirty="0"/>
              <a:t>Aperçu du logiciel</a:t>
            </a:r>
          </a:p>
        </p:txBody>
      </p:sp>
      <p:sp>
        <p:nvSpPr>
          <p:cNvPr id="3" name="Espace réservé du texte 2">
            <a:extLst>
              <a:ext uri="{FF2B5EF4-FFF2-40B4-BE49-F238E27FC236}">
                <a16:creationId xmlns:a16="http://schemas.microsoft.com/office/drawing/2014/main" id="{A6981134-79F2-4F1B-B9B0-7A097FBC5689}"/>
              </a:ext>
            </a:extLst>
          </p:cNvPr>
          <p:cNvSpPr>
            <a:spLocks noGrp="1"/>
          </p:cNvSpPr>
          <p:nvPr>
            <p:ph type="body" idx="1"/>
          </p:nvPr>
        </p:nvSpPr>
        <p:spPr>
          <a:xfrm>
            <a:off x="1140400" y="1959894"/>
            <a:ext cx="9911200" cy="2938211"/>
          </a:xfrm>
        </p:spPr>
        <p:txBody>
          <a:bodyPr/>
          <a:lstStyle/>
          <a:p>
            <a:pPr>
              <a:buFont typeface="Wingdings" panose="05000000000000000000" pitchFamily="2" charset="2"/>
              <a:buChar char="§"/>
            </a:pPr>
            <a:r>
              <a:rPr lang="fr-FR" sz="1400" noProof="0" dirty="0"/>
              <a:t>Le logiciel est un composant de la solution de gestion de compétition « Gestion de compétition 2.0 » de France Judo. Il permet de générer un site web permettant au public et aux coachs de suivre le déroulement d’une compétition gérée par « Gestion de compétition 2.0 » depuis un Smartphone, une tablette ou un ordinateur.</a:t>
            </a:r>
          </a:p>
          <a:p>
            <a:pPr>
              <a:buFont typeface="Wingdings" panose="05000000000000000000" pitchFamily="2" charset="2"/>
              <a:buChar char="§"/>
            </a:pPr>
            <a:endParaRPr lang="fr-FR" sz="1400" noProof="0" dirty="0"/>
          </a:p>
          <a:p>
            <a:pPr>
              <a:buFont typeface="Wingdings" panose="05000000000000000000" pitchFamily="2" charset="2"/>
              <a:buChar char="§"/>
            </a:pPr>
            <a:r>
              <a:rPr lang="fr-FR" sz="1400" noProof="0" dirty="0"/>
              <a:t>Le site web peut être publié sur le réseau local du site de la compétition (s’il est disponible) ou sur Internet, soit sur un site spécifique, soit sur le serveur fédéral « ftp.ffjudo.com ».</a:t>
            </a:r>
          </a:p>
          <a:p>
            <a:pPr>
              <a:buFont typeface="Wingdings" panose="05000000000000000000" pitchFamily="2" charset="2"/>
              <a:buChar char="§"/>
            </a:pPr>
            <a:endParaRPr lang="fr-FR" sz="1400" noProof="0" dirty="0"/>
          </a:p>
          <a:p>
            <a:pPr>
              <a:buFont typeface="Wingdings" panose="05000000000000000000" pitchFamily="2" charset="2"/>
              <a:buChar char="§"/>
            </a:pPr>
            <a:r>
              <a:rPr lang="fr-FR" sz="1400" noProof="0" dirty="0"/>
              <a:t>Il permet également de gérer des écrans d’appels, utilisables uniquement sur le réseau local du site de la compétition.</a:t>
            </a:r>
          </a:p>
          <a:p>
            <a:pPr>
              <a:buFont typeface="Wingdings" panose="05000000000000000000" pitchFamily="2" charset="2"/>
              <a:buChar char="§"/>
            </a:pPr>
            <a:endParaRPr lang="fr-FR" sz="1400" noProof="0" dirty="0"/>
          </a:p>
          <a:p>
            <a:pPr>
              <a:buFont typeface="Wingdings" panose="05000000000000000000" pitchFamily="2" charset="2"/>
              <a:buChar char="§"/>
            </a:pPr>
            <a:r>
              <a:rPr lang="fr-FR" sz="1400" noProof="0" dirty="0"/>
              <a:t>« Publication Suivi </a:t>
            </a:r>
            <a:r>
              <a:rPr lang="fr-FR" sz="1400" noProof="0" dirty="0" err="1"/>
              <a:t>Competition</a:t>
            </a:r>
            <a:r>
              <a:rPr lang="fr-FR" sz="1400" noProof="0" dirty="0"/>
              <a:t> » supporte différents types de compétitions (Equipe, Individuelle, Shiai) et différentes formules de rencontres (Tableaux, Poules).</a:t>
            </a:r>
          </a:p>
        </p:txBody>
      </p:sp>
      <p:sp>
        <p:nvSpPr>
          <p:cNvPr id="4" name="Espace réservé du texte 3">
            <a:extLst>
              <a:ext uri="{FF2B5EF4-FFF2-40B4-BE49-F238E27FC236}">
                <a16:creationId xmlns:a16="http://schemas.microsoft.com/office/drawing/2014/main" id="{B0B6AACD-756F-43A0-96F5-4F25AEF45CB2}"/>
              </a:ext>
            </a:extLst>
          </p:cNvPr>
          <p:cNvSpPr>
            <a:spLocks noGrp="1"/>
          </p:cNvSpPr>
          <p:nvPr>
            <p:ph type="body" sz="quarter" idx="15"/>
          </p:nvPr>
        </p:nvSpPr>
        <p:spPr/>
        <p:txBody>
          <a:bodyPr/>
          <a:lstStyle/>
          <a:p>
            <a:r>
              <a:rPr lang="fr-FR" noProof="0" dirty="0"/>
              <a:t>Description générale</a:t>
            </a:r>
          </a:p>
        </p:txBody>
      </p:sp>
      <p:sp>
        <p:nvSpPr>
          <p:cNvPr id="5" name="Espace réservé du texte 2">
            <a:extLst>
              <a:ext uri="{FF2B5EF4-FFF2-40B4-BE49-F238E27FC236}">
                <a16:creationId xmlns:a16="http://schemas.microsoft.com/office/drawing/2014/main" id="{CCF29316-A9A4-5DC6-8752-6D96F25AC630}"/>
              </a:ext>
            </a:extLst>
          </p:cNvPr>
          <p:cNvSpPr txBox="1">
            <a:spLocks/>
          </p:cNvSpPr>
          <p:nvPr/>
        </p:nvSpPr>
        <p:spPr>
          <a:xfrm>
            <a:off x="84352" y="5607877"/>
            <a:ext cx="9911200" cy="899660"/>
          </a:xfrm>
          <a:prstGeom prst="rect">
            <a:avLst/>
          </a:prstGeom>
        </p:spPr>
        <p:txBody>
          <a:bodyPr spcFirstLastPara="1" wrap="square" lIns="0" tIns="0" rIns="0" bIns="0" anchor="t" anchorCtr="0">
            <a:noAutofit/>
          </a:bodyPr>
          <a:lstStyle>
            <a:lvl1pPr marL="609585" marR="0" lvl="0" indent="-507987" algn="l" defTabSz="914400" rtl="0" eaLnBrk="1" fontAlgn="auto" latinLnBrk="0" hangingPunct="1">
              <a:lnSpc>
                <a:spcPct val="115000"/>
              </a:lnSpc>
              <a:spcBef>
                <a:spcPts val="0"/>
              </a:spcBef>
              <a:spcAft>
                <a:spcPts val="0"/>
              </a:spcAft>
              <a:buClr>
                <a:schemeClr val="tx1">
                  <a:lumMod val="50000"/>
                  <a:lumOff val="50000"/>
                </a:schemeClr>
              </a:buClr>
              <a:buSzPts val="2400"/>
              <a:buFont typeface="Inria Sans Light"/>
              <a:buChar char="▸"/>
              <a:tabLst/>
              <a:defRPr sz="2000" kern="1200">
                <a:solidFill>
                  <a:schemeClr val="tx1">
                    <a:lumMod val="85000"/>
                    <a:lumOff val="15000"/>
                  </a:schemeClr>
                </a:solidFill>
                <a:latin typeface="Barlow"/>
                <a:ea typeface="+mn-ea"/>
                <a:cs typeface="+mn-cs"/>
              </a:defRPr>
            </a:lvl1pPr>
            <a:lvl2pPr marL="1219170" lvl="1" indent="-507987" algn="l" defTabSz="914400" rtl="0" eaLnBrk="1" latinLnBrk="0" hangingPunct="1">
              <a:lnSpc>
                <a:spcPct val="90000"/>
              </a:lnSpc>
              <a:spcBef>
                <a:spcPts val="800"/>
              </a:spcBef>
              <a:spcAft>
                <a:spcPts val="0"/>
              </a:spcAft>
              <a:buSzPts val="2400"/>
              <a:buFont typeface="Arial" panose="020B0604020202020204" pitchFamily="34" charset="0"/>
              <a:buChar char="▹"/>
              <a:defRPr sz="2400" kern="1200">
                <a:solidFill>
                  <a:schemeClr val="tx1"/>
                </a:solidFill>
                <a:latin typeface="+mn-lt"/>
                <a:ea typeface="+mn-ea"/>
                <a:cs typeface="+mn-cs"/>
              </a:defRPr>
            </a:lvl2pPr>
            <a:lvl3pPr marL="1828754" lvl="2" indent="-507987" algn="l" defTabSz="914400" rtl="0" eaLnBrk="1" latinLnBrk="0" hangingPunct="1">
              <a:lnSpc>
                <a:spcPct val="90000"/>
              </a:lnSpc>
              <a:spcBef>
                <a:spcPts val="800"/>
              </a:spcBef>
              <a:spcAft>
                <a:spcPts val="0"/>
              </a:spcAft>
              <a:buSzPts val="2400"/>
              <a:buFont typeface="Arial" panose="020B0604020202020204" pitchFamily="34" charset="0"/>
              <a:buChar char="■"/>
              <a:defRPr sz="2000" kern="1200">
                <a:solidFill>
                  <a:schemeClr val="tx1"/>
                </a:solidFill>
                <a:latin typeface="+mn-lt"/>
                <a:ea typeface="+mn-ea"/>
                <a:cs typeface="+mn-cs"/>
              </a:defRPr>
            </a:lvl3pPr>
            <a:lvl4pPr marL="2438339" lvl="3" indent="-507987" algn="l" defTabSz="914400" rtl="0" eaLnBrk="1" latinLnBrk="0" hangingPunct="1">
              <a:lnSpc>
                <a:spcPct val="90000"/>
              </a:lnSpc>
              <a:spcBef>
                <a:spcPts val="800"/>
              </a:spcBef>
              <a:spcAft>
                <a:spcPts val="0"/>
              </a:spcAft>
              <a:buSzPts val="2400"/>
              <a:buFont typeface="Arial" panose="020B0604020202020204" pitchFamily="34" charset="0"/>
              <a:buChar char="●"/>
              <a:defRPr sz="1800" kern="1200">
                <a:solidFill>
                  <a:schemeClr val="tx1"/>
                </a:solidFill>
                <a:latin typeface="+mn-lt"/>
                <a:ea typeface="+mn-ea"/>
                <a:cs typeface="+mn-cs"/>
              </a:defRPr>
            </a:lvl4pPr>
            <a:lvl5pPr marL="3047924" lvl="4" indent="-507987" algn="l" defTabSz="914400" rtl="0" eaLnBrk="1" latinLnBrk="0" hangingPunct="1">
              <a:lnSpc>
                <a:spcPct val="90000"/>
              </a:lnSpc>
              <a:spcBef>
                <a:spcPts val="800"/>
              </a:spcBef>
              <a:spcAft>
                <a:spcPts val="0"/>
              </a:spcAft>
              <a:buSzPts val="2400"/>
              <a:buFont typeface="Arial" panose="020B0604020202020204" pitchFamily="34" charset="0"/>
              <a:buChar char="○"/>
              <a:defRPr sz="1800" kern="1200">
                <a:solidFill>
                  <a:schemeClr val="tx1"/>
                </a:solidFill>
                <a:latin typeface="+mn-lt"/>
                <a:ea typeface="+mn-ea"/>
                <a:cs typeface="+mn-cs"/>
              </a:defRPr>
            </a:lvl5pPr>
            <a:lvl6pPr marL="3657509" lvl="5" indent="-507987" algn="l" defTabSz="914400" rtl="0" eaLnBrk="1" latinLnBrk="0" hangingPunct="1">
              <a:lnSpc>
                <a:spcPct val="90000"/>
              </a:lnSpc>
              <a:spcBef>
                <a:spcPts val="800"/>
              </a:spcBef>
              <a:spcAft>
                <a:spcPts val="0"/>
              </a:spcAft>
              <a:buSzPts val="2400"/>
              <a:buFont typeface="Arial" panose="020B0604020202020204" pitchFamily="34" charset="0"/>
              <a:buChar char="■"/>
              <a:defRPr sz="1800" kern="1200">
                <a:solidFill>
                  <a:schemeClr val="tx1"/>
                </a:solidFill>
                <a:latin typeface="+mn-lt"/>
                <a:ea typeface="+mn-ea"/>
                <a:cs typeface="+mn-cs"/>
              </a:defRPr>
            </a:lvl6pPr>
            <a:lvl7pPr marL="4267093" lvl="6" indent="-507987" algn="l" defTabSz="914400" rtl="0" eaLnBrk="1" latinLnBrk="0" hangingPunct="1">
              <a:lnSpc>
                <a:spcPct val="90000"/>
              </a:lnSpc>
              <a:spcBef>
                <a:spcPts val="800"/>
              </a:spcBef>
              <a:spcAft>
                <a:spcPts val="0"/>
              </a:spcAft>
              <a:buSzPts val="2400"/>
              <a:buFont typeface="Arial" panose="020B0604020202020204" pitchFamily="34" charset="0"/>
              <a:buChar char="●"/>
              <a:defRPr sz="1800" kern="1200">
                <a:solidFill>
                  <a:schemeClr val="tx1"/>
                </a:solidFill>
                <a:latin typeface="+mn-lt"/>
                <a:ea typeface="+mn-ea"/>
                <a:cs typeface="+mn-cs"/>
              </a:defRPr>
            </a:lvl7pPr>
            <a:lvl8pPr marL="4876678" lvl="7" indent="-507987" algn="l" defTabSz="914400" rtl="0" eaLnBrk="1" latinLnBrk="0" hangingPunct="1">
              <a:lnSpc>
                <a:spcPct val="90000"/>
              </a:lnSpc>
              <a:spcBef>
                <a:spcPts val="800"/>
              </a:spcBef>
              <a:spcAft>
                <a:spcPts val="0"/>
              </a:spcAft>
              <a:buSzPts val="2400"/>
              <a:buFont typeface="Arial" panose="020B0604020202020204" pitchFamily="34" charset="0"/>
              <a:buChar char="○"/>
              <a:defRPr sz="1800" kern="1200">
                <a:solidFill>
                  <a:schemeClr val="tx1"/>
                </a:solidFill>
                <a:latin typeface="+mn-lt"/>
                <a:ea typeface="+mn-ea"/>
                <a:cs typeface="+mn-cs"/>
              </a:defRPr>
            </a:lvl8pPr>
            <a:lvl9pPr marL="5486263" lvl="8" indent="-507987" algn="l" defTabSz="914400" rtl="0" eaLnBrk="1" latinLnBrk="0" hangingPunct="1">
              <a:lnSpc>
                <a:spcPct val="90000"/>
              </a:lnSpc>
              <a:spcBef>
                <a:spcPts val="800"/>
              </a:spcBef>
              <a:spcAft>
                <a:spcPts val="800"/>
              </a:spcAft>
              <a:buSzPts val="2400"/>
              <a:buFont typeface="Arial" panose="020B0604020202020204" pitchFamily="34" charset="0"/>
              <a:buChar char="■"/>
              <a:defRPr sz="1800" kern="1200">
                <a:solidFill>
                  <a:schemeClr val="tx1"/>
                </a:solidFill>
                <a:latin typeface="+mn-lt"/>
                <a:ea typeface="+mn-ea"/>
                <a:cs typeface="+mn-cs"/>
              </a:defRPr>
            </a:lvl9pPr>
          </a:lstStyle>
          <a:p>
            <a:pPr marL="101598" indent="0">
              <a:buFont typeface="Inria Sans Light"/>
              <a:buNone/>
            </a:pPr>
            <a:r>
              <a:rPr lang="fr-FR" sz="1400" b="1" noProof="0" dirty="0"/>
              <a:t>Notes :</a:t>
            </a:r>
            <a:endParaRPr lang="fr-FR" sz="1400" noProof="0" dirty="0"/>
          </a:p>
          <a:p>
            <a:r>
              <a:rPr lang="fr-FR" sz="1200" i="1" noProof="0" dirty="0">
                <a:solidFill>
                  <a:schemeClr val="tx1">
                    <a:lumMod val="75000"/>
                    <a:lumOff val="25000"/>
                  </a:schemeClr>
                </a:solidFill>
                <a:latin typeface="Barlow" panose="00000500000000000000" pitchFamily="2" charset="0"/>
                <a:cs typeface="Segoe UI" panose="020B0502040204020203" pitchFamily="34" charset="0"/>
              </a:rPr>
              <a:t>« Publication Suivi </a:t>
            </a:r>
            <a:r>
              <a:rPr lang="fr-FR" sz="1200" i="1" noProof="0" dirty="0" err="1">
                <a:solidFill>
                  <a:schemeClr val="tx1">
                    <a:lumMod val="75000"/>
                    <a:lumOff val="25000"/>
                  </a:schemeClr>
                </a:solidFill>
                <a:latin typeface="Barlow" panose="00000500000000000000" pitchFamily="2" charset="0"/>
                <a:cs typeface="Segoe UI" panose="020B0502040204020203" pitchFamily="34" charset="0"/>
              </a:rPr>
              <a:t>Competition</a:t>
            </a:r>
            <a:r>
              <a:rPr lang="fr-FR" sz="1200" i="1" noProof="0" dirty="0">
                <a:solidFill>
                  <a:schemeClr val="tx1">
                    <a:lumMod val="75000"/>
                    <a:lumOff val="25000"/>
                  </a:schemeClr>
                </a:solidFill>
                <a:latin typeface="Barlow" panose="00000500000000000000" pitchFamily="2" charset="0"/>
                <a:cs typeface="Segoe UI" panose="020B0502040204020203" pitchFamily="34" charset="0"/>
              </a:rPr>
              <a:t> » nécessite d’être connecté à une instance de « Gestion de compétition 2.0 » exécutant le déroulement de la compétition.</a:t>
            </a:r>
          </a:p>
          <a:p>
            <a:r>
              <a:rPr lang="fr-FR" sz="1200" i="1" noProof="0" dirty="0">
                <a:solidFill>
                  <a:schemeClr val="tx1">
                    <a:lumMod val="75000"/>
                    <a:lumOff val="25000"/>
                  </a:schemeClr>
                </a:solidFill>
                <a:latin typeface="Barlow" panose="00000500000000000000" pitchFamily="2" charset="0"/>
                <a:cs typeface="Segoe UI" panose="020B0502040204020203" pitchFamily="34" charset="0"/>
              </a:rPr>
              <a:t>La publication sur Internet nécessite de disposer d’un compte auprès d’un hébergeur comme Free, Orange, etc. ou d’un compte ftp.ffjudo.com.</a:t>
            </a:r>
          </a:p>
          <a:p>
            <a:pPr lvl="1"/>
            <a:endParaRPr lang="fr-FR" noProof="0" dirty="0"/>
          </a:p>
        </p:txBody>
      </p:sp>
    </p:spTree>
    <p:extLst>
      <p:ext uri="{BB962C8B-B14F-4D97-AF65-F5344CB8AC3E}">
        <p14:creationId xmlns:p14="http://schemas.microsoft.com/office/powerpoint/2010/main" val="1020018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51AA81-A5DF-3A18-38B6-020B45588EFC}"/>
              </a:ext>
            </a:extLst>
          </p:cNvPr>
          <p:cNvSpPr>
            <a:spLocks noGrp="1"/>
          </p:cNvSpPr>
          <p:nvPr>
            <p:ph type="title"/>
          </p:nvPr>
        </p:nvSpPr>
        <p:spPr/>
        <p:txBody>
          <a:bodyPr/>
          <a:lstStyle/>
          <a:p>
            <a:r>
              <a:rPr lang="fr-FR" noProof="0" dirty="0"/>
              <a:t>Configuration nécessaire</a:t>
            </a:r>
          </a:p>
        </p:txBody>
      </p:sp>
      <p:sp>
        <p:nvSpPr>
          <p:cNvPr id="3" name="Espace réservé du texte 2">
            <a:extLst>
              <a:ext uri="{FF2B5EF4-FFF2-40B4-BE49-F238E27FC236}">
                <a16:creationId xmlns:a16="http://schemas.microsoft.com/office/drawing/2014/main" id="{697918DB-A234-7002-388D-E181D0CF7603}"/>
              </a:ext>
            </a:extLst>
          </p:cNvPr>
          <p:cNvSpPr>
            <a:spLocks noGrp="1"/>
          </p:cNvSpPr>
          <p:nvPr>
            <p:ph type="body" idx="1"/>
          </p:nvPr>
        </p:nvSpPr>
        <p:spPr>
          <a:xfrm>
            <a:off x="411192" y="1348337"/>
            <a:ext cx="11369615" cy="4284711"/>
          </a:xfrm>
        </p:spPr>
        <p:txBody>
          <a:bodyPr/>
          <a:lstStyle/>
          <a:p>
            <a:pPr>
              <a:buFont typeface="Wingdings" panose="05000000000000000000" pitchFamily="2" charset="2"/>
              <a:buChar char="§"/>
            </a:pPr>
            <a:r>
              <a:rPr lang="fr-FR" sz="1400" noProof="0" dirty="0"/>
              <a:t>Un poste de type PC équipé de Windows 10 ou supérieur avec au moins 6Go de RAM, un processeur i5 ou supérieur et au moins 5 Go d’espace disque disponible</a:t>
            </a:r>
            <a:r>
              <a:rPr lang="fr-FR" sz="1400" baseline="30000" noProof="0" dirty="0"/>
              <a:t>(*)</a:t>
            </a:r>
            <a:r>
              <a:rPr lang="fr-FR" sz="1400" noProof="0" dirty="0"/>
              <a:t>.</a:t>
            </a:r>
          </a:p>
          <a:p>
            <a:pPr>
              <a:buFont typeface="Wingdings" panose="05000000000000000000" pitchFamily="2" charset="2"/>
              <a:buChar char="§"/>
            </a:pPr>
            <a:endParaRPr lang="fr-FR" sz="1400" noProof="0" dirty="0"/>
          </a:p>
          <a:p>
            <a:pPr>
              <a:buFont typeface="Wingdings" panose="05000000000000000000" pitchFamily="2" charset="2"/>
              <a:buChar char="§"/>
            </a:pPr>
            <a:r>
              <a:rPr lang="fr-FR" sz="1400" dirty="0"/>
              <a:t>L’environnement d’exécution (runtime) « .Net 10 » doit être installé sur le poste. A noter que l’installeur de « Publication Suivi </a:t>
            </a:r>
            <a:r>
              <a:rPr lang="fr-FR" sz="1400" dirty="0" err="1"/>
              <a:t>Competition</a:t>
            </a:r>
            <a:r>
              <a:rPr lang="fr-FR" sz="1400" dirty="0"/>
              <a:t> » intègre l’installation du runtime 64bits uniquement. Selon le contexte (par ex. environnement 32bits), il peut être nécessaire de procéder préalablement à l’installation manuelle de la version idoine</a:t>
            </a:r>
            <a:r>
              <a:rPr lang="fr-FR" sz="1400" baseline="30000" dirty="0"/>
              <a:t>(**)</a:t>
            </a:r>
            <a:r>
              <a:rPr lang="fr-FR" sz="1400" dirty="0"/>
              <a:t>.</a:t>
            </a:r>
            <a:endParaRPr lang="fr-FR" sz="1400" noProof="0" dirty="0"/>
          </a:p>
          <a:p>
            <a:pPr>
              <a:buFont typeface="Wingdings" panose="05000000000000000000" pitchFamily="2" charset="2"/>
              <a:buChar char="§"/>
            </a:pPr>
            <a:endParaRPr lang="fr-FR" sz="1400" noProof="0" dirty="0"/>
          </a:p>
          <a:p>
            <a:pPr>
              <a:buFont typeface="Wingdings" panose="05000000000000000000" pitchFamily="2" charset="2"/>
              <a:buChar char="§"/>
            </a:pPr>
            <a:r>
              <a:rPr lang="fr-FR" sz="1400" noProof="0" dirty="0"/>
              <a:t>Le logiciel « Gestion de compétition 2.0 » doit être installé soit sur le même PC soit sur un autre PC mais joignable par le réseau, avec une version compatible</a:t>
            </a:r>
            <a:r>
              <a:rPr lang="fr-FR" sz="1400" baseline="30000" noProof="0" dirty="0"/>
              <a:t>(***)</a:t>
            </a:r>
            <a:r>
              <a:rPr lang="fr-FR" sz="1400" noProof="0" dirty="0"/>
              <a:t>.</a:t>
            </a:r>
          </a:p>
          <a:p>
            <a:pPr>
              <a:buFont typeface="Wingdings" panose="05000000000000000000" pitchFamily="2" charset="2"/>
              <a:buChar char="§"/>
            </a:pPr>
            <a:endParaRPr lang="fr-FR" sz="1400" noProof="0" dirty="0"/>
          </a:p>
          <a:p>
            <a:pPr>
              <a:buFont typeface="Wingdings" panose="05000000000000000000" pitchFamily="2" charset="2"/>
              <a:buChar char="§"/>
            </a:pPr>
            <a:r>
              <a:rPr lang="fr-FR" sz="1400" noProof="0" dirty="0"/>
              <a:t>Pour utiliser la fonction de publication locale et/ou les écrans d’appel, le PC exécutant « Publication Suivi </a:t>
            </a:r>
            <a:r>
              <a:rPr lang="fr-FR" sz="1400" noProof="0" dirty="0" err="1"/>
              <a:t>Competition</a:t>
            </a:r>
            <a:r>
              <a:rPr lang="fr-FR" sz="1400" noProof="0" dirty="0"/>
              <a:t> » doit être connecté au réseau local du site de la compétition.</a:t>
            </a:r>
          </a:p>
          <a:p>
            <a:pPr>
              <a:buFont typeface="Wingdings" panose="05000000000000000000" pitchFamily="2" charset="2"/>
              <a:buChar char="§"/>
            </a:pPr>
            <a:endParaRPr lang="fr-FR" sz="1400" noProof="0" dirty="0"/>
          </a:p>
          <a:p>
            <a:pPr>
              <a:buFont typeface="Wingdings" panose="05000000000000000000" pitchFamily="2" charset="2"/>
              <a:buChar char="§"/>
            </a:pPr>
            <a:r>
              <a:rPr lang="fr-FR" sz="1400" noProof="0" dirty="0"/>
              <a:t>Pour utiliser la fonction de publication à distance :</a:t>
            </a:r>
          </a:p>
          <a:p>
            <a:pPr lvl="1">
              <a:buFont typeface="Wingdings" panose="05000000000000000000" pitchFamily="2" charset="2"/>
              <a:buChar char="§"/>
            </a:pPr>
            <a:r>
              <a:rPr lang="fr-FR" sz="1400" noProof="0" dirty="0">
                <a:latin typeface="Barlow" panose="00000500000000000000" pitchFamily="2" charset="0"/>
              </a:rPr>
              <a:t>le PC exécutant « Publication Suivi </a:t>
            </a:r>
            <a:r>
              <a:rPr lang="fr-FR" sz="1400" noProof="0" dirty="0" err="1">
                <a:latin typeface="Barlow" panose="00000500000000000000" pitchFamily="2" charset="0"/>
              </a:rPr>
              <a:t>Competition</a:t>
            </a:r>
            <a:r>
              <a:rPr lang="fr-FR" sz="1400" noProof="0" dirty="0">
                <a:latin typeface="Barlow" panose="00000500000000000000" pitchFamily="2" charset="0"/>
              </a:rPr>
              <a:t> » doit avoir accès à Internet.</a:t>
            </a:r>
          </a:p>
          <a:p>
            <a:pPr lvl="1">
              <a:buFont typeface="Wingdings" panose="05000000000000000000" pitchFamily="2" charset="2"/>
              <a:buChar char="§"/>
            </a:pPr>
            <a:r>
              <a:rPr lang="fr-FR" sz="1400" noProof="0" dirty="0">
                <a:latin typeface="Barlow" panose="00000500000000000000" pitchFamily="2" charset="0"/>
              </a:rPr>
              <a:t>Vous devez disposer d’un compte avec accès FTP auprès de votre fournisseur Internet OU vous disposez du mot de passe pour publier sur le site France Judo.</a:t>
            </a:r>
          </a:p>
          <a:p>
            <a:pPr lvl="1">
              <a:buFont typeface="Wingdings" panose="05000000000000000000" pitchFamily="2" charset="2"/>
              <a:buChar char="§"/>
            </a:pPr>
            <a:endParaRPr lang="fr-FR" sz="1400" noProof="0" dirty="0">
              <a:latin typeface="Barlow" panose="00000500000000000000" pitchFamily="2" charset="0"/>
            </a:endParaRPr>
          </a:p>
          <a:p>
            <a:pPr lvl="1">
              <a:buFont typeface="Wingdings" panose="05000000000000000000" pitchFamily="2" charset="2"/>
              <a:buChar char="§"/>
            </a:pPr>
            <a:endParaRPr lang="fr-FR" sz="1400" noProof="0" dirty="0"/>
          </a:p>
        </p:txBody>
      </p:sp>
      <p:sp>
        <p:nvSpPr>
          <p:cNvPr id="4" name="Espace réservé du texte 3">
            <a:extLst>
              <a:ext uri="{FF2B5EF4-FFF2-40B4-BE49-F238E27FC236}">
                <a16:creationId xmlns:a16="http://schemas.microsoft.com/office/drawing/2014/main" id="{6BDCEFA8-59A6-33CC-D69F-6DDA6E4D9636}"/>
              </a:ext>
            </a:extLst>
          </p:cNvPr>
          <p:cNvSpPr>
            <a:spLocks noGrp="1"/>
          </p:cNvSpPr>
          <p:nvPr>
            <p:ph type="body" sz="quarter" idx="15"/>
          </p:nvPr>
        </p:nvSpPr>
        <p:spPr/>
        <p:txBody>
          <a:bodyPr/>
          <a:lstStyle/>
          <a:p>
            <a:r>
              <a:rPr lang="fr-FR" noProof="0" dirty="0"/>
              <a:t>Description générale</a:t>
            </a:r>
          </a:p>
        </p:txBody>
      </p:sp>
      <p:sp>
        <p:nvSpPr>
          <p:cNvPr id="5" name="Espace réservé du texte 2">
            <a:extLst>
              <a:ext uri="{FF2B5EF4-FFF2-40B4-BE49-F238E27FC236}">
                <a16:creationId xmlns:a16="http://schemas.microsoft.com/office/drawing/2014/main" id="{7EC21768-606A-3380-D673-5D5D70E3C60D}"/>
              </a:ext>
            </a:extLst>
          </p:cNvPr>
          <p:cNvSpPr txBox="1">
            <a:spLocks/>
          </p:cNvSpPr>
          <p:nvPr/>
        </p:nvSpPr>
        <p:spPr>
          <a:xfrm>
            <a:off x="0" y="5949594"/>
            <a:ext cx="12042475" cy="649613"/>
          </a:xfrm>
          <a:prstGeom prst="rect">
            <a:avLst/>
          </a:prstGeom>
        </p:spPr>
        <p:txBody>
          <a:bodyPr spcFirstLastPara="1" wrap="square" lIns="0" tIns="0" rIns="0" bIns="0" anchor="t" anchorCtr="0">
            <a:noAutofit/>
          </a:bodyPr>
          <a:lstStyle>
            <a:lvl1pPr marL="609585" marR="0" lvl="0" indent="-507987" algn="l" defTabSz="914400" rtl="0" eaLnBrk="1" fontAlgn="auto" latinLnBrk="0" hangingPunct="1">
              <a:lnSpc>
                <a:spcPct val="115000"/>
              </a:lnSpc>
              <a:spcBef>
                <a:spcPts val="0"/>
              </a:spcBef>
              <a:spcAft>
                <a:spcPts val="0"/>
              </a:spcAft>
              <a:buClr>
                <a:schemeClr val="tx1">
                  <a:lumMod val="50000"/>
                  <a:lumOff val="50000"/>
                </a:schemeClr>
              </a:buClr>
              <a:buSzPts val="2400"/>
              <a:buFont typeface="Inria Sans Light"/>
              <a:buChar char="▸"/>
              <a:tabLst/>
              <a:defRPr sz="2000" kern="1200">
                <a:solidFill>
                  <a:schemeClr val="tx1">
                    <a:lumMod val="85000"/>
                    <a:lumOff val="15000"/>
                  </a:schemeClr>
                </a:solidFill>
                <a:latin typeface="Barlow"/>
                <a:ea typeface="+mn-ea"/>
                <a:cs typeface="+mn-cs"/>
              </a:defRPr>
            </a:lvl1pPr>
            <a:lvl2pPr marL="1219170" lvl="1" indent="-507987" algn="l" defTabSz="914400" rtl="0" eaLnBrk="1" latinLnBrk="0" hangingPunct="1">
              <a:lnSpc>
                <a:spcPct val="90000"/>
              </a:lnSpc>
              <a:spcBef>
                <a:spcPts val="800"/>
              </a:spcBef>
              <a:spcAft>
                <a:spcPts val="0"/>
              </a:spcAft>
              <a:buSzPts val="2400"/>
              <a:buFont typeface="Arial" panose="020B0604020202020204" pitchFamily="34" charset="0"/>
              <a:buChar char="▹"/>
              <a:defRPr sz="2400" kern="1200">
                <a:solidFill>
                  <a:schemeClr val="tx1"/>
                </a:solidFill>
                <a:latin typeface="+mn-lt"/>
                <a:ea typeface="+mn-ea"/>
                <a:cs typeface="+mn-cs"/>
              </a:defRPr>
            </a:lvl2pPr>
            <a:lvl3pPr marL="1828754" lvl="2" indent="-507987" algn="l" defTabSz="914400" rtl="0" eaLnBrk="1" latinLnBrk="0" hangingPunct="1">
              <a:lnSpc>
                <a:spcPct val="90000"/>
              </a:lnSpc>
              <a:spcBef>
                <a:spcPts val="800"/>
              </a:spcBef>
              <a:spcAft>
                <a:spcPts val="0"/>
              </a:spcAft>
              <a:buSzPts val="2400"/>
              <a:buFont typeface="Arial" panose="020B0604020202020204" pitchFamily="34" charset="0"/>
              <a:buChar char="■"/>
              <a:defRPr sz="2000" kern="1200">
                <a:solidFill>
                  <a:schemeClr val="tx1"/>
                </a:solidFill>
                <a:latin typeface="+mn-lt"/>
                <a:ea typeface="+mn-ea"/>
                <a:cs typeface="+mn-cs"/>
              </a:defRPr>
            </a:lvl3pPr>
            <a:lvl4pPr marL="2438339" lvl="3" indent="-507987" algn="l" defTabSz="914400" rtl="0" eaLnBrk="1" latinLnBrk="0" hangingPunct="1">
              <a:lnSpc>
                <a:spcPct val="90000"/>
              </a:lnSpc>
              <a:spcBef>
                <a:spcPts val="800"/>
              </a:spcBef>
              <a:spcAft>
                <a:spcPts val="0"/>
              </a:spcAft>
              <a:buSzPts val="2400"/>
              <a:buFont typeface="Arial" panose="020B0604020202020204" pitchFamily="34" charset="0"/>
              <a:buChar char="●"/>
              <a:defRPr sz="1800" kern="1200">
                <a:solidFill>
                  <a:schemeClr val="tx1"/>
                </a:solidFill>
                <a:latin typeface="+mn-lt"/>
                <a:ea typeface="+mn-ea"/>
                <a:cs typeface="+mn-cs"/>
              </a:defRPr>
            </a:lvl4pPr>
            <a:lvl5pPr marL="3047924" lvl="4" indent="-507987" algn="l" defTabSz="914400" rtl="0" eaLnBrk="1" latinLnBrk="0" hangingPunct="1">
              <a:lnSpc>
                <a:spcPct val="90000"/>
              </a:lnSpc>
              <a:spcBef>
                <a:spcPts val="800"/>
              </a:spcBef>
              <a:spcAft>
                <a:spcPts val="0"/>
              </a:spcAft>
              <a:buSzPts val="2400"/>
              <a:buFont typeface="Arial" panose="020B0604020202020204" pitchFamily="34" charset="0"/>
              <a:buChar char="○"/>
              <a:defRPr sz="1800" kern="1200">
                <a:solidFill>
                  <a:schemeClr val="tx1"/>
                </a:solidFill>
                <a:latin typeface="+mn-lt"/>
                <a:ea typeface="+mn-ea"/>
                <a:cs typeface="+mn-cs"/>
              </a:defRPr>
            </a:lvl5pPr>
            <a:lvl6pPr marL="3657509" lvl="5" indent="-507987" algn="l" defTabSz="914400" rtl="0" eaLnBrk="1" latinLnBrk="0" hangingPunct="1">
              <a:lnSpc>
                <a:spcPct val="90000"/>
              </a:lnSpc>
              <a:spcBef>
                <a:spcPts val="800"/>
              </a:spcBef>
              <a:spcAft>
                <a:spcPts val="0"/>
              </a:spcAft>
              <a:buSzPts val="2400"/>
              <a:buFont typeface="Arial" panose="020B0604020202020204" pitchFamily="34" charset="0"/>
              <a:buChar char="■"/>
              <a:defRPr sz="1800" kern="1200">
                <a:solidFill>
                  <a:schemeClr val="tx1"/>
                </a:solidFill>
                <a:latin typeface="+mn-lt"/>
                <a:ea typeface="+mn-ea"/>
                <a:cs typeface="+mn-cs"/>
              </a:defRPr>
            </a:lvl6pPr>
            <a:lvl7pPr marL="4267093" lvl="6" indent="-507987" algn="l" defTabSz="914400" rtl="0" eaLnBrk="1" latinLnBrk="0" hangingPunct="1">
              <a:lnSpc>
                <a:spcPct val="90000"/>
              </a:lnSpc>
              <a:spcBef>
                <a:spcPts val="800"/>
              </a:spcBef>
              <a:spcAft>
                <a:spcPts val="0"/>
              </a:spcAft>
              <a:buSzPts val="2400"/>
              <a:buFont typeface="Arial" panose="020B0604020202020204" pitchFamily="34" charset="0"/>
              <a:buChar char="●"/>
              <a:defRPr sz="1800" kern="1200">
                <a:solidFill>
                  <a:schemeClr val="tx1"/>
                </a:solidFill>
                <a:latin typeface="+mn-lt"/>
                <a:ea typeface="+mn-ea"/>
                <a:cs typeface="+mn-cs"/>
              </a:defRPr>
            </a:lvl7pPr>
            <a:lvl8pPr marL="4876678" lvl="7" indent="-507987" algn="l" defTabSz="914400" rtl="0" eaLnBrk="1" latinLnBrk="0" hangingPunct="1">
              <a:lnSpc>
                <a:spcPct val="90000"/>
              </a:lnSpc>
              <a:spcBef>
                <a:spcPts val="800"/>
              </a:spcBef>
              <a:spcAft>
                <a:spcPts val="0"/>
              </a:spcAft>
              <a:buSzPts val="2400"/>
              <a:buFont typeface="Arial" panose="020B0604020202020204" pitchFamily="34" charset="0"/>
              <a:buChar char="○"/>
              <a:defRPr sz="1800" kern="1200">
                <a:solidFill>
                  <a:schemeClr val="tx1"/>
                </a:solidFill>
                <a:latin typeface="+mn-lt"/>
                <a:ea typeface="+mn-ea"/>
                <a:cs typeface="+mn-cs"/>
              </a:defRPr>
            </a:lvl8pPr>
            <a:lvl9pPr marL="5486263" lvl="8" indent="-507987" algn="l" defTabSz="914400" rtl="0" eaLnBrk="1" latinLnBrk="0" hangingPunct="1">
              <a:lnSpc>
                <a:spcPct val="90000"/>
              </a:lnSpc>
              <a:spcBef>
                <a:spcPts val="800"/>
              </a:spcBef>
              <a:spcAft>
                <a:spcPts val="800"/>
              </a:spcAft>
              <a:buSzPts val="2400"/>
              <a:buFont typeface="Arial" panose="020B0604020202020204" pitchFamily="34" charset="0"/>
              <a:buChar char="■"/>
              <a:defRPr sz="1800" kern="1200">
                <a:solidFill>
                  <a:schemeClr val="tx1"/>
                </a:solidFill>
                <a:latin typeface="+mn-lt"/>
                <a:ea typeface="+mn-ea"/>
                <a:cs typeface="+mn-cs"/>
              </a:defRPr>
            </a:lvl9pPr>
          </a:lstStyle>
          <a:p>
            <a:pPr marL="101598" indent="0">
              <a:buNone/>
            </a:pPr>
            <a:r>
              <a:rPr lang="fr-FR" sz="1200" i="1" noProof="0" dirty="0">
                <a:solidFill>
                  <a:schemeClr val="tx1">
                    <a:lumMod val="75000"/>
                    <a:lumOff val="25000"/>
                  </a:schemeClr>
                </a:solidFill>
                <a:latin typeface="Barlow" panose="00000500000000000000" pitchFamily="2" charset="0"/>
                <a:cs typeface="Segoe UI" panose="020B0502040204020203" pitchFamily="34" charset="0"/>
              </a:rPr>
              <a:t>(*) Si « Gestion de compétition 2.0 » et « Publication Suivi </a:t>
            </a:r>
            <a:r>
              <a:rPr lang="fr-FR" sz="1200" i="1" noProof="0" dirty="0" err="1">
                <a:solidFill>
                  <a:schemeClr val="tx1">
                    <a:lumMod val="75000"/>
                    <a:lumOff val="25000"/>
                  </a:schemeClr>
                </a:solidFill>
                <a:latin typeface="Barlow" panose="00000500000000000000" pitchFamily="2" charset="0"/>
                <a:cs typeface="Segoe UI" panose="020B0502040204020203" pitchFamily="34" charset="0"/>
              </a:rPr>
              <a:t>Competition</a:t>
            </a:r>
            <a:r>
              <a:rPr lang="fr-FR" sz="1200" i="1" noProof="0" dirty="0">
                <a:solidFill>
                  <a:schemeClr val="tx1">
                    <a:lumMod val="75000"/>
                    <a:lumOff val="25000"/>
                  </a:schemeClr>
                </a:solidFill>
                <a:latin typeface="Barlow" panose="00000500000000000000" pitchFamily="2" charset="0"/>
                <a:cs typeface="Segoe UI" panose="020B0502040204020203" pitchFamily="34" charset="0"/>
              </a:rPr>
              <a:t> » sont installés sur le même PC, les besoins indiqués doivent être ajoutés à ceux de « Gestion de compétition 2.0 ».</a:t>
            </a:r>
          </a:p>
          <a:p>
            <a:pPr marL="101598" indent="0">
              <a:buNone/>
            </a:pPr>
            <a:r>
              <a:rPr lang="fr-FR" sz="1200" i="1" dirty="0">
                <a:solidFill>
                  <a:schemeClr val="tx1">
                    <a:lumMod val="75000"/>
                    <a:lumOff val="25000"/>
                  </a:schemeClr>
                </a:solidFill>
                <a:latin typeface="Barlow" panose="00000500000000000000" pitchFamily="2" charset="0"/>
                <a:cs typeface="Segoe UI" panose="020B0502040204020203" pitchFamily="34" charset="0"/>
              </a:rPr>
              <a:t>(**) Les éléments d’installation sont disponibles sur </a:t>
            </a:r>
            <a:r>
              <a:rPr lang="fr-FR" sz="1200" dirty="0">
                <a:hlinkClick r:id="rId2"/>
              </a:rPr>
              <a:t>https://dotnet.microsoft.com/fr-fr/download/dotnet/10.0</a:t>
            </a:r>
            <a:r>
              <a:rPr lang="fr-FR" sz="1200" i="1" dirty="0">
                <a:solidFill>
                  <a:schemeClr val="tx1">
                    <a:lumMod val="75000"/>
                    <a:lumOff val="25000"/>
                  </a:schemeClr>
                </a:solidFill>
                <a:latin typeface="Barlow" panose="00000500000000000000" pitchFamily="2" charset="0"/>
                <a:cs typeface="Segoe UI" panose="020B0502040204020203" pitchFamily="34" charset="0"/>
              </a:rPr>
              <a:t>.</a:t>
            </a:r>
          </a:p>
          <a:p>
            <a:pPr marL="101598" indent="0">
              <a:buNone/>
            </a:pPr>
            <a:r>
              <a:rPr lang="fr-FR" sz="1200" i="1" noProof="0" dirty="0">
                <a:solidFill>
                  <a:schemeClr val="tx1">
                    <a:lumMod val="75000"/>
                    <a:lumOff val="25000"/>
                  </a:schemeClr>
                </a:solidFill>
                <a:latin typeface="Barlow" panose="00000500000000000000" pitchFamily="2" charset="0"/>
                <a:cs typeface="Segoe UI" panose="020B0502040204020203" pitchFamily="34" charset="0"/>
              </a:rPr>
              <a:t>(***) La communication se fait sur le port 8480 s’il est nécessaire de configurer un pare-feu.</a:t>
            </a:r>
          </a:p>
        </p:txBody>
      </p:sp>
    </p:spTree>
    <p:extLst>
      <p:ext uri="{BB962C8B-B14F-4D97-AF65-F5344CB8AC3E}">
        <p14:creationId xmlns:p14="http://schemas.microsoft.com/office/powerpoint/2010/main" val="3212235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51AA81-A5DF-3A18-38B6-020B45588EFC}"/>
              </a:ext>
            </a:extLst>
          </p:cNvPr>
          <p:cNvSpPr>
            <a:spLocks noGrp="1"/>
          </p:cNvSpPr>
          <p:nvPr>
            <p:ph type="title"/>
          </p:nvPr>
        </p:nvSpPr>
        <p:spPr/>
        <p:txBody>
          <a:bodyPr/>
          <a:lstStyle/>
          <a:p>
            <a:r>
              <a:rPr lang="fr-FR" noProof="0" dirty="0"/>
              <a:t>Principe de fonctionnement</a:t>
            </a:r>
          </a:p>
        </p:txBody>
      </p:sp>
      <p:sp>
        <p:nvSpPr>
          <p:cNvPr id="3" name="Espace réservé du texte 2">
            <a:extLst>
              <a:ext uri="{FF2B5EF4-FFF2-40B4-BE49-F238E27FC236}">
                <a16:creationId xmlns:a16="http://schemas.microsoft.com/office/drawing/2014/main" id="{697918DB-A234-7002-388D-E181D0CF7603}"/>
              </a:ext>
            </a:extLst>
          </p:cNvPr>
          <p:cNvSpPr>
            <a:spLocks noGrp="1"/>
          </p:cNvSpPr>
          <p:nvPr>
            <p:ph type="body" idx="1"/>
          </p:nvPr>
        </p:nvSpPr>
        <p:spPr>
          <a:xfrm>
            <a:off x="411192" y="1737306"/>
            <a:ext cx="11369615" cy="3559314"/>
          </a:xfrm>
        </p:spPr>
        <p:txBody>
          <a:bodyPr/>
          <a:lstStyle/>
          <a:p>
            <a:pPr>
              <a:buFont typeface="Wingdings" panose="05000000000000000000" pitchFamily="2" charset="2"/>
              <a:buChar char="§"/>
            </a:pPr>
            <a:r>
              <a:rPr lang="fr-FR" sz="1400" noProof="0" dirty="0"/>
              <a:t>Le logiciel « Gestion de compétition 2.0  » assure le suivi de la compétition (pesées, déroulement des combats, etc.) et transmet ces informations aux clients qui lui sont connectés.</a:t>
            </a:r>
          </a:p>
          <a:p>
            <a:pPr>
              <a:buFont typeface="Wingdings" panose="05000000000000000000" pitchFamily="2" charset="2"/>
              <a:buChar char="§"/>
            </a:pPr>
            <a:endParaRPr lang="fr-FR" sz="1400" noProof="0" dirty="0"/>
          </a:p>
          <a:p>
            <a:pPr>
              <a:buFont typeface="Wingdings" panose="05000000000000000000" pitchFamily="2" charset="2"/>
              <a:buChar char="§"/>
            </a:pPr>
            <a:r>
              <a:rPr lang="fr-FR" sz="1400" noProof="0" dirty="0">
                <a:latin typeface="Barlow" panose="00000500000000000000" pitchFamily="2" charset="0"/>
              </a:rPr>
              <a:t>Le logiciel « Publication Suivi Compétition » reçoit et stocke les informations de déroulement.</a:t>
            </a:r>
          </a:p>
          <a:p>
            <a:pPr>
              <a:buFont typeface="Wingdings" panose="05000000000000000000" pitchFamily="2" charset="2"/>
              <a:buChar char="§"/>
            </a:pPr>
            <a:endParaRPr lang="fr-FR" sz="1400" noProof="0" dirty="0">
              <a:latin typeface="Barlow" panose="00000500000000000000" pitchFamily="2" charset="0"/>
            </a:endParaRPr>
          </a:p>
          <a:p>
            <a:pPr>
              <a:buFont typeface="Wingdings" panose="05000000000000000000" pitchFamily="2" charset="2"/>
              <a:buChar char="§"/>
            </a:pPr>
            <a:r>
              <a:rPr lang="fr-FR" sz="1400" noProof="0" dirty="0">
                <a:latin typeface="Barlow" panose="00000500000000000000" pitchFamily="2" charset="0"/>
              </a:rPr>
              <a:t>Régulièrement, « Publication Suivi Compétition » génère le contenu du site web de suivi sur la base des dernières informations de déroulement dont il dispose.</a:t>
            </a:r>
          </a:p>
          <a:p>
            <a:pPr>
              <a:buFont typeface="Wingdings" panose="05000000000000000000" pitchFamily="2" charset="2"/>
              <a:buChar char="§"/>
            </a:pPr>
            <a:endParaRPr lang="fr-FR" sz="1400" noProof="0" dirty="0">
              <a:latin typeface="Barlow" panose="00000500000000000000" pitchFamily="2" charset="0"/>
            </a:endParaRPr>
          </a:p>
          <a:p>
            <a:pPr>
              <a:buFont typeface="Wingdings" panose="05000000000000000000" pitchFamily="2" charset="2"/>
              <a:buChar char="§"/>
            </a:pPr>
            <a:r>
              <a:rPr lang="fr-FR" sz="1400" noProof="0" dirty="0">
                <a:latin typeface="Barlow" panose="00000500000000000000" pitchFamily="2" charset="0"/>
              </a:rPr>
              <a:t>Si la publication  locale est activée : « Publication Suivi Compétition » donne accès directement par une adresse web locale à la dernière version générée du site de suivi.</a:t>
            </a:r>
          </a:p>
          <a:p>
            <a:pPr>
              <a:buFont typeface="Wingdings" panose="05000000000000000000" pitchFamily="2" charset="2"/>
              <a:buChar char="§"/>
            </a:pPr>
            <a:endParaRPr lang="fr-FR" sz="1400" noProof="0" dirty="0">
              <a:latin typeface="Barlow" panose="00000500000000000000" pitchFamily="2" charset="0"/>
            </a:endParaRPr>
          </a:p>
          <a:p>
            <a:pPr>
              <a:buFont typeface="Wingdings" panose="05000000000000000000" pitchFamily="2" charset="2"/>
              <a:buChar char="§"/>
            </a:pPr>
            <a:r>
              <a:rPr lang="fr-FR" sz="1400" noProof="0" dirty="0">
                <a:latin typeface="Barlow" panose="00000500000000000000" pitchFamily="2" charset="0"/>
              </a:rPr>
              <a:t>Si la publication distante est activée : « Publication Suivi Compétition » copie par FTP sur le site de l’hébergeur distant ou de France Judo la dernière version générée du site de suivi. La 1</a:t>
            </a:r>
            <a:r>
              <a:rPr lang="fr-FR" sz="1400" baseline="30000" noProof="0" dirty="0">
                <a:latin typeface="Barlow" panose="00000500000000000000" pitchFamily="2" charset="0"/>
              </a:rPr>
              <a:t>ère</a:t>
            </a:r>
            <a:r>
              <a:rPr lang="fr-FR" sz="1400" noProof="0" dirty="0">
                <a:latin typeface="Barlow" panose="00000500000000000000" pitchFamily="2" charset="0"/>
              </a:rPr>
              <a:t> copie transmet tous les fichiers du site. Les copies suivantes peuvent se faire soit en transmettant tous les fichiers du site, soit en transmettant uniquement les fichiers modifiés (option par défaut pour le site France Judo).</a:t>
            </a:r>
          </a:p>
          <a:p>
            <a:pPr>
              <a:buFont typeface="Wingdings" panose="05000000000000000000" pitchFamily="2" charset="2"/>
              <a:buChar char="§"/>
            </a:pPr>
            <a:endParaRPr lang="fr-FR" sz="1800" noProof="0" dirty="0"/>
          </a:p>
        </p:txBody>
      </p:sp>
      <p:sp>
        <p:nvSpPr>
          <p:cNvPr id="4" name="Espace réservé du texte 3">
            <a:extLst>
              <a:ext uri="{FF2B5EF4-FFF2-40B4-BE49-F238E27FC236}">
                <a16:creationId xmlns:a16="http://schemas.microsoft.com/office/drawing/2014/main" id="{6BDCEFA8-59A6-33CC-D69F-6DDA6E4D9636}"/>
              </a:ext>
            </a:extLst>
          </p:cNvPr>
          <p:cNvSpPr>
            <a:spLocks noGrp="1"/>
          </p:cNvSpPr>
          <p:nvPr>
            <p:ph type="body" sz="quarter" idx="15"/>
          </p:nvPr>
        </p:nvSpPr>
        <p:spPr/>
        <p:txBody>
          <a:bodyPr/>
          <a:lstStyle/>
          <a:p>
            <a:r>
              <a:rPr lang="fr-FR" noProof="0" dirty="0"/>
              <a:t>Description générale</a:t>
            </a:r>
          </a:p>
        </p:txBody>
      </p:sp>
      <p:sp>
        <p:nvSpPr>
          <p:cNvPr id="6" name="ZoneTexte 5">
            <a:extLst>
              <a:ext uri="{FF2B5EF4-FFF2-40B4-BE49-F238E27FC236}">
                <a16:creationId xmlns:a16="http://schemas.microsoft.com/office/drawing/2014/main" id="{EBF73B07-56A7-FD1C-8C81-B862228872FE}"/>
              </a:ext>
            </a:extLst>
          </p:cNvPr>
          <p:cNvSpPr txBox="1"/>
          <p:nvPr/>
        </p:nvSpPr>
        <p:spPr>
          <a:xfrm>
            <a:off x="0" y="5975120"/>
            <a:ext cx="11964837" cy="492443"/>
          </a:xfrm>
          <a:prstGeom prst="rect">
            <a:avLst/>
          </a:prstGeom>
          <a:noFill/>
        </p:spPr>
        <p:txBody>
          <a:bodyPr wrap="square">
            <a:spAutoFit/>
          </a:bodyPr>
          <a:lstStyle/>
          <a:p>
            <a:pPr marL="101598" indent="0">
              <a:buNone/>
            </a:pPr>
            <a:r>
              <a:rPr lang="fr-FR" sz="1400" b="1" i="1" noProof="0" dirty="0">
                <a:latin typeface="Barlow" panose="00000500000000000000" pitchFamily="2" charset="0"/>
              </a:rPr>
              <a:t>Note :</a:t>
            </a:r>
            <a:r>
              <a:rPr lang="fr-FR" sz="1400" i="1" noProof="0" dirty="0">
                <a:latin typeface="Barlow" panose="00000500000000000000" pitchFamily="2" charset="0"/>
              </a:rPr>
              <a:t> </a:t>
            </a:r>
            <a:r>
              <a:rPr lang="fr-FR" sz="1200" i="1" noProof="0" dirty="0">
                <a:solidFill>
                  <a:schemeClr val="tx1">
                    <a:lumMod val="75000"/>
                    <a:lumOff val="25000"/>
                  </a:schemeClr>
                </a:solidFill>
                <a:latin typeface="Barlow" panose="00000500000000000000" pitchFamily="2" charset="0"/>
                <a:cs typeface="Segoe UI" panose="020B0502040204020203" pitchFamily="34" charset="0"/>
              </a:rPr>
              <a:t>En cas de publication distante, l’accès des utilisateurs se fait via l’adresse distante de l’hébergeur ou du site France Judo. Il n’y a pas de lien direct avec « Publication Suivi </a:t>
            </a:r>
            <a:r>
              <a:rPr lang="fr-FR" sz="1200" i="1" noProof="0" dirty="0" err="1">
                <a:solidFill>
                  <a:schemeClr val="tx1">
                    <a:lumMod val="75000"/>
                    <a:lumOff val="25000"/>
                  </a:schemeClr>
                </a:solidFill>
                <a:latin typeface="Barlow" panose="00000500000000000000" pitchFamily="2" charset="0"/>
                <a:cs typeface="Segoe UI" panose="020B0502040204020203" pitchFamily="34" charset="0"/>
              </a:rPr>
              <a:t>Competition</a:t>
            </a:r>
            <a:r>
              <a:rPr lang="fr-FR" sz="1200" i="1" noProof="0" dirty="0">
                <a:solidFill>
                  <a:schemeClr val="tx1">
                    <a:lumMod val="75000"/>
                    <a:lumOff val="25000"/>
                  </a:schemeClr>
                </a:solidFill>
                <a:latin typeface="Barlow" panose="00000500000000000000" pitchFamily="2" charset="0"/>
                <a:cs typeface="Segoe UI" panose="020B0502040204020203" pitchFamily="34" charset="0"/>
              </a:rPr>
              <a:t> ».</a:t>
            </a:r>
          </a:p>
        </p:txBody>
      </p:sp>
    </p:spTree>
    <p:extLst>
      <p:ext uri="{BB962C8B-B14F-4D97-AF65-F5344CB8AC3E}">
        <p14:creationId xmlns:p14="http://schemas.microsoft.com/office/powerpoint/2010/main" val="4001706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BEA3A-1F05-D474-0D4D-4319855BBEAF}"/>
              </a:ext>
            </a:extLst>
          </p:cNvPr>
          <p:cNvSpPr>
            <a:spLocks noGrp="1"/>
          </p:cNvSpPr>
          <p:nvPr>
            <p:ph type="title"/>
          </p:nvPr>
        </p:nvSpPr>
        <p:spPr/>
        <p:txBody>
          <a:bodyPr/>
          <a:lstStyle/>
          <a:p>
            <a:r>
              <a:rPr lang="fr-FR" noProof="0" dirty="0"/>
              <a:t>Principe de fonctionnement</a:t>
            </a:r>
          </a:p>
        </p:txBody>
      </p:sp>
      <p:sp>
        <p:nvSpPr>
          <p:cNvPr id="3" name="Text Placeholder 2">
            <a:extLst>
              <a:ext uri="{FF2B5EF4-FFF2-40B4-BE49-F238E27FC236}">
                <a16:creationId xmlns:a16="http://schemas.microsoft.com/office/drawing/2014/main" id="{E29F31E6-BC45-7E86-0A37-4D6A1BD27FA1}"/>
              </a:ext>
            </a:extLst>
          </p:cNvPr>
          <p:cNvSpPr>
            <a:spLocks noGrp="1"/>
          </p:cNvSpPr>
          <p:nvPr>
            <p:ph type="body" idx="1"/>
          </p:nvPr>
        </p:nvSpPr>
        <p:spPr>
          <a:xfrm>
            <a:off x="470032" y="2391356"/>
            <a:ext cx="11251935" cy="2801746"/>
          </a:xfrm>
        </p:spPr>
        <p:txBody>
          <a:bodyPr/>
          <a:lstStyle/>
          <a:p>
            <a:pPr>
              <a:buFont typeface="Wingdings" panose="05000000000000000000" pitchFamily="2" charset="2"/>
              <a:buChar char="§"/>
            </a:pPr>
            <a:r>
              <a:rPr lang="fr-FR" sz="1400" noProof="0">
                <a:latin typeface="Barlow" panose="00000500000000000000" pitchFamily="2" charset="0"/>
              </a:rPr>
              <a:t>Régulièrement, « Publication Suivi Compétition » génère le contenu des écrans d’appel sur la base des dernières informations de déroulement dont il dispose.</a:t>
            </a:r>
          </a:p>
          <a:p>
            <a:pPr>
              <a:buFont typeface="Wingdings" panose="05000000000000000000" pitchFamily="2" charset="2"/>
              <a:buChar char="§"/>
            </a:pPr>
            <a:endParaRPr lang="fr-FR" sz="1400" noProof="0" dirty="0">
              <a:latin typeface="Barlow" panose="00000500000000000000" pitchFamily="2" charset="0"/>
            </a:endParaRPr>
          </a:p>
          <a:p>
            <a:pPr>
              <a:buFont typeface="Wingdings" panose="05000000000000000000" pitchFamily="2" charset="2"/>
              <a:buChar char="§"/>
            </a:pPr>
            <a:r>
              <a:rPr lang="fr-FR" sz="1400" noProof="0" dirty="0"/>
              <a:t>Tous les écrans d’appel (PC, </a:t>
            </a:r>
            <a:r>
              <a:rPr lang="fr-FR" sz="1400" noProof="0" dirty="0" err="1"/>
              <a:t>SmartTV</a:t>
            </a:r>
            <a:r>
              <a:rPr lang="fr-FR" sz="1400" noProof="0" dirty="0"/>
              <a:t>, etc.) contactent le poste exécutant l</a:t>
            </a:r>
            <a:r>
              <a:rPr lang="fr-FR" sz="1400" noProof="0" dirty="0">
                <a:latin typeface="Barlow" panose="00000500000000000000" pitchFamily="2" charset="0"/>
              </a:rPr>
              <a:t>e logiciel « Publication Suivi Compétition » sur une même adresse.</a:t>
            </a:r>
          </a:p>
          <a:p>
            <a:pPr>
              <a:buFont typeface="Wingdings" panose="05000000000000000000" pitchFamily="2" charset="2"/>
              <a:buChar char="§"/>
            </a:pPr>
            <a:endParaRPr lang="fr-FR" sz="1400" noProof="0" dirty="0">
              <a:latin typeface="Barlow" panose="00000500000000000000" pitchFamily="2" charset="0"/>
            </a:endParaRPr>
          </a:p>
          <a:p>
            <a:pPr>
              <a:buFont typeface="Wingdings" panose="05000000000000000000" pitchFamily="2" charset="2"/>
              <a:buChar char="§"/>
            </a:pPr>
            <a:r>
              <a:rPr lang="fr-FR" sz="1400" noProof="0" dirty="0">
                <a:latin typeface="Barlow" panose="00000500000000000000" pitchFamily="2" charset="0"/>
              </a:rPr>
              <a:t>Une fois identifié par son adresse sur le réseau, chaque écran reçoit la page qui lui a été assignée et configurée (ou la page par défaut si l’écran n’est pas référencé).</a:t>
            </a:r>
          </a:p>
          <a:p>
            <a:pPr>
              <a:buFont typeface="Wingdings" panose="05000000000000000000" pitchFamily="2" charset="2"/>
              <a:buChar char="§"/>
            </a:pPr>
            <a:endParaRPr lang="fr-FR" sz="1400" noProof="0" dirty="0">
              <a:latin typeface="Barlow" panose="00000500000000000000" pitchFamily="2" charset="0"/>
            </a:endParaRPr>
          </a:p>
          <a:p>
            <a:pPr>
              <a:buFont typeface="Wingdings" panose="05000000000000000000" pitchFamily="2" charset="2"/>
              <a:buChar char="§"/>
            </a:pPr>
            <a:r>
              <a:rPr lang="fr-FR" sz="1400" noProof="0" dirty="0">
                <a:latin typeface="Barlow" panose="00000500000000000000" pitchFamily="2" charset="0"/>
              </a:rPr>
              <a:t>La publication ne peut se faire que sur le réseau local de la compétition (pas de publication à distance) et n’est pas prévue pour être accédée directement par les coachs et le public.</a:t>
            </a:r>
            <a:endParaRPr lang="fr-FR" sz="1400" noProof="0" dirty="0"/>
          </a:p>
        </p:txBody>
      </p:sp>
      <p:sp>
        <p:nvSpPr>
          <p:cNvPr id="4" name="Text Placeholder 3">
            <a:extLst>
              <a:ext uri="{FF2B5EF4-FFF2-40B4-BE49-F238E27FC236}">
                <a16:creationId xmlns:a16="http://schemas.microsoft.com/office/drawing/2014/main" id="{B29A42BC-3B81-2EDF-56C2-3A6459F8C00F}"/>
              </a:ext>
            </a:extLst>
          </p:cNvPr>
          <p:cNvSpPr>
            <a:spLocks noGrp="1"/>
          </p:cNvSpPr>
          <p:nvPr>
            <p:ph type="body" sz="quarter" idx="15"/>
          </p:nvPr>
        </p:nvSpPr>
        <p:spPr/>
        <p:txBody>
          <a:bodyPr/>
          <a:lstStyle/>
          <a:p>
            <a:r>
              <a:rPr lang="fr-FR" noProof="0" dirty="0"/>
              <a:t>Description générale</a:t>
            </a:r>
          </a:p>
        </p:txBody>
      </p:sp>
    </p:spTree>
    <p:extLst>
      <p:ext uri="{BB962C8B-B14F-4D97-AF65-F5344CB8AC3E}">
        <p14:creationId xmlns:p14="http://schemas.microsoft.com/office/powerpoint/2010/main" val="2245582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5AB25890-5D2B-8A4F-90E1-E25E94E888E5}"/>
              </a:ext>
            </a:extLst>
          </p:cNvPr>
          <p:cNvSpPr>
            <a:spLocks noGrp="1"/>
          </p:cNvSpPr>
          <p:nvPr>
            <p:ph type="title"/>
          </p:nvPr>
        </p:nvSpPr>
        <p:spPr>
          <a:prstGeom prst="rect">
            <a:avLst/>
          </a:prstGeom>
        </p:spPr>
        <p:txBody>
          <a:bodyPr/>
          <a:lstStyle/>
          <a:p>
            <a:r>
              <a:rPr lang="fr-FR" noProof="0" dirty="0"/>
              <a:t>Mise en œuvre</a:t>
            </a:r>
          </a:p>
        </p:txBody>
      </p:sp>
      <p:sp>
        <p:nvSpPr>
          <p:cNvPr id="5" name="Espace réservé du contenu 4">
            <a:extLst>
              <a:ext uri="{FF2B5EF4-FFF2-40B4-BE49-F238E27FC236}">
                <a16:creationId xmlns:a16="http://schemas.microsoft.com/office/drawing/2014/main" id="{24F509AC-E712-3C45-AAC9-0BA6E5C35D4B}"/>
              </a:ext>
            </a:extLst>
          </p:cNvPr>
          <p:cNvSpPr>
            <a:spLocks noGrp="1"/>
          </p:cNvSpPr>
          <p:nvPr>
            <p:ph sz="half" idx="1"/>
          </p:nvPr>
        </p:nvSpPr>
        <p:spPr>
          <a:prstGeom prst="rect">
            <a:avLst/>
          </a:prstGeom>
        </p:spPr>
        <p:txBody>
          <a:bodyPr/>
          <a:lstStyle/>
          <a:p>
            <a:r>
              <a:rPr lang="fr-FR" sz="1800" b="0" noProof="0" dirty="0"/>
              <a:t>Mise en œuvre des cas d’usage simples</a:t>
            </a:r>
          </a:p>
        </p:txBody>
      </p:sp>
      <p:sp>
        <p:nvSpPr>
          <p:cNvPr id="2" name="Espace réservé du texte 1"/>
          <p:cNvSpPr>
            <a:spLocks noGrp="1"/>
          </p:cNvSpPr>
          <p:nvPr>
            <p:ph type="body" sz="quarter" idx="10"/>
          </p:nvPr>
        </p:nvSpPr>
        <p:spPr/>
        <p:txBody>
          <a:bodyPr/>
          <a:lstStyle/>
          <a:p>
            <a:r>
              <a:rPr lang="fr-FR" noProof="0" dirty="0"/>
              <a:t>2</a:t>
            </a:r>
          </a:p>
        </p:txBody>
      </p:sp>
    </p:spTree>
    <p:extLst>
      <p:ext uri="{BB962C8B-B14F-4D97-AF65-F5344CB8AC3E}">
        <p14:creationId xmlns:p14="http://schemas.microsoft.com/office/powerpoint/2010/main" val="837740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51AA81-A5DF-3A18-38B6-020B45588EFC}"/>
              </a:ext>
            </a:extLst>
          </p:cNvPr>
          <p:cNvSpPr>
            <a:spLocks noGrp="1"/>
          </p:cNvSpPr>
          <p:nvPr>
            <p:ph type="title"/>
          </p:nvPr>
        </p:nvSpPr>
        <p:spPr/>
        <p:txBody>
          <a:bodyPr/>
          <a:lstStyle/>
          <a:p>
            <a:r>
              <a:rPr lang="fr-FR" noProof="0" dirty="0"/>
              <a:t>Installation</a:t>
            </a:r>
          </a:p>
        </p:txBody>
      </p:sp>
      <p:sp>
        <p:nvSpPr>
          <p:cNvPr id="4" name="Espace réservé du texte 3">
            <a:extLst>
              <a:ext uri="{FF2B5EF4-FFF2-40B4-BE49-F238E27FC236}">
                <a16:creationId xmlns:a16="http://schemas.microsoft.com/office/drawing/2014/main" id="{6BDCEFA8-59A6-33CC-D69F-6DDA6E4D9636}"/>
              </a:ext>
            </a:extLst>
          </p:cNvPr>
          <p:cNvSpPr>
            <a:spLocks noGrp="1"/>
          </p:cNvSpPr>
          <p:nvPr>
            <p:ph type="body" sz="quarter" idx="15"/>
          </p:nvPr>
        </p:nvSpPr>
        <p:spPr/>
        <p:txBody>
          <a:bodyPr/>
          <a:lstStyle/>
          <a:p>
            <a:r>
              <a:rPr lang="fr-FR" noProof="0" dirty="0"/>
              <a:t>Mise en œuvre</a:t>
            </a:r>
          </a:p>
        </p:txBody>
      </p:sp>
      <p:pic>
        <p:nvPicPr>
          <p:cNvPr id="8" name="Image 7">
            <a:extLst>
              <a:ext uri="{FF2B5EF4-FFF2-40B4-BE49-F238E27FC236}">
                <a16:creationId xmlns:a16="http://schemas.microsoft.com/office/drawing/2014/main" id="{0B0C767B-974F-E959-6140-4938A52F8449}"/>
              </a:ext>
            </a:extLst>
          </p:cNvPr>
          <p:cNvPicPr>
            <a:picLocks noChangeAspect="1"/>
          </p:cNvPicPr>
          <p:nvPr/>
        </p:nvPicPr>
        <p:blipFill>
          <a:blip r:embed="rId2"/>
          <a:stretch>
            <a:fillRect/>
          </a:stretch>
        </p:blipFill>
        <p:spPr>
          <a:xfrm>
            <a:off x="691212" y="1404765"/>
            <a:ext cx="823183" cy="913733"/>
          </a:xfrm>
          <a:prstGeom prst="rect">
            <a:avLst/>
          </a:prstGeom>
        </p:spPr>
      </p:pic>
      <p:pic>
        <p:nvPicPr>
          <p:cNvPr id="12" name="Image 11">
            <a:extLst>
              <a:ext uri="{FF2B5EF4-FFF2-40B4-BE49-F238E27FC236}">
                <a16:creationId xmlns:a16="http://schemas.microsoft.com/office/drawing/2014/main" id="{6CC45401-B294-C0D5-5779-1E7BA73F24E3}"/>
              </a:ext>
            </a:extLst>
          </p:cNvPr>
          <p:cNvPicPr>
            <a:picLocks noChangeAspect="1"/>
          </p:cNvPicPr>
          <p:nvPr/>
        </p:nvPicPr>
        <p:blipFill>
          <a:blip r:embed="rId3"/>
          <a:stretch>
            <a:fillRect/>
          </a:stretch>
        </p:blipFill>
        <p:spPr>
          <a:xfrm>
            <a:off x="182432" y="3352448"/>
            <a:ext cx="1790754" cy="1389481"/>
          </a:xfrm>
          <a:prstGeom prst="rect">
            <a:avLst/>
          </a:prstGeom>
        </p:spPr>
      </p:pic>
      <p:pic>
        <p:nvPicPr>
          <p:cNvPr id="14" name="Image 13">
            <a:extLst>
              <a:ext uri="{FF2B5EF4-FFF2-40B4-BE49-F238E27FC236}">
                <a16:creationId xmlns:a16="http://schemas.microsoft.com/office/drawing/2014/main" id="{2951444F-7147-9475-3A27-2FA4B3AC7B0C}"/>
              </a:ext>
            </a:extLst>
          </p:cNvPr>
          <p:cNvPicPr>
            <a:picLocks noChangeAspect="1"/>
          </p:cNvPicPr>
          <p:nvPr/>
        </p:nvPicPr>
        <p:blipFill>
          <a:blip r:embed="rId4"/>
          <a:stretch>
            <a:fillRect/>
          </a:stretch>
        </p:blipFill>
        <p:spPr>
          <a:xfrm>
            <a:off x="115758" y="4833710"/>
            <a:ext cx="2078129" cy="1612462"/>
          </a:xfrm>
          <a:prstGeom prst="rect">
            <a:avLst/>
          </a:prstGeom>
        </p:spPr>
      </p:pic>
      <p:pic>
        <p:nvPicPr>
          <p:cNvPr id="16" name="Image 15">
            <a:extLst>
              <a:ext uri="{FF2B5EF4-FFF2-40B4-BE49-F238E27FC236}">
                <a16:creationId xmlns:a16="http://schemas.microsoft.com/office/drawing/2014/main" id="{E5E05F2A-E7DF-257F-308E-1A8CF41AD3C0}"/>
              </a:ext>
            </a:extLst>
          </p:cNvPr>
          <p:cNvPicPr>
            <a:picLocks noChangeAspect="1"/>
          </p:cNvPicPr>
          <p:nvPr/>
        </p:nvPicPr>
        <p:blipFill>
          <a:blip r:embed="rId5"/>
          <a:stretch>
            <a:fillRect/>
          </a:stretch>
        </p:blipFill>
        <p:spPr>
          <a:xfrm>
            <a:off x="7873573" y="995567"/>
            <a:ext cx="2581308" cy="1991909"/>
          </a:xfrm>
          <a:prstGeom prst="rect">
            <a:avLst/>
          </a:prstGeom>
        </p:spPr>
      </p:pic>
      <p:pic>
        <p:nvPicPr>
          <p:cNvPr id="18" name="Image 17">
            <a:extLst>
              <a:ext uri="{FF2B5EF4-FFF2-40B4-BE49-F238E27FC236}">
                <a16:creationId xmlns:a16="http://schemas.microsoft.com/office/drawing/2014/main" id="{BC02C3AC-E04F-B414-5E71-8BE3185F2B7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19683" y="2166510"/>
            <a:ext cx="1166240" cy="1094157"/>
          </a:xfrm>
          <a:prstGeom prst="rect">
            <a:avLst/>
          </a:prstGeom>
        </p:spPr>
      </p:pic>
      <p:sp>
        <p:nvSpPr>
          <p:cNvPr id="19" name="ZoneTexte 18">
            <a:extLst>
              <a:ext uri="{FF2B5EF4-FFF2-40B4-BE49-F238E27FC236}">
                <a16:creationId xmlns:a16="http://schemas.microsoft.com/office/drawing/2014/main" id="{5C13711E-8445-48B0-1C8E-DFFF516CDC60}"/>
              </a:ext>
            </a:extLst>
          </p:cNvPr>
          <p:cNvSpPr txBox="1"/>
          <p:nvPr/>
        </p:nvSpPr>
        <p:spPr>
          <a:xfrm>
            <a:off x="2414588" y="1742407"/>
            <a:ext cx="3033882" cy="4616648"/>
          </a:xfrm>
          <a:prstGeom prst="rect">
            <a:avLst/>
          </a:prstGeom>
          <a:noFill/>
        </p:spPr>
        <p:txBody>
          <a:bodyPr wrap="square" rtlCol="0">
            <a:spAutoFit/>
          </a:bodyPr>
          <a:lstStyle/>
          <a:p>
            <a:r>
              <a:rPr lang="fr-FR" sz="1400" noProof="0" dirty="0">
                <a:latin typeface="Barlow" panose="00000500000000000000" pitchFamily="2" charset="0"/>
              </a:rPr>
              <a:t>1 – Lancer l’installeur en double cliquant sur l’icône.</a:t>
            </a:r>
          </a:p>
          <a:p>
            <a:endParaRPr lang="fr-FR" sz="1400" noProof="0" dirty="0">
              <a:latin typeface="Barlow" panose="00000500000000000000" pitchFamily="2" charset="0"/>
            </a:endParaRPr>
          </a:p>
          <a:p>
            <a:endParaRPr lang="fr-FR" sz="1400" noProof="0" dirty="0">
              <a:latin typeface="Barlow" panose="00000500000000000000" pitchFamily="2" charset="0"/>
            </a:endParaRPr>
          </a:p>
          <a:p>
            <a:r>
              <a:rPr lang="fr-FR" sz="1400" noProof="0" dirty="0">
                <a:latin typeface="Barlow" panose="00000500000000000000" pitchFamily="2" charset="0"/>
              </a:rPr>
              <a:t>2 – Autoriser l’installation de l’application</a:t>
            </a:r>
          </a:p>
          <a:p>
            <a:endParaRPr lang="fr-FR" sz="1400" noProof="0" dirty="0">
              <a:latin typeface="Barlow" panose="00000500000000000000" pitchFamily="2" charset="0"/>
            </a:endParaRPr>
          </a:p>
          <a:p>
            <a:endParaRPr lang="fr-FR" sz="1400" noProof="0" dirty="0">
              <a:latin typeface="Barlow" panose="00000500000000000000" pitchFamily="2" charset="0"/>
            </a:endParaRPr>
          </a:p>
          <a:p>
            <a:endParaRPr lang="fr-FR" sz="1400" noProof="0" dirty="0">
              <a:latin typeface="Barlow" panose="00000500000000000000" pitchFamily="2" charset="0"/>
            </a:endParaRPr>
          </a:p>
          <a:p>
            <a:endParaRPr lang="fr-FR" sz="1400" noProof="0" dirty="0">
              <a:latin typeface="Barlow" panose="00000500000000000000" pitchFamily="2" charset="0"/>
            </a:endParaRPr>
          </a:p>
          <a:p>
            <a:r>
              <a:rPr lang="fr-FR" sz="1400" noProof="0" dirty="0">
                <a:latin typeface="Barlow" panose="00000500000000000000" pitchFamily="2" charset="0"/>
              </a:rPr>
              <a:t>3 – Cliquer sur Suivant</a:t>
            </a:r>
          </a:p>
          <a:p>
            <a:endParaRPr lang="fr-FR" sz="1400" noProof="0" dirty="0">
              <a:latin typeface="Barlow" panose="00000500000000000000" pitchFamily="2" charset="0"/>
            </a:endParaRPr>
          </a:p>
          <a:p>
            <a:endParaRPr lang="fr-FR" sz="1400" noProof="0" dirty="0">
              <a:latin typeface="Barlow" panose="00000500000000000000" pitchFamily="2" charset="0"/>
            </a:endParaRPr>
          </a:p>
          <a:p>
            <a:endParaRPr lang="fr-FR" sz="1400" noProof="0" dirty="0">
              <a:latin typeface="Barlow" panose="00000500000000000000" pitchFamily="2" charset="0"/>
            </a:endParaRPr>
          </a:p>
          <a:p>
            <a:endParaRPr lang="fr-FR" sz="1400" noProof="0" dirty="0">
              <a:latin typeface="Barlow" panose="00000500000000000000" pitchFamily="2" charset="0"/>
            </a:endParaRPr>
          </a:p>
          <a:p>
            <a:endParaRPr lang="fr-FR" sz="1400" noProof="0" dirty="0">
              <a:latin typeface="Barlow" panose="00000500000000000000" pitchFamily="2" charset="0"/>
            </a:endParaRPr>
          </a:p>
          <a:p>
            <a:endParaRPr lang="fr-FR" sz="1400" noProof="0" dirty="0">
              <a:latin typeface="Barlow" panose="00000500000000000000" pitchFamily="2" charset="0"/>
            </a:endParaRPr>
          </a:p>
          <a:p>
            <a:endParaRPr lang="fr-FR" sz="1400" noProof="0" dirty="0">
              <a:latin typeface="Barlow" panose="00000500000000000000" pitchFamily="2" charset="0"/>
            </a:endParaRPr>
          </a:p>
          <a:p>
            <a:r>
              <a:rPr lang="fr-FR" sz="1400" noProof="0" dirty="0">
                <a:latin typeface="Barlow" panose="00000500000000000000" pitchFamily="2" charset="0"/>
              </a:rPr>
              <a:t>4 – Lancer l’installation</a:t>
            </a:r>
          </a:p>
          <a:p>
            <a:endParaRPr lang="fr-FR" sz="1400" noProof="0" dirty="0">
              <a:latin typeface="Barlow" panose="00000500000000000000" pitchFamily="2" charset="0"/>
            </a:endParaRPr>
          </a:p>
          <a:p>
            <a:endParaRPr lang="fr-FR" sz="1400" noProof="0" dirty="0">
              <a:latin typeface="Barlow" panose="00000500000000000000" pitchFamily="2" charset="0"/>
            </a:endParaRPr>
          </a:p>
        </p:txBody>
      </p:sp>
      <p:sp>
        <p:nvSpPr>
          <p:cNvPr id="20" name="Rectangle : coins arrondis 19">
            <a:extLst>
              <a:ext uri="{FF2B5EF4-FFF2-40B4-BE49-F238E27FC236}">
                <a16:creationId xmlns:a16="http://schemas.microsoft.com/office/drawing/2014/main" id="{60F54B69-1716-B667-18A0-0641A47ECF64}"/>
              </a:ext>
            </a:extLst>
          </p:cNvPr>
          <p:cNvSpPr/>
          <p:nvPr/>
        </p:nvSpPr>
        <p:spPr>
          <a:xfrm>
            <a:off x="432020" y="3023103"/>
            <a:ext cx="823183" cy="23756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1" name="Rectangle : coins arrondis 20">
            <a:extLst>
              <a:ext uri="{FF2B5EF4-FFF2-40B4-BE49-F238E27FC236}">
                <a16:creationId xmlns:a16="http://schemas.microsoft.com/office/drawing/2014/main" id="{9DED1198-CC09-A70D-6806-9F540BF394BB}"/>
              </a:ext>
            </a:extLst>
          </p:cNvPr>
          <p:cNvSpPr/>
          <p:nvPr/>
        </p:nvSpPr>
        <p:spPr>
          <a:xfrm>
            <a:off x="1552494" y="6291272"/>
            <a:ext cx="358553" cy="123848"/>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2" name="Rectangle : coins arrondis 21">
            <a:extLst>
              <a:ext uri="{FF2B5EF4-FFF2-40B4-BE49-F238E27FC236}">
                <a16:creationId xmlns:a16="http://schemas.microsoft.com/office/drawing/2014/main" id="{5AD23E91-712A-90D5-13DA-9D47E7B49CAB}"/>
              </a:ext>
            </a:extLst>
          </p:cNvPr>
          <p:cNvSpPr/>
          <p:nvPr/>
        </p:nvSpPr>
        <p:spPr>
          <a:xfrm>
            <a:off x="1373218" y="4611132"/>
            <a:ext cx="358553" cy="123848"/>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3" name="ZoneTexte 22">
            <a:extLst>
              <a:ext uri="{FF2B5EF4-FFF2-40B4-BE49-F238E27FC236}">
                <a16:creationId xmlns:a16="http://schemas.microsoft.com/office/drawing/2014/main" id="{9F06C21A-28E0-3C09-D778-6C6F64E9ABDC}"/>
              </a:ext>
            </a:extLst>
          </p:cNvPr>
          <p:cNvSpPr txBox="1"/>
          <p:nvPr/>
        </p:nvSpPr>
        <p:spPr>
          <a:xfrm>
            <a:off x="6747580" y="3083267"/>
            <a:ext cx="4720998" cy="738664"/>
          </a:xfrm>
          <a:prstGeom prst="rect">
            <a:avLst/>
          </a:prstGeom>
          <a:noFill/>
        </p:spPr>
        <p:txBody>
          <a:bodyPr wrap="square" rtlCol="0">
            <a:spAutoFit/>
          </a:bodyPr>
          <a:lstStyle/>
          <a:p>
            <a:r>
              <a:rPr lang="fr-FR" sz="1400" noProof="0" dirty="0">
                <a:latin typeface="Barlow" panose="00000500000000000000" pitchFamily="2" charset="0"/>
              </a:rPr>
              <a:t>5 – Une fois l’installation terminée, cliquer sur Terminer (laisser la case cochée si vous souhaitez lancer l’application immédiatement)</a:t>
            </a:r>
          </a:p>
        </p:txBody>
      </p:sp>
      <p:pic>
        <p:nvPicPr>
          <p:cNvPr id="27" name="Image 26">
            <a:extLst>
              <a:ext uri="{FF2B5EF4-FFF2-40B4-BE49-F238E27FC236}">
                <a16:creationId xmlns:a16="http://schemas.microsoft.com/office/drawing/2014/main" id="{5676C6D7-4F8C-E132-EBFF-FE4964CAA918}"/>
              </a:ext>
            </a:extLst>
          </p:cNvPr>
          <p:cNvPicPr>
            <a:picLocks noChangeAspect="1"/>
          </p:cNvPicPr>
          <p:nvPr/>
        </p:nvPicPr>
        <p:blipFill>
          <a:blip r:embed="rId7"/>
          <a:stretch>
            <a:fillRect/>
          </a:stretch>
        </p:blipFill>
        <p:spPr>
          <a:xfrm>
            <a:off x="7443869" y="4815076"/>
            <a:ext cx="990600" cy="923925"/>
          </a:xfrm>
          <a:prstGeom prst="rect">
            <a:avLst/>
          </a:prstGeom>
        </p:spPr>
      </p:pic>
      <p:sp>
        <p:nvSpPr>
          <p:cNvPr id="28" name="ZoneTexte 27">
            <a:extLst>
              <a:ext uri="{FF2B5EF4-FFF2-40B4-BE49-F238E27FC236}">
                <a16:creationId xmlns:a16="http://schemas.microsoft.com/office/drawing/2014/main" id="{C271D5E0-8555-283C-16B6-6A747620EFD2}"/>
              </a:ext>
            </a:extLst>
          </p:cNvPr>
          <p:cNvSpPr txBox="1"/>
          <p:nvPr/>
        </p:nvSpPr>
        <p:spPr>
          <a:xfrm>
            <a:off x="8693661" y="4880485"/>
            <a:ext cx="3033882" cy="738664"/>
          </a:xfrm>
          <a:prstGeom prst="rect">
            <a:avLst/>
          </a:prstGeom>
          <a:noFill/>
        </p:spPr>
        <p:txBody>
          <a:bodyPr wrap="square" rtlCol="0">
            <a:spAutoFit/>
          </a:bodyPr>
          <a:lstStyle/>
          <a:p>
            <a:r>
              <a:rPr lang="fr-FR" sz="1400" noProof="0" dirty="0">
                <a:latin typeface="Barlow" panose="00000500000000000000" pitchFamily="2" charset="0"/>
              </a:rPr>
              <a:t>6 – Pour lancer l’application, double-cliquez sur l’icône qui a été ajoutée sur le bureau</a:t>
            </a:r>
          </a:p>
        </p:txBody>
      </p:sp>
      <p:cxnSp>
        <p:nvCxnSpPr>
          <p:cNvPr id="30" name="Connecteur droit 29">
            <a:extLst>
              <a:ext uri="{FF2B5EF4-FFF2-40B4-BE49-F238E27FC236}">
                <a16:creationId xmlns:a16="http://schemas.microsoft.com/office/drawing/2014/main" id="{E3D19940-7302-D2FD-192E-E5478E656AB2}"/>
              </a:ext>
            </a:extLst>
          </p:cNvPr>
          <p:cNvCxnSpPr/>
          <p:nvPr/>
        </p:nvCxnSpPr>
        <p:spPr>
          <a:xfrm flipV="1">
            <a:off x="5986733" y="980322"/>
            <a:ext cx="0" cy="5489536"/>
          </a:xfrm>
          <a:prstGeom prst="line">
            <a:avLst/>
          </a:prstGeom>
        </p:spPr>
        <p:style>
          <a:lnRef idx="3">
            <a:schemeClr val="accent1"/>
          </a:lnRef>
          <a:fillRef idx="0">
            <a:schemeClr val="accent1"/>
          </a:fillRef>
          <a:effectRef idx="2">
            <a:schemeClr val="accent1"/>
          </a:effectRef>
          <a:fontRef idx="minor">
            <a:schemeClr val="tx1"/>
          </a:fontRef>
        </p:style>
      </p:cxnSp>
      <p:sp>
        <p:nvSpPr>
          <p:cNvPr id="31" name="Rectangle : coins arrondis 30">
            <a:extLst>
              <a:ext uri="{FF2B5EF4-FFF2-40B4-BE49-F238E27FC236}">
                <a16:creationId xmlns:a16="http://schemas.microsoft.com/office/drawing/2014/main" id="{1F682B0C-804A-3137-E057-E1E755FE25BA}"/>
              </a:ext>
            </a:extLst>
          </p:cNvPr>
          <p:cNvSpPr/>
          <p:nvPr/>
        </p:nvSpPr>
        <p:spPr>
          <a:xfrm>
            <a:off x="9703431" y="2834891"/>
            <a:ext cx="358553" cy="123848"/>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Tree>
    <p:extLst>
      <p:ext uri="{BB962C8B-B14F-4D97-AF65-F5344CB8AC3E}">
        <p14:creationId xmlns:p14="http://schemas.microsoft.com/office/powerpoint/2010/main" val="1146805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7CAED-8724-C0CA-CD8A-2847DB1844D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EF72043-9B5A-EF72-2148-E1CE83B63F64}"/>
              </a:ext>
            </a:extLst>
          </p:cNvPr>
          <p:cNvSpPr>
            <a:spLocks noGrp="1"/>
          </p:cNvSpPr>
          <p:nvPr>
            <p:ph type="title"/>
          </p:nvPr>
        </p:nvSpPr>
        <p:spPr/>
        <p:txBody>
          <a:bodyPr/>
          <a:lstStyle/>
          <a:p>
            <a:r>
              <a:rPr lang="fr-FR" noProof="0" dirty="0"/>
              <a:t> Publier une compétition sur le site </a:t>
            </a:r>
            <a:r>
              <a:rPr lang="fr-FR" noProof="0" dirty="0" err="1"/>
              <a:t>FFJudo</a:t>
            </a:r>
            <a:endParaRPr lang="fr-FR" noProof="0" dirty="0"/>
          </a:p>
        </p:txBody>
      </p:sp>
      <p:sp>
        <p:nvSpPr>
          <p:cNvPr id="3" name="Espace réservé du texte 2">
            <a:extLst>
              <a:ext uri="{FF2B5EF4-FFF2-40B4-BE49-F238E27FC236}">
                <a16:creationId xmlns:a16="http://schemas.microsoft.com/office/drawing/2014/main" id="{C03FB6C3-8F46-62DF-8DED-9AFC422BC8D4}"/>
              </a:ext>
            </a:extLst>
          </p:cNvPr>
          <p:cNvSpPr>
            <a:spLocks noGrp="1"/>
          </p:cNvSpPr>
          <p:nvPr>
            <p:ph type="body" idx="1"/>
          </p:nvPr>
        </p:nvSpPr>
        <p:spPr>
          <a:xfrm>
            <a:off x="304047" y="1444750"/>
            <a:ext cx="9911200" cy="4908484"/>
          </a:xfrm>
        </p:spPr>
        <p:txBody>
          <a:bodyPr/>
          <a:lstStyle/>
          <a:p>
            <a:pPr marL="101598" indent="0">
              <a:buNone/>
            </a:pPr>
            <a:r>
              <a:rPr lang="fr-FR" sz="1800" b="1" noProof="0" dirty="0"/>
              <a:t>Prérequis :</a:t>
            </a:r>
          </a:p>
          <a:p>
            <a:pPr>
              <a:buFont typeface="Wingdings" panose="05000000000000000000" pitchFamily="2" charset="2"/>
              <a:buChar char="§"/>
            </a:pPr>
            <a:r>
              <a:rPr lang="fr-FR" sz="1400" noProof="0" dirty="0"/>
              <a:t>Disposer des informations de connexion FTP pour votre entité sur </a:t>
            </a:r>
            <a:r>
              <a:rPr lang="fr-FR" sz="1400" noProof="0" dirty="0" err="1"/>
              <a:t>FFJudo</a:t>
            </a:r>
            <a:endParaRPr lang="fr-FR" sz="1400" noProof="0" dirty="0"/>
          </a:p>
          <a:p>
            <a:pPr>
              <a:buFont typeface="Wingdings" panose="05000000000000000000" pitchFamily="2" charset="2"/>
              <a:buChar char="§"/>
            </a:pPr>
            <a:r>
              <a:rPr lang="fr-FR" sz="1400" noProof="0" dirty="0"/>
              <a:t>Une compétition est démarrée avec l’application « Gestion de compétition 2.0 » </a:t>
            </a:r>
          </a:p>
          <a:p>
            <a:pPr marL="101598" indent="0">
              <a:buNone/>
            </a:pPr>
            <a:r>
              <a:rPr lang="fr-FR" sz="1800" b="1" cap="all" noProof="0" dirty="0"/>
              <a:t>é</a:t>
            </a:r>
            <a:r>
              <a:rPr lang="fr-FR" sz="1800" b="1" noProof="0" dirty="0"/>
              <a:t>tapes</a:t>
            </a:r>
            <a:r>
              <a:rPr lang="fr-FR" b="1" noProof="0" dirty="0"/>
              <a:t> :</a:t>
            </a:r>
          </a:p>
          <a:p>
            <a:pPr>
              <a:lnSpc>
                <a:spcPct val="250000"/>
              </a:lnSpc>
              <a:buFont typeface="Wingdings" panose="05000000000000000000" pitchFamily="2" charset="2"/>
              <a:buChar char="§"/>
            </a:pPr>
            <a:r>
              <a:rPr lang="fr-FR" sz="1400" noProof="0" dirty="0"/>
              <a:t>Démarrer l’application </a:t>
            </a:r>
          </a:p>
          <a:p>
            <a:pPr>
              <a:lnSpc>
                <a:spcPct val="250000"/>
              </a:lnSpc>
              <a:buFont typeface="Wingdings" panose="05000000000000000000" pitchFamily="2" charset="2"/>
              <a:buChar char="§"/>
            </a:pPr>
            <a:r>
              <a:rPr lang="fr-FR" sz="1400" noProof="0" dirty="0"/>
              <a:t>Connecter l’application à la compétition</a:t>
            </a:r>
          </a:p>
          <a:p>
            <a:pPr>
              <a:lnSpc>
                <a:spcPct val="250000"/>
              </a:lnSpc>
              <a:buFont typeface="Wingdings" panose="05000000000000000000" pitchFamily="2" charset="2"/>
              <a:buChar char="§"/>
            </a:pPr>
            <a:r>
              <a:rPr lang="fr-FR" sz="1400" noProof="0" dirty="0"/>
              <a:t>Configurer les options de génération</a:t>
            </a:r>
          </a:p>
          <a:p>
            <a:pPr>
              <a:lnSpc>
                <a:spcPct val="250000"/>
              </a:lnSpc>
              <a:buFont typeface="Wingdings" panose="05000000000000000000" pitchFamily="2" charset="2"/>
              <a:buChar char="§"/>
            </a:pPr>
            <a:r>
              <a:rPr lang="fr-FR" sz="1400" noProof="0" dirty="0"/>
              <a:t>Démarrer la génération du site</a:t>
            </a:r>
          </a:p>
          <a:p>
            <a:pPr>
              <a:lnSpc>
                <a:spcPct val="250000"/>
              </a:lnSpc>
              <a:buFont typeface="Wingdings" panose="05000000000000000000" pitchFamily="2" charset="2"/>
              <a:buChar char="§"/>
            </a:pPr>
            <a:r>
              <a:rPr lang="fr-FR" sz="1400" noProof="0" dirty="0"/>
              <a:t>Configurer les paramètres du site </a:t>
            </a:r>
            <a:r>
              <a:rPr lang="fr-FR" sz="1400" noProof="0" dirty="0" err="1"/>
              <a:t>FFJudo</a:t>
            </a:r>
            <a:endParaRPr lang="fr-FR" sz="1400" noProof="0" dirty="0"/>
          </a:p>
          <a:p>
            <a:pPr>
              <a:lnSpc>
                <a:spcPct val="250000"/>
              </a:lnSpc>
              <a:buFont typeface="Wingdings" panose="05000000000000000000" pitchFamily="2" charset="2"/>
              <a:buChar char="§"/>
            </a:pPr>
            <a:r>
              <a:rPr lang="fr-FR" sz="1400" noProof="0" dirty="0"/>
              <a:t>Nettoyer le site distant (optionnel)</a:t>
            </a:r>
          </a:p>
          <a:p>
            <a:pPr>
              <a:lnSpc>
                <a:spcPct val="250000"/>
              </a:lnSpc>
              <a:buFont typeface="Wingdings" panose="05000000000000000000" pitchFamily="2" charset="2"/>
              <a:buChar char="§"/>
            </a:pPr>
            <a:r>
              <a:rPr lang="fr-FR" sz="1400" noProof="0" dirty="0"/>
              <a:t>Lancer la synchronisation du site distant</a:t>
            </a:r>
          </a:p>
          <a:p>
            <a:endParaRPr lang="fr-FR" noProof="0" dirty="0"/>
          </a:p>
        </p:txBody>
      </p:sp>
      <p:sp>
        <p:nvSpPr>
          <p:cNvPr id="4" name="Espace réservé du texte 3">
            <a:extLst>
              <a:ext uri="{FF2B5EF4-FFF2-40B4-BE49-F238E27FC236}">
                <a16:creationId xmlns:a16="http://schemas.microsoft.com/office/drawing/2014/main" id="{C986DA90-8EAF-C4C9-CB46-0B988B5CD384}"/>
              </a:ext>
            </a:extLst>
          </p:cNvPr>
          <p:cNvSpPr>
            <a:spLocks noGrp="1"/>
          </p:cNvSpPr>
          <p:nvPr>
            <p:ph type="body" sz="quarter" idx="15"/>
          </p:nvPr>
        </p:nvSpPr>
        <p:spPr/>
        <p:txBody>
          <a:bodyPr/>
          <a:lstStyle/>
          <a:p>
            <a:r>
              <a:rPr lang="fr-FR" noProof="0" dirty="0"/>
              <a:t>Mise en œuvre</a:t>
            </a:r>
          </a:p>
        </p:txBody>
      </p:sp>
      <p:pic>
        <p:nvPicPr>
          <p:cNvPr id="6" name="Image 5">
            <a:extLst>
              <a:ext uri="{FF2B5EF4-FFF2-40B4-BE49-F238E27FC236}">
                <a16:creationId xmlns:a16="http://schemas.microsoft.com/office/drawing/2014/main" id="{2A63B4F9-BEA4-D6C5-8AE3-403D7CEEA431}"/>
              </a:ext>
            </a:extLst>
          </p:cNvPr>
          <p:cNvPicPr>
            <a:picLocks noChangeAspect="1"/>
          </p:cNvPicPr>
          <p:nvPr/>
        </p:nvPicPr>
        <p:blipFill>
          <a:blip r:embed="rId2"/>
          <a:stretch>
            <a:fillRect/>
          </a:stretch>
        </p:blipFill>
        <p:spPr>
          <a:xfrm>
            <a:off x="7612083" y="2697328"/>
            <a:ext cx="486209" cy="436596"/>
          </a:xfrm>
          <a:prstGeom prst="rect">
            <a:avLst/>
          </a:prstGeom>
        </p:spPr>
      </p:pic>
      <p:cxnSp>
        <p:nvCxnSpPr>
          <p:cNvPr id="45" name="Connecteur droit 44">
            <a:extLst>
              <a:ext uri="{FF2B5EF4-FFF2-40B4-BE49-F238E27FC236}">
                <a16:creationId xmlns:a16="http://schemas.microsoft.com/office/drawing/2014/main" id="{DB6AFE12-6561-0BA1-1C21-CC6D8A840120}"/>
              </a:ext>
            </a:extLst>
          </p:cNvPr>
          <p:cNvCxnSpPr/>
          <p:nvPr/>
        </p:nvCxnSpPr>
        <p:spPr>
          <a:xfrm>
            <a:off x="2793163" y="2992025"/>
            <a:ext cx="4617507" cy="0"/>
          </a:xfrm>
          <a:prstGeom prst="line">
            <a:avLst/>
          </a:prstGeom>
          <a:ln w="1270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Connecteur droit 45">
            <a:extLst>
              <a:ext uri="{FF2B5EF4-FFF2-40B4-BE49-F238E27FC236}">
                <a16:creationId xmlns:a16="http://schemas.microsoft.com/office/drawing/2014/main" id="{A3311969-DDB7-DDB7-6BFD-086BD19EC8AC}"/>
              </a:ext>
            </a:extLst>
          </p:cNvPr>
          <p:cNvCxnSpPr>
            <a:cxnSpLocks/>
          </p:cNvCxnSpPr>
          <p:nvPr/>
        </p:nvCxnSpPr>
        <p:spPr>
          <a:xfrm>
            <a:off x="4162413" y="3495633"/>
            <a:ext cx="331949" cy="0"/>
          </a:xfrm>
          <a:prstGeom prst="line">
            <a:avLst/>
          </a:prstGeom>
          <a:ln w="1270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Connecteur droit 47">
            <a:extLst>
              <a:ext uri="{FF2B5EF4-FFF2-40B4-BE49-F238E27FC236}">
                <a16:creationId xmlns:a16="http://schemas.microsoft.com/office/drawing/2014/main" id="{7B842B3F-5CB2-1D0F-5145-DC84ED26C6D3}"/>
              </a:ext>
            </a:extLst>
          </p:cNvPr>
          <p:cNvCxnSpPr>
            <a:cxnSpLocks/>
          </p:cNvCxnSpPr>
          <p:nvPr/>
        </p:nvCxnSpPr>
        <p:spPr>
          <a:xfrm>
            <a:off x="3787246" y="4032698"/>
            <a:ext cx="2683877" cy="0"/>
          </a:xfrm>
          <a:prstGeom prst="line">
            <a:avLst/>
          </a:prstGeom>
          <a:ln w="1270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0" name="Connecteur droit 49">
            <a:extLst>
              <a:ext uri="{FF2B5EF4-FFF2-40B4-BE49-F238E27FC236}">
                <a16:creationId xmlns:a16="http://schemas.microsoft.com/office/drawing/2014/main" id="{2C069405-CF33-BF70-604C-FEB81D8A9C32}"/>
              </a:ext>
            </a:extLst>
          </p:cNvPr>
          <p:cNvCxnSpPr>
            <a:cxnSpLocks/>
          </p:cNvCxnSpPr>
          <p:nvPr/>
        </p:nvCxnSpPr>
        <p:spPr>
          <a:xfrm>
            <a:off x="3359630" y="4578541"/>
            <a:ext cx="2170268" cy="0"/>
          </a:xfrm>
          <a:prstGeom prst="line">
            <a:avLst/>
          </a:prstGeom>
          <a:ln w="1270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3" name="Connecteur droit 52">
            <a:extLst>
              <a:ext uri="{FF2B5EF4-FFF2-40B4-BE49-F238E27FC236}">
                <a16:creationId xmlns:a16="http://schemas.microsoft.com/office/drawing/2014/main" id="{5F3CDE73-9A11-3406-F522-7AF504407ECC}"/>
              </a:ext>
            </a:extLst>
          </p:cNvPr>
          <p:cNvCxnSpPr>
            <a:cxnSpLocks/>
          </p:cNvCxnSpPr>
          <p:nvPr/>
        </p:nvCxnSpPr>
        <p:spPr>
          <a:xfrm>
            <a:off x="4162413" y="5156511"/>
            <a:ext cx="5205874" cy="0"/>
          </a:xfrm>
          <a:prstGeom prst="line">
            <a:avLst/>
          </a:prstGeom>
          <a:ln w="1270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5" name="Connecteur droit 54">
            <a:extLst>
              <a:ext uri="{FF2B5EF4-FFF2-40B4-BE49-F238E27FC236}">
                <a16:creationId xmlns:a16="http://schemas.microsoft.com/office/drawing/2014/main" id="{550435D9-D8F4-4619-41CB-AEF028E1C8C2}"/>
              </a:ext>
            </a:extLst>
          </p:cNvPr>
          <p:cNvCxnSpPr>
            <a:cxnSpLocks/>
          </p:cNvCxnSpPr>
          <p:nvPr/>
        </p:nvCxnSpPr>
        <p:spPr>
          <a:xfrm>
            <a:off x="3586569" y="5664112"/>
            <a:ext cx="2055711" cy="0"/>
          </a:xfrm>
          <a:prstGeom prst="line">
            <a:avLst/>
          </a:prstGeom>
          <a:ln w="1270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8" name="Connecteur droit 57">
            <a:extLst>
              <a:ext uri="{FF2B5EF4-FFF2-40B4-BE49-F238E27FC236}">
                <a16:creationId xmlns:a16="http://schemas.microsoft.com/office/drawing/2014/main" id="{6D53E3A0-C117-D473-AA7B-D899020606F4}"/>
              </a:ext>
            </a:extLst>
          </p:cNvPr>
          <p:cNvCxnSpPr>
            <a:cxnSpLocks/>
          </p:cNvCxnSpPr>
          <p:nvPr/>
        </p:nvCxnSpPr>
        <p:spPr>
          <a:xfrm>
            <a:off x="4074060" y="6160575"/>
            <a:ext cx="2686436" cy="0"/>
          </a:xfrm>
          <a:prstGeom prst="line">
            <a:avLst/>
          </a:prstGeom>
          <a:ln w="1270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8" name="Image 7">
            <a:extLst>
              <a:ext uri="{FF2B5EF4-FFF2-40B4-BE49-F238E27FC236}">
                <a16:creationId xmlns:a16="http://schemas.microsoft.com/office/drawing/2014/main" id="{590EAA69-7369-2E97-CBA8-B2B7E03B7D37}"/>
              </a:ext>
            </a:extLst>
          </p:cNvPr>
          <p:cNvPicPr>
            <a:picLocks noChangeAspect="1"/>
          </p:cNvPicPr>
          <p:nvPr/>
        </p:nvPicPr>
        <p:blipFill>
          <a:blip r:embed="rId3"/>
          <a:stretch>
            <a:fillRect/>
          </a:stretch>
        </p:blipFill>
        <p:spPr>
          <a:xfrm>
            <a:off x="9480669" y="4713536"/>
            <a:ext cx="2519714" cy="885949"/>
          </a:xfrm>
          <a:prstGeom prst="rect">
            <a:avLst/>
          </a:prstGeom>
        </p:spPr>
      </p:pic>
      <p:grpSp>
        <p:nvGrpSpPr>
          <p:cNvPr id="18" name="Group 17">
            <a:extLst>
              <a:ext uri="{FF2B5EF4-FFF2-40B4-BE49-F238E27FC236}">
                <a16:creationId xmlns:a16="http://schemas.microsoft.com/office/drawing/2014/main" id="{EFD421B7-1CE8-965A-49FA-FDB9A31E319E}"/>
              </a:ext>
            </a:extLst>
          </p:cNvPr>
          <p:cNvGrpSpPr/>
          <p:nvPr/>
        </p:nvGrpSpPr>
        <p:grpSpPr>
          <a:xfrm>
            <a:off x="4638181" y="3165072"/>
            <a:ext cx="2008198" cy="482633"/>
            <a:chOff x="4638181" y="3349798"/>
            <a:chExt cx="2008198" cy="482633"/>
          </a:xfrm>
        </p:grpSpPr>
        <p:pic>
          <p:nvPicPr>
            <p:cNvPr id="12" name="Picture 11">
              <a:extLst>
                <a:ext uri="{FF2B5EF4-FFF2-40B4-BE49-F238E27FC236}">
                  <a16:creationId xmlns:a16="http://schemas.microsoft.com/office/drawing/2014/main" id="{A8A933AB-D282-16D5-702D-DEE01223A707}"/>
                </a:ext>
              </a:extLst>
            </p:cNvPr>
            <p:cNvPicPr>
              <a:picLocks noChangeAspect="1"/>
            </p:cNvPicPr>
            <p:nvPr/>
          </p:nvPicPr>
          <p:blipFill>
            <a:blip r:embed="rId4"/>
            <a:stretch>
              <a:fillRect/>
            </a:stretch>
          </p:blipFill>
          <p:spPr>
            <a:xfrm>
              <a:off x="4638181" y="3349798"/>
              <a:ext cx="2008198" cy="482633"/>
            </a:xfrm>
            <a:prstGeom prst="rect">
              <a:avLst/>
            </a:prstGeom>
          </p:spPr>
        </p:pic>
        <p:sp>
          <p:nvSpPr>
            <p:cNvPr id="13" name="Rectangle 12">
              <a:extLst>
                <a:ext uri="{FF2B5EF4-FFF2-40B4-BE49-F238E27FC236}">
                  <a16:creationId xmlns:a16="http://schemas.microsoft.com/office/drawing/2014/main" id="{84895146-2DDE-BBA5-EB83-ABD9BAAC1009}"/>
                </a:ext>
              </a:extLst>
            </p:cNvPr>
            <p:cNvSpPr/>
            <p:nvPr/>
          </p:nvSpPr>
          <p:spPr>
            <a:xfrm>
              <a:off x="4976503" y="3545221"/>
              <a:ext cx="250825" cy="270276"/>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cxnSp>
        <p:nvCxnSpPr>
          <p:cNvPr id="21" name="Straight Connector 20">
            <a:extLst>
              <a:ext uri="{FF2B5EF4-FFF2-40B4-BE49-F238E27FC236}">
                <a16:creationId xmlns:a16="http://schemas.microsoft.com/office/drawing/2014/main" id="{9A601F82-7D6B-F426-9B80-95F67E3A7BBF}"/>
              </a:ext>
            </a:extLst>
          </p:cNvPr>
          <p:cNvCxnSpPr>
            <a:cxnSpLocks/>
          </p:cNvCxnSpPr>
          <p:nvPr/>
        </p:nvCxnSpPr>
        <p:spPr>
          <a:xfrm>
            <a:off x="304047" y="2798644"/>
            <a:ext cx="0" cy="3554590"/>
          </a:xfrm>
          <a:prstGeom prst="line">
            <a:avLst/>
          </a:prstGeom>
          <a:ln w="38100"/>
        </p:spPr>
        <p:style>
          <a:lnRef idx="3">
            <a:schemeClr val="accent6"/>
          </a:lnRef>
          <a:fillRef idx="0">
            <a:schemeClr val="accent6"/>
          </a:fillRef>
          <a:effectRef idx="2">
            <a:schemeClr val="accent6"/>
          </a:effectRef>
          <a:fontRef idx="minor">
            <a:schemeClr val="tx1"/>
          </a:fontRef>
        </p:style>
      </p:cxnSp>
      <p:grpSp>
        <p:nvGrpSpPr>
          <p:cNvPr id="11" name="Groupe 10">
            <a:extLst>
              <a:ext uri="{FF2B5EF4-FFF2-40B4-BE49-F238E27FC236}">
                <a16:creationId xmlns:a16="http://schemas.microsoft.com/office/drawing/2014/main" id="{5759A4EB-AF28-1D82-D9AA-F677682DC773}"/>
              </a:ext>
            </a:extLst>
          </p:cNvPr>
          <p:cNvGrpSpPr/>
          <p:nvPr/>
        </p:nvGrpSpPr>
        <p:grpSpPr>
          <a:xfrm>
            <a:off x="6530678" y="3872194"/>
            <a:ext cx="2162809" cy="344916"/>
            <a:chOff x="6977691" y="3512709"/>
            <a:chExt cx="2162809" cy="344916"/>
          </a:xfrm>
        </p:grpSpPr>
        <p:pic>
          <p:nvPicPr>
            <p:cNvPr id="7" name="Image 6">
              <a:extLst>
                <a:ext uri="{FF2B5EF4-FFF2-40B4-BE49-F238E27FC236}">
                  <a16:creationId xmlns:a16="http://schemas.microsoft.com/office/drawing/2014/main" id="{DE4E6D3A-A489-E0D1-DCA8-70556BC617CF}"/>
                </a:ext>
              </a:extLst>
            </p:cNvPr>
            <p:cNvPicPr>
              <a:picLocks noChangeAspect="1"/>
            </p:cNvPicPr>
            <p:nvPr/>
          </p:nvPicPr>
          <p:blipFill>
            <a:blip r:embed="rId5"/>
            <a:srcRect l="77015" t="10168" r="12861" b="87004"/>
            <a:stretch>
              <a:fillRect/>
            </a:stretch>
          </p:blipFill>
          <p:spPr>
            <a:xfrm>
              <a:off x="6977691" y="3512709"/>
              <a:ext cx="2162809" cy="344916"/>
            </a:xfrm>
            <a:prstGeom prst="rect">
              <a:avLst/>
            </a:prstGeom>
          </p:spPr>
        </p:pic>
        <p:sp>
          <p:nvSpPr>
            <p:cNvPr id="9" name="Rectangle 8">
              <a:extLst>
                <a:ext uri="{FF2B5EF4-FFF2-40B4-BE49-F238E27FC236}">
                  <a16:creationId xmlns:a16="http://schemas.microsoft.com/office/drawing/2014/main" id="{F3D3660D-B9AF-5EFF-1E77-AA35B4D70476}"/>
                </a:ext>
              </a:extLst>
            </p:cNvPr>
            <p:cNvSpPr/>
            <p:nvPr/>
          </p:nvSpPr>
          <p:spPr>
            <a:xfrm>
              <a:off x="8430191" y="3569867"/>
              <a:ext cx="698404" cy="220983"/>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grpSp>
      <p:grpSp>
        <p:nvGrpSpPr>
          <p:cNvPr id="14" name="Groupe 13">
            <a:extLst>
              <a:ext uri="{FF2B5EF4-FFF2-40B4-BE49-F238E27FC236}">
                <a16:creationId xmlns:a16="http://schemas.microsoft.com/office/drawing/2014/main" id="{18D364AD-FA1D-F4CD-AD1D-F4A23A3285CF}"/>
              </a:ext>
            </a:extLst>
          </p:cNvPr>
          <p:cNvGrpSpPr/>
          <p:nvPr/>
        </p:nvGrpSpPr>
        <p:grpSpPr>
          <a:xfrm>
            <a:off x="5769149" y="4397305"/>
            <a:ext cx="2162809" cy="344916"/>
            <a:chOff x="6977691" y="3512709"/>
            <a:chExt cx="2162809" cy="344916"/>
          </a:xfrm>
        </p:grpSpPr>
        <p:pic>
          <p:nvPicPr>
            <p:cNvPr id="19" name="Image 18">
              <a:extLst>
                <a:ext uri="{FF2B5EF4-FFF2-40B4-BE49-F238E27FC236}">
                  <a16:creationId xmlns:a16="http://schemas.microsoft.com/office/drawing/2014/main" id="{751B2441-A4F8-492A-3548-91170DB2BE6F}"/>
                </a:ext>
              </a:extLst>
            </p:cNvPr>
            <p:cNvPicPr>
              <a:picLocks noChangeAspect="1"/>
            </p:cNvPicPr>
            <p:nvPr/>
          </p:nvPicPr>
          <p:blipFill>
            <a:blip r:embed="rId5"/>
            <a:srcRect l="77015" t="10168" r="12861" b="87004"/>
            <a:stretch>
              <a:fillRect/>
            </a:stretch>
          </p:blipFill>
          <p:spPr>
            <a:xfrm>
              <a:off x="6977691" y="3512709"/>
              <a:ext cx="2162809" cy="344916"/>
            </a:xfrm>
            <a:prstGeom prst="rect">
              <a:avLst/>
            </a:prstGeom>
          </p:spPr>
        </p:pic>
        <p:sp>
          <p:nvSpPr>
            <p:cNvPr id="20" name="Rectangle 19">
              <a:extLst>
                <a:ext uri="{FF2B5EF4-FFF2-40B4-BE49-F238E27FC236}">
                  <a16:creationId xmlns:a16="http://schemas.microsoft.com/office/drawing/2014/main" id="{43534DC1-BF59-4230-21C9-24B7483FC928}"/>
                </a:ext>
              </a:extLst>
            </p:cNvPr>
            <p:cNvSpPr/>
            <p:nvPr/>
          </p:nvSpPr>
          <p:spPr>
            <a:xfrm>
              <a:off x="7144464" y="3577494"/>
              <a:ext cx="594756" cy="220983"/>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grpSp>
      <p:grpSp>
        <p:nvGrpSpPr>
          <p:cNvPr id="30" name="Groupe 29">
            <a:extLst>
              <a:ext uri="{FF2B5EF4-FFF2-40B4-BE49-F238E27FC236}">
                <a16:creationId xmlns:a16="http://schemas.microsoft.com/office/drawing/2014/main" id="{DD27EF7C-AFA9-147E-443B-41E6038C711B}"/>
              </a:ext>
            </a:extLst>
          </p:cNvPr>
          <p:cNvGrpSpPr/>
          <p:nvPr/>
        </p:nvGrpSpPr>
        <p:grpSpPr>
          <a:xfrm>
            <a:off x="5833582" y="5475533"/>
            <a:ext cx="2608270" cy="377158"/>
            <a:chOff x="5624811" y="5054691"/>
            <a:chExt cx="2608270" cy="377158"/>
          </a:xfrm>
        </p:grpSpPr>
        <p:pic>
          <p:nvPicPr>
            <p:cNvPr id="31" name="Image 30">
              <a:extLst>
                <a:ext uri="{FF2B5EF4-FFF2-40B4-BE49-F238E27FC236}">
                  <a16:creationId xmlns:a16="http://schemas.microsoft.com/office/drawing/2014/main" id="{6668C51F-4841-AE73-AD8A-3A94F16249D2}"/>
                </a:ext>
              </a:extLst>
            </p:cNvPr>
            <p:cNvPicPr>
              <a:picLocks noChangeAspect="1"/>
            </p:cNvPicPr>
            <p:nvPr/>
          </p:nvPicPr>
          <p:blipFill>
            <a:blip r:embed="rId6"/>
            <a:srcRect l="74281" t="40486" r="15713" b="56979"/>
            <a:stretch>
              <a:fillRect/>
            </a:stretch>
          </p:blipFill>
          <p:spPr>
            <a:xfrm>
              <a:off x="5624811" y="5054691"/>
              <a:ext cx="2608270" cy="377158"/>
            </a:xfrm>
            <a:prstGeom prst="rect">
              <a:avLst/>
            </a:prstGeom>
          </p:spPr>
        </p:pic>
        <p:sp>
          <p:nvSpPr>
            <p:cNvPr id="32" name="Rectangle 31">
              <a:extLst>
                <a:ext uri="{FF2B5EF4-FFF2-40B4-BE49-F238E27FC236}">
                  <a16:creationId xmlns:a16="http://schemas.microsoft.com/office/drawing/2014/main" id="{BB73B80D-3F93-754D-3B25-B03DFF33B2F6}"/>
                </a:ext>
              </a:extLst>
            </p:cNvPr>
            <p:cNvSpPr/>
            <p:nvPr/>
          </p:nvSpPr>
          <p:spPr>
            <a:xfrm>
              <a:off x="7416047" y="5135249"/>
              <a:ext cx="682245" cy="243980"/>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grpSp>
        <p:nvGrpSpPr>
          <p:cNvPr id="34" name="Groupe 33">
            <a:extLst>
              <a:ext uri="{FF2B5EF4-FFF2-40B4-BE49-F238E27FC236}">
                <a16:creationId xmlns:a16="http://schemas.microsoft.com/office/drawing/2014/main" id="{25504185-787A-1827-B938-92F9528D8D75}"/>
              </a:ext>
            </a:extLst>
          </p:cNvPr>
          <p:cNvGrpSpPr/>
          <p:nvPr/>
        </p:nvGrpSpPr>
        <p:grpSpPr>
          <a:xfrm>
            <a:off x="6994576" y="5967416"/>
            <a:ext cx="2608270" cy="377158"/>
            <a:chOff x="5624811" y="5054691"/>
            <a:chExt cx="2608270" cy="377158"/>
          </a:xfrm>
        </p:grpSpPr>
        <p:pic>
          <p:nvPicPr>
            <p:cNvPr id="42" name="Image 41">
              <a:extLst>
                <a:ext uri="{FF2B5EF4-FFF2-40B4-BE49-F238E27FC236}">
                  <a16:creationId xmlns:a16="http://schemas.microsoft.com/office/drawing/2014/main" id="{88F2910A-4CC7-D7A3-0EEB-EE9D1105D125}"/>
                </a:ext>
              </a:extLst>
            </p:cNvPr>
            <p:cNvPicPr>
              <a:picLocks noChangeAspect="1"/>
            </p:cNvPicPr>
            <p:nvPr/>
          </p:nvPicPr>
          <p:blipFill>
            <a:blip r:embed="rId6"/>
            <a:srcRect l="74281" t="40486" r="15713" b="56979"/>
            <a:stretch>
              <a:fillRect/>
            </a:stretch>
          </p:blipFill>
          <p:spPr>
            <a:xfrm>
              <a:off x="5624811" y="5054691"/>
              <a:ext cx="2608270" cy="377158"/>
            </a:xfrm>
            <a:prstGeom prst="rect">
              <a:avLst/>
            </a:prstGeom>
          </p:spPr>
        </p:pic>
        <p:sp>
          <p:nvSpPr>
            <p:cNvPr id="43" name="Rectangle 42">
              <a:extLst>
                <a:ext uri="{FF2B5EF4-FFF2-40B4-BE49-F238E27FC236}">
                  <a16:creationId xmlns:a16="http://schemas.microsoft.com/office/drawing/2014/main" id="{E149104F-6D08-50F4-7541-0EBBCA2EE119}"/>
                </a:ext>
              </a:extLst>
            </p:cNvPr>
            <p:cNvSpPr/>
            <p:nvPr/>
          </p:nvSpPr>
          <p:spPr>
            <a:xfrm>
              <a:off x="5767952" y="5131902"/>
              <a:ext cx="682245" cy="243980"/>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spTree>
    <p:extLst>
      <p:ext uri="{BB962C8B-B14F-4D97-AF65-F5344CB8AC3E}">
        <p14:creationId xmlns:p14="http://schemas.microsoft.com/office/powerpoint/2010/main" val="1339627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51AA81-A5DF-3A18-38B6-020B45588EFC}"/>
              </a:ext>
            </a:extLst>
          </p:cNvPr>
          <p:cNvSpPr>
            <a:spLocks noGrp="1"/>
          </p:cNvSpPr>
          <p:nvPr>
            <p:ph type="title"/>
          </p:nvPr>
        </p:nvSpPr>
        <p:spPr/>
        <p:txBody>
          <a:bodyPr/>
          <a:lstStyle/>
          <a:p>
            <a:r>
              <a:rPr lang="fr-FR" noProof="0" dirty="0"/>
              <a:t> Publier une compétition sur un site distant</a:t>
            </a:r>
          </a:p>
        </p:txBody>
      </p:sp>
      <p:sp>
        <p:nvSpPr>
          <p:cNvPr id="3" name="Espace réservé du texte 2">
            <a:extLst>
              <a:ext uri="{FF2B5EF4-FFF2-40B4-BE49-F238E27FC236}">
                <a16:creationId xmlns:a16="http://schemas.microsoft.com/office/drawing/2014/main" id="{97448A69-D666-8037-1A82-8CC5BA6EA5B7}"/>
              </a:ext>
            </a:extLst>
          </p:cNvPr>
          <p:cNvSpPr>
            <a:spLocks noGrp="1"/>
          </p:cNvSpPr>
          <p:nvPr>
            <p:ph type="body" idx="1"/>
          </p:nvPr>
        </p:nvSpPr>
        <p:spPr>
          <a:xfrm>
            <a:off x="304047" y="1629476"/>
            <a:ext cx="9911200" cy="4908484"/>
          </a:xfrm>
        </p:spPr>
        <p:txBody>
          <a:bodyPr/>
          <a:lstStyle/>
          <a:p>
            <a:pPr marL="101598" indent="0">
              <a:buNone/>
            </a:pPr>
            <a:r>
              <a:rPr lang="fr-FR" sz="1800" b="1" noProof="0" dirty="0"/>
              <a:t>Prérequis</a:t>
            </a:r>
            <a:r>
              <a:rPr lang="fr-FR" b="1" noProof="0" dirty="0"/>
              <a:t> :</a:t>
            </a:r>
          </a:p>
          <a:p>
            <a:pPr>
              <a:buFont typeface="Wingdings" panose="05000000000000000000" pitchFamily="2" charset="2"/>
              <a:buChar char="§"/>
            </a:pPr>
            <a:r>
              <a:rPr lang="fr-FR" sz="1400" noProof="0" dirty="0"/>
              <a:t>Disposer des informations de connexion FTP de votre hébergeur</a:t>
            </a:r>
          </a:p>
          <a:p>
            <a:pPr>
              <a:buFont typeface="Wingdings" panose="05000000000000000000" pitchFamily="2" charset="2"/>
              <a:buChar char="§"/>
            </a:pPr>
            <a:r>
              <a:rPr lang="fr-FR" sz="1400" noProof="0" dirty="0"/>
              <a:t>Une compétition est démarrée avec l’application « Gestion de compétition 2.0 » </a:t>
            </a:r>
          </a:p>
          <a:p>
            <a:pPr marL="101598" indent="0">
              <a:buNone/>
            </a:pPr>
            <a:r>
              <a:rPr lang="fr-FR" sz="1800" b="1" cap="all" noProof="0" dirty="0"/>
              <a:t>é</a:t>
            </a:r>
            <a:r>
              <a:rPr lang="fr-FR" sz="1800" b="1" noProof="0" dirty="0"/>
              <a:t>tapes</a:t>
            </a:r>
            <a:r>
              <a:rPr lang="fr-FR" b="1" noProof="0" dirty="0"/>
              <a:t> :</a:t>
            </a:r>
          </a:p>
          <a:p>
            <a:pPr>
              <a:lnSpc>
                <a:spcPct val="250000"/>
              </a:lnSpc>
              <a:buFont typeface="Wingdings" panose="05000000000000000000" pitchFamily="2" charset="2"/>
              <a:buChar char="§"/>
            </a:pPr>
            <a:r>
              <a:rPr lang="fr-FR" sz="1400" noProof="0" dirty="0"/>
              <a:t>Démarrer l’application </a:t>
            </a:r>
          </a:p>
          <a:p>
            <a:pPr>
              <a:lnSpc>
                <a:spcPct val="250000"/>
              </a:lnSpc>
              <a:buFont typeface="Wingdings" panose="05000000000000000000" pitchFamily="2" charset="2"/>
              <a:buChar char="§"/>
            </a:pPr>
            <a:r>
              <a:rPr lang="fr-FR" sz="1400" noProof="0" dirty="0"/>
              <a:t>Connecter l’application à la compétition</a:t>
            </a:r>
          </a:p>
          <a:p>
            <a:pPr>
              <a:lnSpc>
                <a:spcPct val="250000"/>
              </a:lnSpc>
              <a:buFont typeface="Wingdings" panose="05000000000000000000" pitchFamily="2" charset="2"/>
              <a:buChar char="§"/>
            </a:pPr>
            <a:r>
              <a:rPr lang="fr-FR" sz="1400" noProof="0" dirty="0"/>
              <a:t>Configurer les options de génération</a:t>
            </a:r>
          </a:p>
          <a:p>
            <a:pPr>
              <a:lnSpc>
                <a:spcPct val="250000"/>
              </a:lnSpc>
              <a:buFont typeface="Wingdings" panose="05000000000000000000" pitchFamily="2" charset="2"/>
              <a:buChar char="§"/>
            </a:pPr>
            <a:r>
              <a:rPr lang="fr-FR" sz="1400" noProof="0" dirty="0"/>
              <a:t>Démarrer la génération du site</a:t>
            </a:r>
          </a:p>
          <a:p>
            <a:pPr>
              <a:lnSpc>
                <a:spcPct val="250000"/>
              </a:lnSpc>
              <a:buFont typeface="Wingdings" panose="05000000000000000000" pitchFamily="2" charset="2"/>
              <a:buChar char="§"/>
            </a:pPr>
            <a:r>
              <a:rPr lang="fr-FR" sz="1400" noProof="0" dirty="0"/>
              <a:t>Configurer les paramètres du site distant</a:t>
            </a:r>
          </a:p>
          <a:p>
            <a:pPr>
              <a:lnSpc>
                <a:spcPct val="250000"/>
              </a:lnSpc>
              <a:buFont typeface="Wingdings" panose="05000000000000000000" pitchFamily="2" charset="2"/>
              <a:buChar char="§"/>
            </a:pPr>
            <a:r>
              <a:rPr lang="fr-FR" sz="1400" noProof="0" dirty="0"/>
              <a:t>Nettoyer le site distant (optionnel)</a:t>
            </a:r>
          </a:p>
          <a:p>
            <a:pPr>
              <a:lnSpc>
                <a:spcPct val="250000"/>
              </a:lnSpc>
              <a:buFont typeface="Wingdings" panose="05000000000000000000" pitchFamily="2" charset="2"/>
              <a:buChar char="§"/>
            </a:pPr>
            <a:r>
              <a:rPr lang="fr-FR" sz="1400" noProof="0" dirty="0"/>
              <a:t>Lancer la synchronisation du site distant</a:t>
            </a:r>
          </a:p>
          <a:p>
            <a:endParaRPr lang="fr-FR" noProof="0" dirty="0"/>
          </a:p>
        </p:txBody>
      </p:sp>
      <p:sp>
        <p:nvSpPr>
          <p:cNvPr id="4" name="Espace réservé du texte 3">
            <a:extLst>
              <a:ext uri="{FF2B5EF4-FFF2-40B4-BE49-F238E27FC236}">
                <a16:creationId xmlns:a16="http://schemas.microsoft.com/office/drawing/2014/main" id="{6BDCEFA8-59A6-33CC-D69F-6DDA6E4D9636}"/>
              </a:ext>
            </a:extLst>
          </p:cNvPr>
          <p:cNvSpPr>
            <a:spLocks noGrp="1"/>
          </p:cNvSpPr>
          <p:nvPr>
            <p:ph type="body" sz="quarter" idx="15"/>
          </p:nvPr>
        </p:nvSpPr>
        <p:spPr/>
        <p:txBody>
          <a:bodyPr/>
          <a:lstStyle/>
          <a:p>
            <a:r>
              <a:rPr lang="fr-FR" noProof="0" dirty="0"/>
              <a:t>Mise en œuvre</a:t>
            </a:r>
          </a:p>
        </p:txBody>
      </p:sp>
      <p:pic>
        <p:nvPicPr>
          <p:cNvPr id="6" name="Image 5">
            <a:extLst>
              <a:ext uri="{FF2B5EF4-FFF2-40B4-BE49-F238E27FC236}">
                <a16:creationId xmlns:a16="http://schemas.microsoft.com/office/drawing/2014/main" id="{4E3DC57B-A2D9-4E48-90FC-AE556FC7FAF7}"/>
              </a:ext>
            </a:extLst>
          </p:cNvPr>
          <p:cNvPicPr>
            <a:picLocks noChangeAspect="1"/>
          </p:cNvPicPr>
          <p:nvPr/>
        </p:nvPicPr>
        <p:blipFill>
          <a:blip r:embed="rId2"/>
          <a:stretch>
            <a:fillRect/>
          </a:stretch>
        </p:blipFill>
        <p:spPr>
          <a:xfrm>
            <a:off x="7612083" y="2882054"/>
            <a:ext cx="486209" cy="436596"/>
          </a:xfrm>
          <a:prstGeom prst="rect">
            <a:avLst/>
          </a:prstGeom>
        </p:spPr>
      </p:pic>
      <p:pic>
        <p:nvPicPr>
          <p:cNvPr id="17" name="Image 16">
            <a:extLst>
              <a:ext uri="{FF2B5EF4-FFF2-40B4-BE49-F238E27FC236}">
                <a16:creationId xmlns:a16="http://schemas.microsoft.com/office/drawing/2014/main" id="{5ECC501E-AA0F-07DF-73B1-570273A81892}"/>
              </a:ext>
            </a:extLst>
          </p:cNvPr>
          <p:cNvPicPr>
            <a:picLocks noChangeAspect="1"/>
          </p:cNvPicPr>
          <p:nvPr/>
        </p:nvPicPr>
        <p:blipFill rotWithShape="1">
          <a:blip r:embed="rId3"/>
          <a:srcRect l="50846" t="59178" r="878" b="8456"/>
          <a:stretch/>
        </p:blipFill>
        <p:spPr>
          <a:xfrm>
            <a:off x="9496606" y="4854353"/>
            <a:ext cx="1882449" cy="748341"/>
          </a:xfrm>
          <a:prstGeom prst="rect">
            <a:avLst/>
          </a:prstGeom>
        </p:spPr>
      </p:pic>
      <p:cxnSp>
        <p:nvCxnSpPr>
          <p:cNvPr id="45" name="Connecteur droit 44">
            <a:extLst>
              <a:ext uri="{FF2B5EF4-FFF2-40B4-BE49-F238E27FC236}">
                <a16:creationId xmlns:a16="http://schemas.microsoft.com/office/drawing/2014/main" id="{13624DF1-99AA-9572-ED62-9F3F98814159}"/>
              </a:ext>
            </a:extLst>
          </p:cNvPr>
          <p:cNvCxnSpPr/>
          <p:nvPr/>
        </p:nvCxnSpPr>
        <p:spPr>
          <a:xfrm>
            <a:off x="2793163" y="3176751"/>
            <a:ext cx="4617507" cy="0"/>
          </a:xfrm>
          <a:prstGeom prst="line">
            <a:avLst/>
          </a:prstGeom>
          <a:ln w="1270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Connecteur droit 45">
            <a:extLst>
              <a:ext uri="{FF2B5EF4-FFF2-40B4-BE49-F238E27FC236}">
                <a16:creationId xmlns:a16="http://schemas.microsoft.com/office/drawing/2014/main" id="{40554947-3A86-BB38-83B7-8EC678DFD13C}"/>
              </a:ext>
            </a:extLst>
          </p:cNvPr>
          <p:cNvCxnSpPr>
            <a:cxnSpLocks/>
          </p:cNvCxnSpPr>
          <p:nvPr/>
        </p:nvCxnSpPr>
        <p:spPr>
          <a:xfrm>
            <a:off x="4162413" y="3680359"/>
            <a:ext cx="331949" cy="0"/>
          </a:xfrm>
          <a:prstGeom prst="line">
            <a:avLst/>
          </a:prstGeom>
          <a:ln w="1270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Connecteur droit 47">
            <a:extLst>
              <a:ext uri="{FF2B5EF4-FFF2-40B4-BE49-F238E27FC236}">
                <a16:creationId xmlns:a16="http://schemas.microsoft.com/office/drawing/2014/main" id="{7EE7EF60-10B2-DCB4-6E5C-60D3B7086BF6}"/>
              </a:ext>
            </a:extLst>
          </p:cNvPr>
          <p:cNvCxnSpPr>
            <a:cxnSpLocks/>
          </p:cNvCxnSpPr>
          <p:nvPr/>
        </p:nvCxnSpPr>
        <p:spPr>
          <a:xfrm>
            <a:off x="3787246" y="4217424"/>
            <a:ext cx="2683877" cy="0"/>
          </a:xfrm>
          <a:prstGeom prst="line">
            <a:avLst/>
          </a:prstGeom>
          <a:ln w="1270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0" name="Connecteur droit 49">
            <a:extLst>
              <a:ext uri="{FF2B5EF4-FFF2-40B4-BE49-F238E27FC236}">
                <a16:creationId xmlns:a16="http://schemas.microsoft.com/office/drawing/2014/main" id="{C00242EA-BAFF-1480-C23B-D32DC160ED5D}"/>
              </a:ext>
            </a:extLst>
          </p:cNvPr>
          <p:cNvCxnSpPr>
            <a:cxnSpLocks/>
          </p:cNvCxnSpPr>
          <p:nvPr/>
        </p:nvCxnSpPr>
        <p:spPr>
          <a:xfrm>
            <a:off x="3359630" y="4763267"/>
            <a:ext cx="2170268" cy="0"/>
          </a:xfrm>
          <a:prstGeom prst="line">
            <a:avLst/>
          </a:prstGeom>
          <a:ln w="1270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3" name="Connecteur droit 52">
            <a:extLst>
              <a:ext uri="{FF2B5EF4-FFF2-40B4-BE49-F238E27FC236}">
                <a16:creationId xmlns:a16="http://schemas.microsoft.com/office/drawing/2014/main" id="{F0DC5306-7438-6E69-5A6E-D4086227C3B6}"/>
              </a:ext>
            </a:extLst>
          </p:cNvPr>
          <p:cNvCxnSpPr>
            <a:cxnSpLocks/>
          </p:cNvCxnSpPr>
          <p:nvPr/>
        </p:nvCxnSpPr>
        <p:spPr>
          <a:xfrm>
            <a:off x="4162413" y="5341237"/>
            <a:ext cx="5205874" cy="0"/>
          </a:xfrm>
          <a:prstGeom prst="line">
            <a:avLst/>
          </a:prstGeom>
          <a:ln w="1270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5" name="Connecteur droit 54">
            <a:extLst>
              <a:ext uri="{FF2B5EF4-FFF2-40B4-BE49-F238E27FC236}">
                <a16:creationId xmlns:a16="http://schemas.microsoft.com/office/drawing/2014/main" id="{15EDADCE-CB2D-50AC-FC54-EFAEBE209B13}"/>
              </a:ext>
            </a:extLst>
          </p:cNvPr>
          <p:cNvCxnSpPr>
            <a:cxnSpLocks/>
          </p:cNvCxnSpPr>
          <p:nvPr/>
        </p:nvCxnSpPr>
        <p:spPr>
          <a:xfrm>
            <a:off x="3586569" y="5848838"/>
            <a:ext cx="2055711" cy="0"/>
          </a:xfrm>
          <a:prstGeom prst="line">
            <a:avLst/>
          </a:prstGeom>
          <a:ln w="1270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8" name="Connecteur droit 57">
            <a:extLst>
              <a:ext uri="{FF2B5EF4-FFF2-40B4-BE49-F238E27FC236}">
                <a16:creationId xmlns:a16="http://schemas.microsoft.com/office/drawing/2014/main" id="{7E273BD0-0B62-268D-E116-BFF24666F0B4}"/>
              </a:ext>
            </a:extLst>
          </p:cNvPr>
          <p:cNvCxnSpPr>
            <a:cxnSpLocks/>
          </p:cNvCxnSpPr>
          <p:nvPr/>
        </p:nvCxnSpPr>
        <p:spPr>
          <a:xfrm>
            <a:off x="4074060" y="6345301"/>
            <a:ext cx="2686436" cy="0"/>
          </a:xfrm>
          <a:prstGeom prst="line">
            <a:avLst/>
          </a:prstGeom>
          <a:ln w="1270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4FFE997D-D995-1DF3-9703-642BE4955F11}"/>
              </a:ext>
            </a:extLst>
          </p:cNvPr>
          <p:cNvGrpSpPr/>
          <p:nvPr/>
        </p:nvGrpSpPr>
        <p:grpSpPr>
          <a:xfrm>
            <a:off x="4638181" y="3349798"/>
            <a:ext cx="2008198" cy="482633"/>
            <a:chOff x="4638181" y="3349798"/>
            <a:chExt cx="2008198" cy="482633"/>
          </a:xfrm>
        </p:grpSpPr>
        <p:pic>
          <p:nvPicPr>
            <p:cNvPr id="8" name="Picture 7">
              <a:extLst>
                <a:ext uri="{FF2B5EF4-FFF2-40B4-BE49-F238E27FC236}">
                  <a16:creationId xmlns:a16="http://schemas.microsoft.com/office/drawing/2014/main" id="{2F42029F-9109-6D9A-A1F5-D2AC765D1627}"/>
                </a:ext>
              </a:extLst>
            </p:cNvPr>
            <p:cNvPicPr>
              <a:picLocks noChangeAspect="1"/>
            </p:cNvPicPr>
            <p:nvPr/>
          </p:nvPicPr>
          <p:blipFill>
            <a:blip r:embed="rId4"/>
            <a:stretch>
              <a:fillRect/>
            </a:stretch>
          </p:blipFill>
          <p:spPr>
            <a:xfrm>
              <a:off x="4638181" y="3349798"/>
              <a:ext cx="2008198" cy="482633"/>
            </a:xfrm>
            <a:prstGeom prst="rect">
              <a:avLst/>
            </a:prstGeom>
          </p:spPr>
        </p:pic>
        <p:sp>
          <p:nvSpPr>
            <p:cNvPr id="10" name="Rectangle 9">
              <a:extLst>
                <a:ext uri="{FF2B5EF4-FFF2-40B4-BE49-F238E27FC236}">
                  <a16:creationId xmlns:a16="http://schemas.microsoft.com/office/drawing/2014/main" id="{F47F65D9-F50F-FAC1-D6BE-6B02F84A271E}"/>
                </a:ext>
              </a:extLst>
            </p:cNvPr>
            <p:cNvSpPr/>
            <p:nvPr/>
          </p:nvSpPr>
          <p:spPr>
            <a:xfrm>
              <a:off x="4976503" y="3545221"/>
              <a:ext cx="250825" cy="270276"/>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cxnSp>
        <p:nvCxnSpPr>
          <p:cNvPr id="14" name="Straight Connector 13">
            <a:extLst>
              <a:ext uri="{FF2B5EF4-FFF2-40B4-BE49-F238E27FC236}">
                <a16:creationId xmlns:a16="http://schemas.microsoft.com/office/drawing/2014/main" id="{AEA618CA-E481-6348-1D47-1188CD1B4512}"/>
              </a:ext>
            </a:extLst>
          </p:cNvPr>
          <p:cNvCxnSpPr>
            <a:cxnSpLocks/>
          </p:cNvCxnSpPr>
          <p:nvPr/>
        </p:nvCxnSpPr>
        <p:spPr>
          <a:xfrm>
            <a:off x="281187" y="2944358"/>
            <a:ext cx="0" cy="3497798"/>
          </a:xfrm>
          <a:prstGeom prst="line">
            <a:avLst/>
          </a:prstGeom>
          <a:ln w="38100"/>
        </p:spPr>
        <p:style>
          <a:lnRef idx="3">
            <a:schemeClr val="accent6"/>
          </a:lnRef>
          <a:fillRef idx="0">
            <a:schemeClr val="accent6"/>
          </a:fillRef>
          <a:effectRef idx="2">
            <a:schemeClr val="accent6"/>
          </a:effectRef>
          <a:fontRef idx="minor">
            <a:schemeClr val="tx1"/>
          </a:fontRef>
        </p:style>
      </p:cxnSp>
      <p:grpSp>
        <p:nvGrpSpPr>
          <p:cNvPr id="19" name="Groupe 18">
            <a:extLst>
              <a:ext uri="{FF2B5EF4-FFF2-40B4-BE49-F238E27FC236}">
                <a16:creationId xmlns:a16="http://schemas.microsoft.com/office/drawing/2014/main" id="{DFC8C200-97C3-18BB-96F5-5D989A99AD49}"/>
              </a:ext>
            </a:extLst>
          </p:cNvPr>
          <p:cNvGrpSpPr/>
          <p:nvPr/>
        </p:nvGrpSpPr>
        <p:grpSpPr>
          <a:xfrm>
            <a:off x="5833582" y="5660259"/>
            <a:ext cx="2608270" cy="377158"/>
            <a:chOff x="5624811" y="5054691"/>
            <a:chExt cx="2608270" cy="377158"/>
          </a:xfrm>
        </p:grpSpPr>
        <p:pic>
          <p:nvPicPr>
            <p:cNvPr id="9" name="Image 8">
              <a:extLst>
                <a:ext uri="{FF2B5EF4-FFF2-40B4-BE49-F238E27FC236}">
                  <a16:creationId xmlns:a16="http://schemas.microsoft.com/office/drawing/2014/main" id="{7E9AA046-4F45-A994-AB02-49721F2781C4}"/>
                </a:ext>
              </a:extLst>
            </p:cNvPr>
            <p:cNvPicPr>
              <a:picLocks noChangeAspect="1"/>
            </p:cNvPicPr>
            <p:nvPr/>
          </p:nvPicPr>
          <p:blipFill>
            <a:blip r:embed="rId5"/>
            <a:srcRect l="74281" t="40486" r="15713" b="56979"/>
            <a:stretch>
              <a:fillRect/>
            </a:stretch>
          </p:blipFill>
          <p:spPr>
            <a:xfrm>
              <a:off x="5624811" y="5054691"/>
              <a:ext cx="2608270" cy="377158"/>
            </a:xfrm>
            <a:prstGeom prst="rect">
              <a:avLst/>
            </a:prstGeom>
          </p:spPr>
        </p:pic>
        <p:sp>
          <p:nvSpPr>
            <p:cNvPr id="18" name="Rectangle 17">
              <a:extLst>
                <a:ext uri="{FF2B5EF4-FFF2-40B4-BE49-F238E27FC236}">
                  <a16:creationId xmlns:a16="http://schemas.microsoft.com/office/drawing/2014/main" id="{4107BF2E-34AA-3AF6-948C-CEE6BCB14AD1}"/>
                </a:ext>
              </a:extLst>
            </p:cNvPr>
            <p:cNvSpPr/>
            <p:nvPr/>
          </p:nvSpPr>
          <p:spPr>
            <a:xfrm>
              <a:off x="7416047" y="5135249"/>
              <a:ext cx="682245" cy="243980"/>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grpSp>
        <p:nvGrpSpPr>
          <p:cNvPr id="20" name="Groupe 19">
            <a:extLst>
              <a:ext uri="{FF2B5EF4-FFF2-40B4-BE49-F238E27FC236}">
                <a16:creationId xmlns:a16="http://schemas.microsoft.com/office/drawing/2014/main" id="{9974860E-158F-2C22-F626-853DA61F8C4D}"/>
              </a:ext>
            </a:extLst>
          </p:cNvPr>
          <p:cNvGrpSpPr/>
          <p:nvPr/>
        </p:nvGrpSpPr>
        <p:grpSpPr>
          <a:xfrm>
            <a:off x="6994576" y="6152142"/>
            <a:ext cx="2608270" cy="377158"/>
            <a:chOff x="5624811" y="5054691"/>
            <a:chExt cx="2608270" cy="377158"/>
          </a:xfrm>
        </p:grpSpPr>
        <p:pic>
          <p:nvPicPr>
            <p:cNvPr id="21" name="Image 20">
              <a:extLst>
                <a:ext uri="{FF2B5EF4-FFF2-40B4-BE49-F238E27FC236}">
                  <a16:creationId xmlns:a16="http://schemas.microsoft.com/office/drawing/2014/main" id="{F801D0A5-F3DE-C8A4-20C3-F28ADFFE9FE8}"/>
                </a:ext>
              </a:extLst>
            </p:cNvPr>
            <p:cNvPicPr>
              <a:picLocks noChangeAspect="1"/>
            </p:cNvPicPr>
            <p:nvPr/>
          </p:nvPicPr>
          <p:blipFill>
            <a:blip r:embed="rId5"/>
            <a:srcRect l="74281" t="40486" r="15713" b="56979"/>
            <a:stretch>
              <a:fillRect/>
            </a:stretch>
          </p:blipFill>
          <p:spPr>
            <a:xfrm>
              <a:off x="5624811" y="5054691"/>
              <a:ext cx="2608270" cy="377158"/>
            </a:xfrm>
            <a:prstGeom prst="rect">
              <a:avLst/>
            </a:prstGeom>
          </p:spPr>
        </p:pic>
        <p:sp>
          <p:nvSpPr>
            <p:cNvPr id="22" name="Rectangle 21">
              <a:extLst>
                <a:ext uri="{FF2B5EF4-FFF2-40B4-BE49-F238E27FC236}">
                  <a16:creationId xmlns:a16="http://schemas.microsoft.com/office/drawing/2014/main" id="{FA5B93A9-07F3-2CBD-CF45-A282F9D276A2}"/>
                </a:ext>
              </a:extLst>
            </p:cNvPr>
            <p:cNvSpPr/>
            <p:nvPr/>
          </p:nvSpPr>
          <p:spPr>
            <a:xfrm>
              <a:off x="5767952" y="5131902"/>
              <a:ext cx="682245" cy="243980"/>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grpSp>
        <p:nvGrpSpPr>
          <p:cNvPr id="23" name="Groupe 22">
            <a:extLst>
              <a:ext uri="{FF2B5EF4-FFF2-40B4-BE49-F238E27FC236}">
                <a16:creationId xmlns:a16="http://schemas.microsoft.com/office/drawing/2014/main" id="{785504B7-4D78-587F-DD34-00197B08591A}"/>
              </a:ext>
            </a:extLst>
          </p:cNvPr>
          <p:cNvGrpSpPr/>
          <p:nvPr/>
        </p:nvGrpSpPr>
        <p:grpSpPr>
          <a:xfrm>
            <a:off x="6530678" y="4056920"/>
            <a:ext cx="2162809" cy="344916"/>
            <a:chOff x="6977691" y="3512709"/>
            <a:chExt cx="2162809" cy="344916"/>
          </a:xfrm>
        </p:grpSpPr>
        <p:pic>
          <p:nvPicPr>
            <p:cNvPr id="24" name="Image 23">
              <a:extLst>
                <a:ext uri="{FF2B5EF4-FFF2-40B4-BE49-F238E27FC236}">
                  <a16:creationId xmlns:a16="http://schemas.microsoft.com/office/drawing/2014/main" id="{FA232F8A-8FD7-968C-396D-6DDEF3054579}"/>
                </a:ext>
              </a:extLst>
            </p:cNvPr>
            <p:cNvPicPr>
              <a:picLocks noChangeAspect="1"/>
            </p:cNvPicPr>
            <p:nvPr/>
          </p:nvPicPr>
          <p:blipFill>
            <a:blip r:embed="rId6"/>
            <a:srcRect l="77015" t="10168" r="12861" b="87004"/>
            <a:stretch>
              <a:fillRect/>
            </a:stretch>
          </p:blipFill>
          <p:spPr>
            <a:xfrm>
              <a:off x="6977691" y="3512709"/>
              <a:ext cx="2162809" cy="344916"/>
            </a:xfrm>
            <a:prstGeom prst="rect">
              <a:avLst/>
            </a:prstGeom>
          </p:spPr>
        </p:pic>
        <p:sp>
          <p:nvSpPr>
            <p:cNvPr id="25" name="Rectangle 24">
              <a:extLst>
                <a:ext uri="{FF2B5EF4-FFF2-40B4-BE49-F238E27FC236}">
                  <a16:creationId xmlns:a16="http://schemas.microsoft.com/office/drawing/2014/main" id="{A320F791-B402-DA45-D1DE-CC86EAE6119E}"/>
                </a:ext>
              </a:extLst>
            </p:cNvPr>
            <p:cNvSpPr/>
            <p:nvPr/>
          </p:nvSpPr>
          <p:spPr>
            <a:xfrm>
              <a:off x="8430191" y="3569867"/>
              <a:ext cx="698404" cy="220983"/>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grpSp>
      <p:grpSp>
        <p:nvGrpSpPr>
          <p:cNvPr id="27" name="Groupe 26">
            <a:extLst>
              <a:ext uri="{FF2B5EF4-FFF2-40B4-BE49-F238E27FC236}">
                <a16:creationId xmlns:a16="http://schemas.microsoft.com/office/drawing/2014/main" id="{923CBA6F-9C42-6241-3FED-C5A8066B63F8}"/>
              </a:ext>
            </a:extLst>
          </p:cNvPr>
          <p:cNvGrpSpPr/>
          <p:nvPr/>
        </p:nvGrpSpPr>
        <p:grpSpPr>
          <a:xfrm>
            <a:off x="5769149" y="4582031"/>
            <a:ext cx="2162809" cy="344916"/>
            <a:chOff x="6977691" y="3512709"/>
            <a:chExt cx="2162809" cy="344916"/>
          </a:xfrm>
        </p:grpSpPr>
        <p:pic>
          <p:nvPicPr>
            <p:cNvPr id="28" name="Image 27">
              <a:extLst>
                <a:ext uri="{FF2B5EF4-FFF2-40B4-BE49-F238E27FC236}">
                  <a16:creationId xmlns:a16="http://schemas.microsoft.com/office/drawing/2014/main" id="{99D8A9C0-E269-9E6E-6A68-62B65FB8DF0A}"/>
                </a:ext>
              </a:extLst>
            </p:cNvPr>
            <p:cNvPicPr>
              <a:picLocks noChangeAspect="1"/>
            </p:cNvPicPr>
            <p:nvPr/>
          </p:nvPicPr>
          <p:blipFill>
            <a:blip r:embed="rId6"/>
            <a:srcRect l="77015" t="10168" r="12861" b="87004"/>
            <a:stretch>
              <a:fillRect/>
            </a:stretch>
          </p:blipFill>
          <p:spPr>
            <a:xfrm>
              <a:off x="6977691" y="3512709"/>
              <a:ext cx="2162809" cy="344916"/>
            </a:xfrm>
            <a:prstGeom prst="rect">
              <a:avLst/>
            </a:prstGeom>
          </p:spPr>
        </p:pic>
        <p:sp>
          <p:nvSpPr>
            <p:cNvPr id="29" name="Rectangle 28">
              <a:extLst>
                <a:ext uri="{FF2B5EF4-FFF2-40B4-BE49-F238E27FC236}">
                  <a16:creationId xmlns:a16="http://schemas.microsoft.com/office/drawing/2014/main" id="{7C5A236D-6E72-8D93-18A3-F374296032D2}"/>
                </a:ext>
              </a:extLst>
            </p:cNvPr>
            <p:cNvSpPr/>
            <p:nvPr/>
          </p:nvSpPr>
          <p:spPr>
            <a:xfrm>
              <a:off x="7144464" y="3577494"/>
              <a:ext cx="594756" cy="220983"/>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grpSp>
    </p:spTree>
    <p:extLst>
      <p:ext uri="{BB962C8B-B14F-4D97-AF65-F5344CB8AC3E}">
        <p14:creationId xmlns:p14="http://schemas.microsoft.com/office/powerpoint/2010/main" val="1888612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A9A61-54E7-1292-2331-CEEADAAA48A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A5F4D0C-9D2D-C001-906A-D5E1E6B26AFE}"/>
              </a:ext>
            </a:extLst>
          </p:cNvPr>
          <p:cNvSpPr>
            <a:spLocks noGrp="1"/>
          </p:cNvSpPr>
          <p:nvPr>
            <p:ph type="title"/>
          </p:nvPr>
        </p:nvSpPr>
        <p:spPr/>
        <p:txBody>
          <a:bodyPr/>
          <a:lstStyle/>
          <a:p>
            <a:r>
              <a:rPr lang="fr-FR" noProof="0" dirty="0"/>
              <a:t> Publier une compétition sur le site local</a:t>
            </a:r>
          </a:p>
        </p:txBody>
      </p:sp>
      <p:sp>
        <p:nvSpPr>
          <p:cNvPr id="3" name="Espace réservé du texte 2">
            <a:extLst>
              <a:ext uri="{FF2B5EF4-FFF2-40B4-BE49-F238E27FC236}">
                <a16:creationId xmlns:a16="http://schemas.microsoft.com/office/drawing/2014/main" id="{12635099-1FCE-24CA-34B4-E855900F3A0C}"/>
              </a:ext>
            </a:extLst>
          </p:cNvPr>
          <p:cNvSpPr>
            <a:spLocks noGrp="1"/>
          </p:cNvSpPr>
          <p:nvPr>
            <p:ph type="body" idx="1"/>
          </p:nvPr>
        </p:nvSpPr>
        <p:spPr>
          <a:xfrm>
            <a:off x="304047" y="1629476"/>
            <a:ext cx="9911200" cy="4908484"/>
          </a:xfrm>
        </p:spPr>
        <p:txBody>
          <a:bodyPr/>
          <a:lstStyle/>
          <a:p>
            <a:pPr marL="101598" indent="0">
              <a:buNone/>
            </a:pPr>
            <a:r>
              <a:rPr lang="fr-FR" sz="1800" b="1" noProof="0" dirty="0"/>
              <a:t>Prérequis</a:t>
            </a:r>
            <a:r>
              <a:rPr lang="fr-FR" b="1" noProof="0" dirty="0"/>
              <a:t> :</a:t>
            </a:r>
          </a:p>
          <a:p>
            <a:pPr>
              <a:buFont typeface="Wingdings" panose="05000000000000000000" pitchFamily="2" charset="2"/>
              <a:buChar char="§"/>
            </a:pPr>
            <a:r>
              <a:rPr lang="fr-FR" sz="1400" noProof="0" dirty="0"/>
              <a:t>Une compétition est démarrée avec l’application « Gestion de compétition 2.0 » </a:t>
            </a:r>
          </a:p>
          <a:p>
            <a:pPr marL="101598" indent="0">
              <a:buNone/>
            </a:pPr>
            <a:r>
              <a:rPr lang="fr-FR" sz="1600" b="1" cap="all" noProof="0" dirty="0"/>
              <a:t>é</a:t>
            </a:r>
            <a:r>
              <a:rPr lang="fr-FR" sz="1600" b="1" noProof="0" dirty="0"/>
              <a:t>tapes</a:t>
            </a:r>
            <a:r>
              <a:rPr lang="fr-FR" b="1" noProof="0" dirty="0"/>
              <a:t> :</a:t>
            </a:r>
          </a:p>
          <a:p>
            <a:pPr>
              <a:lnSpc>
                <a:spcPct val="250000"/>
              </a:lnSpc>
              <a:buFont typeface="Wingdings" panose="05000000000000000000" pitchFamily="2" charset="2"/>
              <a:buChar char="§"/>
            </a:pPr>
            <a:r>
              <a:rPr lang="fr-FR" sz="1400" noProof="0" dirty="0"/>
              <a:t>Démarrer l’application </a:t>
            </a:r>
          </a:p>
          <a:p>
            <a:pPr>
              <a:lnSpc>
                <a:spcPct val="250000"/>
              </a:lnSpc>
              <a:buFont typeface="Wingdings" panose="05000000000000000000" pitchFamily="2" charset="2"/>
              <a:buChar char="§"/>
            </a:pPr>
            <a:r>
              <a:rPr lang="fr-FR" sz="1400" noProof="0" dirty="0"/>
              <a:t>Connecter l’application à la compétition</a:t>
            </a:r>
          </a:p>
          <a:p>
            <a:pPr>
              <a:lnSpc>
                <a:spcPct val="250000"/>
              </a:lnSpc>
              <a:buFont typeface="Wingdings" panose="05000000000000000000" pitchFamily="2" charset="2"/>
              <a:buChar char="§"/>
            </a:pPr>
            <a:r>
              <a:rPr lang="fr-FR" sz="1400" noProof="0" dirty="0"/>
              <a:t>Configurer les options de génération</a:t>
            </a:r>
          </a:p>
          <a:p>
            <a:pPr>
              <a:lnSpc>
                <a:spcPct val="250000"/>
              </a:lnSpc>
              <a:buFont typeface="Wingdings" panose="05000000000000000000" pitchFamily="2" charset="2"/>
              <a:buChar char="§"/>
            </a:pPr>
            <a:r>
              <a:rPr lang="fr-FR" sz="1400" noProof="0" dirty="0"/>
              <a:t>Démarrer la génération du site</a:t>
            </a:r>
          </a:p>
          <a:p>
            <a:pPr>
              <a:lnSpc>
                <a:spcPct val="250000"/>
              </a:lnSpc>
              <a:buFont typeface="Wingdings" panose="05000000000000000000" pitchFamily="2" charset="2"/>
              <a:buChar char="§"/>
            </a:pPr>
            <a:r>
              <a:rPr lang="fr-FR" sz="1400" noProof="0" dirty="0"/>
              <a:t>Sélectionner l’interface du réseau local à utiliser</a:t>
            </a:r>
          </a:p>
          <a:p>
            <a:pPr>
              <a:lnSpc>
                <a:spcPct val="250000"/>
              </a:lnSpc>
              <a:buFont typeface="Wingdings" panose="05000000000000000000" pitchFamily="2" charset="2"/>
              <a:buChar char="§"/>
            </a:pPr>
            <a:r>
              <a:rPr lang="fr-FR" sz="1400" noProof="0" dirty="0"/>
              <a:t>Lancer la publication locale</a:t>
            </a:r>
          </a:p>
          <a:p>
            <a:endParaRPr lang="fr-FR" noProof="0" dirty="0"/>
          </a:p>
        </p:txBody>
      </p:sp>
      <p:sp>
        <p:nvSpPr>
          <p:cNvPr id="4" name="Espace réservé du texte 3">
            <a:extLst>
              <a:ext uri="{FF2B5EF4-FFF2-40B4-BE49-F238E27FC236}">
                <a16:creationId xmlns:a16="http://schemas.microsoft.com/office/drawing/2014/main" id="{19BAFA66-66E4-D08A-8886-FE3577892964}"/>
              </a:ext>
            </a:extLst>
          </p:cNvPr>
          <p:cNvSpPr>
            <a:spLocks noGrp="1"/>
          </p:cNvSpPr>
          <p:nvPr>
            <p:ph type="body" sz="quarter" idx="15"/>
          </p:nvPr>
        </p:nvSpPr>
        <p:spPr/>
        <p:txBody>
          <a:bodyPr/>
          <a:lstStyle/>
          <a:p>
            <a:r>
              <a:rPr lang="fr-FR" noProof="0" dirty="0"/>
              <a:t>Mise en œuvre</a:t>
            </a:r>
          </a:p>
        </p:txBody>
      </p:sp>
      <p:pic>
        <p:nvPicPr>
          <p:cNvPr id="6" name="Image 5">
            <a:extLst>
              <a:ext uri="{FF2B5EF4-FFF2-40B4-BE49-F238E27FC236}">
                <a16:creationId xmlns:a16="http://schemas.microsoft.com/office/drawing/2014/main" id="{A4614B62-E039-AC16-5DD6-870469795966}"/>
              </a:ext>
            </a:extLst>
          </p:cNvPr>
          <p:cNvPicPr>
            <a:picLocks noChangeAspect="1"/>
          </p:cNvPicPr>
          <p:nvPr/>
        </p:nvPicPr>
        <p:blipFill>
          <a:blip r:embed="rId2"/>
          <a:stretch>
            <a:fillRect/>
          </a:stretch>
        </p:blipFill>
        <p:spPr>
          <a:xfrm>
            <a:off x="7514771" y="2690416"/>
            <a:ext cx="486209" cy="436596"/>
          </a:xfrm>
          <a:prstGeom prst="rect">
            <a:avLst/>
          </a:prstGeom>
        </p:spPr>
      </p:pic>
      <p:cxnSp>
        <p:nvCxnSpPr>
          <p:cNvPr id="45" name="Connecteur droit 44">
            <a:extLst>
              <a:ext uri="{FF2B5EF4-FFF2-40B4-BE49-F238E27FC236}">
                <a16:creationId xmlns:a16="http://schemas.microsoft.com/office/drawing/2014/main" id="{38620603-75DB-AA3B-E0AB-D72319C1C291}"/>
              </a:ext>
            </a:extLst>
          </p:cNvPr>
          <p:cNvCxnSpPr/>
          <p:nvPr/>
        </p:nvCxnSpPr>
        <p:spPr>
          <a:xfrm>
            <a:off x="2740826" y="2969717"/>
            <a:ext cx="4617507" cy="0"/>
          </a:xfrm>
          <a:prstGeom prst="line">
            <a:avLst/>
          </a:prstGeom>
          <a:ln w="1270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Connecteur droit 45">
            <a:extLst>
              <a:ext uri="{FF2B5EF4-FFF2-40B4-BE49-F238E27FC236}">
                <a16:creationId xmlns:a16="http://schemas.microsoft.com/office/drawing/2014/main" id="{3F434FF1-38A0-3667-E8EB-6EEA04F25188}"/>
              </a:ext>
            </a:extLst>
          </p:cNvPr>
          <p:cNvCxnSpPr>
            <a:cxnSpLocks/>
          </p:cNvCxnSpPr>
          <p:nvPr/>
        </p:nvCxnSpPr>
        <p:spPr>
          <a:xfrm>
            <a:off x="4112815" y="3429000"/>
            <a:ext cx="331949" cy="0"/>
          </a:xfrm>
          <a:prstGeom prst="line">
            <a:avLst/>
          </a:prstGeom>
          <a:ln w="1270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Connecteur droit 47">
            <a:extLst>
              <a:ext uri="{FF2B5EF4-FFF2-40B4-BE49-F238E27FC236}">
                <a16:creationId xmlns:a16="http://schemas.microsoft.com/office/drawing/2014/main" id="{EA988B9F-EEEF-4A97-B86E-4249C8A09FAA}"/>
              </a:ext>
            </a:extLst>
          </p:cNvPr>
          <p:cNvCxnSpPr>
            <a:cxnSpLocks/>
          </p:cNvCxnSpPr>
          <p:nvPr/>
        </p:nvCxnSpPr>
        <p:spPr>
          <a:xfrm>
            <a:off x="3812996" y="4020461"/>
            <a:ext cx="2683877" cy="0"/>
          </a:xfrm>
          <a:prstGeom prst="line">
            <a:avLst/>
          </a:prstGeom>
          <a:ln w="1270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0" name="Connecteur droit 49">
            <a:extLst>
              <a:ext uri="{FF2B5EF4-FFF2-40B4-BE49-F238E27FC236}">
                <a16:creationId xmlns:a16="http://schemas.microsoft.com/office/drawing/2014/main" id="{8FB97CA6-6DE1-2565-BC0D-181B330C8AEA}"/>
              </a:ext>
            </a:extLst>
          </p:cNvPr>
          <p:cNvCxnSpPr>
            <a:cxnSpLocks/>
          </p:cNvCxnSpPr>
          <p:nvPr/>
        </p:nvCxnSpPr>
        <p:spPr>
          <a:xfrm>
            <a:off x="3359630" y="4564087"/>
            <a:ext cx="2170268" cy="0"/>
          </a:xfrm>
          <a:prstGeom prst="line">
            <a:avLst/>
          </a:prstGeom>
          <a:ln w="1270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3" name="Connecteur droit 52">
            <a:extLst>
              <a:ext uri="{FF2B5EF4-FFF2-40B4-BE49-F238E27FC236}">
                <a16:creationId xmlns:a16="http://schemas.microsoft.com/office/drawing/2014/main" id="{A62486CC-0EF2-EE9D-B2EF-EF5C493685F8}"/>
              </a:ext>
            </a:extLst>
          </p:cNvPr>
          <p:cNvCxnSpPr>
            <a:cxnSpLocks/>
          </p:cNvCxnSpPr>
          <p:nvPr/>
        </p:nvCxnSpPr>
        <p:spPr>
          <a:xfrm>
            <a:off x="4660653" y="5101339"/>
            <a:ext cx="2870693" cy="0"/>
          </a:xfrm>
          <a:prstGeom prst="line">
            <a:avLst/>
          </a:prstGeom>
          <a:ln w="1270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8" name="Connecteur droit 57">
            <a:extLst>
              <a:ext uri="{FF2B5EF4-FFF2-40B4-BE49-F238E27FC236}">
                <a16:creationId xmlns:a16="http://schemas.microsoft.com/office/drawing/2014/main" id="{6F09FDAA-A338-7942-3159-0BCA1910F05C}"/>
              </a:ext>
            </a:extLst>
          </p:cNvPr>
          <p:cNvCxnSpPr>
            <a:cxnSpLocks/>
          </p:cNvCxnSpPr>
          <p:nvPr/>
        </p:nvCxnSpPr>
        <p:spPr>
          <a:xfrm>
            <a:off x="3409564" y="5611876"/>
            <a:ext cx="1619636" cy="0"/>
          </a:xfrm>
          <a:prstGeom prst="line">
            <a:avLst/>
          </a:prstGeom>
          <a:ln w="1270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1" name="Groupe 10">
            <a:extLst>
              <a:ext uri="{FF2B5EF4-FFF2-40B4-BE49-F238E27FC236}">
                <a16:creationId xmlns:a16="http://schemas.microsoft.com/office/drawing/2014/main" id="{82876973-A791-4368-5D5A-B190B62937B9}"/>
              </a:ext>
            </a:extLst>
          </p:cNvPr>
          <p:cNvGrpSpPr/>
          <p:nvPr/>
        </p:nvGrpSpPr>
        <p:grpSpPr>
          <a:xfrm>
            <a:off x="7634283" y="4929909"/>
            <a:ext cx="3360348" cy="342860"/>
            <a:chOff x="8460177" y="4956391"/>
            <a:chExt cx="3829050" cy="495300"/>
          </a:xfrm>
        </p:grpSpPr>
        <p:pic>
          <p:nvPicPr>
            <p:cNvPr id="8" name="Image 7">
              <a:extLst>
                <a:ext uri="{FF2B5EF4-FFF2-40B4-BE49-F238E27FC236}">
                  <a16:creationId xmlns:a16="http://schemas.microsoft.com/office/drawing/2014/main" id="{C465E434-7A64-1693-7CB7-CBB6C863F4B0}"/>
                </a:ext>
              </a:extLst>
            </p:cNvPr>
            <p:cNvPicPr>
              <a:picLocks noChangeAspect="1"/>
            </p:cNvPicPr>
            <p:nvPr/>
          </p:nvPicPr>
          <p:blipFill>
            <a:blip r:embed="rId3"/>
            <a:stretch>
              <a:fillRect/>
            </a:stretch>
          </p:blipFill>
          <p:spPr>
            <a:xfrm>
              <a:off x="8460177" y="4956391"/>
              <a:ext cx="3829050" cy="495300"/>
            </a:xfrm>
            <a:prstGeom prst="rect">
              <a:avLst/>
            </a:prstGeom>
          </p:spPr>
        </p:pic>
        <p:sp>
          <p:nvSpPr>
            <p:cNvPr id="10" name="Rectangle 9">
              <a:extLst>
                <a:ext uri="{FF2B5EF4-FFF2-40B4-BE49-F238E27FC236}">
                  <a16:creationId xmlns:a16="http://schemas.microsoft.com/office/drawing/2014/main" id="{68911852-34C6-7F9A-6593-83277EC8FBCC}"/>
                </a:ext>
              </a:extLst>
            </p:cNvPr>
            <p:cNvSpPr/>
            <p:nvPr/>
          </p:nvSpPr>
          <p:spPr>
            <a:xfrm>
              <a:off x="10236519" y="5082051"/>
              <a:ext cx="1955481" cy="243980"/>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grpSp>
        <p:nvGrpSpPr>
          <p:cNvPr id="5" name="Group 4">
            <a:extLst>
              <a:ext uri="{FF2B5EF4-FFF2-40B4-BE49-F238E27FC236}">
                <a16:creationId xmlns:a16="http://schemas.microsoft.com/office/drawing/2014/main" id="{4F1E136E-A766-E942-42F9-2DC9E0BE7938}"/>
              </a:ext>
            </a:extLst>
          </p:cNvPr>
          <p:cNvGrpSpPr/>
          <p:nvPr/>
        </p:nvGrpSpPr>
        <p:grpSpPr>
          <a:xfrm>
            <a:off x="6619284" y="3874892"/>
            <a:ext cx="2426085" cy="291138"/>
            <a:chOff x="6642144" y="4103956"/>
            <a:chExt cx="2426085" cy="291138"/>
          </a:xfrm>
        </p:grpSpPr>
        <p:pic>
          <p:nvPicPr>
            <p:cNvPr id="12" name="Picture 11">
              <a:extLst>
                <a:ext uri="{FF2B5EF4-FFF2-40B4-BE49-F238E27FC236}">
                  <a16:creationId xmlns:a16="http://schemas.microsoft.com/office/drawing/2014/main" id="{61E128B9-9104-4964-353B-04ACB4AD32F6}"/>
                </a:ext>
              </a:extLst>
            </p:cNvPr>
            <p:cNvPicPr>
              <a:picLocks noChangeAspect="1"/>
            </p:cNvPicPr>
            <p:nvPr/>
          </p:nvPicPr>
          <p:blipFill>
            <a:blip r:embed="rId4"/>
            <a:srcRect l="65166" t="5981"/>
            <a:stretch>
              <a:fillRect/>
            </a:stretch>
          </p:blipFill>
          <p:spPr>
            <a:xfrm>
              <a:off x="6642144" y="4103956"/>
              <a:ext cx="2426085" cy="291138"/>
            </a:xfrm>
            <a:prstGeom prst="rect">
              <a:avLst/>
            </a:prstGeom>
          </p:spPr>
        </p:pic>
        <p:sp>
          <p:nvSpPr>
            <p:cNvPr id="13" name="Rectangle 12">
              <a:extLst>
                <a:ext uri="{FF2B5EF4-FFF2-40B4-BE49-F238E27FC236}">
                  <a16:creationId xmlns:a16="http://schemas.microsoft.com/office/drawing/2014/main" id="{79AF9B40-7E67-9791-A99D-DCDBF0A52738}"/>
                </a:ext>
              </a:extLst>
            </p:cNvPr>
            <p:cNvSpPr/>
            <p:nvPr/>
          </p:nvSpPr>
          <p:spPr>
            <a:xfrm>
              <a:off x="8298711" y="4123334"/>
              <a:ext cx="628595" cy="220983"/>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grpSp>
        <p:nvGrpSpPr>
          <p:cNvPr id="14" name="Group 13">
            <a:extLst>
              <a:ext uri="{FF2B5EF4-FFF2-40B4-BE49-F238E27FC236}">
                <a16:creationId xmlns:a16="http://schemas.microsoft.com/office/drawing/2014/main" id="{767F8BD5-6A1A-5D0A-DE3D-DA62EFE29F5F}"/>
              </a:ext>
            </a:extLst>
          </p:cNvPr>
          <p:cNvGrpSpPr/>
          <p:nvPr/>
        </p:nvGrpSpPr>
        <p:grpSpPr>
          <a:xfrm>
            <a:off x="4611086" y="3201610"/>
            <a:ext cx="2008198" cy="482633"/>
            <a:chOff x="4638181" y="3349798"/>
            <a:chExt cx="2008198" cy="482633"/>
          </a:xfrm>
        </p:grpSpPr>
        <p:pic>
          <p:nvPicPr>
            <p:cNvPr id="16" name="Picture 15">
              <a:extLst>
                <a:ext uri="{FF2B5EF4-FFF2-40B4-BE49-F238E27FC236}">
                  <a16:creationId xmlns:a16="http://schemas.microsoft.com/office/drawing/2014/main" id="{13185B1A-C0AA-FD16-9BE6-278C683D5F9A}"/>
                </a:ext>
              </a:extLst>
            </p:cNvPr>
            <p:cNvPicPr>
              <a:picLocks noChangeAspect="1"/>
            </p:cNvPicPr>
            <p:nvPr/>
          </p:nvPicPr>
          <p:blipFill>
            <a:blip r:embed="rId5"/>
            <a:stretch>
              <a:fillRect/>
            </a:stretch>
          </p:blipFill>
          <p:spPr>
            <a:xfrm>
              <a:off x="4638181" y="3349798"/>
              <a:ext cx="2008198" cy="482633"/>
            </a:xfrm>
            <a:prstGeom prst="rect">
              <a:avLst/>
            </a:prstGeom>
          </p:spPr>
        </p:pic>
        <p:sp>
          <p:nvSpPr>
            <p:cNvPr id="17" name="Rectangle 16">
              <a:extLst>
                <a:ext uri="{FF2B5EF4-FFF2-40B4-BE49-F238E27FC236}">
                  <a16:creationId xmlns:a16="http://schemas.microsoft.com/office/drawing/2014/main" id="{E05697A3-29B1-DF8B-6441-A5B086624A47}"/>
                </a:ext>
              </a:extLst>
            </p:cNvPr>
            <p:cNvSpPr/>
            <p:nvPr/>
          </p:nvSpPr>
          <p:spPr>
            <a:xfrm>
              <a:off x="4976503" y="3545221"/>
              <a:ext cx="250825" cy="270276"/>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cxnSp>
        <p:nvCxnSpPr>
          <p:cNvPr id="18" name="Straight Connector 17">
            <a:extLst>
              <a:ext uri="{FF2B5EF4-FFF2-40B4-BE49-F238E27FC236}">
                <a16:creationId xmlns:a16="http://schemas.microsoft.com/office/drawing/2014/main" id="{9750CB44-5599-E9CB-D399-AE4C3547E8A4}"/>
              </a:ext>
            </a:extLst>
          </p:cNvPr>
          <p:cNvCxnSpPr/>
          <p:nvPr/>
        </p:nvCxnSpPr>
        <p:spPr>
          <a:xfrm>
            <a:off x="297180" y="2766060"/>
            <a:ext cx="0" cy="3253740"/>
          </a:xfrm>
          <a:prstGeom prst="line">
            <a:avLst/>
          </a:prstGeom>
          <a:ln w="38100"/>
        </p:spPr>
        <p:style>
          <a:lnRef idx="3">
            <a:schemeClr val="accent6"/>
          </a:lnRef>
          <a:fillRef idx="0">
            <a:schemeClr val="accent6"/>
          </a:fillRef>
          <a:effectRef idx="2">
            <a:schemeClr val="accent6"/>
          </a:effectRef>
          <a:fontRef idx="minor">
            <a:schemeClr val="tx1"/>
          </a:fontRef>
        </p:style>
      </p:cxnSp>
      <p:grpSp>
        <p:nvGrpSpPr>
          <p:cNvPr id="20" name="Groupe 19">
            <a:extLst>
              <a:ext uri="{FF2B5EF4-FFF2-40B4-BE49-F238E27FC236}">
                <a16:creationId xmlns:a16="http://schemas.microsoft.com/office/drawing/2014/main" id="{98FE1FC3-BB6C-EC43-D334-2B82F91C4551}"/>
              </a:ext>
            </a:extLst>
          </p:cNvPr>
          <p:cNvGrpSpPr/>
          <p:nvPr/>
        </p:nvGrpSpPr>
        <p:grpSpPr>
          <a:xfrm>
            <a:off x="5715668" y="4382802"/>
            <a:ext cx="2162809" cy="344916"/>
            <a:chOff x="6977691" y="3512709"/>
            <a:chExt cx="2162809" cy="344916"/>
          </a:xfrm>
        </p:grpSpPr>
        <p:pic>
          <p:nvPicPr>
            <p:cNvPr id="21" name="Image 20">
              <a:extLst>
                <a:ext uri="{FF2B5EF4-FFF2-40B4-BE49-F238E27FC236}">
                  <a16:creationId xmlns:a16="http://schemas.microsoft.com/office/drawing/2014/main" id="{4C820A8C-7DD0-EF7D-73D1-A1B4A5FC8C50}"/>
                </a:ext>
              </a:extLst>
            </p:cNvPr>
            <p:cNvPicPr>
              <a:picLocks noChangeAspect="1"/>
            </p:cNvPicPr>
            <p:nvPr/>
          </p:nvPicPr>
          <p:blipFill>
            <a:blip r:embed="rId6"/>
            <a:srcRect l="77015" t="10168" r="12861" b="87004"/>
            <a:stretch>
              <a:fillRect/>
            </a:stretch>
          </p:blipFill>
          <p:spPr>
            <a:xfrm>
              <a:off x="6977691" y="3512709"/>
              <a:ext cx="2162809" cy="344916"/>
            </a:xfrm>
            <a:prstGeom prst="rect">
              <a:avLst/>
            </a:prstGeom>
          </p:spPr>
        </p:pic>
        <p:sp>
          <p:nvSpPr>
            <p:cNvPr id="22" name="Rectangle 21">
              <a:extLst>
                <a:ext uri="{FF2B5EF4-FFF2-40B4-BE49-F238E27FC236}">
                  <a16:creationId xmlns:a16="http://schemas.microsoft.com/office/drawing/2014/main" id="{574081A9-FD18-AF2F-6E55-8C9F1A626453}"/>
                </a:ext>
              </a:extLst>
            </p:cNvPr>
            <p:cNvSpPr/>
            <p:nvPr/>
          </p:nvSpPr>
          <p:spPr>
            <a:xfrm>
              <a:off x="7144464" y="3577494"/>
              <a:ext cx="594756" cy="220983"/>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grpSp>
      <p:grpSp>
        <p:nvGrpSpPr>
          <p:cNvPr id="23" name="Groupe 22">
            <a:extLst>
              <a:ext uri="{FF2B5EF4-FFF2-40B4-BE49-F238E27FC236}">
                <a16:creationId xmlns:a16="http://schemas.microsoft.com/office/drawing/2014/main" id="{D4D38C6E-40A9-10DB-9EBE-86D664E334C3}"/>
              </a:ext>
            </a:extLst>
          </p:cNvPr>
          <p:cNvGrpSpPr/>
          <p:nvPr/>
        </p:nvGrpSpPr>
        <p:grpSpPr>
          <a:xfrm>
            <a:off x="5270207" y="5425341"/>
            <a:ext cx="1755433" cy="383241"/>
            <a:chOff x="5624811" y="5054690"/>
            <a:chExt cx="1755433" cy="383241"/>
          </a:xfrm>
        </p:grpSpPr>
        <p:pic>
          <p:nvPicPr>
            <p:cNvPr id="24" name="Image 23">
              <a:extLst>
                <a:ext uri="{FF2B5EF4-FFF2-40B4-BE49-F238E27FC236}">
                  <a16:creationId xmlns:a16="http://schemas.microsoft.com/office/drawing/2014/main" id="{7872F1D6-1144-9D3D-AFE5-8F317D132089}"/>
                </a:ext>
              </a:extLst>
            </p:cNvPr>
            <p:cNvPicPr>
              <a:picLocks noChangeAspect="1"/>
            </p:cNvPicPr>
            <p:nvPr/>
          </p:nvPicPr>
          <p:blipFill>
            <a:blip r:embed="rId7"/>
            <a:srcRect l="74281" t="40486" r="18985" b="56938"/>
            <a:stretch>
              <a:fillRect/>
            </a:stretch>
          </p:blipFill>
          <p:spPr>
            <a:xfrm>
              <a:off x="5624811" y="5054690"/>
              <a:ext cx="1755433" cy="383241"/>
            </a:xfrm>
            <a:prstGeom prst="rect">
              <a:avLst/>
            </a:prstGeom>
          </p:spPr>
        </p:pic>
        <p:sp>
          <p:nvSpPr>
            <p:cNvPr id="25" name="Rectangle 24">
              <a:extLst>
                <a:ext uri="{FF2B5EF4-FFF2-40B4-BE49-F238E27FC236}">
                  <a16:creationId xmlns:a16="http://schemas.microsoft.com/office/drawing/2014/main" id="{FDE652F6-436A-4DDE-5ED8-117C8E2DB036}"/>
                </a:ext>
              </a:extLst>
            </p:cNvPr>
            <p:cNvSpPr/>
            <p:nvPr/>
          </p:nvSpPr>
          <p:spPr>
            <a:xfrm>
              <a:off x="5767952" y="5131902"/>
              <a:ext cx="682245" cy="243980"/>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spTree>
    <p:extLst>
      <p:ext uri="{BB962C8B-B14F-4D97-AF65-F5344CB8AC3E}">
        <p14:creationId xmlns:p14="http://schemas.microsoft.com/office/powerpoint/2010/main" val="3012340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A9A61-54E7-1292-2331-CEEADAAA48A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A5F4D0C-9D2D-C001-906A-D5E1E6B26AFE}"/>
              </a:ext>
            </a:extLst>
          </p:cNvPr>
          <p:cNvSpPr>
            <a:spLocks noGrp="1"/>
          </p:cNvSpPr>
          <p:nvPr>
            <p:ph type="title"/>
          </p:nvPr>
        </p:nvSpPr>
        <p:spPr/>
        <p:txBody>
          <a:bodyPr/>
          <a:lstStyle/>
          <a:p>
            <a:r>
              <a:rPr lang="fr-FR" noProof="0" dirty="0"/>
              <a:t> Publier les écrans d’appel</a:t>
            </a:r>
          </a:p>
        </p:txBody>
      </p:sp>
      <p:sp>
        <p:nvSpPr>
          <p:cNvPr id="3" name="Espace réservé du texte 2">
            <a:extLst>
              <a:ext uri="{FF2B5EF4-FFF2-40B4-BE49-F238E27FC236}">
                <a16:creationId xmlns:a16="http://schemas.microsoft.com/office/drawing/2014/main" id="{12635099-1FCE-24CA-34B4-E855900F3A0C}"/>
              </a:ext>
            </a:extLst>
          </p:cNvPr>
          <p:cNvSpPr>
            <a:spLocks noGrp="1"/>
          </p:cNvSpPr>
          <p:nvPr>
            <p:ph type="body" idx="1"/>
          </p:nvPr>
        </p:nvSpPr>
        <p:spPr>
          <a:xfrm>
            <a:off x="304047" y="1629476"/>
            <a:ext cx="9911200" cy="4908484"/>
          </a:xfrm>
        </p:spPr>
        <p:txBody>
          <a:bodyPr/>
          <a:lstStyle/>
          <a:p>
            <a:pPr marL="101598" indent="0">
              <a:buNone/>
            </a:pPr>
            <a:r>
              <a:rPr lang="fr-FR" sz="1800" b="1" noProof="0" dirty="0"/>
              <a:t>Prérequis</a:t>
            </a:r>
            <a:r>
              <a:rPr lang="fr-FR" b="1" noProof="0" dirty="0"/>
              <a:t> :</a:t>
            </a:r>
          </a:p>
          <a:p>
            <a:pPr>
              <a:buFont typeface="Wingdings" panose="05000000000000000000" pitchFamily="2" charset="2"/>
              <a:buChar char="§"/>
            </a:pPr>
            <a:r>
              <a:rPr lang="fr-FR" sz="1400" noProof="0" dirty="0"/>
              <a:t>Une compétition est démarrée avec l’application « Gestion de compétition 2.0 » </a:t>
            </a:r>
          </a:p>
          <a:p>
            <a:pPr marL="101598" indent="0">
              <a:buNone/>
            </a:pPr>
            <a:r>
              <a:rPr lang="fr-FR" sz="1800" b="1" noProof="0" dirty="0" err="1"/>
              <a:t>étapess</a:t>
            </a:r>
            <a:r>
              <a:rPr lang="fr-FR" b="1" noProof="0" dirty="0"/>
              <a:t> :</a:t>
            </a:r>
          </a:p>
          <a:p>
            <a:pPr>
              <a:lnSpc>
                <a:spcPct val="250000"/>
              </a:lnSpc>
              <a:buFont typeface="Wingdings" panose="05000000000000000000" pitchFamily="2" charset="2"/>
              <a:buChar char="§"/>
            </a:pPr>
            <a:r>
              <a:rPr lang="fr-FR" sz="1400" noProof="0" dirty="0"/>
              <a:t>Démarrer l’application </a:t>
            </a:r>
          </a:p>
          <a:p>
            <a:pPr>
              <a:lnSpc>
                <a:spcPct val="250000"/>
              </a:lnSpc>
              <a:buFont typeface="Wingdings" panose="05000000000000000000" pitchFamily="2" charset="2"/>
              <a:buChar char="§"/>
            </a:pPr>
            <a:r>
              <a:rPr lang="fr-FR" sz="1400" noProof="0" dirty="0"/>
              <a:t>Connecter l’application à la compétition</a:t>
            </a:r>
          </a:p>
          <a:p>
            <a:pPr>
              <a:lnSpc>
                <a:spcPct val="250000"/>
              </a:lnSpc>
              <a:buFont typeface="Wingdings" panose="05000000000000000000" pitchFamily="2" charset="2"/>
              <a:buChar char="§"/>
            </a:pPr>
            <a:r>
              <a:rPr lang="fr-FR" sz="1400" noProof="0" dirty="0"/>
              <a:t>Configurer les options de génération de la chambre d’appel</a:t>
            </a:r>
          </a:p>
          <a:p>
            <a:pPr>
              <a:lnSpc>
                <a:spcPct val="250000"/>
              </a:lnSpc>
              <a:buFont typeface="Wingdings" panose="05000000000000000000" pitchFamily="2" charset="2"/>
              <a:buChar char="§"/>
            </a:pPr>
            <a:r>
              <a:rPr lang="fr-FR" sz="1400" noProof="0" dirty="0"/>
              <a:t>Démarrer la génération du site</a:t>
            </a:r>
          </a:p>
          <a:p>
            <a:pPr>
              <a:lnSpc>
                <a:spcPct val="250000"/>
              </a:lnSpc>
              <a:buFont typeface="Wingdings" panose="05000000000000000000" pitchFamily="2" charset="2"/>
              <a:buChar char="§"/>
            </a:pPr>
            <a:r>
              <a:rPr lang="fr-FR" sz="1400" noProof="0" dirty="0"/>
              <a:t>Sélectionner l’interface du réseau local à utiliser</a:t>
            </a:r>
          </a:p>
          <a:p>
            <a:pPr>
              <a:lnSpc>
                <a:spcPct val="250000"/>
              </a:lnSpc>
              <a:buFont typeface="Wingdings" panose="05000000000000000000" pitchFamily="2" charset="2"/>
              <a:buChar char="§"/>
            </a:pPr>
            <a:r>
              <a:rPr lang="fr-FR" sz="1400" noProof="0" dirty="0"/>
              <a:t>Lancer la publication de la chambre d’appel</a:t>
            </a:r>
          </a:p>
        </p:txBody>
      </p:sp>
      <p:sp>
        <p:nvSpPr>
          <p:cNvPr id="4" name="Espace réservé du texte 3">
            <a:extLst>
              <a:ext uri="{FF2B5EF4-FFF2-40B4-BE49-F238E27FC236}">
                <a16:creationId xmlns:a16="http://schemas.microsoft.com/office/drawing/2014/main" id="{19BAFA66-66E4-D08A-8886-FE3577892964}"/>
              </a:ext>
            </a:extLst>
          </p:cNvPr>
          <p:cNvSpPr>
            <a:spLocks noGrp="1"/>
          </p:cNvSpPr>
          <p:nvPr>
            <p:ph type="body" sz="quarter" idx="15"/>
          </p:nvPr>
        </p:nvSpPr>
        <p:spPr/>
        <p:txBody>
          <a:bodyPr/>
          <a:lstStyle/>
          <a:p>
            <a:r>
              <a:rPr lang="fr-FR" noProof="0" dirty="0"/>
              <a:t>Mise en œuvre</a:t>
            </a:r>
          </a:p>
        </p:txBody>
      </p:sp>
      <p:pic>
        <p:nvPicPr>
          <p:cNvPr id="6" name="Image 5">
            <a:extLst>
              <a:ext uri="{FF2B5EF4-FFF2-40B4-BE49-F238E27FC236}">
                <a16:creationId xmlns:a16="http://schemas.microsoft.com/office/drawing/2014/main" id="{A4614B62-E039-AC16-5DD6-870469795966}"/>
              </a:ext>
            </a:extLst>
          </p:cNvPr>
          <p:cNvPicPr>
            <a:picLocks noChangeAspect="1"/>
          </p:cNvPicPr>
          <p:nvPr/>
        </p:nvPicPr>
        <p:blipFill>
          <a:blip r:embed="rId2"/>
          <a:stretch>
            <a:fillRect/>
          </a:stretch>
        </p:blipFill>
        <p:spPr>
          <a:xfrm>
            <a:off x="7514771" y="2690416"/>
            <a:ext cx="486209" cy="436596"/>
          </a:xfrm>
          <a:prstGeom prst="rect">
            <a:avLst/>
          </a:prstGeom>
        </p:spPr>
      </p:pic>
      <p:cxnSp>
        <p:nvCxnSpPr>
          <p:cNvPr id="45" name="Connecteur droit 44">
            <a:extLst>
              <a:ext uri="{FF2B5EF4-FFF2-40B4-BE49-F238E27FC236}">
                <a16:creationId xmlns:a16="http://schemas.microsoft.com/office/drawing/2014/main" id="{38620603-75DB-AA3B-E0AB-D72319C1C291}"/>
              </a:ext>
            </a:extLst>
          </p:cNvPr>
          <p:cNvCxnSpPr/>
          <p:nvPr/>
        </p:nvCxnSpPr>
        <p:spPr>
          <a:xfrm>
            <a:off x="2740826" y="2969717"/>
            <a:ext cx="4617507" cy="0"/>
          </a:xfrm>
          <a:prstGeom prst="line">
            <a:avLst/>
          </a:prstGeom>
          <a:ln w="1270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Connecteur droit 45">
            <a:extLst>
              <a:ext uri="{FF2B5EF4-FFF2-40B4-BE49-F238E27FC236}">
                <a16:creationId xmlns:a16="http://schemas.microsoft.com/office/drawing/2014/main" id="{3F434FF1-38A0-3667-E8EB-6EEA04F25188}"/>
              </a:ext>
            </a:extLst>
          </p:cNvPr>
          <p:cNvCxnSpPr>
            <a:cxnSpLocks/>
          </p:cNvCxnSpPr>
          <p:nvPr/>
        </p:nvCxnSpPr>
        <p:spPr>
          <a:xfrm>
            <a:off x="4112815" y="3429000"/>
            <a:ext cx="331949" cy="0"/>
          </a:xfrm>
          <a:prstGeom prst="line">
            <a:avLst/>
          </a:prstGeom>
          <a:ln w="1270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Connecteur droit 47">
            <a:extLst>
              <a:ext uri="{FF2B5EF4-FFF2-40B4-BE49-F238E27FC236}">
                <a16:creationId xmlns:a16="http://schemas.microsoft.com/office/drawing/2014/main" id="{EA988B9F-EEEF-4A97-B86E-4249C8A09FAA}"/>
              </a:ext>
            </a:extLst>
          </p:cNvPr>
          <p:cNvCxnSpPr>
            <a:cxnSpLocks/>
          </p:cNvCxnSpPr>
          <p:nvPr/>
        </p:nvCxnSpPr>
        <p:spPr>
          <a:xfrm>
            <a:off x="5471160" y="4020461"/>
            <a:ext cx="1025713" cy="0"/>
          </a:xfrm>
          <a:prstGeom prst="line">
            <a:avLst/>
          </a:prstGeom>
          <a:ln w="1270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0" name="Connecteur droit 49">
            <a:extLst>
              <a:ext uri="{FF2B5EF4-FFF2-40B4-BE49-F238E27FC236}">
                <a16:creationId xmlns:a16="http://schemas.microsoft.com/office/drawing/2014/main" id="{8FB97CA6-6DE1-2565-BC0D-181B330C8AEA}"/>
              </a:ext>
            </a:extLst>
          </p:cNvPr>
          <p:cNvCxnSpPr>
            <a:cxnSpLocks/>
          </p:cNvCxnSpPr>
          <p:nvPr/>
        </p:nvCxnSpPr>
        <p:spPr>
          <a:xfrm>
            <a:off x="3359630" y="4564087"/>
            <a:ext cx="2170268" cy="0"/>
          </a:xfrm>
          <a:prstGeom prst="line">
            <a:avLst/>
          </a:prstGeom>
          <a:ln w="1270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3" name="Connecteur droit 52">
            <a:extLst>
              <a:ext uri="{FF2B5EF4-FFF2-40B4-BE49-F238E27FC236}">
                <a16:creationId xmlns:a16="http://schemas.microsoft.com/office/drawing/2014/main" id="{A62486CC-0EF2-EE9D-B2EF-EF5C493685F8}"/>
              </a:ext>
            </a:extLst>
          </p:cNvPr>
          <p:cNvCxnSpPr>
            <a:cxnSpLocks/>
          </p:cNvCxnSpPr>
          <p:nvPr/>
        </p:nvCxnSpPr>
        <p:spPr>
          <a:xfrm>
            <a:off x="4660653" y="5101339"/>
            <a:ext cx="2870693" cy="0"/>
          </a:xfrm>
          <a:prstGeom prst="line">
            <a:avLst/>
          </a:prstGeom>
          <a:ln w="1270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8" name="Connecteur droit 57">
            <a:extLst>
              <a:ext uri="{FF2B5EF4-FFF2-40B4-BE49-F238E27FC236}">
                <a16:creationId xmlns:a16="http://schemas.microsoft.com/office/drawing/2014/main" id="{6F09FDAA-A338-7942-3159-0BCA1910F05C}"/>
              </a:ext>
            </a:extLst>
          </p:cNvPr>
          <p:cNvCxnSpPr>
            <a:cxnSpLocks/>
          </p:cNvCxnSpPr>
          <p:nvPr/>
        </p:nvCxnSpPr>
        <p:spPr>
          <a:xfrm>
            <a:off x="4312920" y="5611876"/>
            <a:ext cx="716280" cy="0"/>
          </a:xfrm>
          <a:prstGeom prst="line">
            <a:avLst/>
          </a:prstGeom>
          <a:ln w="1270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1" name="Groupe 10">
            <a:extLst>
              <a:ext uri="{FF2B5EF4-FFF2-40B4-BE49-F238E27FC236}">
                <a16:creationId xmlns:a16="http://schemas.microsoft.com/office/drawing/2014/main" id="{82876973-A791-4368-5D5A-B190B62937B9}"/>
              </a:ext>
            </a:extLst>
          </p:cNvPr>
          <p:cNvGrpSpPr/>
          <p:nvPr/>
        </p:nvGrpSpPr>
        <p:grpSpPr>
          <a:xfrm>
            <a:off x="7634283" y="4929909"/>
            <a:ext cx="3360348" cy="342860"/>
            <a:chOff x="8460177" y="4956391"/>
            <a:chExt cx="3829050" cy="495300"/>
          </a:xfrm>
        </p:grpSpPr>
        <p:pic>
          <p:nvPicPr>
            <p:cNvPr id="8" name="Image 7">
              <a:extLst>
                <a:ext uri="{FF2B5EF4-FFF2-40B4-BE49-F238E27FC236}">
                  <a16:creationId xmlns:a16="http://schemas.microsoft.com/office/drawing/2014/main" id="{C465E434-7A64-1693-7CB7-CBB6C863F4B0}"/>
                </a:ext>
              </a:extLst>
            </p:cNvPr>
            <p:cNvPicPr>
              <a:picLocks noChangeAspect="1"/>
            </p:cNvPicPr>
            <p:nvPr/>
          </p:nvPicPr>
          <p:blipFill>
            <a:blip r:embed="rId3"/>
            <a:stretch>
              <a:fillRect/>
            </a:stretch>
          </p:blipFill>
          <p:spPr>
            <a:xfrm>
              <a:off x="8460177" y="4956391"/>
              <a:ext cx="3829050" cy="495300"/>
            </a:xfrm>
            <a:prstGeom prst="rect">
              <a:avLst/>
            </a:prstGeom>
          </p:spPr>
        </p:pic>
        <p:sp>
          <p:nvSpPr>
            <p:cNvPr id="10" name="Rectangle 9">
              <a:extLst>
                <a:ext uri="{FF2B5EF4-FFF2-40B4-BE49-F238E27FC236}">
                  <a16:creationId xmlns:a16="http://schemas.microsoft.com/office/drawing/2014/main" id="{68911852-34C6-7F9A-6593-83277EC8FBCC}"/>
                </a:ext>
              </a:extLst>
            </p:cNvPr>
            <p:cNvSpPr/>
            <p:nvPr/>
          </p:nvSpPr>
          <p:spPr>
            <a:xfrm>
              <a:off x="10236519" y="5082051"/>
              <a:ext cx="1955481" cy="243980"/>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grpSp>
        <p:nvGrpSpPr>
          <p:cNvPr id="5" name="Group 4">
            <a:extLst>
              <a:ext uri="{FF2B5EF4-FFF2-40B4-BE49-F238E27FC236}">
                <a16:creationId xmlns:a16="http://schemas.microsoft.com/office/drawing/2014/main" id="{4F1E136E-A766-E942-42F9-2DC9E0BE7938}"/>
              </a:ext>
            </a:extLst>
          </p:cNvPr>
          <p:cNvGrpSpPr/>
          <p:nvPr/>
        </p:nvGrpSpPr>
        <p:grpSpPr>
          <a:xfrm>
            <a:off x="6619284" y="3874892"/>
            <a:ext cx="2426085" cy="291138"/>
            <a:chOff x="6642144" y="4103956"/>
            <a:chExt cx="2426085" cy="291138"/>
          </a:xfrm>
        </p:grpSpPr>
        <p:pic>
          <p:nvPicPr>
            <p:cNvPr id="12" name="Picture 11">
              <a:extLst>
                <a:ext uri="{FF2B5EF4-FFF2-40B4-BE49-F238E27FC236}">
                  <a16:creationId xmlns:a16="http://schemas.microsoft.com/office/drawing/2014/main" id="{61E128B9-9104-4964-353B-04ACB4AD32F6}"/>
                </a:ext>
              </a:extLst>
            </p:cNvPr>
            <p:cNvPicPr>
              <a:picLocks noChangeAspect="1"/>
            </p:cNvPicPr>
            <p:nvPr/>
          </p:nvPicPr>
          <p:blipFill>
            <a:blip r:embed="rId4"/>
            <a:srcRect l="65166" t="5981"/>
            <a:stretch>
              <a:fillRect/>
            </a:stretch>
          </p:blipFill>
          <p:spPr>
            <a:xfrm>
              <a:off x="6642144" y="4103956"/>
              <a:ext cx="2426085" cy="291138"/>
            </a:xfrm>
            <a:prstGeom prst="rect">
              <a:avLst/>
            </a:prstGeom>
          </p:spPr>
        </p:pic>
        <p:sp>
          <p:nvSpPr>
            <p:cNvPr id="13" name="Rectangle 12">
              <a:extLst>
                <a:ext uri="{FF2B5EF4-FFF2-40B4-BE49-F238E27FC236}">
                  <a16:creationId xmlns:a16="http://schemas.microsoft.com/office/drawing/2014/main" id="{79AF9B40-7E67-9791-A99D-DCDBF0A52738}"/>
                </a:ext>
              </a:extLst>
            </p:cNvPr>
            <p:cNvSpPr/>
            <p:nvPr/>
          </p:nvSpPr>
          <p:spPr>
            <a:xfrm>
              <a:off x="8298711" y="4123334"/>
              <a:ext cx="628595" cy="220983"/>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grpSp>
        <p:nvGrpSpPr>
          <p:cNvPr id="14" name="Group 13">
            <a:extLst>
              <a:ext uri="{FF2B5EF4-FFF2-40B4-BE49-F238E27FC236}">
                <a16:creationId xmlns:a16="http://schemas.microsoft.com/office/drawing/2014/main" id="{767F8BD5-6A1A-5D0A-DE3D-DA62EFE29F5F}"/>
              </a:ext>
            </a:extLst>
          </p:cNvPr>
          <p:cNvGrpSpPr/>
          <p:nvPr/>
        </p:nvGrpSpPr>
        <p:grpSpPr>
          <a:xfrm>
            <a:off x="4611086" y="3201610"/>
            <a:ext cx="2008198" cy="482633"/>
            <a:chOff x="4638181" y="3349798"/>
            <a:chExt cx="2008198" cy="482633"/>
          </a:xfrm>
        </p:grpSpPr>
        <p:pic>
          <p:nvPicPr>
            <p:cNvPr id="16" name="Picture 15">
              <a:extLst>
                <a:ext uri="{FF2B5EF4-FFF2-40B4-BE49-F238E27FC236}">
                  <a16:creationId xmlns:a16="http://schemas.microsoft.com/office/drawing/2014/main" id="{13185B1A-C0AA-FD16-9BE6-278C683D5F9A}"/>
                </a:ext>
              </a:extLst>
            </p:cNvPr>
            <p:cNvPicPr>
              <a:picLocks noChangeAspect="1"/>
            </p:cNvPicPr>
            <p:nvPr/>
          </p:nvPicPr>
          <p:blipFill>
            <a:blip r:embed="rId5"/>
            <a:stretch>
              <a:fillRect/>
            </a:stretch>
          </p:blipFill>
          <p:spPr>
            <a:xfrm>
              <a:off x="4638181" y="3349798"/>
              <a:ext cx="2008198" cy="482633"/>
            </a:xfrm>
            <a:prstGeom prst="rect">
              <a:avLst/>
            </a:prstGeom>
          </p:spPr>
        </p:pic>
        <p:sp>
          <p:nvSpPr>
            <p:cNvPr id="17" name="Rectangle 16">
              <a:extLst>
                <a:ext uri="{FF2B5EF4-FFF2-40B4-BE49-F238E27FC236}">
                  <a16:creationId xmlns:a16="http://schemas.microsoft.com/office/drawing/2014/main" id="{E05697A3-29B1-DF8B-6441-A5B086624A47}"/>
                </a:ext>
              </a:extLst>
            </p:cNvPr>
            <p:cNvSpPr/>
            <p:nvPr/>
          </p:nvSpPr>
          <p:spPr>
            <a:xfrm>
              <a:off x="4976503" y="3545221"/>
              <a:ext cx="250825" cy="270276"/>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cxnSp>
        <p:nvCxnSpPr>
          <p:cNvPr id="19" name="Straight Connector 18">
            <a:extLst>
              <a:ext uri="{FF2B5EF4-FFF2-40B4-BE49-F238E27FC236}">
                <a16:creationId xmlns:a16="http://schemas.microsoft.com/office/drawing/2014/main" id="{AA82A1A3-021A-13EF-7CAE-744470B0C754}"/>
              </a:ext>
            </a:extLst>
          </p:cNvPr>
          <p:cNvCxnSpPr/>
          <p:nvPr/>
        </p:nvCxnSpPr>
        <p:spPr>
          <a:xfrm>
            <a:off x="297180" y="2766060"/>
            <a:ext cx="0" cy="3253740"/>
          </a:xfrm>
          <a:prstGeom prst="line">
            <a:avLst/>
          </a:prstGeom>
          <a:ln w="38100"/>
        </p:spPr>
        <p:style>
          <a:lnRef idx="3">
            <a:schemeClr val="accent5"/>
          </a:lnRef>
          <a:fillRef idx="0">
            <a:schemeClr val="accent5"/>
          </a:fillRef>
          <a:effectRef idx="2">
            <a:schemeClr val="accent5"/>
          </a:effectRef>
          <a:fontRef idx="minor">
            <a:schemeClr val="tx1"/>
          </a:fontRef>
        </p:style>
      </p:cxnSp>
      <p:grpSp>
        <p:nvGrpSpPr>
          <p:cNvPr id="7" name="Groupe 6">
            <a:extLst>
              <a:ext uri="{FF2B5EF4-FFF2-40B4-BE49-F238E27FC236}">
                <a16:creationId xmlns:a16="http://schemas.microsoft.com/office/drawing/2014/main" id="{FB7EEF67-48A1-F42E-5C1C-112FB8626654}"/>
              </a:ext>
            </a:extLst>
          </p:cNvPr>
          <p:cNvGrpSpPr/>
          <p:nvPr/>
        </p:nvGrpSpPr>
        <p:grpSpPr>
          <a:xfrm>
            <a:off x="5715668" y="4382802"/>
            <a:ext cx="2162809" cy="344916"/>
            <a:chOff x="6977691" y="3512709"/>
            <a:chExt cx="2162809" cy="344916"/>
          </a:xfrm>
        </p:grpSpPr>
        <p:pic>
          <p:nvPicPr>
            <p:cNvPr id="9" name="Image 8">
              <a:extLst>
                <a:ext uri="{FF2B5EF4-FFF2-40B4-BE49-F238E27FC236}">
                  <a16:creationId xmlns:a16="http://schemas.microsoft.com/office/drawing/2014/main" id="{2B705308-E17B-CE8D-BF66-E1A69ED1A1C9}"/>
                </a:ext>
              </a:extLst>
            </p:cNvPr>
            <p:cNvPicPr>
              <a:picLocks noChangeAspect="1"/>
            </p:cNvPicPr>
            <p:nvPr/>
          </p:nvPicPr>
          <p:blipFill>
            <a:blip r:embed="rId6"/>
            <a:srcRect l="77015" t="10168" r="12861" b="87004"/>
            <a:stretch>
              <a:fillRect/>
            </a:stretch>
          </p:blipFill>
          <p:spPr>
            <a:xfrm>
              <a:off x="6977691" y="3512709"/>
              <a:ext cx="2162809" cy="344916"/>
            </a:xfrm>
            <a:prstGeom prst="rect">
              <a:avLst/>
            </a:prstGeom>
          </p:spPr>
        </p:pic>
        <p:sp>
          <p:nvSpPr>
            <p:cNvPr id="18" name="Rectangle 17">
              <a:extLst>
                <a:ext uri="{FF2B5EF4-FFF2-40B4-BE49-F238E27FC236}">
                  <a16:creationId xmlns:a16="http://schemas.microsoft.com/office/drawing/2014/main" id="{5EE809AF-A0F2-ABE6-2768-8EAD78D1D772}"/>
                </a:ext>
              </a:extLst>
            </p:cNvPr>
            <p:cNvSpPr/>
            <p:nvPr/>
          </p:nvSpPr>
          <p:spPr>
            <a:xfrm>
              <a:off x="7144464" y="3577494"/>
              <a:ext cx="594756" cy="220983"/>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grpSp>
      <p:grpSp>
        <p:nvGrpSpPr>
          <p:cNvPr id="20" name="Groupe 19">
            <a:extLst>
              <a:ext uri="{FF2B5EF4-FFF2-40B4-BE49-F238E27FC236}">
                <a16:creationId xmlns:a16="http://schemas.microsoft.com/office/drawing/2014/main" id="{24988A79-9B5E-65FE-9F37-65C66142F589}"/>
              </a:ext>
            </a:extLst>
          </p:cNvPr>
          <p:cNvGrpSpPr/>
          <p:nvPr/>
        </p:nvGrpSpPr>
        <p:grpSpPr>
          <a:xfrm>
            <a:off x="5270207" y="5425341"/>
            <a:ext cx="1755433" cy="383241"/>
            <a:chOff x="5624811" y="5054690"/>
            <a:chExt cx="1755433" cy="383241"/>
          </a:xfrm>
        </p:grpSpPr>
        <p:pic>
          <p:nvPicPr>
            <p:cNvPr id="21" name="Image 20">
              <a:extLst>
                <a:ext uri="{FF2B5EF4-FFF2-40B4-BE49-F238E27FC236}">
                  <a16:creationId xmlns:a16="http://schemas.microsoft.com/office/drawing/2014/main" id="{52883609-1F0E-CAA6-C2CF-E3A9EBCED134}"/>
                </a:ext>
              </a:extLst>
            </p:cNvPr>
            <p:cNvPicPr>
              <a:picLocks noChangeAspect="1"/>
            </p:cNvPicPr>
            <p:nvPr/>
          </p:nvPicPr>
          <p:blipFill>
            <a:blip r:embed="rId7"/>
            <a:srcRect l="74281" t="40486" r="18985" b="56938"/>
            <a:stretch>
              <a:fillRect/>
            </a:stretch>
          </p:blipFill>
          <p:spPr>
            <a:xfrm>
              <a:off x="5624811" y="5054690"/>
              <a:ext cx="1755433" cy="383241"/>
            </a:xfrm>
            <a:prstGeom prst="rect">
              <a:avLst/>
            </a:prstGeom>
          </p:spPr>
        </p:pic>
        <p:sp>
          <p:nvSpPr>
            <p:cNvPr id="22" name="Rectangle 21">
              <a:extLst>
                <a:ext uri="{FF2B5EF4-FFF2-40B4-BE49-F238E27FC236}">
                  <a16:creationId xmlns:a16="http://schemas.microsoft.com/office/drawing/2014/main" id="{974B0CBC-9AB1-41B1-D279-279B986B6879}"/>
                </a:ext>
              </a:extLst>
            </p:cNvPr>
            <p:cNvSpPr/>
            <p:nvPr/>
          </p:nvSpPr>
          <p:spPr>
            <a:xfrm>
              <a:off x="5767952" y="5131902"/>
              <a:ext cx="682245" cy="243980"/>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spTree>
    <p:extLst>
      <p:ext uri="{BB962C8B-B14F-4D97-AF65-F5344CB8AC3E}">
        <p14:creationId xmlns:p14="http://schemas.microsoft.com/office/powerpoint/2010/main" val="4422832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A9A61-54E7-1292-2331-CEEADAAA48A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A5F4D0C-9D2D-C001-906A-D5E1E6B26AFE}"/>
              </a:ext>
            </a:extLst>
          </p:cNvPr>
          <p:cNvSpPr>
            <a:spLocks noGrp="1"/>
          </p:cNvSpPr>
          <p:nvPr>
            <p:ph type="title"/>
          </p:nvPr>
        </p:nvSpPr>
        <p:spPr/>
        <p:txBody>
          <a:bodyPr/>
          <a:lstStyle/>
          <a:p>
            <a:r>
              <a:rPr lang="fr-FR" noProof="0" dirty="0"/>
              <a:t> Aide à la configuration</a:t>
            </a:r>
          </a:p>
        </p:txBody>
      </p:sp>
      <p:sp>
        <p:nvSpPr>
          <p:cNvPr id="3" name="Espace réservé du texte 2">
            <a:extLst>
              <a:ext uri="{FF2B5EF4-FFF2-40B4-BE49-F238E27FC236}">
                <a16:creationId xmlns:a16="http://schemas.microsoft.com/office/drawing/2014/main" id="{12635099-1FCE-24CA-34B4-E855900F3A0C}"/>
              </a:ext>
            </a:extLst>
          </p:cNvPr>
          <p:cNvSpPr>
            <a:spLocks noGrp="1"/>
          </p:cNvSpPr>
          <p:nvPr>
            <p:ph type="body" idx="1"/>
          </p:nvPr>
        </p:nvSpPr>
        <p:spPr>
          <a:xfrm>
            <a:off x="304046" y="1629476"/>
            <a:ext cx="11506953" cy="4908484"/>
          </a:xfrm>
        </p:spPr>
        <p:txBody>
          <a:bodyPr/>
          <a:lstStyle/>
          <a:p>
            <a:pPr>
              <a:buFont typeface="Wingdings" panose="05000000000000000000" pitchFamily="2" charset="2"/>
              <a:buChar char="§"/>
            </a:pPr>
            <a:r>
              <a:rPr lang="fr-FR" sz="1400" b="1" noProof="0" dirty="0"/>
              <a:t>Délai d’actualisation du site</a:t>
            </a:r>
            <a:r>
              <a:rPr lang="fr-FR" sz="1400" noProof="0" dirty="0"/>
              <a:t> – Ce temps correspond à l’intervalle d’attente entre 2 cycles de génération/diffusion. Un délai trop important entraînera des retards d’actualisation par rapport au déroulement de la compétition. Un délai trop long peut, notamment dans le cas d’une ligne FTP lente, provoquer un engorgement. Si le délai « Génération » + « Publication » est supérieur au délai configuré, l’application attendra dans tous les cas 5 secondes avant de relancer une nouvelle génération. Il est recommandé d’ajuster ce paramètre tel que : il soit supérieur au plus grand de génération/actualisation constaté (</a:t>
            </a:r>
            <a:r>
              <a:rPr lang="fr-FR" sz="1400" i="1" noProof="0" dirty="0"/>
              <a:t>cf.</a:t>
            </a:r>
            <a:r>
              <a:rPr lang="fr-FR" sz="1400" noProof="0" dirty="0"/>
              <a:t> page de statistiques), il ne soit pas trop important par rapport à la vitesse de déroulement de la compétition. Typiquement entre 30 sec. et 2 min. sont des valeurs habituelles.</a:t>
            </a:r>
          </a:p>
          <a:p>
            <a:pPr>
              <a:buFont typeface="Wingdings" panose="05000000000000000000" pitchFamily="2" charset="2"/>
              <a:buChar char="§"/>
            </a:pPr>
            <a:endParaRPr lang="fr-FR" sz="1400" noProof="0" dirty="0"/>
          </a:p>
          <a:p>
            <a:pPr>
              <a:buFont typeface="Wingdings" panose="05000000000000000000" pitchFamily="2" charset="2"/>
              <a:buChar char="§"/>
            </a:pPr>
            <a:r>
              <a:rPr lang="fr-FR" sz="1400" b="1" noProof="0" dirty="0"/>
              <a:t>Délai d’actualisation client</a:t>
            </a:r>
            <a:r>
              <a:rPr lang="fr-FR" sz="1400" noProof="0" dirty="0"/>
              <a:t> – Ce temps correspondant au temps de rafraichissement automatique sur le PC/smartphone d’un utilisateur. Il est inutile de configurer une valeur plus faible que le délai de génération, cela ne ferait que forcer les navigateurs des utilisateurs à faire des actualisations sans pour autant que de nouvelles données aient été générées. Une valeur typique est de l’ordre de celle utilisée pour le délai de génération.</a:t>
            </a:r>
          </a:p>
          <a:p>
            <a:pPr>
              <a:buFont typeface="Wingdings" panose="05000000000000000000" pitchFamily="2" charset="2"/>
              <a:buChar char="§"/>
            </a:pPr>
            <a:endParaRPr lang="fr-FR" sz="1400" noProof="0" dirty="0"/>
          </a:p>
          <a:p>
            <a:pPr>
              <a:buFont typeface="Wingdings" panose="05000000000000000000" pitchFamily="2" charset="2"/>
              <a:buChar char="§"/>
            </a:pPr>
            <a:r>
              <a:rPr lang="fr-FR" sz="1400" b="1" noProof="0" dirty="0"/>
              <a:t>Répertoire d’export</a:t>
            </a:r>
            <a:r>
              <a:rPr lang="fr-FR" sz="1400" noProof="0" dirty="0"/>
              <a:t> – Il n’est pas recommandé d’utiliser un répertoire « Cloud » (type OneDrive, </a:t>
            </a:r>
            <a:r>
              <a:rPr lang="fr-FR" sz="1400" noProof="0" dirty="0" err="1"/>
              <a:t>pCloud</a:t>
            </a:r>
            <a:r>
              <a:rPr lang="fr-FR" sz="1400" noProof="0" dirty="0"/>
              <a:t>, </a:t>
            </a:r>
            <a:r>
              <a:rPr lang="fr-FR" sz="1400" noProof="0" dirty="0" err="1"/>
              <a:t>DropBox</a:t>
            </a:r>
            <a:r>
              <a:rPr lang="fr-FR" sz="1400" noProof="0" dirty="0"/>
              <a:t>, etc.) en tant que répertoire d’export, des dysfonctionnements peuvent être constatés dans le cas contraire.</a:t>
            </a:r>
          </a:p>
          <a:p>
            <a:pPr>
              <a:buFont typeface="Wingdings" panose="05000000000000000000" pitchFamily="2" charset="2"/>
              <a:buChar char="§"/>
            </a:pPr>
            <a:endParaRPr lang="fr-FR" sz="1400" noProof="0" dirty="0"/>
          </a:p>
          <a:p>
            <a:pPr>
              <a:buFont typeface="Wingdings" panose="05000000000000000000" pitchFamily="2" charset="2"/>
              <a:buChar char="§"/>
            </a:pPr>
            <a:r>
              <a:rPr lang="fr-FR" sz="1400" b="1" noProof="0" dirty="0"/>
              <a:t>Délai de déroulement</a:t>
            </a:r>
            <a:r>
              <a:rPr lang="fr-FR" sz="1400" noProof="0" dirty="0"/>
              <a:t> – Ce temps correspondant au temps durant lequel une page d’un écran d’appel reste affichée avant de passer à la suivante. Le temps doit être suffisant pour permettre de lire les informations. La page de l’écran d’appel ne se rafraichit avec les dernières données qu’une fois que toutes les pages de combats et de tapis ont été affichées.</a:t>
            </a:r>
          </a:p>
          <a:p>
            <a:endParaRPr lang="fr-FR" sz="1400" noProof="0" dirty="0"/>
          </a:p>
        </p:txBody>
      </p:sp>
      <p:sp>
        <p:nvSpPr>
          <p:cNvPr id="4" name="Espace réservé du texte 3">
            <a:extLst>
              <a:ext uri="{FF2B5EF4-FFF2-40B4-BE49-F238E27FC236}">
                <a16:creationId xmlns:a16="http://schemas.microsoft.com/office/drawing/2014/main" id="{19BAFA66-66E4-D08A-8886-FE3577892964}"/>
              </a:ext>
            </a:extLst>
          </p:cNvPr>
          <p:cNvSpPr>
            <a:spLocks noGrp="1"/>
          </p:cNvSpPr>
          <p:nvPr>
            <p:ph type="body" sz="quarter" idx="15"/>
          </p:nvPr>
        </p:nvSpPr>
        <p:spPr/>
        <p:txBody>
          <a:bodyPr/>
          <a:lstStyle/>
          <a:p>
            <a:r>
              <a:rPr lang="fr-FR" noProof="0" dirty="0"/>
              <a:t>Mise en œuvre</a:t>
            </a:r>
          </a:p>
        </p:txBody>
      </p:sp>
    </p:spTree>
    <p:extLst>
      <p:ext uri="{BB962C8B-B14F-4D97-AF65-F5344CB8AC3E}">
        <p14:creationId xmlns:p14="http://schemas.microsoft.com/office/powerpoint/2010/main" val="127909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A9A61-54E7-1292-2331-CEEADAAA48A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A5F4D0C-9D2D-C001-906A-D5E1E6B26AFE}"/>
              </a:ext>
            </a:extLst>
          </p:cNvPr>
          <p:cNvSpPr>
            <a:spLocks noGrp="1"/>
          </p:cNvSpPr>
          <p:nvPr>
            <p:ph type="title"/>
          </p:nvPr>
        </p:nvSpPr>
        <p:spPr/>
        <p:txBody>
          <a:bodyPr/>
          <a:lstStyle/>
          <a:p>
            <a:r>
              <a:rPr lang="fr-FR" noProof="0" dirty="0"/>
              <a:t> Aide à la configuration – Chambre d’appel</a:t>
            </a:r>
          </a:p>
        </p:txBody>
      </p:sp>
      <p:sp>
        <p:nvSpPr>
          <p:cNvPr id="3" name="Espace réservé du texte 2">
            <a:extLst>
              <a:ext uri="{FF2B5EF4-FFF2-40B4-BE49-F238E27FC236}">
                <a16:creationId xmlns:a16="http://schemas.microsoft.com/office/drawing/2014/main" id="{12635099-1FCE-24CA-34B4-E855900F3A0C}"/>
              </a:ext>
            </a:extLst>
          </p:cNvPr>
          <p:cNvSpPr>
            <a:spLocks noGrp="1"/>
          </p:cNvSpPr>
          <p:nvPr>
            <p:ph type="body" idx="1"/>
          </p:nvPr>
        </p:nvSpPr>
        <p:spPr>
          <a:xfrm>
            <a:off x="260914" y="1603597"/>
            <a:ext cx="11506953" cy="4908484"/>
          </a:xfrm>
        </p:spPr>
        <p:txBody>
          <a:bodyPr/>
          <a:lstStyle/>
          <a:p>
            <a:pPr>
              <a:buFont typeface="Wingdings" panose="05000000000000000000" pitchFamily="2" charset="2"/>
              <a:buChar char="§"/>
            </a:pPr>
            <a:r>
              <a:rPr lang="fr-FR" sz="1400" b="1" noProof="0" dirty="0"/>
              <a:t>Profondeur et Nombre de combats </a:t>
            </a:r>
            <a:r>
              <a:rPr lang="fr-FR" sz="1400" noProof="0" dirty="0"/>
              <a:t> – La profondeur correspond au nombre maximum de combats à prendre en compte dans la liste des combats restant à réaliser sur un tapis. Le nombre de combats correspond au nombre de combats affichés sur une page de tapis. Le ratio profondeur / Nombre de combats donne le nombre de pages que l’écran va devoir faire dérouler pour ce tapis pour afficher la liste des combats</a:t>
            </a:r>
          </a:p>
          <a:p>
            <a:pPr>
              <a:buFont typeface="Wingdings" panose="05000000000000000000" pitchFamily="2" charset="2"/>
              <a:buChar char="§"/>
            </a:pPr>
            <a:endParaRPr lang="fr-FR" sz="1800" b="1" noProof="0" dirty="0"/>
          </a:p>
          <a:p>
            <a:pPr>
              <a:buFont typeface="Wingdings" panose="05000000000000000000" pitchFamily="2" charset="2"/>
              <a:buChar char="§"/>
            </a:pPr>
            <a:r>
              <a:rPr lang="fr-FR" sz="1400" b="1" noProof="0" dirty="0"/>
              <a:t>Réseau</a:t>
            </a:r>
            <a:r>
              <a:rPr lang="fr-FR" sz="1400" noProof="0" dirty="0"/>
              <a:t> – La saisie peut se faire en adresse IP directement ou par le nom réseau de l’équipement. L’application fera la traduction si elle le peut. La référence pour identifier un écran d’appel est son adresse IP.</a:t>
            </a:r>
          </a:p>
          <a:p>
            <a:pPr>
              <a:buFont typeface="Wingdings" panose="05000000000000000000" pitchFamily="2" charset="2"/>
              <a:buChar char="§"/>
            </a:pPr>
            <a:endParaRPr lang="fr-FR" sz="1800" b="1" noProof="0" dirty="0"/>
          </a:p>
          <a:p>
            <a:pPr>
              <a:buFont typeface="Wingdings" panose="05000000000000000000" pitchFamily="2" charset="2"/>
              <a:buChar char="§"/>
            </a:pPr>
            <a:r>
              <a:rPr lang="fr-FR" sz="1400" b="1" noProof="0" dirty="0"/>
              <a:t>Disposition</a:t>
            </a:r>
            <a:r>
              <a:rPr lang="fr-FR" sz="1400" noProof="0" dirty="0"/>
              <a:t> – Les dispositions possibles permettent d’afficher 1, 2, 4, 6 ou 8 tapis simultanément sur un même écran. Si trop de tapis sont affichés par rapport à la taille physique de l’écran, les textes peuvent être tronqués par manque de place.</a:t>
            </a:r>
          </a:p>
          <a:p>
            <a:pPr>
              <a:buFont typeface="Wingdings" panose="05000000000000000000" pitchFamily="2" charset="2"/>
              <a:buChar char="§"/>
            </a:pPr>
            <a:endParaRPr lang="fr-FR" sz="1800" b="1" noProof="0" dirty="0"/>
          </a:p>
          <a:p>
            <a:pPr>
              <a:buFont typeface="Wingdings" panose="05000000000000000000" pitchFamily="2" charset="2"/>
              <a:buChar char="§"/>
            </a:pPr>
            <a:r>
              <a:rPr lang="fr-FR" sz="1400" b="1" noProof="0" dirty="0"/>
              <a:t>Orientation</a:t>
            </a:r>
            <a:r>
              <a:rPr lang="fr-FR" sz="1400" noProof="0" dirty="0"/>
              <a:t> – Les tapis orientés en Ligne ont leur nom et numéro affichés à gauche des combats. En Colonne, ils sont disposés au dessus. Les combats orientés en Ligne ont le nom/prénom du combattant et le Club/Comité/ligue/pays sur la même ligne. En Colonne, le nom/prénom est au dessus des autres informations.</a:t>
            </a:r>
          </a:p>
          <a:p>
            <a:pPr>
              <a:buFont typeface="Wingdings" panose="05000000000000000000" pitchFamily="2" charset="2"/>
              <a:buChar char="§"/>
            </a:pPr>
            <a:endParaRPr lang="fr-FR" sz="1400" noProof="0" dirty="0"/>
          </a:p>
          <a:p>
            <a:pPr>
              <a:buFont typeface="Wingdings" panose="05000000000000000000" pitchFamily="2" charset="2"/>
              <a:buChar char="§"/>
            </a:pPr>
            <a:r>
              <a:rPr lang="fr-FR" sz="1400" b="1" noProof="0" dirty="0"/>
              <a:t>Ajustement automatique</a:t>
            </a:r>
            <a:r>
              <a:rPr lang="fr-FR" sz="1400" noProof="0" dirty="0"/>
              <a:t> – L’ajustement automatique ne peut fonctionner que sur un écran d’appel supportant l’exécution Javascript. L’ajustement va tenter de déterminer l’orientation du combat (ligne/colonne) et ajuster la taille des caractères pour avoir un affichage le plus grand possible.</a:t>
            </a:r>
          </a:p>
          <a:p>
            <a:endParaRPr lang="fr-FR" sz="1400" noProof="0" dirty="0"/>
          </a:p>
          <a:p>
            <a:pPr marL="101598" indent="0">
              <a:buNone/>
            </a:pPr>
            <a:endParaRPr lang="fr-FR" sz="1400" noProof="0" dirty="0"/>
          </a:p>
          <a:p>
            <a:endParaRPr lang="fr-FR" sz="1400" noProof="0" dirty="0"/>
          </a:p>
          <a:p>
            <a:endParaRPr lang="fr-FR" sz="1400" noProof="0" dirty="0"/>
          </a:p>
          <a:p>
            <a:endParaRPr lang="fr-FR" sz="1400" noProof="0" dirty="0"/>
          </a:p>
          <a:p>
            <a:pPr marL="101598" indent="0">
              <a:buNone/>
            </a:pPr>
            <a:endParaRPr lang="fr-FR" b="1" noProof="0" dirty="0"/>
          </a:p>
        </p:txBody>
      </p:sp>
      <p:sp>
        <p:nvSpPr>
          <p:cNvPr id="4" name="Espace réservé du texte 3">
            <a:extLst>
              <a:ext uri="{FF2B5EF4-FFF2-40B4-BE49-F238E27FC236}">
                <a16:creationId xmlns:a16="http://schemas.microsoft.com/office/drawing/2014/main" id="{19BAFA66-66E4-D08A-8886-FE3577892964}"/>
              </a:ext>
            </a:extLst>
          </p:cNvPr>
          <p:cNvSpPr>
            <a:spLocks noGrp="1"/>
          </p:cNvSpPr>
          <p:nvPr>
            <p:ph type="body" sz="quarter" idx="15"/>
          </p:nvPr>
        </p:nvSpPr>
        <p:spPr/>
        <p:txBody>
          <a:bodyPr/>
          <a:lstStyle/>
          <a:p>
            <a:r>
              <a:rPr lang="fr-FR" noProof="0" dirty="0"/>
              <a:t>Mise en œuvre</a:t>
            </a:r>
          </a:p>
        </p:txBody>
      </p:sp>
    </p:spTree>
    <p:extLst>
      <p:ext uri="{BB962C8B-B14F-4D97-AF65-F5344CB8AC3E}">
        <p14:creationId xmlns:p14="http://schemas.microsoft.com/office/powerpoint/2010/main" val="1851796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5AB25890-5D2B-8A4F-90E1-E25E94E888E5}"/>
              </a:ext>
            </a:extLst>
          </p:cNvPr>
          <p:cNvSpPr>
            <a:spLocks noGrp="1"/>
          </p:cNvSpPr>
          <p:nvPr>
            <p:ph type="title"/>
          </p:nvPr>
        </p:nvSpPr>
        <p:spPr>
          <a:prstGeom prst="rect">
            <a:avLst/>
          </a:prstGeom>
        </p:spPr>
        <p:txBody>
          <a:bodyPr/>
          <a:lstStyle/>
          <a:p>
            <a:r>
              <a:rPr lang="fr-FR" cap="all" noProof="0" dirty="0"/>
              <a:t>é</a:t>
            </a:r>
            <a:r>
              <a:rPr lang="fr-FR" noProof="0" dirty="0"/>
              <a:t>crans &amp; fonctionnalités</a:t>
            </a:r>
          </a:p>
        </p:txBody>
      </p:sp>
      <p:sp>
        <p:nvSpPr>
          <p:cNvPr id="5" name="Espace réservé du contenu 4">
            <a:extLst>
              <a:ext uri="{FF2B5EF4-FFF2-40B4-BE49-F238E27FC236}">
                <a16:creationId xmlns:a16="http://schemas.microsoft.com/office/drawing/2014/main" id="{24F509AC-E712-3C45-AAC9-0BA6E5C35D4B}"/>
              </a:ext>
            </a:extLst>
          </p:cNvPr>
          <p:cNvSpPr>
            <a:spLocks noGrp="1"/>
          </p:cNvSpPr>
          <p:nvPr>
            <p:ph sz="half" idx="1"/>
          </p:nvPr>
        </p:nvSpPr>
        <p:spPr>
          <a:prstGeom prst="rect">
            <a:avLst/>
          </a:prstGeom>
        </p:spPr>
        <p:txBody>
          <a:bodyPr/>
          <a:lstStyle/>
          <a:p>
            <a:r>
              <a:rPr lang="fr-FR" sz="1800" b="0" noProof="0" dirty="0"/>
              <a:t>Description des différents écrans et fonctions</a:t>
            </a:r>
          </a:p>
        </p:txBody>
      </p:sp>
      <p:sp>
        <p:nvSpPr>
          <p:cNvPr id="2" name="Espace réservé du texte 1"/>
          <p:cNvSpPr>
            <a:spLocks noGrp="1"/>
          </p:cNvSpPr>
          <p:nvPr>
            <p:ph type="body" sz="quarter" idx="10"/>
          </p:nvPr>
        </p:nvSpPr>
        <p:spPr/>
        <p:txBody>
          <a:bodyPr/>
          <a:lstStyle/>
          <a:p>
            <a:r>
              <a:rPr lang="fr-FR" noProof="0" dirty="0"/>
              <a:t>3</a:t>
            </a:r>
          </a:p>
        </p:txBody>
      </p:sp>
    </p:spTree>
    <p:extLst>
      <p:ext uri="{BB962C8B-B14F-4D97-AF65-F5344CB8AC3E}">
        <p14:creationId xmlns:p14="http://schemas.microsoft.com/office/powerpoint/2010/main" val="19600002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988C7704-A667-2F6F-F76E-4A424610A94C}"/>
              </a:ext>
            </a:extLst>
          </p:cNvPr>
          <p:cNvPicPr>
            <a:picLocks noChangeAspect="1"/>
          </p:cNvPicPr>
          <p:nvPr/>
        </p:nvPicPr>
        <p:blipFill>
          <a:blip r:embed="rId2"/>
          <a:srcRect l="52917" t="4667" r="11818" b="56111"/>
          <a:stretch>
            <a:fillRect/>
          </a:stretch>
        </p:blipFill>
        <p:spPr>
          <a:xfrm>
            <a:off x="4129041" y="1548632"/>
            <a:ext cx="7368649" cy="4678296"/>
          </a:xfrm>
          <a:prstGeom prst="rect">
            <a:avLst/>
          </a:prstGeom>
        </p:spPr>
      </p:pic>
      <p:sp>
        <p:nvSpPr>
          <p:cNvPr id="2" name="Titre 1">
            <a:extLst>
              <a:ext uri="{FF2B5EF4-FFF2-40B4-BE49-F238E27FC236}">
                <a16:creationId xmlns:a16="http://schemas.microsoft.com/office/drawing/2014/main" id="{EC51AA81-A5DF-3A18-38B6-020B45588EFC}"/>
              </a:ext>
            </a:extLst>
          </p:cNvPr>
          <p:cNvSpPr>
            <a:spLocks noGrp="1"/>
          </p:cNvSpPr>
          <p:nvPr>
            <p:ph type="title"/>
          </p:nvPr>
        </p:nvSpPr>
        <p:spPr/>
        <p:txBody>
          <a:bodyPr/>
          <a:lstStyle/>
          <a:p>
            <a:r>
              <a:rPr lang="fr-FR" cap="all" noProof="0" dirty="0"/>
              <a:t>é</a:t>
            </a:r>
            <a:r>
              <a:rPr lang="fr-FR" noProof="0" dirty="0"/>
              <a:t>cran Principal</a:t>
            </a:r>
          </a:p>
        </p:txBody>
      </p:sp>
      <p:sp>
        <p:nvSpPr>
          <p:cNvPr id="4" name="Espace réservé du texte 3">
            <a:extLst>
              <a:ext uri="{FF2B5EF4-FFF2-40B4-BE49-F238E27FC236}">
                <a16:creationId xmlns:a16="http://schemas.microsoft.com/office/drawing/2014/main" id="{6BDCEFA8-59A6-33CC-D69F-6DDA6E4D9636}"/>
              </a:ext>
            </a:extLst>
          </p:cNvPr>
          <p:cNvSpPr>
            <a:spLocks noGrp="1"/>
          </p:cNvSpPr>
          <p:nvPr>
            <p:ph type="body" sz="quarter" idx="15"/>
          </p:nvPr>
        </p:nvSpPr>
        <p:spPr/>
        <p:txBody>
          <a:bodyPr/>
          <a:lstStyle/>
          <a:p>
            <a:r>
              <a:rPr lang="fr-FR" cap="all" noProof="0" dirty="0"/>
              <a:t>é</a:t>
            </a:r>
            <a:r>
              <a:rPr lang="fr-FR" noProof="0" dirty="0"/>
              <a:t>crans &amp; fonctionnalités</a:t>
            </a:r>
          </a:p>
        </p:txBody>
      </p:sp>
      <p:sp>
        <p:nvSpPr>
          <p:cNvPr id="9" name="Rectangle 8">
            <a:extLst>
              <a:ext uri="{FF2B5EF4-FFF2-40B4-BE49-F238E27FC236}">
                <a16:creationId xmlns:a16="http://schemas.microsoft.com/office/drawing/2014/main" id="{3EF85812-DC0E-5DF2-05BA-E6781244FF00}"/>
              </a:ext>
            </a:extLst>
          </p:cNvPr>
          <p:cNvSpPr/>
          <p:nvPr/>
        </p:nvSpPr>
        <p:spPr>
          <a:xfrm>
            <a:off x="4129042" y="1738092"/>
            <a:ext cx="7368648" cy="322223"/>
          </a:xfrm>
          <a:prstGeom prst="rect">
            <a:avLst/>
          </a:prstGeom>
          <a:noFill/>
          <a:ln w="28575">
            <a:solidFill>
              <a:srgbClr val="358F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0" name="Rectangle 9">
            <a:extLst>
              <a:ext uri="{FF2B5EF4-FFF2-40B4-BE49-F238E27FC236}">
                <a16:creationId xmlns:a16="http://schemas.microsoft.com/office/drawing/2014/main" id="{234BC05A-1046-B62B-BF55-075C40F57369}"/>
              </a:ext>
            </a:extLst>
          </p:cNvPr>
          <p:cNvSpPr/>
          <p:nvPr/>
        </p:nvSpPr>
        <p:spPr>
          <a:xfrm>
            <a:off x="4140942" y="2810668"/>
            <a:ext cx="3654318" cy="1727423"/>
          </a:xfrm>
          <a:prstGeom prst="rect">
            <a:avLst/>
          </a:prstGeom>
          <a:noFill/>
          <a:ln w="28575">
            <a:solidFill>
              <a:srgbClr val="358F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1" name="Rectangle 10">
            <a:extLst>
              <a:ext uri="{FF2B5EF4-FFF2-40B4-BE49-F238E27FC236}">
                <a16:creationId xmlns:a16="http://schemas.microsoft.com/office/drawing/2014/main" id="{86D6A123-4204-B6B1-FD80-1AC8B7B8668E}"/>
              </a:ext>
            </a:extLst>
          </p:cNvPr>
          <p:cNvSpPr/>
          <p:nvPr/>
        </p:nvSpPr>
        <p:spPr>
          <a:xfrm>
            <a:off x="7795260" y="2799476"/>
            <a:ext cx="3714329" cy="3427452"/>
          </a:xfrm>
          <a:prstGeom prst="rect">
            <a:avLst/>
          </a:prstGeom>
          <a:noFill/>
          <a:ln w="28575">
            <a:solidFill>
              <a:srgbClr val="358F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4" name="Rectangle 13">
            <a:extLst>
              <a:ext uri="{FF2B5EF4-FFF2-40B4-BE49-F238E27FC236}">
                <a16:creationId xmlns:a16="http://schemas.microsoft.com/office/drawing/2014/main" id="{EB9C0E32-2232-FA38-90C6-7A9E909BA1A0}"/>
              </a:ext>
            </a:extLst>
          </p:cNvPr>
          <p:cNvSpPr/>
          <p:nvPr/>
        </p:nvSpPr>
        <p:spPr>
          <a:xfrm>
            <a:off x="7217093" y="1766928"/>
            <a:ext cx="1438275" cy="107910"/>
          </a:xfrm>
          <a:prstGeom prst="rect">
            <a:avLst/>
          </a:prstGeom>
          <a:solidFill>
            <a:srgbClr val="F6F2F3"/>
          </a:solidFill>
          <a:ln>
            <a:solidFill>
              <a:srgbClr val="358F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6" name="Rectangle 5">
            <a:extLst>
              <a:ext uri="{FF2B5EF4-FFF2-40B4-BE49-F238E27FC236}">
                <a16:creationId xmlns:a16="http://schemas.microsoft.com/office/drawing/2014/main" id="{9A1F2E5F-25AB-1B0F-E796-FDC723780ECB}"/>
              </a:ext>
            </a:extLst>
          </p:cNvPr>
          <p:cNvSpPr/>
          <p:nvPr/>
        </p:nvSpPr>
        <p:spPr>
          <a:xfrm>
            <a:off x="4140942" y="2069745"/>
            <a:ext cx="7368648" cy="720968"/>
          </a:xfrm>
          <a:prstGeom prst="rect">
            <a:avLst/>
          </a:prstGeom>
          <a:noFill/>
          <a:ln w="28575">
            <a:solidFill>
              <a:srgbClr val="358F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8" name="Rectangle 17">
            <a:extLst>
              <a:ext uri="{FF2B5EF4-FFF2-40B4-BE49-F238E27FC236}">
                <a16:creationId xmlns:a16="http://schemas.microsoft.com/office/drawing/2014/main" id="{98DE0864-AFD7-68C5-3980-1A25FF3CC153}"/>
              </a:ext>
            </a:extLst>
          </p:cNvPr>
          <p:cNvSpPr/>
          <p:nvPr/>
        </p:nvSpPr>
        <p:spPr>
          <a:xfrm>
            <a:off x="4140942" y="4539415"/>
            <a:ext cx="3654318" cy="1687513"/>
          </a:xfrm>
          <a:prstGeom prst="rect">
            <a:avLst/>
          </a:prstGeom>
          <a:noFill/>
          <a:ln w="28575">
            <a:solidFill>
              <a:srgbClr val="358F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nvGrpSpPr>
          <p:cNvPr id="3" name="Groupe 2">
            <a:extLst>
              <a:ext uri="{FF2B5EF4-FFF2-40B4-BE49-F238E27FC236}">
                <a16:creationId xmlns:a16="http://schemas.microsoft.com/office/drawing/2014/main" id="{F45B8DDA-269D-5E7D-2CA6-C4765CBB46C0}"/>
              </a:ext>
            </a:extLst>
          </p:cNvPr>
          <p:cNvGrpSpPr/>
          <p:nvPr/>
        </p:nvGrpSpPr>
        <p:grpSpPr>
          <a:xfrm>
            <a:off x="426611" y="1775898"/>
            <a:ext cx="3429376" cy="557747"/>
            <a:chOff x="5346700" y="1873408"/>
            <a:chExt cx="3429376" cy="557747"/>
          </a:xfrm>
        </p:grpSpPr>
        <p:sp>
          <p:nvSpPr>
            <p:cNvPr id="7" name="Rectangle : coins arrondis 6">
              <a:extLst>
                <a:ext uri="{FF2B5EF4-FFF2-40B4-BE49-F238E27FC236}">
                  <a16:creationId xmlns:a16="http://schemas.microsoft.com/office/drawing/2014/main" id="{B164739B-3125-3963-E9A7-782C0DCA4B0A}"/>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8" name="Rectangle : coins arrondis 7">
              <a:extLst>
                <a:ext uri="{FF2B5EF4-FFF2-40B4-BE49-F238E27FC236}">
                  <a16:creationId xmlns:a16="http://schemas.microsoft.com/office/drawing/2014/main" id="{CA0BB3AB-C673-A980-836D-059F07F5B732}"/>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Commandes principales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 les commandes générales (connexion au TAS, etc.)</a:t>
              </a:r>
            </a:p>
          </p:txBody>
        </p:sp>
        <p:sp>
          <p:nvSpPr>
            <p:cNvPr id="17" name="Rectangle : coins arrondis 16">
              <a:extLst>
                <a:ext uri="{FF2B5EF4-FFF2-40B4-BE49-F238E27FC236}">
                  <a16:creationId xmlns:a16="http://schemas.microsoft.com/office/drawing/2014/main" id="{E50F285E-BDBC-1484-D540-9BB8074A2AF6}"/>
                </a:ext>
              </a:extLst>
            </p:cNvPr>
            <p:cNvSpPr>
              <a:spLocks noChangeAspect="1"/>
            </p:cNvSpPr>
            <p:nvPr/>
          </p:nvSpPr>
          <p:spPr>
            <a:xfrm>
              <a:off x="5408816" y="2010394"/>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21" name="Connecteur droit 20">
              <a:extLst>
                <a:ext uri="{FF2B5EF4-FFF2-40B4-BE49-F238E27FC236}">
                  <a16:creationId xmlns:a16="http://schemas.microsoft.com/office/drawing/2014/main" id="{65BC8410-B3F6-01F0-4C5B-6FA395BEBF5D}"/>
                </a:ext>
              </a:extLst>
            </p:cNvPr>
            <p:cNvCxnSpPr/>
            <p:nvPr/>
          </p:nvCxnSpPr>
          <p:spPr>
            <a:xfrm>
              <a:off x="5346700" y="1876755"/>
              <a:ext cx="0" cy="554400"/>
            </a:xfrm>
            <a:prstGeom prst="line">
              <a:avLst/>
            </a:prstGeom>
            <a:ln w="38100">
              <a:solidFill>
                <a:srgbClr val="358F6C"/>
              </a:solidFill>
            </a:ln>
          </p:spPr>
          <p:style>
            <a:lnRef idx="1">
              <a:schemeClr val="accent1"/>
            </a:lnRef>
            <a:fillRef idx="0">
              <a:schemeClr val="accent1"/>
            </a:fillRef>
            <a:effectRef idx="0">
              <a:schemeClr val="accent1"/>
            </a:effectRef>
            <a:fontRef idx="minor">
              <a:schemeClr val="tx1"/>
            </a:fontRef>
          </p:style>
        </p:cxnSp>
      </p:grpSp>
      <p:sp>
        <p:nvSpPr>
          <p:cNvPr id="23" name="Rectangle : coins arrondis 22">
            <a:extLst>
              <a:ext uri="{FF2B5EF4-FFF2-40B4-BE49-F238E27FC236}">
                <a16:creationId xmlns:a16="http://schemas.microsoft.com/office/drawing/2014/main" id="{8DBE26EB-5D0C-67FC-8AEF-B27C6BB4DB16}"/>
              </a:ext>
            </a:extLst>
          </p:cNvPr>
          <p:cNvSpPr>
            <a:spLocks noChangeAspect="1"/>
          </p:cNvSpPr>
          <p:nvPr/>
        </p:nvSpPr>
        <p:spPr>
          <a:xfrm>
            <a:off x="8973640" y="1755203"/>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grpSp>
        <p:nvGrpSpPr>
          <p:cNvPr id="24" name="Groupe 23">
            <a:extLst>
              <a:ext uri="{FF2B5EF4-FFF2-40B4-BE49-F238E27FC236}">
                <a16:creationId xmlns:a16="http://schemas.microsoft.com/office/drawing/2014/main" id="{ADCCBB66-3658-CC1B-FE1E-329700599C9A}"/>
              </a:ext>
            </a:extLst>
          </p:cNvPr>
          <p:cNvGrpSpPr/>
          <p:nvPr/>
        </p:nvGrpSpPr>
        <p:grpSpPr>
          <a:xfrm>
            <a:off x="426611" y="2646209"/>
            <a:ext cx="3429376" cy="557747"/>
            <a:chOff x="5346700" y="1873408"/>
            <a:chExt cx="3429376" cy="557747"/>
          </a:xfrm>
        </p:grpSpPr>
        <p:sp>
          <p:nvSpPr>
            <p:cNvPr id="25" name="Rectangle : coins arrondis 24">
              <a:extLst>
                <a:ext uri="{FF2B5EF4-FFF2-40B4-BE49-F238E27FC236}">
                  <a16:creationId xmlns:a16="http://schemas.microsoft.com/office/drawing/2014/main" id="{CFD6AB94-26FE-8FA9-75FF-562506E8BF15}"/>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6" name="Rectangle : coins arrondis 25">
              <a:extLst>
                <a:ext uri="{FF2B5EF4-FFF2-40B4-BE49-F238E27FC236}">
                  <a16:creationId xmlns:a16="http://schemas.microsoft.com/office/drawing/2014/main" id="{2B315443-4A39-1302-50A3-8C71A74EBAA7}"/>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Génération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 les commandes de contrôle de la génération (arrêt, etc.)</a:t>
              </a:r>
            </a:p>
          </p:txBody>
        </p:sp>
        <p:sp>
          <p:nvSpPr>
            <p:cNvPr id="27" name="Rectangle : coins arrondis 26">
              <a:extLst>
                <a:ext uri="{FF2B5EF4-FFF2-40B4-BE49-F238E27FC236}">
                  <a16:creationId xmlns:a16="http://schemas.microsoft.com/office/drawing/2014/main" id="{039A213A-2A7E-CA1C-1796-D25B8EB95F69}"/>
                </a:ext>
              </a:extLst>
            </p:cNvPr>
            <p:cNvSpPr>
              <a:spLocks noChangeAspect="1"/>
            </p:cNvSpPr>
            <p:nvPr/>
          </p:nvSpPr>
          <p:spPr>
            <a:xfrm>
              <a:off x="5408816" y="2010394"/>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28" name="Connecteur droit 27">
              <a:extLst>
                <a:ext uri="{FF2B5EF4-FFF2-40B4-BE49-F238E27FC236}">
                  <a16:creationId xmlns:a16="http://schemas.microsoft.com/office/drawing/2014/main" id="{6B4B619A-1401-7468-9A16-BBD83BC380CC}"/>
                </a:ext>
              </a:extLst>
            </p:cNvPr>
            <p:cNvCxnSpPr/>
            <p:nvPr/>
          </p:nvCxnSpPr>
          <p:spPr>
            <a:xfrm>
              <a:off x="5346700" y="1876755"/>
              <a:ext cx="0" cy="554400"/>
            </a:xfrm>
            <a:prstGeom prst="line">
              <a:avLst/>
            </a:prstGeom>
            <a:ln w="38100">
              <a:solidFill>
                <a:srgbClr val="358F6C"/>
              </a:solidFill>
            </a:ln>
          </p:spPr>
          <p:style>
            <a:lnRef idx="1">
              <a:schemeClr val="accent1"/>
            </a:lnRef>
            <a:fillRef idx="0">
              <a:schemeClr val="accent1"/>
            </a:fillRef>
            <a:effectRef idx="0">
              <a:schemeClr val="accent1"/>
            </a:effectRef>
            <a:fontRef idx="minor">
              <a:schemeClr val="tx1"/>
            </a:fontRef>
          </p:style>
        </p:cxnSp>
      </p:grpSp>
      <p:sp>
        <p:nvSpPr>
          <p:cNvPr id="29" name="Rectangle : coins arrondis 28">
            <a:extLst>
              <a:ext uri="{FF2B5EF4-FFF2-40B4-BE49-F238E27FC236}">
                <a16:creationId xmlns:a16="http://schemas.microsoft.com/office/drawing/2014/main" id="{D39D223D-29A1-890B-EC45-DBF35F42F991}"/>
              </a:ext>
            </a:extLst>
          </p:cNvPr>
          <p:cNvSpPr>
            <a:spLocks noChangeAspect="1"/>
          </p:cNvSpPr>
          <p:nvPr/>
        </p:nvSpPr>
        <p:spPr>
          <a:xfrm>
            <a:off x="8243968" y="2363095"/>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sp>
        <p:nvSpPr>
          <p:cNvPr id="30" name="Rectangle : coins arrondis 29">
            <a:extLst>
              <a:ext uri="{FF2B5EF4-FFF2-40B4-BE49-F238E27FC236}">
                <a16:creationId xmlns:a16="http://schemas.microsoft.com/office/drawing/2014/main" id="{025C5A52-99E7-B748-2EFE-92ED13D046F6}"/>
              </a:ext>
            </a:extLst>
          </p:cNvPr>
          <p:cNvSpPr>
            <a:spLocks noChangeAspect="1"/>
          </p:cNvSpPr>
          <p:nvPr/>
        </p:nvSpPr>
        <p:spPr>
          <a:xfrm>
            <a:off x="7073093" y="3058695"/>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c</a:t>
            </a:r>
          </a:p>
        </p:txBody>
      </p:sp>
      <p:sp>
        <p:nvSpPr>
          <p:cNvPr id="32" name="Rectangle : coins arrondis 31">
            <a:extLst>
              <a:ext uri="{FF2B5EF4-FFF2-40B4-BE49-F238E27FC236}">
                <a16:creationId xmlns:a16="http://schemas.microsoft.com/office/drawing/2014/main" id="{0417EC0A-A811-D5A9-EE01-DCDE8D3526EE}"/>
              </a:ext>
            </a:extLst>
          </p:cNvPr>
          <p:cNvSpPr>
            <a:spLocks noChangeAspect="1"/>
          </p:cNvSpPr>
          <p:nvPr/>
        </p:nvSpPr>
        <p:spPr>
          <a:xfrm>
            <a:off x="7073093" y="4620168"/>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d</a:t>
            </a:r>
          </a:p>
        </p:txBody>
      </p:sp>
      <p:sp>
        <p:nvSpPr>
          <p:cNvPr id="34" name="Rectangle : coins arrondis 33">
            <a:extLst>
              <a:ext uri="{FF2B5EF4-FFF2-40B4-BE49-F238E27FC236}">
                <a16:creationId xmlns:a16="http://schemas.microsoft.com/office/drawing/2014/main" id="{4B54E83C-E7C6-4516-533C-0534882246BC}"/>
              </a:ext>
            </a:extLst>
          </p:cNvPr>
          <p:cNvSpPr>
            <a:spLocks noChangeAspect="1"/>
          </p:cNvSpPr>
          <p:nvPr/>
        </p:nvSpPr>
        <p:spPr>
          <a:xfrm>
            <a:off x="11036540" y="2914695"/>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e</a:t>
            </a:r>
          </a:p>
        </p:txBody>
      </p:sp>
      <p:grpSp>
        <p:nvGrpSpPr>
          <p:cNvPr id="35" name="Groupe 34">
            <a:extLst>
              <a:ext uri="{FF2B5EF4-FFF2-40B4-BE49-F238E27FC236}">
                <a16:creationId xmlns:a16="http://schemas.microsoft.com/office/drawing/2014/main" id="{5FA3EC36-1859-78F1-1D32-8AB7AE27E783}"/>
              </a:ext>
            </a:extLst>
          </p:cNvPr>
          <p:cNvGrpSpPr/>
          <p:nvPr/>
        </p:nvGrpSpPr>
        <p:grpSpPr>
          <a:xfrm>
            <a:off x="426611" y="3516520"/>
            <a:ext cx="3429376" cy="612000"/>
            <a:chOff x="5346700" y="2182795"/>
            <a:chExt cx="3429376" cy="612000"/>
          </a:xfrm>
        </p:grpSpPr>
        <p:sp>
          <p:nvSpPr>
            <p:cNvPr id="36" name="Rectangle : coins arrondis 35">
              <a:extLst>
                <a:ext uri="{FF2B5EF4-FFF2-40B4-BE49-F238E27FC236}">
                  <a16:creationId xmlns:a16="http://schemas.microsoft.com/office/drawing/2014/main" id="{F7770D31-6198-8AC5-5066-4A374AFE03F8}"/>
                </a:ext>
              </a:extLst>
            </p:cNvPr>
            <p:cNvSpPr/>
            <p:nvPr/>
          </p:nvSpPr>
          <p:spPr>
            <a:xfrm>
              <a:off x="5346701" y="2182795"/>
              <a:ext cx="412231" cy="612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37" name="Rectangle : coins arrondis 36">
              <a:extLst>
                <a:ext uri="{FF2B5EF4-FFF2-40B4-BE49-F238E27FC236}">
                  <a16:creationId xmlns:a16="http://schemas.microsoft.com/office/drawing/2014/main" id="{9C124EC7-8FC0-C827-AAD3-97E393489804}"/>
                </a:ext>
              </a:extLst>
            </p:cNvPr>
            <p:cNvSpPr/>
            <p:nvPr/>
          </p:nvSpPr>
          <p:spPr>
            <a:xfrm>
              <a:off x="5680076" y="2182795"/>
              <a:ext cx="3096000" cy="612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Publication Coachs &amp; Public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 les commandes de la publication locale du site Coachs &amp; public (arrêt, etc.)</a:t>
              </a:r>
            </a:p>
          </p:txBody>
        </p:sp>
        <p:sp>
          <p:nvSpPr>
            <p:cNvPr id="38" name="Rectangle : coins arrondis 37">
              <a:extLst>
                <a:ext uri="{FF2B5EF4-FFF2-40B4-BE49-F238E27FC236}">
                  <a16:creationId xmlns:a16="http://schemas.microsoft.com/office/drawing/2014/main" id="{312DCA8E-9BC8-E0AC-30F6-563895BE7976}"/>
                </a:ext>
              </a:extLst>
            </p:cNvPr>
            <p:cNvSpPr>
              <a:spLocks noChangeAspect="1"/>
            </p:cNvSpPr>
            <p:nvPr/>
          </p:nvSpPr>
          <p:spPr>
            <a:xfrm>
              <a:off x="5408816" y="2344795"/>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c</a:t>
              </a:r>
            </a:p>
          </p:txBody>
        </p:sp>
        <p:cxnSp>
          <p:nvCxnSpPr>
            <p:cNvPr id="39" name="Connecteur droit 38">
              <a:extLst>
                <a:ext uri="{FF2B5EF4-FFF2-40B4-BE49-F238E27FC236}">
                  <a16:creationId xmlns:a16="http://schemas.microsoft.com/office/drawing/2014/main" id="{999EB869-E5B7-8C35-312D-267A38D8DDBB}"/>
                </a:ext>
              </a:extLst>
            </p:cNvPr>
            <p:cNvCxnSpPr>
              <a:cxnSpLocks/>
            </p:cNvCxnSpPr>
            <p:nvPr/>
          </p:nvCxnSpPr>
          <p:spPr>
            <a:xfrm>
              <a:off x="5346700" y="2182795"/>
              <a:ext cx="0" cy="612000"/>
            </a:xfrm>
            <a:prstGeom prst="line">
              <a:avLst/>
            </a:prstGeom>
            <a:ln w="38100">
              <a:solidFill>
                <a:srgbClr val="358F6C"/>
              </a:solidFill>
            </a:ln>
          </p:spPr>
          <p:style>
            <a:lnRef idx="1">
              <a:schemeClr val="accent1"/>
            </a:lnRef>
            <a:fillRef idx="0">
              <a:schemeClr val="accent1"/>
            </a:fillRef>
            <a:effectRef idx="0">
              <a:schemeClr val="accent1"/>
            </a:effectRef>
            <a:fontRef idx="minor">
              <a:schemeClr val="tx1"/>
            </a:fontRef>
          </p:style>
        </p:cxnSp>
      </p:grpSp>
      <p:grpSp>
        <p:nvGrpSpPr>
          <p:cNvPr id="40" name="Groupe 39">
            <a:extLst>
              <a:ext uri="{FF2B5EF4-FFF2-40B4-BE49-F238E27FC236}">
                <a16:creationId xmlns:a16="http://schemas.microsoft.com/office/drawing/2014/main" id="{8372C709-A4ED-82F6-CB62-6904F2A0121A}"/>
              </a:ext>
            </a:extLst>
          </p:cNvPr>
          <p:cNvGrpSpPr/>
          <p:nvPr/>
        </p:nvGrpSpPr>
        <p:grpSpPr>
          <a:xfrm>
            <a:off x="426611" y="5365647"/>
            <a:ext cx="3429376" cy="612000"/>
            <a:chOff x="5346700" y="1875081"/>
            <a:chExt cx="3429376" cy="612000"/>
          </a:xfrm>
        </p:grpSpPr>
        <p:sp>
          <p:nvSpPr>
            <p:cNvPr id="41" name="Rectangle : coins arrondis 40">
              <a:extLst>
                <a:ext uri="{FF2B5EF4-FFF2-40B4-BE49-F238E27FC236}">
                  <a16:creationId xmlns:a16="http://schemas.microsoft.com/office/drawing/2014/main" id="{EFE8AC6D-3ABD-6513-3423-5E3F1F8295C5}"/>
                </a:ext>
              </a:extLst>
            </p:cNvPr>
            <p:cNvSpPr/>
            <p:nvPr/>
          </p:nvSpPr>
          <p:spPr>
            <a:xfrm>
              <a:off x="5346701" y="1875081"/>
              <a:ext cx="412231" cy="612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42" name="Rectangle : coins arrondis 41">
              <a:extLst>
                <a:ext uri="{FF2B5EF4-FFF2-40B4-BE49-F238E27FC236}">
                  <a16:creationId xmlns:a16="http://schemas.microsoft.com/office/drawing/2014/main" id="{15679092-6E8A-1E87-19BF-78B604575C02}"/>
                </a:ext>
              </a:extLst>
            </p:cNvPr>
            <p:cNvSpPr/>
            <p:nvPr/>
          </p:nvSpPr>
          <p:spPr>
            <a:xfrm>
              <a:off x="5680076" y="1875081"/>
              <a:ext cx="3096000" cy="612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Publication Coachs &amp; Public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 les commandes de la publication à distance du site Coachs &amp; Public (arrêt, etc.)</a:t>
              </a:r>
            </a:p>
          </p:txBody>
        </p:sp>
        <p:sp>
          <p:nvSpPr>
            <p:cNvPr id="43" name="Rectangle : coins arrondis 42">
              <a:extLst>
                <a:ext uri="{FF2B5EF4-FFF2-40B4-BE49-F238E27FC236}">
                  <a16:creationId xmlns:a16="http://schemas.microsoft.com/office/drawing/2014/main" id="{A972B735-8DAD-0D3B-F0A7-FC6CB16504D3}"/>
                </a:ext>
              </a:extLst>
            </p:cNvPr>
            <p:cNvSpPr>
              <a:spLocks noChangeAspect="1"/>
            </p:cNvSpPr>
            <p:nvPr/>
          </p:nvSpPr>
          <p:spPr>
            <a:xfrm>
              <a:off x="5408816" y="2037081"/>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e</a:t>
              </a:r>
            </a:p>
          </p:txBody>
        </p:sp>
        <p:cxnSp>
          <p:nvCxnSpPr>
            <p:cNvPr id="44" name="Connecteur droit 43">
              <a:extLst>
                <a:ext uri="{FF2B5EF4-FFF2-40B4-BE49-F238E27FC236}">
                  <a16:creationId xmlns:a16="http://schemas.microsoft.com/office/drawing/2014/main" id="{37C49167-610E-1042-D31F-E8123A1B22B4}"/>
                </a:ext>
              </a:extLst>
            </p:cNvPr>
            <p:cNvCxnSpPr>
              <a:cxnSpLocks/>
            </p:cNvCxnSpPr>
            <p:nvPr/>
          </p:nvCxnSpPr>
          <p:spPr>
            <a:xfrm>
              <a:off x="5346700" y="1875081"/>
              <a:ext cx="0" cy="612000"/>
            </a:xfrm>
            <a:prstGeom prst="line">
              <a:avLst/>
            </a:prstGeom>
            <a:ln w="38100">
              <a:solidFill>
                <a:srgbClr val="358F6C"/>
              </a:solidFill>
            </a:ln>
          </p:spPr>
          <p:style>
            <a:lnRef idx="1">
              <a:schemeClr val="accent1"/>
            </a:lnRef>
            <a:fillRef idx="0">
              <a:schemeClr val="accent1"/>
            </a:fillRef>
            <a:effectRef idx="0">
              <a:schemeClr val="accent1"/>
            </a:effectRef>
            <a:fontRef idx="minor">
              <a:schemeClr val="tx1"/>
            </a:fontRef>
          </p:style>
        </p:cxnSp>
      </p:grpSp>
      <p:grpSp>
        <p:nvGrpSpPr>
          <p:cNvPr id="45" name="Groupe 44">
            <a:extLst>
              <a:ext uri="{FF2B5EF4-FFF2-40B4-BE49-F238E27FC236}">
                <a16:creationId xmlns:a16="http://schemas.microsoft.com/office/drawing/2014/main" id="{35472225-FC3F-9866-CEA7-0DF20F436C38}"/>
              </a:ext>
            </a:extLst>
          </p:cNvPr>
          <p:cNvGrpSpPr/>
          <p:nvPr/>
        </p:nvGrpSpPr>
        <p:grpSpPr>
          <a:xfrm>
            <a:off x="426611" y="4441084"/>
            <a:ext cx="3429376" cy="612000"/>
            <a:chOff x="5346700" y="1875081"/>
            <a:chExt cx="3429376" cy="612000"/>
          </a:xfrm>
        </p:grpSpPr>
        <p:sp>
          <p:nvSpPr>
            <p:cNvPr id="46" name="Rectangle : coins arrondis 45">
              <a:extLst>
                <a:ext uri="{FF2B5EF4-FFF2-40B4-BE49-F238E27FC236}">
                  <a16:creationId xmlns:a16="http://schemas.microsoft.com/office/drawing/2014/main" id="{8787FABE-1B07-E4E1-8D4B-D7F26D9340C1}"/>
                </a:ext>
              </a:extLst>
            </p:cNvPr>
            <p:cNvSpPr/>
            <p:nvPr/>
          </p:nvSpPr>
          <p:spPr>
            <a:xfrm>
              <a:off x="5346701" y="1875081"/>
              <a:ext cx="412231" cy="612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47" name="Rectangle : coins arrondis 46">
              <a:extLst>
                <a:ext uri="{FF2B5EF4-FFF2-40B4-BE49-F238E27FC236}">
                  <a16:creationId xmlns:a16="http://schemas.microsoft.com/office/drawing/2014/main" id="{2C3EE5BA-BB99-2EBD-C5C7-473C8D937F74}"/>
                </a:ext>
              </a:extLst>
            </p:cNvPr>
            <p:cNvSpPr/>
            <p:nvPr/>
          </p:nvSpPr>
          <p:spPr>
            <a:xfrm>
              <a:off x="5680076" y="1875081"/>
              <a:ext cx="3096000" cy="612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Publication Chambre d’appel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 les commandes de la publication de la chambre d’appel (arrêt, etc.)</a:t>
              </a:r>
            </a:p>
          </p:txBody>
        </p:sp>
        <p:sp>
          <p:nvSpPr>
            <p:cNvPr id="48" name="Rectangle : coins arrondis 47">
              <a:extLst>
                <a:ext uri="{FF2B5EF4-FFF2-40B4-BE49-F238E27FC236}">
                  <a16:creationId xmlns:a16="http://schemas.microsoft.com/office/drawing/2014/main" id="{B8257621-B361-63F1-4C35-01DE3FD5ED07}"/>
                </a:ext>
              </a:extLst>
            </p:cNvPr>
            <p:cNvSpPr>
              <a:spLocks noChangeAspect="1"/>
            </p:cNvSpPr>
            <p:nvPr/>
          </p:nvSpPr>
          <p:spPr>
            <a:xfrm>
              <a:off x="5408816" y="2037081"/>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d</a:t>
              </a:r>
            </a:p>
          </p:txBody>
        </p:sp>
        <p:cxnSp>
          <p:nvCxnSpPr>
            <p:cNvPr id="49" name="Connecteur droit 48">
              <a:extLst>
                <a:ext uri="{FF2B5EF4-FFF2-40B4-BE49-F238E27FC236}">
                  <a16:creationId xmlns:a16="http://schemas.microsoft.com/office/drawing/2014/main" id="{10E19A9C-77E6-90FD-FCF4-3F40EC00A2CC}"/>
                </a:ext>
              </a:extLst>
            </p:cNvPr>
            <p:cNvCxnSpPr>
              <a:cxnSpLocks/>
            </p:cNvCxnSpPr>
            <p:nvPr/>
          </p:nvCxnSpPr>
          <p:spPr>
            <a:xfrm>
              <a:off x="5346700" y="1875081"/>
              <a:ext cx="0" cy="612000"/>
            </a:xfrm>
            <a:prstGeom prst="line">
              <a:avLst/>
            </a:prstGeom>
            <a:ln w="38100">
              <a:solidFill>
                <a:srgbClr val="358F6C"/>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735929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51AA81-A5DF-3A18-38B6-020B45588EFC}"/>
              </a:ext>
            </a:extLst>
          </p:cNvPr>
          <p:cNvSpPr>
            <a:spLocks noGrp="1"/>
          </p:cNvSpPr>
          <p:nvPr>
            <p:ph type="title"/>
          </p:nvPr>
        </p:nvSpPr>
        <p:spPr>
          <a:xfrm>
            <a:off x="980074" y="614905"/>
            <a:ext cx="10853446" cy="528400"/>
          </a:xfrm>
        </p:spPr>
        <p:txBody>
          <a:bodyPr/>
          <a:lstStyle/>
          <a:p>
            <a:r>
              <a:rPr lang="fr-FR" cap="all" noProof="0" dirty="0"/>
              <a:t>é</a:t>
            </a:r>
            <a:r>
              <a:rPr lang="fr-FR" noProof="0" dirty="0"/>
              <a:t>cran Principal – </a:t>
            </a:r>
            <a:r>
              <a:rPr lang="fr-FR" noProof="0" dirty="0">
                <a:sym typeface="Wingdings" panose="05000000000000000000" pitchFamily="2" charset="2"/>
              </a:rPr>
              <a:t>Panneau de commande principal</a:t>
            </a:r>
            <a:endParaRPr lang="fr-FR" noProof="0" dirty="0"/>
          </a:p>
        </p:txBody>
      </p:sp>
      <p:sp>
        <p:nvSpPr>
          <p:cNvPr id="4" name="Espace réservé du texte 3">
            <a:extLst>
              <a:ext uri="{FF2B5EF4-FFF2-40B4-BE49-F238E27FC236}">
                <a16:creationId xmlns:a16="http://schemas.microsoft.com/office/drawing/2014/main" id="{6BDCEFA8-59A6-33CC-D69F-6DDA6E4D9636}"/>
              </a:ext>
            </a:extLst>
          </p:cNvPr>
          <p:cNvSpPr>
            <a:spLocks noGrp="1"/>
          </p:cNvSpPr>
          <p:nvPr>
            <p:ph type="body" sz="quarter" idx="15"/>
          </p:nvPr>
        </p:nvSpPr>
        <p:spPr>
          <a:xfrm>
            <a:off x="-9525" y="350463"/>
            <a:ext cx="5833582" cy="215900"/>
          </a:xfrm>
        </p:spPr>
        <p:txBody>
          <a:bodyPr/>
          <a:lstStyle/>
          <a:p>
            <a:r>
              <a:rPr lang="fr-FR" cap="all" noProof="0" dirty="0"/>
              <a:t>é</a:t>
            </a:r>
            <a:r>
              <a:rPr lang="fr-FR" noProof="0" dirty="0"/>
              <a:t>crans &amp; fonctionnalités</a:t>
            </a:r>
          </a:p>
        </p:txBody>
      </p:sp>
      <p:sp>
        <p:nvSpPr>
          <p:cNvPr id="27" name="ZoneTexte 26">
            <a:extLst>
              <a:ext uri="{FF2B5EF4-FFF2-40B4-BE49-F238E27FC236}">
                <a16:creationId xmlns:a16="http://schemas.microsoft.com/office/drawing/2014/main" id="{F0629407-E6BF-A060-75B4-FDA9ED94E6EE}"/>
              </a:ext>
            </a:extLst>
          </p:cNvPr>
          <p:cNvSpPr txBox="1"/>
          <p:nvPr/>
        </p:nvSpPr>
        <p:spPr>
          <a:xfrm>
            <a:off x="-62393" y="6248821"/>
            <a:ext cx="11537963" cy="307777"/>
          </a:xfrm>
          <a:prstGeom prst="rect">
            <a:avLst/>
          </a:prstGeom>
          <a:noFill/>
        </p:spPr>
        <p:txBody>
          <a:bodyPr wrap="square">
            <a:spAutoFit/>
          </a:bodyPr>
          <a:lstStyle/>
          <a:p>
            <a:pPr marL="101598" indent="0">
              <a:buNone/>
            </a:pPr>
            <a:r>
              <a:rPr lang="fr-FR" sz="1400" b="1" i="1" noProof="0" dirty="0">
                <a:solidFill>
                  <a:schemeClr val="tx1">
                    <a:lumMod val="75000"/>
                    <a:lumOff val="25000"/>
                  </a:schemeClr>
                </a:solidFill>
                <a:latin typeface="Barlow" panose="00000500000000000000" pitchFamily="2" charset="0"/>
                <a:cs typeface="Segoe UI" panose="020B0502040204020203" pitchFamily="34" charset="0"/>
              </a:rPr>
              <a:t>Note : </a:t>
            </a:r>
            <a:r>
              <a:rPr lang="fr-FR" sz="1200" i="1" noProof="0" dirty="0">
                <a:solidFill>
                  <a:schemeClr val="tx1">
                    <a:lumMod val="75000"/>
                    <a:lumOff val="25000"/>
                  </a:schemeClr>
                </a:solidFill>
                <a:latin typeface="Barlow" panose="00000500000000000000" pitchFamily="2" charset="0"/>
                <a:cs typeface="Segoe UI" panose="020B0502040204020203" pitchFamily="34" charset="0"/>
              </a:rPr>
              <a:t>Les boutons sont grisés si l’état de l’application ne permet pas l’accès à la fonction.</a:t>
            </a:r>
          </a:p>
        </p:txBody>
      </p:sp>
      <p:grpSp>
        <p:nvGrpSpPr>
          <p:cNvPr id="49" name="Groupe 48">
            <a:extLst>
              <a:ext uri="{FF2B5EF4-FFF2-40B4-BE49-F238E27FC236}">
                <a16:creationId xmlns:a16="http://schemas.microsoft.com/office/drawing/2014/main" id="{9ADA9B7C-1E8D-9397-71FE-7BB5B2EF22CF}"/>
              </a:ext>
            </a:extLst>
          </p:cNvPr>
          <p:cNvGrpSpPr/>
          <p:nvPr/>
        </p:nvGrpSpPr>
        <p:grpSpPr>
          <a:xfrm>
            <a:off x="475968" y="1514102"/>
            <a:ext cx="3429376" cy="557747"/>
            <a:chOff x="5346700" y="1873408"/>
            <a:chExt cx="3429376" cy="557747"/>
          </a:xfrm>
        </p:grpSpPr>
        <p:sp>
          <p:nvSpPr>
            <p:cNvPr id="48" name="Rectangle : coins arrondis 47">
              <a:extLst>
                <a:ext uri="{FF2B5EF4-FFF2-40B4-BE49-F238E27FC236}">
                  <a16:creationId xmlns:a16="http://schemas.microsoft.com/office/drawing/2014/main" id="{F8DD6604-256A-57D0-F52C-B43F304B232F}"/>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45" name="Rectangle : coins arrondis 44">
              <a:extLst>
                <a:ext uri="{FF2B5EF4-FFF2-40B4-BE49-F238E27FC236}">
                  <a16:creationId xmlns:a16="http://schemas.microsoft.com/office/drawing/2014/main" id="{76F96A1F-F267-28EE-52B0-CAE3D81FB645}"/>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Etat de la connexion au serveur de compétition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 vert si connecté, rouge sinon</a:t>
              </a:r>
            </a:p>
          </p:txBody>
        </p:sp>
        <p:sp>
          <p:nvSpPr>
            <p:cNvPr id="47" name="Rectangle 46">
              <a:extLst>
                <a:ext uri="{FF2B5EF4-FFF2-40B4-BE49-F238E27FC236}">
                  <a16:creationId xmlns:a16="http://schemas.microsoft.com/office/drawing/2014/main" id="{D0483997-73CD-D298-101B-1FF170200016}"/>
                </a:ext>
              </a:extLst>
            </p:cNvPr>
            <p:cNvSpPr>
              <a:spLocks noChangeAspect="1"/>
            </p:cNvSpPr>
            <p:nvPr/>
          </p:nvSpPr>
          <p:spPr>
            <a:xfrm>
              <a:off x="5408816" y="2010394"/>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43" name="Connecteur droit 42">
              <a:extLst>
                <a:ext uri="{FF2B5EF4-FFF2-40B4-BE49-F238E27FC236}">
                  <a16:creationId xmlns:a16="http://schemas.microsoft.com/office/drawing/2014/main" id="{62A48F23-073F-7F9E-A2A7-C63691209301}"/>
                </a:ext>
              </a:extLst>
            </p:cNvPr>
            <p:cNvCxnSpPr/>
            <p:nvPr/>
          </p:nvCxnSpPr>
          <p:spPr>
            <a:xfrm>
              <a:off x="5346700" y="1876755"/>
              <a:ext cx="0" cy="5544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116" name="Groupe 115">
            <a:extLst>
              <a:ext uri="{FF2B5EF4-FFF2-40B4-BE49-F238E27FC236}">
                <a16:creationId xmlns:a16="http://schemas.microsoft.com/office/drawing/2014/main" id="{9C085E88-0C5B-BA50-FA3F-F08E70E9427F}"/>
              </a:ext>
            </a:extLst>
          </p:cNvPr>
          <p:cNvGrpSpPr/>
          <p:nvPr/>
        </p:nvGrpSpPr>
        <p:grpSpPr>
          <a:xfrm>
            <a:off x="475968" y="2198329"/>
            <a:ext cx="3429376" cy="557747"/>
            <a:chOff x="6718452" y="1719483"/>
            <a:chExt cx="3429376" cy="557747"/>
          </a:xfrm>
        </p:grpSpPr>
        <p:grpSp>
          <p:nvGrpSpPr>
            <p:cNvPr id="50" name="Groupe 49">
              <a:extLst>
                <a:ext uri="{FF2B5EF4-FFF2-40B4-BE49-F238E27FC236}">
                  <a16:creationId xmlns:a16="http://schemas.microsoft.com/office/drawing/2014/main" id="{60FAD639-A08C-66E9-2158-EC45AB518CED}"/>
                </a:ext>
              </a:extLst>
            </p:cNvPr>
            <p:cNvGrpSpPr/>
            <p:nvPr/>
          </p:nvGrpSpPr>
          <p:grpSpPr>
            <a:xfrm>
              <a:off x="6718452" y="1719483"/>
              <a:ext cx="3429376" cy="557747"/>
              <a:chOff x="5346700" y="1873408"/>
              <a:chExt cx="3429376" cy="557747"/>
            </a:xfrm>
          </p:grpSpPr>
          <p:sp>
            <p:nvSpPr>
              <p:cNvPr id="51" name="Rectangle : coins arrondis 50">
                <a:extLst>
                  <a:ext uri="{FF2B5EF4-FFF2-40B4-BE49-F238E27FC236}">
                    <a16:creationId xmlns:a16="http://schemas.microsoft.com/office/drawing/2014/main" id="{8778B9A2-5C57-EDC4-51B1-3B146F2D2343}"/>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52" name="Rectangle : coins arrondis 51">
                <a:extLst>
                  <a:ext uri="{FF2B5EF4-FFF2-40B4-BE49-F238E27FC236}">
                    <a16:creationId xmlns:a16="http://schemas.microsoft.com/office/drawing/2014/main" id="{470B18C1-19A1-D0E4-097F-C966AC3A346E}"/>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Connexion TAS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Affiche l’écran de connexion à une compétition</a:t>
                </a:r>
              </a:p>
            </p:txBody>
          </p:sp>
          <p:cxnSp>
            <p:nvCxnSpPr>
              <p:cNvPr id="54" name="Connecteur droit 53">
                <a:extLst>
                  <a:ext uri="{FF2B5EF4-FFF2-40B4-BE49-F238E27FC236}">
                    <a16:creationId xmlns:a16="http://schemas.microsoft.com/office/drawing/2014/main" id="{1685E5B3-6FC6-3323-351F-929B30997934}"/>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56" name="Ellipse 55">
              <a:extLst>
                <a:ext uri="{FF2B5EF4-FFF2-40B4-BE49-F238E27FC236}">
                  <a16:creationId xmlns:a16="http://schemas.microsoft.com/office/drawing/2014/main" id="{DD3361A2-625F-ECC0-FB6B-0E47029E788C}"/>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a:t>
              </a:r>
              <a:endParaRPr lang="fr-FR" sz="1600" b="1" noProof="0" dirty="0"/>
            </a:p>
          </p:txBody>
        </p:sp>
      </p:grpSp>
      <p:grpSp>
        <p:nvGrpSpPr>
          <p:cNvPr id="162" name="Groupe 161">
            <a:extLst>
              <a:ext uri="{FF2B5EF4-FFF2-40B4-BE49-F238E27FC236}">
                <a16:creationId xmlns:a16="http://schemas.microsoft.com/office/drawing/2014/main" id="{49CDC216-1231-74BE-44C1-726C3AB11B09}"/>
              </a:ext>
            </a:extLst>
          </p:cNvPr>
          <p:cNvGrpSpPr/>
          <p:nvPr/>
        </p:nvGrpSpPr>
        <p:grpSpPr>
          <a:xfrm>
            <a:off x="341107" y="2999288"/>
            <a:ext cx="11064338" cy="1810205"/>
            <a:chOff x="411232" y="3342392"/>
            <a:chExt cx="11064338" cy="1810205"/>
          </a:xfrm>
        </p:grpSpPr>
        <p:pic>
          <p:nvPicPr>
            <p:cNvPr id="8" name="Image 7">
              <a:extLst>
                <a:ext uri="{FF2B5EF4-FFF2-40B4-BE49-F238E27FC236}">
                  <a16:creationId xmlns:a16="http://schemas.microsoft.com/office/drawing/2014/main" id="{4CB42726-A553-FF47-4F8C-C1C3C7AD2141}"/>
                </a:ext>
              </a:extLst>
            </p:cNvPr>
            <p:cNvPicPr>
              <a:picLocks noChangeAspect="1"/>
            </p:cNvPicPr>
            <p:nvPr/>
          </p:nvPicPr>
          <p:blipFill>
            <a:blip r:embed="rId2"/>
            <a:srcRect l="52917" t="4667" r="11818" b="89528"/>
            <a:stretch>
              <a:fillRect/>
            </a:stretch>
          </p:blipFill>
          <p:spPr>
            <a:xfrm>
              <a:off x="411232" y="3716454"/>
              <a:ext cx="11064338" cy="1039758"/>
            </a:xfrm>
            <a:prstGeom prst="rect">
              <a:avLst/>
            </a:prstGeom>
          </p:spPr>
        </p:pic>
        <p:sp>
          <p:nvSpPr>
            <p:cNvPr id="3" name="Rectangle 2">
              <a:extLst>
                <a:ext uri="{FF2B5EF4-FFF2-40B4-BE49-F238E27FC236}">
                  <a16:creationId xmlns:a16="http://schemas.microsoft.com/office/drawing/2014/main" id="{18E7FD4D-8C04-4974-5239-B39E2BC9BCF2}"/>
                </a:ext>
              </a:extLst>
            </p:cNvPr>
            <p:cNvSpPr/>
            <p:nvPr/>
          </p:nvSpPr>
          <p:spPr>
            <a:xfrm>
              <a:off x="557633" y="4060801"/>
              <a:ext cx="332141" cy="329680"/>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6" name="Rectangle 5">
              <a:extLst>
                <a:ext uri="{FF2B5EF4-FFF2-40B4-BE49-F238E27FC236}">
                  <a16:creationId xmlns:a16="http://schemas.microsoft.com/office/drawing/2014/main" id="{FF9B5AAC-BD8A-10ED-4879-E75C4EA89365}"/>
                </a:ext>
              </a:extLst>
            </p:cNvPr>
            <p:cNvSpPr/>
            <p:nvPr/>
          </p:nvSpPr>
          <p:spPr>
            <a:xfrm>
              <a:off x="953115" y="4060801"/>
              <a:ext cx="315391" cy="329680"/>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4" name="Rectangle 13">
              <a:extLst>
                <a:ext uri="{FF2B5EF4-FFF2-40B4-BE49-F238E27FC236}">
                  <a16:creationId xmlns:a16="http://schemas.microsoft.com/office/drawing/2014/main" id="{7E1F7A3F-9C16-0CE5-8C7A-B350FA4D4104}"/>
                </a:ext>
              </a:extLst>
            </p:cNvPr>
            <p:cNvSpPr/>
            <p:nvPr/>
          </p:nvSpPr>
          <p:spPr>
            <a:xfrm>
              <a:off x="1538278" y="4060801"/>
              <a:ext cx="328634" cy="329680"/>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7" name="Rectangle 16">
              <a:extLst>
                <a:ext uri="{FF2B5EF4-FFF2-40B4-BE49-F238E27FC236}">
                  <a16:creationId xmlns:a16="http://schemas.microsoft.com/office/drawing/2014/main" id="{E0D1162E-16A1-8275-BFD1-818755ABE7C3}"/>
                </a:ext>
              </a:extLst>
            </p:cNvPr>
            <p:cNvSpPr/>
            <p:nvPr/>
          </p:nvSpPr>
          <p:spPr>
            <a:xfrm>
              <a:off x="2362015" y="4060801"/>
              <a:ext cx="332138" cy="329680"/>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8" name="Rectangle 17">
              <a:extLst>
                <a:ext uri="{FF2B5EF4-FFF2-40B4-BE49-F238E27FC236}">
                  <a16:creationId xmlns:a16="http://schemas.microsoft.com/office/drawing/2014/main" id="{AE78E4C6-8987-ECEE-AF0D-E09C264CE9AD}"/>
                </a:ext>
              </a:extLst>
            </p:cNvPr>
            <p:cNvSpPr/>
            <p:nvPr/>
          </p:nvSpPr>
          <p:spPr>
            <a:xfrm>
              <a:off x="2977989" y="4060801"/>
              <a:ext cx="332139" cy="329680"/>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9" name="Rectangle 28">
              <a:extLst>
                <a:ext uri="{FF2B5EF4-FFF2-40B4-BE49-F238E27FC236}">
                  <a16:creationId xmlns:a16="http://schemas.microsoft.com/office/drawing/2014/main" id="{496C745A-3333-A663-49C5-54EFC482B851}"/>
                </a:ext>
              </a:extLst>
            </p:cNvPr>
            <p:cNvSpPr/>
            <p:nvPr/>
          </p:nvSpPr>
          <p:spPr>
            <a:xfrm>
              <a:off x="2859442" y="4486848"/>
              <a:ext cx="3903109" cy="243223"/>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1" name="Rectangle 10">
              <a:extLst>
                <a:ext uri="{FF2B5EF4-FFF2-40B4-BE49-F238E27FC236}">
                  <a16:creationId xmlns:a16="http://schemas.microsoft.com/office/drawing/2014/main" id="{EB46C865-4478-1651-685C-687B0E5F8826}"/>
                </a:ext>
              </a:extLst>
            </p:cNvPr>
            <p:cNvSpPr/>
            <p:nvPr/>
          </p:nvSpPr>
          <p:spPr>
            <a:xfrm>
              <a:off x="10487109" y="4060801"/>
              <a:ext cx="332140" cy="329680"/>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2" name="Rectangle 11">
              <a:extLst>
                <a:ext uri="{FF2B5EF4-FFF2-40B4-BE49-F238E27FC236}">
                  <a16:creationId xmlns:a16="http://schemas.microsoft.com/office/drawing/2014/main" id="{EAD8F6E9-EDF9-0578-DC0F-E89FDB870A3E}"/>
                </a:ext>
              </a:extLst>
            </p:cNvPr>
            <p:cNvSpPr/>
            <p:nvPr/>
          </p:nvSpPr>
          <p:spPr>
            <a:xfrm>
              <a:off x="10900212" y="4060801"/>
              <a:ext cx="330994" cy="329680"/>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6" name="Rectangle 15">
              <a:extLst>
                <a:ext uri="{FF2B5EF4-FFF2-40B4-BE49-F238E27FC236}">
                  <a16:creationId xmlns:a16="http://schemas.microsoft.com/office/drawing/2014/main" id="{05366AD8-1AFE-6CFD-7A6C-312618E1496F}"/>
                </a:ext>
              </a:extLst>
            </p:cNvPr>
            <p:cNvSpPr/>
            <p:nvPr/>
          </p:nvSpPr>
          <p:spPr>
            <a:xfrm>
              <a:off x="9952097" y="4060801"/>
              <a:ext cx="332140" cy="329680"/>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5" name="Rectangle 24">
              <a:extLst>
                <a:ext uri="{FF2B5EF4-FFF2-40B4-BE49-F238E27FC236}">
                  <a16:creationId xmlns:a16="http://schemas.microsoft.com/office/drawing/2014/main" id="{B4C7B928-EA1D-C436-6605-889BF0815585}"/>
                </a:ext>
              </a:extLst>
            </p:cNvPr>
            <p:cNvSpPr/>
            <p:nvPr/>
          </p:nvSpPr>
          <p:spPr>
            <a:xfrm>
              <a:off x="1959429" y="4060801"/>
              <a:ext cx="332138" cy="329680"/>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3" name="Ellipse 22">
              <a:extLst>
                <a:ext uri="{FF2B5EF4-FFF2-40B4-BE49-F238E27FC236}">
                  <a16:creationId xmlns:a16="http://schemas.microsoft.com/office/drawing/2014/main" id="{DA6921DC-E4AE-B4EC-EBC5-BF7C79FD7574}"/>
                </a:ext>
              </a:extLst>
            </p:cNvPr>
            <p:cNvSpPr>
              <a:spLocks noChangeAspect="1"/>
            </p:cNvSpPr>
            <p:nvPr/>
          </p:nvSpPr>
          <p:spPr>
            <a:xfrm>
              <a:off x="966810" y="3342392"/>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a:t>
              </a:r>
              <a:endParaRPr lang="fr-FR" sz="1600" b="1" noProof="0" dirty="0">
                <a:latin typeface="Barlow" panose="00000500000000000000" pitchFamily="2" charset="0"/>
              </a:endParaRPr>
            </a:p>
          </p:txBody>
        </p:sp>
        <p:cxnSp>
          <p:nvCxnSpPr>
            <p:cNvPr id="26" name="Connecteur droit avec flèche 25">
              <a:extLst>
                <a:ext uri="{FF2B5EF4-FFF2-40B4-BE49-F238E27FC236}">
                  <a16:creationId xmlns:a16="http://schemas.microsoft.com/office/drawing/2014/main" id="{F48E28C0-6F53-C2F2-A154-C77FF071B5D8}"/>
                </a:ext>
              </a:extLst>
            </p:cNvPr>
            <p:cNvCxnSpPr>
              <a:cxnSpLocks/>
              <a:stCxn id="23" idx="4"/>
              <a:endCxn id="6" idx="0"/>
            </p:cNvCxnSpPr>
            <p:nvPr/>
          </p:nvCxnSpPr>
          <p:spPr>
            <a:xfrm>
              <a:off x="1110810" y="3630392"/>
              <a:ext cx="1" cy="430409"/>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21E8D097-4D70-1D74-DBCD-88F456484064}"/>
                </a:ext>
              </a:extLst>
            </p:cNvPr>
            <p:cNvSpPr/>
            <p:nvPr/>
          </p:nvSpPr>
          <p:spPr>
            <a:xfrm>
              <a:off x="583589" y="3342392"/>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36" name="Connecteur droit avec flèche 35">
              <a:extLst>
                <a:ext uri="{FF2B5EF4-FFF2-40B4-BE49-F238E27FC236}">
                  <a16:creationId xmlns:a16="http://schemas.microsoft.com/office/drawing/2014/main" id="{228F1A54-1B89-18F9-A830-E88472972BF3}"/>
                </a:ext>
              </a:extLst>
            </p:cNvPr>
            <p:cNvCxnSpPr>
              <a:cxnSpLocks/>
              <a:stCxn id="35" idx="2"/>
              <a:endCxn id="3" idx="0"/>
            </p:cNvCxnSpPr>
            <p:nvPr/>
          </p:nvCxnSpPr>
          <p:spPr>
            <a:xfrm flipH="1">
              <a:off x="723704" y="3630392"/>
              <a:ext cx="3885" cy="430409"/>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57" name="Ellipse 56">
              <a:extLst>
                <a:ext uri="{FF2B5EF4-FFF2-40B4-BE49-F238E27FC236}">
                  <a16:creationId xmlns:a16="http://schemas.microsoft.com/office/drawing/2014/main" id="{73CC4200-5036-7EF7-595C-A5257F81B467}"/>
                </a:ext>
              </a:extLst>
            </p:cNvPr>
            <p:cNvSpPr>
              <a:spLocks noChangeAspect="1"/>
            </p:cNvSpPr>
            <p:nvPr/>
          </p:nvSpPr>
          <p:spPr>
            <a:xfrm>
              <a:off x="1551973" y="4864597"/>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2</a:t>
              </a:r>
              <a:endParaRPr lang="fr-FR" sz="1600" b="1" noProof="0" dirty="0">
                <a:latin typeface="Barlow" panose="00000500000000000000" pitchFamily="2" charset="0"/>
              </a:endParaRPr>
            </a:p>
          </p:txBody>
        </p:sp>
        <p:cxnSp>
          <p:nvCxnSpPr>
            <p:cNvPr id="58" name="Connecteur droit avec flèche 57">
              <a:extLst>
                <a:ext uri="{FF2B5EF4-FFF2-40B4-BE49-F238E27FC236}">
                  <a16:creationId xmlns:a16="http://schemas.microsoft.com/office/drawing/2014/main" id="{FB0625AF-58A3-E02B-373B-124AAD420CAF}"/>
                </a:ext>
              </a:extLst>
            </p:cNvPr>
            <p:cNvCxnSpPr>
              <a:cxnSpLocks/>
              <a:stCxn id="57" idx="0"/>
              <a:endCxn id="14" idx="2"/>
            </p:cNvCxnSpPr>
            <p:nvPr/>
          </p:nvCxnSpPr>
          <p:spPr>
            <a:xfrm flipV="1">
              <a:off x="1695973" y="4390481"/>
              <a:ext cx="6622" cy="474116"/>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59" name="Ellipse 58">
              <a:extLst>
                <a:ext uri="{FF2B5EF4-FFF2-40B4-BE49-F238E27FC236}">
                  <a16:creationId xmlns:a16="http://schemas.microsoft.com/office/drawing/2014/main" id="{B66463B9-2119-D8A8-D70A-1BC29CDD742A}"/>
                </a:ext>
              </a:extLst>
            </p:cNvPr>
            <p:cNvSpPr>
              <a:spLocks noChangeAspect="1"/>
            </p:cNvSpPr>
            <p:nvPr/>
          </p:nvSpPr>
          <p:spPr>
            <a:xfrm>
              <a:off x="1989909" y="3342392"/>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3</a:t>
              </a:r>
              <a:endParaRPr lang="fr-FR" sz="1600" b="1" noProof="0" dirty="0">
                <a:latin typeface="Barlow" panose="00000500000000000000" pitchFamily="2" charset="0"/>
              </a:endParaRPr>
            </a:p>
          </p:txBody>
        </p:sp>
        <p:cxnSp>
          <p:nvCxnSpPr>
            <p:cNvPr id="60" name="Connecteur droit avec flèche 59">
              <a:extLst>
                <a:ext uri="{FF2B5EF4-FFF2-40B4-BE49-F238E27FC236}">
                  <a16:creationId xmlns:a16="http://schemas.microsoft.com/office/drawing/2014/main" id="{C4B98589-1320-E2E9-E883-A1BEEFD4EF10}"/>
                </a:ext>
              </a:extLst>
            </p:cNvPr>
            <p:cNvCxnSpPr>
              <a:cxnSpLocks/>
              <a:stCxn id="59" idx="4"/>
              <a:endCxn id="25" idx="0"/>
            </p:cNvCxnSpPr>
            <p:nvPr/>
          </p:nvCxnSpPr>
          <p:spPr>
            <a:xfrm flipH="1">
              <a:off x="2125498" y="3630392"/>
              <a:ext cx="8411" cy="430409"/>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61" name="Ellipse 60">
              <a:extLst>
                <a:ext uri="{FF2B5EF4-FFF2-40B4-BE49-F238E27FC236}">
                  <a16:creationId xmlns:a16="http://schemas.microsoft.com/office/drawing/2014/main" id="{AA724B5F-C1D4-31AD-E479-CF315E44B6B6}"/>
                </a:ext>
              </a:extLst>
            </p:cNvPr>
            <p:cNvSpPr>
              <a:spLocks noChangeAspect="1"/>
            </p:cNvSpPr>
            <p:nvPr/>
          </p:nvSpPr>
          <p:spPr>
            <a:xfrm>
              <a:off x="2384084" y="4864597"/>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4</a:t>
              </a:r>
              <a:endParaRPr lang="fr-FR" sz="1600" b="1" noProof="0" dirty="0">
                <a:latin typeface="Barlow" panose="00000500000000000000" pitchFamily="2" charset="0"/>
              </a:endParaRPr>
            </a:p>
          </p:txBody>
        </p:sp>
        <p:cxnSp>
          <p:nvCxnSpPr>
            <p:cNvPr id="62" name="Connecteur droit avec flèche 61">
              <a:extLst>
                <a:ext uri="{FF2B5EF4-FFF2-40B4-BE49-F238E27FC236}">
                  <a16:creationId xmlns:a16="http://schemas.microsoft.com/office/drawing/2014/main" id="{AB4791E6-BE5C-6402-8083-258DA2FAC21E}"/>
                </a:ext>
              </a:extLst>
            </p:cNvPr>
            <p:cNvCxnSpPr>
              <a:cxnSpLocks/>
              <a:stCxn id="61" idx="0"/>
              <a:endCxn id="17" idx="2"/>
            </p:cNvCxnSpPr>
            <p:nvPr/>
          </p:nvCxnSpPr>
          <p:spPr>
            <a:xfrm flipV="1">
              <a:off x="2528084" y="4390481"/>
              <a:ext cx="0" cy="474116"/>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63" name="Ellipse 62">
              <a:extLst>
                <a:ext uri="{FF2B5EF4-FFF2-40B4-BE49-F238E27FC236}">
                  <a16:creationId xmlns:a16="http://schemas.microsoft.com/office/drawing/2014/main" id="{52700FF5-9479-4127-D825-2F4A519F42BA}"/>
                </a:ext>
              </a:extLst>
            </p:cNvPr>
            <p:cNvSpPr>
              <a:spLocks noChangeAspect="1"/>
            </p:cNvSpPr>
            <p:nvPr/>
          </p:nvSpPr>
          <p:spPr>
            <a:xfrm>
              <a:off x="3000059" y="3342392"/>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5</a:t>
              </a:r>
              <a:endParaRPr lang="fr-FR" sz="1600" b="1" noProof="0" dirty="0">
                <a:latin typeface="Barlow" panose="00000500000000000000" pitchFamily="2" charset="0"/>
              </a:endParaRPr>
            </a:p>
          </p:txBody>
        </p:sp>
        <p:cxnSp>
          <p:nvCxnSpPr>
            <p:cNvPr id="64" name="Connecteur droit avec flèche 63">
              <a:extLst>
                <a:ext uri="{FF2B5EF4-FFF2-40B4-BE49-F238E27FC236}">
                  <a16:creationId xmlns:a16="http://schemas.microsoft.com/office/drawing/2014/main" id="{CA1EB89E-CE12-6D61-81CE-0599110AEDDB}"/>
                </a:ext>
              </a:extLst>
            </p:cNvPr>
            <p:cNvCxnSpPr>
              <a:cxnSpLocks/>
              <a:stCxn id="63" idx="4"/>
              <a:endCxn id="18" idx="0"/>
            </p:cNvCxnSpPr>
            <p:nvPr/>
          </p:nvCxnSpPr>
          <p:spPr>
            <a:xfrm>
              <a:off x="3144059" y="3630392"/>
              <a:ext cx="0" cy="430409"/>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65" name="Ellipse 64">
              <a:extLst>
                <a:ext uri="{FF2B5EF4-FFF2-40B4-BE49-F238E27FC236}">
                  <a16:creationId xmlns:a16="http://schemas.microsoft.com/office/drawing/2014/main" id="{7829E9CC-0979-AAE5-9BB5-66F2EBCA9931}"/>
                </a:ext>
              </a:extLst>
            </p:cNvPr>
            <p:cNvSpPr>
              <a:spLocks noChangeAspect="1"/>
            </p:cNvSpPr>
            <p:nvPr/>
          </p:nvSpPr>
          <p:spPr>
            <a:xfrm>
              <a:off x="9974167" y="3342392"/>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6</a:t>
              </a:r>
              <a:endParaRPr lang="fr-FR" sz="1600" b="1" noProof="0" dirty="0">
                <a:latin typeface="Barlow" panose="00000500000000000000" pitchFamily="2" charset="0"/>
              </a:endParaRPr>
            </a:p>
          </p:txBody>
        </p:sp>
        <p:cxnSp>
          <p:nvCxnSpPr>
            <p:cNvPr id="66" name="Connecteur droit avec flèche 65">
              <a:extLst>
                <a:ext uri="{FF2B5EF4-FFF2-40B4-BE49-F238E27FC236}">
                  <a16:creationId xmlns:a16="http://schemas.microsoft.com/office/drawing/2014/main" id="{3ADF9D4B-56C5-9151-BE93-CF7D63E51AC5}"/>
                </a:ext>
              </a:extLst>
            </p:cNvPr>
            <p:cNvCxnSpPr>
              <a:cxnSpLocks/>
              <a:stCxn id="65" idx="4"/>
              <a:endCxn id="16" idx="0"/>
            </p:cNvCxnSpPr>
            <p:nvPr/>
          </p:nvCxnSpPr>
          <p:spPr>
            <a:xfrm>
              <a:off x="10118167" y="3630392"/>
              <a:ext cx="0" cy="430409"/>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67" name="Ellipse 66">
              <a:extLst>
                <a:ext uri="{FF2B5EF4-FFF2-40B4-BE49-F238E27FC236}">
                  <a16:creationId xmlns:a16="http://schemas.microsoft.com/office/drawing/2014/main" id="{449B358B-6348-9DDE-BD0E-C2BFFD8923E6}"/>
                </a:ext>
              </a:extLst>
            </p:cNvPr>
            <p:cNvSpPr>
              <a:spLocks noChangeAspect="1"/>
            </p:cNvSpPr>
            <p:nvPr/>
          </p:nvSpPr>
          <p:spPr>
            <a:xfrm>
              <a:off x="10517047" y="4872466"/>
              <a:ext cx="272263" cy="272263"/>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7</a:t>
              </a:r>
              <a:endParaRPr lang="fr-FR" sz="1600" b="1" noProof="0" dirty="0">
                <a:latin typeface="Barlow" panose="00000500000000000000" pitchFamily="2" charset="0"/>
              </a:endParaRPr>
            </a:p>
          </p:txBody>
        </p:sp>
        <p:cxnSp>
          <p:nvCxnSpPr>
            <p:cNvPr id="68" name="Connecteur droit avec flèche 67">
              <a:extLst>
                <a:ext uri="{FF2B5EF4-FFF2-40B4-BE49-F238E27FC236}">
                  <a16:creationId xmlns:a16="http://schemas.microsoft.com/office/drawing/2014/main" id="{347A46E6-2318-A0CA-38D4-6C583B370352}"/>
                </a:ext>
              </a:extLst>
            </p:cNvPr>
            <p:cNvCxnSpPr>
              <a:cxnSpLocks/>
              <a:stCxn id="67" idx="0"/>
              <a:endCxn id="11" idx="2"/>
            </p:cNvCxnSpPr>
            <p:nvPr/>
          </p:nvCxnSpPr>
          <p:spPr>
            <a:xfrm flipV="1">
              <a:off x="10653179" y="4390481"/>
              <a:ext cx="0" cy="481985"/>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69" name="Ellipse 68">
              <a:extLst>
                <a:ext uri="{FF2B5EF4-FFF2-40B4-BE49-F238E27FC236}">
                  <a16:creationId xmlns:a16="http://schemas.microsoft.com/office/drawing/2014/main" id="{1EA9442B-E1BC-8D4B-FBAC-0B67BAD2247C}"/>
                </a:ext>
              </a:extLst>
            </p:cNvPr>
            <p:cNvSpPr>
              <a:spLocks noChangeAspect="1"/>
            </p:cNvSpPr>
            <p:nvPr/>
          </p:nvSpPr>
          <p:spPr>
            <a:xfrm>
              <a:off x="10921709" y="3342392"/>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8</a:t>
              </a:r>
              <a:endParaRPr lang="fr-FR" sz="1600" b="1" noProof="0" dirty="0">
                <a:latin typeface="Barlow" panose="00000500000000000000" pitchFamily="2" charset="0"/>
              </a:endParaRPr>
            </a:p>
          </p:txBody>
        </p:sp>
        <p:cxnSp>
          <p:nvCxnSpPr>
            <p:cNvPr id="70" name="Connecteur droit avec flèche 69">
              <a:extLst>
                <a:ext uri="{FF2B5EF4-FFF2-40B4-BE49-F238E27FC236}">
                  <a16:creationId xmlns:a16="http://schemas.microsoft.com/office/drawing/2014/main" id="{DD956EA7-2127-B592-934A-60393C064278}"/>
                </a:ext>
              </a:extLst>
            </p:cNvPr>
            <p:cNvCxnSpPr>
              <a:cxnSpLocks/>
              <a:stCxn id="69" idx="4"/>
              <a:endCxn id="12" idx="0"/>
            </p:cNvCxnSpPr>
            <p:nvPr/>
          </p:nvCxnSpPr>
          <p:spPr>
            <a:xfrm>
              <a:off x="11065709" y="3630392"/>
              <a:ext cx="0" cy="430409"/>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467A7C63-767A-AAB4-6FAD-19A6B6E92541}"/>
                </a:ext>
              </a:extLst>
            </p:cNvPr>
            <p:cNvSpPr/>
            <p:nvPr/>
          </p:nvSpPr>
          <p:spPr>
            <a:xfrm>
              <a:off x="4666995" y="4864597"/>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72" name="Connecteur droit avec flèche 71">
              <a:extLst>
                <a:ext uri="{FF2B5EF4-FFF2-40B4-BE49-F238E27FC236}">
                  <a16:creationId xmlns:a16="http://schemas.microsoft.com/office/drawing/2014/main" id="{F4F13237-8529-6B5E-DF98-CA19B2A512EE}"/>
                </a:ext>
              </a:extLst>
            </p:cNvPr>
            <p:cNvCxnSpPr>
              <a:cxnSpLocks/>
              <a:stCxn id="71" idx="0"/>
              <a:endCxn id="29" idx="2"/>
            </p:cNvCxnSpPr>
            <p:nvPr/>
          </p:nvCxnSpPr>
          <p:spPr>
            <a:xfrm flipV="1">
              <a:off x="4810995" y="4730071"/>
              <a:ext cx="2" cy="134526"/>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123" name="Groupe 122">
            <a:extLst>
              <a:ext uri="{FF2B5EF4-FFF2-40B4-BE49-F238E27FC236}">
                <a16:creationId xmlns:a16="http://schemas.microsoft.com/office/drawing/2014/main" id="{D659EAD0-B76B-D263-41CA-0C7289865492}"/>
              </a:ext>
            </a:extLst>
          </p:cNvPr>
          <p:cNvGrpSpPr/>
          <p:nvPr/>
        </p:nvGrpSpPr>
        <p:grpSpPr>
          <a:xfrm>
            <a:off x="1769848" y="5575379"/>
            <a:ext cx="3429375" cy="360000"/>
            <a:chOff x="1076957" y="5514260"/>
            <a:chExt cx="3429375" cy="360000"/>
          </a:xfrm>
        </p:grpSpPr>
        <p:sp>
          <p:nvSpPr>
            <p:cNvPr id="120" name="Rectangle : coins arrondis 119">
              <a:extLst>
                <a:ext uri="{FF2B5EF4-FFF2-40B4-BE49-F238E27FC236}">
                  <a16:creationId xmlns:a16="http://schemas.microsoft.com/office/drawing/2014/main" id="{EF28D256-C8A7-4E63-CD0E-4D52C2737283}"/>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21" name="Rectangle : coins arrondis 120">
              <a:extLst>
                <a:ext uri="{FF2B5EF4-FFF2-40B4-BE49-F238E27FC236}">
                  <a16:creationId xmlns:a16="http://schemas.microsoft.com/office/drawing/2014/main" id="{8C1325C1-BDFF-20D9-0657-6488A4BB8937}"/>
                </a:ext>
              </a:extLst>
            </p:cNvPr>
            <p:cNvSpPr/>
            <p:nvPr/>
          </p:nvSpPr>
          <p:spPr>
            <a:xfrm>
              <a:off x="1410332" y="5515015"/>
              <a:ext cx="3096000"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Site local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Affiche le site local</a:t>
              </a:r>
            </a:p>
          </p:txBody>
        </p:sp>
        <p:cxnSp>
          <p:nvCxnSpPr>
            <p:cNvPr id="122" name="Connecteur droit 121">
              <a:extLst>
                <a:ext uri="{FF2B5EF4-FFF2-40B4-BE49-F238E27FC236}">
                  <a16:creationId xmlns:a16="http://schemas.microsoft.com/office/drawing/2014/main" id="{77E737FA-6467-FC36-8E99-BD18EDBDA09C}"/>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119" name="Ellipse 118">
              <a:extLst>
                <a:ext uri="{FF2B5EF4-FFF2-40B4-BE49-F238E27FC236}">
                  <a16:creationId xmlns:a16="http://schemas.microsoft.com/office/drawing/2014/main" id="{1B832643-93F4-91C7-67E1-C8A49D922324}"/>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2</a:t>
              </a:r>
              <a:endParaRPr lang="fr-FR" sz="1600" b="1" noProof="0" dirty="0"/>
            </a:p>
          </p:txBody>
        </p:sp>
      </p:grpSp>
      <p:grpSp>
        <p:nvGrpSpPr>
          <p:cNvPr id="124" name="Groupe 123">
            <a:extLst>
              <a:ext uri="{FF2B5EF4-FFF2-40B4-BE49-F238E27FC236}">
                <a16:creationId xmlns:a16="http://schemas.microsoft.com/office/drawing/2014/main" id="{2FB658A1-0BD7-026A-D422-8472DD715E6E}"/>
              </a:ext>
            </a:extLst>
          </p:cNvPr>
          <p:cNvGrpSpPr/>
          <p:nvPr/>
        </p:nvGrpSpPr>
        <p:grpSpPr>
          <a:xfrm>
            <a:off x="4381312" y="1609148"/>
            <a:ext cx="3429376" cy="360000"/>
            <a:chOff x="1076957" y="5514260"/>
            <a:chExt cx="3429376" cy="360000"/>
          </a:xfrm>
        </p:grpSpPr>
        <p:sp>
          <p:nvSpPr>
            <p:cNvPr id="125" name="Rectangle : coins arrondis 124">
              <a:extLst>
                <a:ext uri="{FF2B5EF4-FFF2-40B4-BE49-F238E27FC236}">
                  <a16:creationId xmlns:a16="http://schemas.microsoft.com/office/drawing/2014/main" id="{CC25C368-4D55-7BD7-76A0-17EB87CB74BC}"/>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26" name="Rectangle : coins arrondis 125">
              <a:extLst>
                <a:ext uri="{FF2B5EF4-FFF2-40B4-BE49-F238E27FC236}">
                  <a16:creationId xmlns:a16="http://schemas.microsoft.com/office/drawing/2014/main" id="{25CCE5DC-3A6E-A657-1870-E57AD6C39070}"/>
                </a:ext>
              </a:extLst>
            </p:cNvPr>
            <p:cNvSpPr/>
            <p:nvPr/>
          </p:nvSpPr>
          <p:spPr>
            <a:xfrm>
              <a:off x="1410333" y="5515015"/>
              <a:ext cx="3096000"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Site distant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Affiche le site distant</a:t>
              </a:r>
            </a:p>
          </p:txBody>
        </p:sp>
        <p:cxnSp>
          <p:nvCxnSpPr>
            <p:cNvPr id="127" name="Connecteur droit 126">
              <a:extLst>
                <a:ext uri="{FF2B5EF4-FFF2-40B4-BE49-F238E27FC236}">
                  <a16:creationId xmlns:a16="http://schemas.microsoft.com/office/drawing/2014/main" id="{C550B226-66C3-8728-C1C9-86138ED79C71}"/>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128" name="Ellipse 127">
              <a:extLst>
                <a:ext uri="{FF2B5EF4-FFF2-40B4-BE49-F238E27FC236}">
                  <a16:creationId xmlns:a16="http://schemas.microsoft.com/office/drawing/2014/main" id="{B25C6080-7F1C-B3FF-3064-C2C5983962B1}"/>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3</a:t>
              </a:r>
              <a:endParaRPr lang="fr-FR" sz="1600" b="1" noProof="0" dirty="0"/>
            </a:p>
          </p:txBody>
        </p:sp>
      </p:grpSp>
      <p:grpSp>
        <p:nvGrpSpPr>
          <p:cNvPr id="129" name="Groupe 128">
            <a:extLst>
              <a:ext uri="{FF2B5EF4-FFF2-40B4-BE49-F238E27FC236}">
                <a16:creationId xmlns:a16="http://schemas.microsoft.com/office/drawing/2014/main" id="{F5ADFC34-9514-AA1B-5D45-B5113743853C}"/>
              </a:ext>
            </a:extLst>
          </p:cNvPr>
          <p:cNvGrpSpPr/>
          <p:nvPr/>
        </p:nvGrpSpPr>
        <p:grpSpPr>
          <a:xfrm>
            <a:off x="6984874" y="5013097"/>
            <a:ext cx="3429376" cy="360000"/>
            <a:chOff x="1076957" y="5514260"/>
            <a:chExt cx="3429376" cy="360000"/>
          </a:xfrm>
        </p:grpSpPr>
        <p:sp>
          <p:nvSpPr>
            <p:cNvPr id="130" name="Rectangle : coins arrondis 129">
              <a:extLst>
                <a:ext uri="{FF2B5EF4-FFF2-40B4-BE49-F238E27FC236}">
                  <a16:creationId xmlns:a16="http://schemas.microsoft.com/office/drawing/2014/main" id="{60DB6E1C-F267-3985-1ED9-CC0B49423EC2}"/>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31" name="Rectangle : coins arrondis 130">
              <a:extLst>
                <a:ext uri="{FF2B5EF4-FFF2-40B4-BE49-F238E27FC236}">
                  <a16:creationId xmlns:a16="http://schemas.microsoft.com/office/drawing/2014/main" id="{C20B682B-3AA8-1CAE-DCE5-990FBA678C09}"/>
                </a:ext>
              </a:extLst>
            </p:cNvPr>
            <p:cNvSpPr/>
            <p:nvPr/>
          </p:nvSpPr>
          <p:spPr>
            <a:xfrm>
              <a:off x="1410333" y="5515015"/>
              <a:ext cx="3096000"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cap="all" noProof="0" dirty="0">
                  <a:solidFill>
                    <a:schemeClr val="tx1">
                      <a:lumMod val="85000"/>
                      <a:lumOff val="15000"/>
                    </a:schemeClr>
                  </a:solidFill>
                  <a:latin typeface="Barlow" panose="00000500000000000000" pitchFamily="2" charset="0"/>
                  <a:cs typeface="Segoe UI" panose="020B0502040204020203" pitchFamily="34" charset="0"/>
                </a:rPr>
                <a:t>é</a:t>
              </a:r>
              <a:r>
                <a:rPr lang="fr-FR" sz="1200" b="1" noProof="0" dirty="0">
                  <a:solidFill>
                    <a:schemeClr val="tx1">
                      <a:lumMod val="85000"/>
                      <a:lumOff val="15000"/>
                    </a:schemeClr>
                  </a:solidFill>
                  <a:latin typeface="Barlow" panose="00000500000000000000" pitchFamily="2" charset="0"/>
                  <a:cs typeface="Segoe UI" panose="020B0502040204020203" pitchFamily="34" charset="0"/>
                </a:rPr>
                <a:t>crans d’appel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Affiche l’écran d’appel</a:t>
              </a:r>
            </a:p>
          </p:txBody>
        </p:sp>
        <p:cxnSp>
          <p:nvCxnSpPr>
            <p:cNvPr id="132" name="Connecteur droit 131">
              <a:extLst>
                <a:ext uri="{FF2B5EF4-FFF2-40B4-BE49-F238E27FC236}">
                  <a16:creationId xmlns:a16="http://schemas.microsoft.com/office/drawing/2014/main" id="{CB76E0B7-1099-31B6-B958-1F8AD800EFCB}"/>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133" name="Ellipse 132">
              <a:extLst>
                <a:ext uri="{FF2B5EF4-FFF2-40B4-BE49-F238E27FC236}">
                  <a16:creationId xmlns:a16="http://schemas.microsoft.com/office/drawing/2014/main" id="{9B303E70-10EE-5D6E-3EB9-6A12A73F4BDE}"/>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4</a:t>
              </a:r>
              <a:endParaRPr lang="fr-FR" sz="1600" b="1" noProof="0" dirty="0"/>
            </a:p>
          </p:txBody>
        </p:sp>
      </p:grpSp>
      <p:grpSp>
        <p:nvGrpSpPr>
          <p:cNvPr id="135" name="Groupe 134">
            <a:extLst>
              <a:ext uri="{FF2B5EF4-FFF2-40B4-BE49-F238E27FC236}">
                <a16:creationId xmlns:a16="http://schemas.microsoft.com/office/drawing/2014/main" id="{DA4F2EF7-BC48-866D-5BD7-1B06C5777D43}"/>
              </a:ext>
            </a:extLst>
          </p:cNvPr>
          <p:cNvGrpSpPr/>
          <p:nvPr/>
        </p:nvGrpSpPr>
        <p:grpSpPr>
          <a:xfrm>
            <a:off x="4381312" y="2297263"/>
            <a:ext cx="3429376" cy="360000"/>
            <a:chOff x="1076957" y="5514260"/>
            <a:chExt cx="3429376" cy="360000"/>
          </a:xfrm>
        </p:grpSpPr>
        <p:sp>
          <p:nvSpPr>
            <p:cNvPr id="136" name="Rectangle : coins arrondis 135">
              <a:extLst>
                <a:ext uri="{FF2B5EF4-FFF2-40B4-BE49-F238E27FC236}">
                  <a16:creationId xmlns:a16="http://schemas.microsoft.com/office/drawing/2014/main" id="{629093EE-30BF-F356-F8CF-F3628E13AC11}"/>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37" name="Rectangle : coins arrondis 136">
              <a:extLst>
                <a:ext uri="{FF2B5EF4-FFF2-40B4-BE49-F238E27FC236}">
                  <a16:creationId xmlns:a16="http://schemas.microsoft.com/office/drawing/2014/main" id="{AF55EFF7-ADAC-A8A3-C411-7D7CB7EAC1DE}"/>
                </a:ext>
              </a:extLst>
            </p:cNvPr>
            <p:cNvSpPr/>
            <p:nvPr/>
          </p:nvSpPr>
          <p:spPr>
            <a:xfrm>
              <a:off x="1410333" y="5515015"/>
              <a:ext cx="3096000"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Statistiques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Affiche l’écran des statistiques</a:t>
              </a:r>
            </a:p>
          </p:txBody>
        </p:sp>
        <p:cxnSp>
          <p:nvCxnSpPr>
            <p:cNvPr id="138" name="Connecteur droit 137">
              <a:extLst>
                <a:ext uri="{FF2B5EF4-FFF2-40B4-BE49-F238E27FC236}">
                  <a16:creationId xmlns:a16="http://schemas.microsoft.com/office/drawing/2014/main" id="{99BA4A56-DA7D-BDEA-FE30-BC562279225A}"/>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139" name="Ellipse 138">
              <a:extLst>
                <a:ext uri="{FF2B5EF4-FFF2-40B4-BE49-F238E27FC236}">
                  <a16:creationId xmlns:a16="http://schemas.microsoft.com/office/drawing/2014/main" id="{41B43B73-D89E-EBFF-866E-68564E7AA55A}"/>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5</a:t>
              </a:r>
              <a:endParaRPr lang="fr-FR" sz="1600" b="1" noProof="0" dirty="0"/>
            </a:p>
          </p:txBody>
        </p:sp>
      </p:grpSp>
      <p:grpSp>
        <p:nvGrpSpPr>
          <p:cNvPr id="140" name="Groupe 139">
            <a:extLst>
              <a:ext uri="{FF2B5EF4-FFF2-40B4-BE49-F238E27FC236}">
                <a16:creationId xmlns:a16="http://schemas.microsoft.com/office/drawing/2014/main" id="{30379F03-E6E3-8460-3E67-F028CC971880}"/>
              </a:ext>
            </a:extLst>
          </p:cNvPr>
          <p:cNvGrpSpPr/>
          <p:nvPr/>
        </p:nvGrpSpPr>
        <p:grpSpPr>
          <a:xfrm>
            <a:off x="1777749" y="5011104"/>
            <a:ext cx="3429376" cy="360000"/>
            <a:chOff x="5346700" y="1891328"/>
            <a:chExt cx="3429376" cy="360000"/>
          </a:xfrm>
        </p:grpSpPr>
        <p:sp>
          <p:nvSpPr>
            <p:cNvPr id="141" name="Rectangle : coins arrondis 140">
              <a:extLst>
                <a:ext uri="{FF2B5EF4-FFF2-40B4-BE49-F238E27FC236}">
                  <a16:creationId xmlns:a16="http://schemas.microsoft.com/office/drawing/2014/main" id="{FB7D107D-B20B-C99A-9AA3-BDCB74D3EED7}"/>
                </a:ext>
              </a:extLst>
            </p:cNvPr>
            <p:cNvSpPr/>
            <p:nvPr/>
          </p:nvSpPr>
          <p:spPr>
            <a:xfrm>
              <a:off x="5346701" y="1891328"/>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42" name="Rectangle : coins arrondis 141">
              <a:extLst>
                <a:ext uri="{FF2B5EF4-FFF2-40B4-BE49-F238E27FC236}">
                  <a16:creationId xmlns:a16="http://schemas.microsoft.com/office/drawing/2014/main" id="{327BA9F4-B568-6454-A12F-91199580CD6A}"/>
                </a:ext>
              </a:extLst>
            </p:cNvPr>
            <p:cNvSpPr/>
            <p:nvPr/>
          </p:nvSpPr>
          <p:spPr>
            <a:xfrm>
              <a:off x="5680076" y="1891328"/>
              <a:ext cx="3096000"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Nom de la compétition connectée</a:t>
              </a:r>
            </a:p>
          </p:txBody>
        </p:sp>
        <p:sp>
          <p:nvSpPr>
            <p:cNvPr id="143" name="Rectangle 142">
              <a:extLst>
                <a:ext uri="{FF2B5EF4-FFF2-40B4-BE49-F238E27FC236}">
                  <a16:creationId xmlns:a16="http://schemas.microsoft.com/office/drawing/2014/main" id="{30C14FC6-F54F-83DD-AB6A-1A46DCE3FF6A}"/>
                </a:ext>
              </a:extLst>
            </p:cNvPr>
            <p:cNvSpPr>
              <a:spLocks noChangeAspect="1"/>
            </p:cNvSpPr>
            <p:nvPr/>
          </p:nvSpPr>
          <p:spPr>
            <a:xfrm>
              <a:off x="5408816" y="1927328"/>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144" name="Connecteur droit 143">
              <a:extLst>
                <a:ext uri="{FF2B5EF4-FFF2-40B4-BE49-F238E27FC236}">
                  <a16:creationId xmlns:a16="http://schemas.microsoft.com/office/drawing/2014/main" id="{7BE61F8B-E4EB-AFE6-F65B-7A903F6D0523}"/>
                </a:ext>
              </a:extLst>
            </p:cNvPr>
            <p:cNvCxnSpPr>
              <a:cxnSpLocks/>
            </p:cNvCxnSpPr>
            <p:nvPr/>
          </p:nvCxnSpPr>
          <p:spPr>
            <a:xfrm>
              <a:off x="5346700" y="1891328"/>
              <a:ext cx="0" cy="36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145" name="Groupe 144">
            <a:extLst>
              <a:ext uri="{FF2B5EF4-FFF2-40B4-BE49-F238E27FC236}">
                <a16:creationId xmlns:a16="http://schemas.microsoft.com/office/drawing/2014/main" id="{F0698F93-2D9F-2BB1-3158-65FAC60D3F05}"/>
              </a:ext>
            </a:extLst>
          </p:cNvPr>
          <p:cNvGrpSpPr/>
          <p:nvPr/>
        </p:nvGrpSpPr>
        <p:grpSpPr>
          <a:xfrm>
            <a:off x="6984874" y="5605570"/>
            <a:ext cx="3429376" cy="360000"/>
            <a:chOff x="1076957" y="5514260"/>
            <a:chExt cx="3429376" cy="360000"/>
          </a:xfrm>
        </p:grpSpPr>
        <p:sp>
          <p:nvSpPr>
            <p:cNvPr id="146" name="Rectangle : coins arrondis 145">
              <a:extLst>
                <a:ext uri="{FF2B5EF4-FFF2-40B4-BE49-F238E27FC236}">
                  <a16:creationId xmlns:a16="http://schemas.microsoft.com/office/drawing/2014/main" id="{94ECD110-B29E-6335-6786-0925D2C2F288}"/>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47" name="Rectangle : coins arrondis 146">
              <a:extLst>
                <a:ext uri="{FF2B5EF4-FFF2-40B4-BE49-F238E27FC236}">
                  <a16:creationId xmlns:a16="http://schemas.microsoft.com/office/drawing/2014/main" id="{3F7E4B4C-2CDB-A68C-DC15-F64E695146CB}"/>
                </a:ext>
              </a:extLst>
            </p:cNvPr>
            <p:cNvSpPr/>
            <p:nvPr/>
          </p:nvSpPr>
          <p:spPr>
            <a:xfrm>
              <a:off x="1410333" y="5515015"/>
              <a:ext cx="3096000"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Informations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Affiche l’écran d’information</a:t>
              </a:r>
            </a:p>
          </p:txBody>
        </p:sp>
        <p:cxnSp>
          <p:nvCxnSpPr>
            <p:cNvPr id="148" name="Connecteur droit 147">
              <a:extLst>
                <a:ext uri="{FF2B5EF4-FFF2-40B4-BE49-F238E27FC236}">
                  <a16:creationId xmlns:a16="http://schemas.microsoft.com/office/drawing/2014/main" id="{F13E31B2-583B-47C7-EF66-AC44D4902374}"/>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149" name="Ellipse 148">
              <a:extLst>
                <a:ext uri="{FF2B5EF4-FFF2-40B4-BE49-F238E27FC236}">
                  <a16:creationId xmlns:a16="http://schemas.microsoft.com/office/drawing/2014/main" id="{2B1BFB8F-AD2E-92FF-3F28-2BFA813795B5}"/>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7</a:t>
              </a:r>
              <a:endParaRPr lang="fr-FR" sz="1600" b="1" noProof="0" dirty="0"/>
            </a:p>
          </p:txBody>
        </p:sp>
      </p:grpSp>
      <p:grpSp>
        <p:nvGrpSpPr>
          <p:cNvPr id="150" name="Groupe 149">
            <a:extLst>
              <a:ext uri="{FF2B5EF4-FFF2-40B4-BE49-F238E27FC236}">
                <a16:creationId xmlns:a16="http://schemas.microsoft.com/office/drawing/2014/main" id="{84B813BE-7470-8870-E3A1-D8AA9FD13C99}"/>
              </a:ext>
            </a:extLst>
          </p:cNvPr>
          <p:cNvGrpSpPr/>
          <p:nvPr/>
        </p:nvGrpSpPr>
        <p:grpSpPr>
          <a:xfrm>
            <a:off x="8286655" y="1509520"/>
            <a:ext cx="3429376" cy="557747"/>
            <a:chOff x="6718452" y="1719483"/>
            <a:chExt cx="3429376" cy="557747"/>
          </a:xfrm>
        </p:grpSpPr>
        <p:grpSp>
          <p:nvGrpSpPr>
            <p:cNvPr id="151" name="Groupe 150">
              <a:extLst>
                <a:ext uri="{FF2B5EF4-FFF2-40B4-BE49-F238E27FC236}">
                  <a16:creationId xmlns:a16="http://schemas.microsoft.com/office/drawing/2014/main" id="{ED3F8FE1-DB3A-3DC8-06B2-64A97D736CFB}"/>
                </a:ext>
              </a:extLst>
            </p:cNvPr>
            <p:cNvGrpSpPr/>
            <p:nvPr/>
          </p:nvGrpSpPr>
          <p:grpSpPr>
            <a:xfrm>
              <a:off x="6718452" y="1719483"/>
              <a:ext cx="3429376" cy="557747"/>
              <a:chOff x="5346700" y="1873408"/>
              <a:chExt cx="3429376" cy="557747"/>
            </a:xfrm>
          </p:grpSpPr>
          <p:sp>
            <p:nvSpPr>
              <p:cNvPr id="153" name="Rectangle : coins arrondis 152">
                <a:extLst>
                  <a:ext uri="{FF2B5EF4-FFF2-40B4-BE49-F238E27FC236}">
                    <a16:creationId xmlns:a16="http://schemas.microsoft.com/office/drawing/2014/main" id="{197D1E94-34DF-7953-570E-A692409D2674}"/>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54" name="Rectangle : coins arrondis 153">
                <a:extLst>
                  <a:ext uri="{FF2B5EF4-FFF2-40B4-BE49-F238E27FC236}">
                    <a16:creationId xmlns:a16="http://schemas.microsoft.com/office/drawing/2014/main" id="{56313489-EDB5-31AA-4D22-3F50919F9233}"/>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Manuel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Affiche l’écran de configuration générale</a:t>
                </a:r>
              </a:p>
            </p:txBody>
          </p:sp>
          <p:cxnSp>
            <p:nvCxnSpPr>
              <p:cNvPr id="155" name="Connecteur droit 154">
                <a:extLst>
                  <a:ext uri="{FF2B5EF4-FFF2-40B4-BE49-F238E27FC236}">
                    <a16:creationId xmlns:a16="http://schemas.microsoft.com/office/drawing/2014/main" id="{94E05DB1-A402-7E5C-09E2-E372E7F227C9}"/>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52" name="Ellipse 151">
              <a:extLst>
                <a:ext uri="{FF2B5EF4-FFF2-40B4-BE49-F238E27FC236}">
                  <a16:creationId xmlns:a16="http://schemas.microsoft.com/office/drawing/2014/main" id="{3F8445FE-BD79-930F-09B5-BE206BB9319D}"/>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6</a:t>
              </a:r>
              <a:endParaRPr lang="fr-FR" sz="1600" b="1" noProof="0" dirty="0"/>
            </a:p>
          </p:txBody>
        </p:sp>
      </p:grpSp>
      <p:grpSp>
        <p:nvGrpSpPr>
          <p:cNvPr id="157" name="Groupe 156">
            <a:extLst>
              <a:ext uri="{FF2B5EF4-FFF2-40B4-BE49-F238E27FC236}">
                <a16:creationId xmlns:a16="http://schemas.microsoft.com/office/drawing/2014/main" id="{184824EF-AA1D-D3A5-D2C7-6FCB818F6328}"/>
              </a:ext>
            </a:extLst>
          </p:cNvPr>
          <p:cNvGrpSpPr/>
          <p:nvPr/>
        </p:nvGrpSpPr>
        <p:grpSpPr>
          <a:xfrm>
            <a:off x="8286655" y="2297263"/>
            <a:ext cx="3429376" cy="360000"/>
            <a:chOff x="1076957" y="5514260"/>
            <a:chExt cx="3429376" cy="360000"/>
          </a:xfrm>
        </p:grpSpPr>
        <p:sp>
          <p:nvSpPr>
            <p:cNvPr id="158" name="Rectangle : coins arrondis 157">
              <a:extLst>
                <a:ext uri="{FF2B5EF4-FFF2-40B4-BE49-F238E27FC236}">
                  <a16:creationId xmlns:a16="http://schemas.microsoft.com/office/drawing/2014/main" id="{F0FA52C6-0658-D46E-5058-99B205D56191}"/>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59" name="Rectangle : coins arrondis 158">
              <a:extLst>
                <a:ext uri="{FF2B5EF4-FFF2-40B4-BE49-F238E27FC236}">
                  <a16:creationId xmlns:a16="http://schemas.microsoft.com/office/drawing/2014/main" id="{12E88F67-BF02-EFEA-959F-3E111A41B662}"/>
                </a:ext>
              </a:extLst>
            </p:cNvPr>
            <p:cNvSpPr/>
            <p:nvPr/>
          </p:nvSpPr>
          <p:spPr>
            <a:xfrm>
              <a:off x="1410333" y="5515015"/>
              <a:ext cx="3096000"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Manuel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Affiche ce manuel</a:t>
              </a:r>
            </a:p>
          </p:txBody>
        </p:sp>
        <p:cxnSp>
          <p:nvCxnSpPr>
            <p:cNvPr id="160" name="Connecteur droit 159">
              <a:extLst>
                <a:ext uri="{FF2B5EF4-FFF2-40B4-BE49-F238E27FC236}">
                  <a16:creationId xmlns:a16="http://schemas.microsoft.com/office/drawing/2014/main" id="{972DAC96-9A38-31E4-E940-BDCFFF2D22E4}"/>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161" name="Ellipse 160">
              <a:extLst>
                <a:ext uri="{FF2B5EF4-FFF2-40B4-BE49-F238E27FC236}">
                  <a16:creationId xmlns:a16="http://schemas.microsoft.com/office/drawing/2014/main" id="{B9D3EC49-3B94-8BAC-E996-51BA59486E4A}"/>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8</a:t>
              </a:r>
              <a:endParaRPr lang="fr-FR" sz="1600" b="1" noProof="0" dirty="0"/>
            </a:p>
          </p:txBody>
        </p:sp>
      </p:grpSp>
    </p:spTree>
    <p:extLst>
      <p:ext uri="{BB962C8B-B14F-4D97-AF65-F5344CB8AC3E}">
        <p14:creationId xmlns:p14="http://schemas.microsoft.com/office/powerpoint/2010/main" val="2050012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51AA81-A5DF-3A18-38B6-020B45588EFC}"/>
              </a:ext>
            </a:extLst>
          </p:cNvPr>
          <p:cNvSpPr>
            <a:spLocks noGrp="1"/>
          </p:cNvSpPr>
          <p:nvPr>
            <p:ph type="title"/>
          </p:nvPr>
        </p:nvSpPr>
        <p:spPr>
          <a:xfrm>
            <a:off x="969412" y="617605"/>
            <a:ext cx="10853446" cy="528400"/>
          </a:xfrm>
        </p:spPr>
        <p:txBody>
          <a:bodyPr/>
          <a:lstStyle/>
          <a:p>
            <a:r>
              <a:rPr lang="fr-FR" cap="all" noProof="0" dirty="0"/>
              <a:t>é</a:t>
            </a:r>
            <a:r>
              <a:rPr lang="fr-FR" noProof="0" dirty="0"/>
              <a:t>cran Principal – Panneau de gestion de la génération</a:t>
            </a:r>
          </a:p>
        </p:txBody>
      </p:sp>
      <p:sp>
        <p:nvSpPr>
          <p:cNvPr id="4" name="Espace réservé du texte 3">
            <a:extLst>
              <a:ext uri="{FF2B5EF4-FFF2-40B4-BE49-F238E27FC236}">
                <a16:creationId xmlns:a16="http://schemas.microsoft.com/office/drawing/2014/main" id="{6BDCEFA8-59A6-33CC-D69F-6DDA6E4D9636}"/>
              </a:ext>
            </a:extLst>
          </p:cNvPr>
          <p:cNvSpPr>
            <a:spLocks noGrp="1"/>
          </p:cNvSpPr>
          <p:nvPr>
            <p:ph type="body" sz="quarter" idx="15"/>
          </p:nvPr>
        </p:nvSpPr>
        <p:spPr/>
        <p:txBody>
          <a:bodyPr/>
          <a:lstStyle/>
          <a:p>
            <a:r>
              <a:rPr lang="fr-FR" cap="all" noProof="0" dirty="0"/>
              <a:t>é</a:t>
            </a:r>
            <a:r>
              <a:rPr lang="fr-FR" noProof="0" dirty="0"/>
              <a:t>crans &amp; fonctionnalités</a:t>
            </a:r>
          </a:p>
        </p:txBody>
      </p:sp>
      <p:grpSp>
        <p:nvGrpSpPr>
          <p:cNvPr id="3" name="Groupe 2">
            <a:extLst>
              <a:ext uri="{FF2B5EF4-FFF2-40B4-BE49-F238E27FC236}">
                <a16:creationId xmlns:a16="http://schemas.microsoft.com/office/drawing/2014/main" id="{A3AD505E-D52E-24E3-1627-846FF097668C}"/>
              </a:ext>
            </a:extLst>
          </p:cNvPr>
          <p:cNvGrpSpPr/>
          <p:nvPr/>
        </p:nvGrpSpPr>
        <p:grpSpPr>
          <a:xfrm>
            <a:off x="475968" y="1815043"/>
            <a:ext cx="3429376" cy="557747"/>
            <a:chOff x="5346700" y="1873408"/>
            <a:chExt cx="3429376" cy="557747"/>
          </a:xfrm>
        </p:grpSpPr>
        <p:sp>
          <p:nvSpPr>
            <p:cNvPr id="5" name="Rectangle : coins arrondis 4">
              <a:extLst>
                <a:ext uri="{FF2B5EF4-FFF2-40B4-BE49-F238E27FC236}">
                  <a16:creationId xmlns:a16="http://schemas.microsoft.com/office/drawing/2014/main" id="{F734C4CE-EDAC-8CDE-6069-D7E23449F577}"/>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6" name="Rectangle : coins arrondis 5">
              <a:extLst>
                <a:ext uri="{FF2B5EF4-FFF2-40B4-BE49-F238E27FC236}">
                  <a16:creationId xmlns:a16="http://schemas.microsoft.com/office/drawing/2014/main" id="{1B5D3471-985D-D7B0-7C47-1A03B1FADFFE}"/>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Etat de fonctionnement de la génération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 vert si démarré rouge sinon.</a:t>
              </a:r>
            </a:p>
          </p:txBody>
        </p:sp>
        <p:sp>
          <p:nvSpPr>
            <p:cNvPr id="7" name="Rectangle 6">
              <a:extLst>
                <a:ext uri="{FF2B5EF4-FFF2-40B4-BE49-F238E27FC236}">
                  <a16:creationId xmlns:a16="http://schemas.microsoft.com/office/drawing/2014/main" id="{9A98F4A2-822F-F247-E12E-DEEF3EA28285}"/>
                </a:ext>
              </a:extLst>
            </p:cNvPr>
            <p:cNvSpPr>
              <a:spLocks noChangeAspect="1"/>
            </p:cNvSpPr>
            <p:nvPr/>
          </p:nvSpPr>
          <p:spPr>
            <a:xfrm>
              <a:off x="5408816" y="2010394"/>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8" name="Connecteur droit 7">
              <a:extLst>
                <a:ext uri="{FF2B5EF4-FFF2-40B4-BE49-F238E27FC236}">
                  <a16:creationId xmlns:a16="http://schemas.microsoft.com/office/drawing/2014/main" id="{9E3D5594-A87F-1394-D1A5-79B498DDCAFE}"/>
                </a:ext>
              </a:extLst>
            </p:cNvPr>
            <p:cNvCxnSpPr/>
            <p:nvPr/>
          </p:nvCxnSpPr>
          <p:spPr>
            <a:xfrm>
              <a:off x="5346700" y="1876755"/>
              <a:ext cx="0" cy="5544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9" name="Groupe 8">
            <a:extLst>
              <a:ext uri="{FF2B5EF4-FFF2-40B4-BE49-F238E27FC236}">
                <a16:creationId xmlns:a16="http://schemas.microsoft.com/office/drawing/2014/main" id="{1FBF224A-E66A-B6D9-4FED-518BC266223B}"/>
              </a:ext>
            </a:extLst>
          </p:cNvPr>
          <p:cNvGrpSpPr/>
          <p:nvPr/>
        </p:nvGrpSpPr>
        <p:grpSpPr>
          <a:xfrm>
            <a:off x="475968" y="5432130"/>
            <a:ext cx="3429376" cy="557747"/>
            <a:chOff x="6718452" y="1719483"/>
            <a:chExt cx="3429376" cy="557747"/>
          </a:xfrm>
        </p:grpSpPr>
        <p:grpSp>
          <p:nvGrpSpPr>
            <p:cNvPr id="10" name="Groupe 9">
              <a:extLst>
                <a:ext uri="{FF2B5EF4-FFF2-40B4-BE49-F238E27FC236}">
                  <a16:creationId xmlns:a16="http://schemas.microsoft.com/office/drawing/2014/main" id="{5460DE1A-BDDB-7429-CC66-323983E57740}"/>
                </a:ext>
              </a:extLst>
            </p:cNvPr>
            <p:cNvGrpSpPr/>
            <p:nvPr/>
          </p:nvGrpSpPr>
          <p:grpSpPr>
            <a:xfrm>
              <a:off x="6718452" y="1719483"/>
              <a:ext cx="3429376" cy="557747"/>
              <a:chOff x="5346700" y="1873408"/>
              <a:chExt cx="3429376" cy="557747"/>
            </a:xfrm>
          </p:grpSpPr>
          <p:sp>
            <p:nvSpPr>
              <p:cNvPr id="12" name="Rectangle : coins arrondis 11">
                <a:extLst>
                  <a:ext uri="{FF2B5EF4-FFF2-40B4-BE49-F238E27FC236}">
                    <a16:creationId xmlns:a16="http://schemas.microsoft.com/office/drawing/2014/main" id="{259A719A-2ABA-1A4C-83FA-D425CC8E261A}"/>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3" name="Rectangle : coins arrondis 12">
                <a:extLst>
                  <a:ext uri="{FF2B5EF4-FFF2-40B4-BE49-F238E27FC236}">
                    <a16:creationId xmlns:a16="http://schemas.microsoft.com/office/drawing/2014/main" id="{77F1DCD0-894E-4FF9-5089-EE02F2373EA1}"/>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Démarrer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Démarre la génération (uniquement si connecté et arrêtée).</a:t>
                </a:r>
              </a:p>
            </p:txBody>
          </p:sp>
          <p:cxnSp>
            <p:nvCxnSpPr>
              <p:cNvPr id="14" name="Connecteur droit 13">
                <a:extLst>
                  <a:ext uri="{FF2B5EF4-FFF2-40B4-BE49-F238E27FC236}">
                    <a16:creationId xmlns:a16="http://schemas.microsoft.com/office/drawing/2014/main" id="{9520DB44-A7F3-0A7F-8F9B-851C0C859CAD}"/>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1" name="Ellipse 10">
              <a:extLst>
                <a:ext uri="{FF2B5EF4-FFF2-40B4-BE49-F238E27FC236}">
                  <a16:creationId xmlns:a16="http://schemas.microsoft.com/office/drawing/2014/main" id="{A366EF5A-A9C0-FD7B-942A-B74C71E8FF1E}"/>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a:t>
              </a:r>
              <a:endParaRPr lang="fr-FR" sz="1600" b="1" noProof="0" dirty="0"/>
            </a:p>
          </p:txBody>
        </p:sp>
      </p:grpSp>
      <p:grpSp>
        <p:nvGrpSpPr>
          <p:cNvPr id="123" name="Groupe 122">
            <a:extLst>
              <a:ext uri="{FF2B5EF4-FFF2-40B4-BE49-F238E27FC236}">
                <a16:creationId xmlns:a16="http://schemas.microsoft.com/office/drawing/2014/main" id="{03AF7C7E-D531-B0C7-D098-46633112F78B}"/>
              </a:ext>
            </a:extLst>
          </p:cNvPr>
          <p:cNvGrpSpPr/>
          <p:nvPr/>
        </p:nvGrpSpPr>
        <p:grpSpPr>
          <a:xfrm>
            <a:off x="369141" y="2832175"/>
            <a:ext cx="11453717" cy="1900961"/>
            <a:chOff x="380051" y="2877990"/>
            <a:chExt cx="11453717" cy="1900961"/>
          </a:xfrm>
        </p:grpSpPr>
        <p:pic>
          <p:nvPicPr>
            <p:cNvPr id="16" name="Image 15">
              <a:extLst>
                <a:ext uri="{FF2B5EF4-FFF2-40B4-BE49-F238E27FC236}">
                  <a16:creationId xmlns:a16="http://schemas.microsoft.com/office/drawing/2014/main" id="{393222D8-E7B0-E347-A1F2-8563B0064633}"/>
                </a:ext>
              </a:extLst>
            </p:cNvPr>
            <p:cNvPicPr>
              <a:picLocks noChangeAspect="1"/>
            </p:cNvPicPr>
            <p:nvPr/>
          </p:nvPicPr>
          <p:blipFill>
            <a:blip r:embed="rId2"/>
            <a:srcRect l="52958" t="9942" r="12013" b="84847"/>
            <a:stretch>
              <a:fillRect/>
            </a:stretch>
          </p:blipFill>
          <p:spPr>
            <a:xfrm>
              <a:off x="380051" y="3355190"/>
              <a:ext cx="11453717" cy="972708"/>
            </a:xfrm>
            <a:prstGeom prst="rect">
              <a:avLst/>
            </a:prstGeom>
          </p:spPr>
        </p:pic>
        <p:sp>
          <p:nvSpPr>
            <p:cNvPr id="23" name="Rectangle 22">
              <a:extLst>
                <a:ext uri="{FF2B5EF4-FFF2-40B4-BE49-F238E27FC236}">
                  <a16:creationId xmlns:a16="http://schemas.microsoft.com/office/drawing/2014/main" id="{6FE0C285-0046-0D8C-79B0-4E7B8EA57031}"/>
                </a:ext>
              </a:extLst>
            </p:cNvPr>
            <p:cNvSpPr/>
            <p:nvPr/>
          </p:nvSpPr>
          <p:spPr>
            <a:xfrm>
              <a:off x="2146329" y="3965303"/>
              <a:ext cx="779722" cy="243223"/>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4" name="Rectangle 23">
              <a:extLst>
                <a:ext uri="{FF2B5EF4-FFF2-40B4-BE49-F238E27FC236}">
                  <a16:creationId xmlns:a16="http://schemas.microsoft.com/office/drawing/2014/main" id="{9A6D7C0C-DA98-0954-9FB7-5173A943958E}"/>
                </a:ext>
              </a:extLst>
            </p:cNvPr>
            <p:cNvSpPr/>
            <p:nvPr/>
          </p:nvSpPr>
          <p:spPr>
            <a:xfrm>
              <a:off x="3509733" y="3965302"/>
              <a:ext cx="1450887" cy="243223"/>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9" name="Rectangle 28">
              <a:extLst>
                <a:ext uri="{FF2B5EF4-FFF2-40B4-BE49-F238E27FC236}">
                  <a16:creationId xmlns:a16="http://schemas.microsoft.com/office/drawing/2014/main" id="{496C745A-3333-A663-49C5-54EFC482B851}"/>
                </a:ext>
              </a:extLst>
            </p:cNvPr>
            <p:cNvSpPr/>
            <p:nvPr/>
          </p:nvSpPr>
          <p:spPr>
            <a:xfrm>
              <a:off x="5833582" y="3965302"/>
              <a:ext cx="2386494" cy="243223"/>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0" name="Rectangle 29">
              <a:extLst>
                <a:ext uri="{FF2B5EF4-FFF2-40B4-BE49-F238E27FC236}">
                  <a16:creationId xmlns:a16="http://schemas.microsoft.com/office/drawing/2014/main" id="{36DAE6F7-1C58-71D8-56B8-DF982FA18C3C}"/>
                </a:ext>
              </a:extLst>
            </p:cNvPr>
            <p:cNvSpPr/>
            <p:nvPr/>
          </p:nvSpPr>
          <p:spPr>
            <a:xfrm>
              <a:off x="10510352" y="3914453"/>
              <a:ext cx="986323" cy="329680"/>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1" name="Rectangle 30">
              <a:extLst>
                <a:ext uri="{FF2B5EF4-FFF2-40B4-BE49-F238E27FC236}">
                  <a16:creationId xmlns:a16="http://schemas.microsoft.com/office/drawing/2014/main" id="{50908D09-8BC3-5D43-5A7D-62251E1B5BC7}"/>
                </a:ext>
              </a:extLst>
            </p:cNvPr>
            <p:cNvSpPr/>
            <p:nvPr/>
          </p:nvSpPr>
          <p:spPr>
            <a:xfrm>
              <a:off x="9679481" y="3911379"/>
              <a:ext cx="732379" cy="329680"/>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2" name="Rectangle 31">
              <a:extLst>
                <a:ext uri="{FF2B5EF4-FFF2-40B4-BE49-F238E27FC236}">
                  <a16:creationId xmlns:a16="http://schemas.microsoft.com/office/drawing/2014/main" id="{18E80608-5F05-5F4A-450D-44D3541AC136}"/>
                </a:ext>
              </a:extLst>
            </p:cNvPr>
            <p:cNvSpPr/>
            <p:nvPr/>
          </p:nvSpPr>
          <p:spPr>
            <a:xfrm>
              <a:off x="8541861" y="3909267"/>
              <a:ext cx="859473" cy="329680"/>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2" name="Rectangle 21">
              <a:extLst>
                <a:ext uri="{FF2B5EF4-FFF2-40B4-BE49-F238E27FC236}">
                  <a16:creationId xmlns:a16="http://schemas.microsoft.com/office/drawing/2014/main" id="{B8338B2D-2747-5D12-F504-FFBF86AE6DA1}"/>
                </a:ext>
              </a:extLst>
            </p:cNvPr>
            <p:cNvSpPr/>
            <p:nvPr/>
          </p:nvSpPr>
          <p:spPr>
            <a:xfrm>
              <a:off x="2146329" y="3546737"/>
              <a:ext cx="779722" cy="243223"/>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5" name="Rectangle 24">
              <a:extLst>
                <a:ext uri="{FF2B5EF4-FFF2-40B4-BE49-F238E27FC236}">
                  <a16:creationId xmlns:a16="http://schemas.microsoft.com/office/drawing/2014/main" id="{6710AB65-D4B1-2907-7B4C-9374194221BF}"/>
                </a:ext>
              </a:extLst>
            </p:cNvPr>
            <p:cNvSpPr/>
            <p:nvPr/>
          </p:nvSpPr>
          <p:spPr>
            <a:xfrm>
              <a:off x="3509733" y="3546736"/>
              <a:ext cx="1450887" cy="243223"/>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6" name="Rectangle 25">
              <a:extLst>
                <a:ext uri="{FF2B5EF4-FFF2-40B4-BE49-F238E27FC236}">
                  <a16:creationId xmlns:a16="http://schemas.microsoft.com/office/drawing/2014/main" id="{C8185C14-FC26-33F5-969B-19522A6E018D}"/>
                </a:ext>
              </a:extLst>
            </p:cNvPr>
            <p:cNvSpPr/>
            <p:nvPr/>
          </p:nvSpPr>
          <p:spPr>
            <a:xfrm>
              <a:off x="5833582" y="3546736"/>
              <a:ext cx="2386494" cy="243223"/>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7" name="Rectangle 26">
              <a:extLst>
                <a:ext uri="{FF2B5EF4-FFF2-40B4-BE49-F238E27FC236}">
                  <a16:creationId xmlns:a16="http://schemas.microsoft.com/office/drawing/2014/main" id="{A9B1E67B-EF02-A81D-30A7-30A1E30225CD}"/>
                </a:ext>
              </a:extLst>
            </p:cNvPr>
            <p:cNvSpPr/>
            <p:nvPr/>
          </p:nvSpPr>
          <p:spPr>
            <a:xfrm>
              <a:off x="10510352" y="3495887"/>
              <a:ext cx="986323" cy="329680"/>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8" name="Rectangle 27">
              <a:extLst>
                <a:ext uri="{FF2B5EF4-FFF2-40B4-BE49-F238E27FC236}">
                  <a16:creationId xmlns:a16="http://schemas.microsoft.com/office/drawing/2014/main" id="{64601B1B-BFC0-9137-73C2-C302B4E3B4FB}"/>
                </a:ext>
              </a:extLst>
            </p:cNvPr>
            <p:cNvSpPr/>
            <p:nvPr/>
          </p:nvSpPr>
          <p:spPr>
            <a:xfrm>
              <a:off x="9679481" y="3492813"/>
              <a:ext cx="732379" cy="329680"/>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9" name="Rectangle 38">
              <a:extLst>
                <a:ext uri="{FF2B5EF4-FFF2-40B4-BE49-F238E27FC236}">
                  <a16:creationId xmlns:a16="http://schemas.microsoft.com/office/drawing/2014/main" id="{61CF70EB-3119-9C9D-459B-E86EEE298F6D}"/>
                </a:ext>
              </a:extLst>
            </p:cNvPr>
            <p:cNvSpPr/>
            <p:nvPr/>
          </p:nvSpPr>
          <p:spPr>
            <a:xfrm>
              <a:off x="8541861" y="3490701"/>
              <a:ext cx="859473" cy="329680"/>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5" name="Ellipse 54">
              <a:extLst>
                <a:ext uri="{FF2B5EF4-FFF2-40B4-BE49-F238E27FC236}">
                  <a16:creationId xmlns:a16="http://schemas.microsoft.com/office/drawing/2014/main" id="{107AA908-83A4-B71D-8F2B-67EC917061E2}"/>
                </a:ext>
              </a:extLst>
            </p:cNvPr>
            <p:cNvSpPr>
              <a:spLocks noChangeAspect="1"/>
            </p:cNvSpPr>
            <p:nvPr/>
          </p:nvSpPr>
          <p:spPr>
            <a:xfrm>
              <a:off x="8827597" y="287799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a:t>
              </a:r>
              <a:endParaRPr lang="fr-FR" sz="1600" b="1" noProof="0" dirty="0">
                <a:latin typeface="Barlow" panose="00000500000000000000" pitchFamily="2" charset="0"/>
              </a:endParaRPr>
            </a:p>
          </p:txBody>
        </p:sp>
        <p:cxnSp>
          <p:nvCxnSpPr>
            <p:cNvPr id="56" name="Connecteur droit avec flèche 55">
              <a:extLst>
                <a:ext uri="{FF2B5EF4-FFF2-40B4-BE49-F238E27FC236}">
                  <a16:creationId xmlns:a16="http://schemas.microsoft.com/office/drawing/2014/main" id="{7842F68D-FB83-3F33-BADD-10EDF0912B22}"/>
                </a:ext>
              </a:extLst>
            </p:cNvPr>
            <p:cNvCxnSpPr>
              <a:cxnSpLocks/>
            </p:cNvCxnSpPr>
            <p:nvPr/>
          </p:nvCxnSpPr>
          <p:spPr>
            <a:xfrm>
              <a:off x="8971597" y="3165990"/>
              <a:ext cx="1" cy="324711"/>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9CB10243-F2AB-2638-6F0E-5D258CADD1B9}"/>
                </a:ext>
              </a:extLst>
            </p:cNvPr>
            <p:cNvSpPr/>
            <p:nvPr/>
          </p:nvSpPr>
          <p:spPr>
            <a:xfrm>
              <a:off x="2392190" y="2909960"/>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58" name="Connecteur droit avec flèche 57">
              <a:extLst>
                <a:ext uri="{FF2B5EF4-FFF2-40B4-BE49-F238E27FC236}">
                  <a16:creationId xmlns:a16="http://schemas.microsoft.com/office/drawing/2014/main" id="{4EE9E4D6-D4C2-A72B-2099-72808C46F0EB}"/>
                </a:ext>
              </a:extLst>
            </p:cNvPr>
            <p:cNvCxnSpPr>
              <a:cxnSpLocks/>
              <a:stCxn id="57" idx="2"/>
              <a:endCxn id="22" idx="0"/>
            </p:cNvCxnSpPr>
            <p:nvPr/>
          </p:nvCxnSpPr>
          <p:spPr>
            <a:xfrm>
              <a:off x="2536190" y="3197960"/>
              <a:ext cx="0" cy="348777"/>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64" name="Ellipse 63">
              <a:extLst>
                <a:ext uri="{FF2B5EF4-FFF2-40B4-BE49-F238E27FC236}">
                  <a16:creationId xmlns:a16="http://schemas.microsoft.com/office/drawing/2014/main" id="{9F6FA6D7-4F6A-5E52-47C8-B01615DE37A4}"/>
                </a:ext>
              </a:extLst>
            </p:cNvPr>
            <p:cNvSpPr>
              <a:spLocks noChangeAspect="1"/>
            </p:cNvSpPr>
            <p:nvPr/>
          </p:nvSpPr>
          <p:spPr>
            <a:xfrm>
              <a:off x="8827597" y="4475822"/>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a:t>
              </a:r>
              <a:endParaRPr lang="fr-FR" sz="1600" b="1" noProof="0" dirty="0">
                <a:latin typeface="Barlow" panose="00000500000000000000" pitchFamily="2" charset="0"/>
              </a:endParaRPr>
            </a:p>
          </p:txBody>
        </p:sp>
        <p:cxnSp>
          <p:nvCxnSpPr>
            <p:cNvPr id="65" name="Connecteur droit avec flèche 64">
              <a:extLst>
                <a:ext uri="{FF2B5EF4-FFF2-40B4-BE49-F238E27FC236}">
                  <a16:creationId xmlns:a16="http://schemas.microsoft.com/office/drawing/2014/main" id="{D4EF22CD-A4A2-71C5-08B0-66B390686FD5}"/>
                </a:ext>
              </a:extLst>
            </p:cNvPr>
            <p:cNvCxnSpPr>
              <a:cxnSpLocks/>
            </p:cNvCxnSpPr>
            <p:nvPr/>
          </p:nvCxnSpPr>
          <p:spPr>
            <a:xfrm flipV="1">
              <a:off x="8971597" y="4238947"/>
              <a:ext cx="1" cy="236875"/>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BB75247F-6516-D639-BC68-050AE206A446}"/>
                </a:ext>
              </a:extLst>
            </p:cNvPr>
            <p:cNvSpPr/>
            <p:nvPr/>
          </p:nvSpPr>
          <p:spPr>
            <a:xfrm>
              <a:off x="2392190" y="4436375"/>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67" name="Connecteur droit avec flèche 66">
              <a:extLst>
                <a:ext uri="{FF2B5EF4-FFF2-40B4-BE49-F238E27FC236}">
                  <a16:creationId xmlns:a16="http://schemas.microsoft.com/office/drawing/2014/main" id="{FB0C8F70-E082-750C-289B-D7369FA6F1C4}"/>
                </a:ext>
              </a:extLst>
            </p:cNvPr>
            <p:cNvCxnSpPr>
              <a:cxnSpLocks/>
              <a:stCxn id="66" idx="0"/>
              <a:endCxn id="23" idx="2"/>
            </p:cNvCxnSpPr>
            <p:nvPr/>
          </p:nvCxnSpPr>
          <p:spPr>
            <a:xfrm flipV="1">
              <a:off x="2536190" y="4208526"/>
              <a:ext cx="0" cy="227849"/>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E8967555-EC94-5B04-9BB9-6F810F9EC9A0}"/>
                </a:ext>
              </a:extLst>
            </p:cNvPr>
            <p:cNvSpPr/>
            <p:nvPr/>
          </p:nvSpPr>
          <p:spPr>
            <a:xfrm>
              <a:off x="4091176" y="2909960"/>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71" name="Connecteur droit avec flèche 70">
              <a:extLst>
                <a:ext uri="{FF2B5EF4-FFF2-40B4-BE49-F238E27FC236}">
                  <a16:creationId xmlns:a16="http://schemas.microsoft.com/office/drawing/2014/main" id="{F9C6A683-5516-531A-1207-3BC4CAB118D1}"/>
                </a:ext>
              </a:extLst>
            </p:cNvPr>
            <p:cNvCxnSpPr>
              <a:cxnSpLocks/>
            </p:cNvCxnSpPr>
            <p:nvPr/>
          </p:nvCxnSpPr>
          <p:spPr>
            <a:xfrm>
              <a:off x="4203561" y="3197960"/>
              <a:ext cx="1" cy="348776"/>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473952BB-3AFF-D76A-96D9-B093B3F2ACAF}"/>
                </a:ext>
              </a:extLst>
            </p:cNvPr>
            <p:cNvSpPr/>
            <p:nvPr/>
          </p:nvSpPr>
          <p:spPr>
            <a:xfrm>
              <a:off x="4091176" y="4436375"/>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73" name="Connecteur droit avec flèche 72">
              <a:extLst>
                <a:ext uri="{FF2B5EF4-FFF2-40B4-BE49-F238E27FC236}">
                  <a16:creationId xmlns:a16="http://schemas.microsoft.com/office/drawing/2014/main" id="{6706B851-8DF3-3C35-4496-67A8CF11D237}"/>
                </a:ext>
              </a:extLst>
            </p:cNvPr>
            <p:cNvCxnSpPr>
              <a:cxnSpLocks/>
            </p:cNvCxnSpPr>
            <p:nvPr/>
          </p:nvCxnSpPr>
          <p:spPr>
            <a:xfrm flipV="1">
              <a:off x="4203561" y="4208525"/>
              <a:ext cx="1" cy="227850"/>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C54CE5E8-5A0F-26F8-CABC-6CDF589E5CC3}"/>
                </a:ext>
              </a:extLst>
            </p:cNvPr>
            <p:cNvSpPr/>
            <p:nvPr/>
          </p:nvSpPr>
          <p:spPr>
            <a:xfrm>
              <a:off x="6882829" y="2964536"/>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C</a:t>
              </a:r>
            </a:p>
          </p:txBody>
        </p:sp>
        <p:cxnSp>
          <p:nvCxnSpPr>
            <p:cNvPr id="75" name="Connecteur droit avec flèche 74">
              <a:extLst>
                <a:ext uri="{FF2B5EF4-FFF2-40B4-BE49-F238E27FC236}">
                  <a16:creationId xmlns:a16="http://schemas.microsoft.com/office/drawing/2014/main" id="{ABA9C0A5-C1C8-521A-5214-44E13B64156C}"/>
                </a:ext>
              </a:extLst>
            </p:cNvPr>
            <p:cNvCxnSpPr>
              <a:cxnSpLocks/>
            </p:cNvCxnSpPr>
            <p:nvPr/>
          </p:nvCxnSpPr>
          <p:spPr>
            <a:xfrm>
              <a:off x="6984879" y="3252536"/>
              <a:ext cx="0" cy="294200"/>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6F7F083A-E827-F93E-3EE9-F1A9A02BF525}"/>
                </a:ext>
              </a:extLst>
            </p:cNvPr>
            <p:cNvSpPr/>
            <p:nvPr/>
          </p:nvSpPr>
          <p:spPr>
            <a:xfrm>
              <a:off x="6882829" y="4490951"/>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C</a:t>
              </a:r>
            </a:p>
          </p:txBody>
        </p:sp>
        <p:cxnSp>
          <p:nvCxnSpPr>
            <p:cNvPr id="77" name="Connecteur droit avec flèche 76">
              <a:extLst>
                <a:ext uri="{FF2B5EF4-FFF2-40B4-BE49-F238E27FC236}">
                  <a16:creationId xmlns:a16="http://schemas.microsoft.com/office/drawing/2014/main" id="{183C128A-C438-211A-A119-7C1D75BA1858}"/>
                </a:ext>
              </a:extLst>
            </p:cNvPr>
            <p:cNvCxnSpPr>
              <a:cxnSpLocks/>
            </p:cNvCxnSpPr>
            <p:nvPr/>
          </p:nvCxnSpPr>
          <p:spPr>
            <a:xfrm flipV="1">
              <a:off x="6984879" y="4208525"/>
              <a:ext cx="0" cy="282426"/>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82" name="Ellipse 81">
              <a:extLst>
                <a:ext uri="{FF2B5EF4-FFF2-40B4-BE49-F238E27FC236}">
                  <a16:creationId xmlns:a16="http://schemas.microsoft.com/office/drawing/2014/main" id="{23901621-D54C-9118-CB36-9D2D9146DB68}"/>
                </a:ext>
              </a:extLst>
            </p:cNvPr>
            <p:cNvSpPr>
              <a:spLocks noChangeAspect="1"/>
            </p:cNvSpPr>
            <p:nvPr/>
          </p:nvSpPr>
          <p:spPr>
            <a:xfrm>
              <a:off x="9901670" y="287799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2</a:t>
              </a:r>
              <a:endParaRPr lang="fr-FR" sz="1600" b="1" noProof="0" dirty="0">
                <a:latin typeface="Barlow" panose="00000500000000000000" pitchFamily="2" charset="0"/>
              </a:endParaRPr>
            </a:p>
          </p:txBody>
        </p:sp>
        <p:cxnSp>
          <p:nvCxnSpPr>
            <p:cNvPr id="83" name="Connecteur droit avec flèche 82">
              <a:extLst>
                <a:ext uri="{FF2B5EF4-FFF2-40B4-BE49-F238E27FC236}">
                  <a16:creationId xmlns:a16="http://schemas.microsoft.com/office/drawing/2014/main" id="{340E0EB5-A1EE-1B36-98DB-6511C2B959D3}"/>
                </a:ext>
              </a:extLst>
            </p:cNvPr>
            <p:cNvCxnSpPr>
              <a:cxnSpLocks/>
            </p:cNvCxnSpPr>
            <p:nvPr/>
          </p:nvCxnSpPr>
          <p:spPr>
            <a:xfrm>
              <a:off x="10023822" y="3165990"/>
              <a:ext cx="1" cy="326823"/>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84" name="Ellipse 83">
              <a:extLst>
                <a:ext uri="{FF2B5EF4-FFF2-40B4-BE49-F238E27FC236}">
                  <a16:creationId xmlns:a16="http://schemas.microsoft.com/office/drawing/2014/main" id="{E3204611-4946-F687-B4A5-F335D47104A0}"/>
                </a:ext>
              </a:extLst>
            </p:cNvPr>
            <p:cNvSpPr>
              <a:spLocks noChangeAspect="1"/>
            </p:cNvSpPr>
            <p:nvPr/>
          </p:nvSpPr>
          <p:spPr>
            <a:xfrm>
              <a:off x="9901670" y="4475822"/>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2</a:t>
              </a:r>
              <a:endParaRPr lang="fr-FR" sz="1600" b="1" noProof="0" dirty="0">
                <a:latin typeface="Barlow" panose="00000500000000000000" pitchFamily="2" charset="0"/>
              </a:endParaRPr>
            </a:p>
          </p:txBody>
        </p:sp>
        <p:cxnSp>
          <p:nvCxnSpPr>
            <p:cNvPr id="85" name="Connecteur droit avec flèche 84">
              <a:extLst>
                <a:ext uri="{FF2B5EF4-FFF2-40B4-BE49-F238E27FC236}">
                  <a16:creationId xmlns:a16="http://schemas.microsoft.com/office/drawing/2014/main" id="{9013827D-2A89-B570-6887-E07049F3D330}"/>
                </a:ext>
              </a:extLst>
            </p:cNvPr>
            <p:cNvCxnSpPr>
              <a:cxnSpLocks/>
            </p:cNvCxnSpPr>
            <p:nvPr/>
          </p:nvCxnSpPr>
          <p:spPr>
            <a:xfrm flipV="1">
              <a:off x="10023822" y="4241059"/>
              <a:ext cx="1" cy="234763"/>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86" name="Ellipse 85">
              <a:extLst>
                <a:ext uri="{FF2B5EF4-FFF2-40B4-BE49-F238E27FC236}">
                  <a16:creationId xmlns:a16="http://schemas.microsoft.com/office/drawing/2014/main" id="{BAACDFC8-50D6-5D7D-93DA-C4758CD0AC8B}"/>
                </a:ext>
              </a:extLst>
            </p:cNvPr>
            <p:cNvSpPr>
              <a:spLocks noChangeAspect="1"/>
            </p:cNvSpPr>
            <p:nvPr/>
          </p:nvSpPr>
          <p:spPr>
            <a:xfrm>
              <a:off x="10859513" y="287799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3</a:t>
              </a:r>
              <a:endParaRPr lang="fr-FR" sz="1600" b="1" noProof="0" dirty="0">
                <a:latin typeface="Barlow" panose="00000500000000000000" pitchFamily="2" charset="0"/>
              </a:endParaRPr>
            </a:p>
          </p:txBody>
        </p:sp>
        <p:cxnSp>
          <p:nvCxnSpPr>
            <p:cNvPr id="87" name="Connecteur droit avec flèche 86">
              <a:extLst>
                <a:ext uri="{FF2B5EF4-FFF2-40B4-BE49-F238E27FC236}">
                  <a16:creationId xmlns:a16="http://schemas.microsoft.com/office/drawing/2014/main" id="{46A2B718-A5AD-2B4E-2044-18F202C8930E}"/>
                </a:ext>
              </a:extLst>
            </p:cNvPr>
            <p:cNvCxnSpPr>
              <a:cxnSpLocks/>
            </p:cNvCxnSpPr>
            <p:nvPr/>
          </p:nvCxnSpPr>
          <p:spPr>
            <a:xfrm>
              <a:off x="10997841" y="3165990"/>
              <a:ext cx="1" cy="329897"/>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88" name="Ellipse 87">
              <a:extLst>
                <a:ext uri="{FF2B5EF4-FFF2-40B4-BE49-F238E27FC236}">
                  <a16:creationId xmlns:a16="http://schemas.microsoft.com/office/drawing/2014/main" id="{CD9BC767-61DE-0825-00C6-58FE8FE61E6D}"/>
                </a:ext>
              </a:extLst>
            </p:cNvPr>
            <p:cNvSpPr>
              <a:spLocks noChangeAspect="1"/>
            </p:cNvSpPr>
            <p:nvPr/>
          </p:nvSpPr>
          <p:spPr>
            <a:xfrm>
              <a:off x="10859513" y="4475822"/>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3</a:t>
              </a:r>
              <a:endParaRPr lang="fr-FR" sz="1600" b="1" noProof="0" dirty="0">
                <a:latin typeface="Barlow" panose="00000500000000000000" pitchFamily="2" charset="0"/>
              </a:endParaRPr>
            </a:p>
          </p:txBody>
        </p:sp>
        <p:cxnSp>
          <p:nvCxnSpPr>
            <p:cNvPr id="89" name="Connecteur droit avec flèche 88">
              <a:extLst>
                <a:ext uri="{FF2B5EF4-FFF2-40B4-BE49-F238E27FC236}">
                  <a16:creationId xmlns:a16="http://schemas.microsoft.com/office/drawing/2014/main" id="{18B4B6D3-23AF-E4BD-959D-E88E26A42E35}"/>
                </a:ext>
              </a:extLst>
            </p:cNvPr>
            <p:cNvCxnSpPr>
              <a:cxnSpLocks/>
            </p:cNvCxnSpPr>
            <p:nvPr/>
          </p:nvCxnSpPr>
          <p:spPr>
            <a:xfrm flipV="1">
              <a:off x="10997841" y="4244133"/>
              <a:ext cx="1" cy="231689"/>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101" name="Groupe 100">
            <a:extLst>
              <a:ext uri="{FF2B5EF4-FFF2-40B4-BE49-F238E27FC236}">
                <a16:creationId xmlns:a16="http://schemas.microsoft.com/office/drawing/2014/main" id="{46B07584-E7D8-76EB-644C-1B953F2BF1FF}"/>
              </a:ext>
            </a:extLst>
          </p:cNvPr>
          <p:cNvGrpSpPr/>
          <p:nvPr/>
        </p:nvGrpSpPr>
        <p:grpSpPr>
          <a:xfrm>
            <a:off x="4381312" y="1815043"/>
            <a:ext cx="3429376" cy="557747"/>
            <a:chOff x="5346700" y="1873408"/>
            <a:chExt cx="3429376" cy="557747"/>
          </a:xfrm>
        </p:grpSpPr>
        <p:sp>
          <p:nvSpPr>
            <p:cNvPr id="102" name="Rectangle : coins arrondis 101">
              <a:extLst>
                <a:ext uri="{FF2B5EF4-FFF2-40B4-BE49-F238E27FC236}">
                  <a16:creationId xmlns:a16="http://schemas.microsoft.com/office/drawing/2014/main" id="{1C4E1D6A-E4F8-8873-C32E-FE27B48BC0B6}"/>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03" name="Rectangle : coins arrondis 102">
              <a:extLst>
                <a:ext uri="{FF2B5EF4-FFF2-40B4-BE49-F238E27FC236}">
                  <a16:creationId xmlns:a16="http://schemas.microsoft.com/office/drawing/2014/main" id="{4F75C675-46DF-1B6D-4233-3C87D3A756E4}"/>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Etat de la génération en cours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gris en attente, jaune en cours, orange en pause.</a:t>
              </a:r>
            </a:p>
          </p:txBody>
        </p:sp>
        <p:sp>
          <p:nvSpPr>
            <p:cNvPr id="104" name="Rectangle 103">
              <a:extLst>
                <a:ext uri="{FF2B5EF4-FFF2-40B4-BE49-F238E27FC236}">
                  <a16:creationId xmlns:a16="http://schemas.microsoft.com/office/drawing/2014/main" id="{26CB851E-4BCA-009D-EF4C-7446AAB66BFE}"/>
                </a:ext>
              </a:extLst>
            </p:cNvPr>
            <p:cNvSpPr>
              <a:spLocks noChangeAspect="1"/>
            </p:cNvSpPr>
            <p:nvPr/>
          </p:nvSpPr>
          <p:spPr>
            <a:xfrm>
              <a:off x="5408816" y="2010394"/>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105" name="Connecteur droit 104">
              <a:extLst>
                <a:ext uri="{FF2B5EF4-FFF2-40B4-BE49-F238E27FC236}">
                  <a16:creationId xmlns:a16="http://schemas.microsoft.com/office/drawing/2014/main" id="{E0AB4803-DB45-8212-4D80-FEE17D9E7384}"/>
                </a:ext>
              </a:extLst>
            </p:cNvPr>
            <p:cNvCxnSpPr/>
            <p:nvPr/>
          </p:nvCxnSpPr>
          <p:spPr>
            <a:xfrm>
              <a:off x="5346700" y="1876755"/>
              <a:ext cx="0" cy="5544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106" name="Groupe 105">
            <a:extLst>
              <a:ext uri="{FF2B5EF4-FFF2-40B4-BE49-F238E27FC236}">
                <a16:creationId xmlns:a16="http://schemas.microsoft.com/office/drawing/2014/main" id="{9918FC25-ED7B-753F-E5C1-BD40FF115A5E}"/>
              </a:ext>
            </a:extLst>
          </p:cNvPr>
          <p:cNvGrpSpPr/>
          <p:nvPr/>
        </p:nvGrpSpPr>
        <p:grpSpPr>
          <a:xfrm>
            <a:off x="8286656" y="1815043"/>
            <a:ext cx="3429376" cy="557747"/>
            <a:chOff x="5346700" y="1873408"/>
            <a:chExt cx="3429376" cy="557747"/>
          </a:xfrm>
        </p:grpSpPr>
        <p:sp>
          <p:nvSpPr>
            <p:cNvPr id="107" name="Rectangle : coins arrondis 106">
              <a:extLst>
                <a:ext uri="{FF2B5EF4-FFF2-40B4-BE49-F238E27FC236}">
                  <a16:creationId xmlns:a16="http://schemas.microsoft.com/office/drawing/2014/main" id="{7C93C78D-9476-24F1-1F7E-1BD76FFC8405}"/>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08" name="Rectangle : coins arrondis 107">
              <a:extLst>
                <a:ext uri="{FF2B5EF4-FFF2-40B4-BE49-F238E27FC236}">
                  <a16:creationId xmlns:a16="http://schemas.microsoft.com/office/drawing/2014/main" id="{D31AC210-4000-822A-7876-C24E52F718C0}"/>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Dernière génération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Informations sur la dernière génération réalisée.</a:t>
              </a:r>
            </a:p>
          </p:txBody>
        </p:sp>
        <p:sp>
          <p:nvSpPr>
            <p:cNvPr id="109" name="Rectangle 108">
              <a:extLst>
                <a:ext uri="{FF2B5EF4-FFF2-40B4-BE49-F238E27FC236}">
                  <a16:creationId xmlns:a16="http://schemas.microsoft.com/office/drawing/2014/main" id="{8DF26AEB-1E3C-D99C-4B39-77047169F2F0}"/>
                </a:ext>
              </a:extLst>
            </p:cNvPr>
            <p:cNvSpPr>
              <a:spLocks noChangeAspect="1"/>
            </p:cNvSpPr>
            <p:nvPr/>
          </p:nvSpPr>
          <p:spPr>
            <a:xfrm>
              <a:off x="5408816" y="2010394"/>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C</a:t>
              </a:r>
            </a:p>
          </p:txBody>
        </p:sp>
        <p:cxnSp>
          <p:nvCxnSpPr>
            <p:cNvPr id="110" name="Connecteur droit 109">
              <a:extLst>
                <a:ext uri="{FF2B5EF4-FFF2-40B4-BE49-F238E27FC236}">
                  <a16:creationId xmlns:a16="http://schemas.microsoft.com/office/drawing/2014/main" id="{D7891E95-E4A9-B25B-D46B-5DC263338462}"/>
                </a:ext>
              </a:extLst>
            </p:cNvPr>
            <p:cNvCxnSpPr/>
            <p:nvPr/>
          </p:nvCxnSpPr>
          <p:spPr>
            <a:xfrm>
              <a:off x="5346700" y="1876755"/>
              <a:ext cx="0" cy="5544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111" name="Groupe 110">
            <a:extLst>
              <a:ext uri="{FF2B5EF4-FFF2-40B4-BE49-F238E27FC236}">
                <a16:creationId xmlns:a16="http://schemas.microsoft.com/office/drawing/2014/main" id="{0D1C1657-8950-609D-57B8-0866A3A595AA}"/>
              </a:ext>
            </a:extLst>
          </p:cNvPr>
          <p:cNvGrpSpPr/>
          <p:nvPr/>
        </p:nvGrpSpPr>
        <p:grpSpPr>
          <a:xfrm>
            <a:off x="4381312" y="5432130"/>
            <a:ext cx="3429376" cy="557747"/>
            <a:chOff x="6718452" y="1719483"/>
            <a:chExt cx="3429376" cy="557747"/>
          </a:xfrm>
        </p:grpSpPr>
        <p:grpSp>
          <p:nvGrpSpPr>
            <p:cNvPr id="112" name="Groupe 111">
              <a:extLst>
                <a:ext uri="{FF2B5EF4-FFF2-40B4-BE49-F238E27FC236}">
                  <a16:creationId xmlns:a16="http://schemas.microsoft.com/office/drawing/2014/main" id="{31E2F7A7-94D5-EBC0-9B1B-86A5D6B5BBFA}"/>
                </a:ext>
              </a:extLst>
            </p:cNvPr>
            <p:cNvGrpSpPr/>
            <p:nvPr/>
          </p:nvGrpSpPr>
          <p:grpSpPr>
            <a:xfrm>
              <a:off x="6718452" y="1719483"/>
              <a:ext cx="3429376" cy="557747"/>
              <a:chOff x="5346700" y="1873408"/>
              <a:chExt cx="3429376" cy="557747"/>
            </a:xfrm>
          </p:grpSpPr>
          <p:sp>
            <p:nvSpPr>
              <p:cNvPr id="114" name="Rectangle : coins arrondis 113">
                <a:extLst>
                  <a:ext uri="{FF2B5EF4-FFF2-40B4-BE49-F238E27FC236}">
                    <a16:creationId xmlns:a16="http://schemas.microsoft.com/office/drawing/2014/main" id="{6347379D-D9ED-C0AC-1350-6FC5C35DB070}"/>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15" name="Rectangle : coins arrondis 114">
                <a:extLst>
                  <a:ext uri="{FF2B5EF4-FFF2-40B4-BE49-F238E27FC236}">
                    <a16:creationId xmlns:a16="http://schemas.microsoft.com/office/drawing/2014/main" id="{22C77160-5926-FFBC-639E-0AE3FA3CE28B}"/>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Arrêter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Arrête la génération (uniquement si connecté et démarrée).</a:t>
                </a:r>
              </a:p>
            </p:txBody>
          </p:sp>
          <p:cxnSp>
            <p:nvCxnSpPr>
              <p:cNvPr id="116" name="Connecteur droit 115">
                <a:extLst>
                  <a:ext uri="{FF2B5EF4-FFF2-40B4-BE49-F238E27FC236}">
                    <a16:creationId xmlns:a16="http://schemas.microsoft.com/office/drawing/2014/main" id="{3B28CE49-920F-2EA9-E17E-9D7CE0C07805}"/>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13" name="Ellipse 112">
              <a:extLst>
                <a:ext uri="{FF2B5EF4-FFF2-40B4-BE49-F238E27FC236}">
                  <a16:creationId xmlns:a16="http://schemas.microsoft.com/office/drawing/2014/main" id="{EE7FB1C0-520F-4237-57B6-9A26CBB0DCDE}"/>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2</a:t>
              </a:r>
              <a:endParaRPr lang="fr-FR" sz="1600" b="1" noProof="0" dirty="0"/>
            </a:p>
          </p:txBody>
        </p:sp>
      </p:grpSp>
      <p:grpSp>
        <p:nvGrpSpPr>
          <p:cNvPr id="117" name="Groupe 116">
            <a:extLst>
              <a:ext uri="{FF2B5EF4-FFF2-40B4-BE49-F238E27FC236}">
                <a16:creationId xmlns:a16="http://schemas.microsoft.com/office/drawing/2014/main" id="{E19B4E34-9CDF-FF7C-DF98-63749299B740}"/>
              </a:ext>
            </a:extLst>
          </p:cNvPr>
          <p:cNvGrpSpPr/>
          <p:nvPr/>
        </p:nvGrpSpPr>
        <p:grpSpPr>
          <a:xfrm>
            <a:off x="8286656" y="5432130"/>
            <a:ext cx="3429376" cy="557747"/>
            <a:chOff x="6718452" y="1719483"/>
            <a:chExt cx="3429376" cy="557747"/>
          </a:xfrm>
        </p:grpSpPr>
        <p:grpSp>
          <p:nvGrpSpPr>
            <p:cNvPr id="118" name="Groupe 117">
              <a:extLst>
                <a:ext uri="{FF2B5EF4-FFF2-40B4-BE49-F238E27FC236}">
                  <a16:creationId xmlns:a16="http://schemas.microsoft.com/office/drawing/2014/main" id="{DAB7CBFE-0816-398B-085D-BF68F2530ACD}"/>
                </a:ext>
              </a:extLst>
            </p:cNvPr>
            <p:cNvGrpSpPr/>
            <p:nvPr/>
          </p:nvGrpSpPr>
          <p:grpSpPr>
            <a:xfrm>
              <a:off x="6718452" y="1719483"/>
              <a:ext cx="3429376" cy="557747"/>
              <a:chOff x="5346700" y="1873408"/>
              <a:chExt cx="3429376" cy="557747"/>
            </a:xfrm>
          </p:grpSpPr>
          <p:sp>
            <p:nvSpPr>
              <p:cNvPr id="120" name="Rectangle : coins arrondis 119">
                <a:extLst>
                  <a:ext uri="{FF2B5EF4-FFF2-40B4-BE49-F238E27FC236}">
                    <a16:creationId xmlns:a16="http://schemas.microsoft.com/office/drawing/2014/main" id="{4F6ABB67-EA34-43C2-BCBB-0A06F2742B2E}"/>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21" name="Rectangle : coins arrondis 120">
                <a:extLst>
                  <a:ext uri="{FF2B5EF4-FFF2-40B4-BE49-F238E27FC236}">
                    <a16:creationId xmlns:a16="http://schemas.microsoft.com/office/drawing/2014/main" id="{2BAD595D-F302-43E1-FFCE-486EE3210959}"/>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Configurer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Affiche l’écran de configuration de la génération.</a:t>
                </a:r>
              </a:p>
            </p:txBody>
          </p:sp>
          <p:cxnSp>
            <p:nvCxnSpPr>
              <p:cNvPr id="122" name="Connecteur droit 121">
                <a:extLst>
                  <a:ext uri="{FF2B5EF4-FFF2-40B4-BE49-F238E27FC236}">
                    <a16:creationId xmlns:a16="http://schemas.microsoft.com/office/drawing/2014/main" id="{E172017C-3072-D238-556F-D5067B36BC5A}"/>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19" name="Ellipse 118">
              <a:extLst>
                <a:ext uri="{FF2B5EF4-FFF2-40B4-BE49-F238E27FC236}">
                  <a16:creationId xmlns:a16="http://schemas.microsoft.com/office/drawing/2014/main" id="{8F70ED2A-5A1C-1C83-F170-B314F68E09A9}"/>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3</a:t>
              </a:r>
              <a:endParaRPr lang="fr-FR" sz="1600" b="1" noProof="0" dirty="0"/>
            </a:p>
          </p:txBody>
        </p:sp>
      </p:grpSp>
    </p:spTree>
    <p:extLst>
      <p:ext uri="{BB962C8B-B14F-4D97-AF65-F5344CB8AC3E}">
        <p14:creationId xmlns:p14="http://schemas.microsoft.com/office/powerpoint/2010/main" val="10767670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6DFB7-2D28-4F17-9EAA-E9050023AB8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E0248CF-1F86-879A-3313-A5EE94779FD4}"/>
              </a:ext>
            </a:extLst>
          </p:cNvPr>
          <p:cNvSpPr>
            <a:spLocks noGrp="1"/>
          </p:cNvSpPr>
          <p:nvPr>
            <p:ph type="title"/>
          </p:nvPr>
        </p:nvSpPr>
        <p:spPr>
          <a:xfrm>
            <a:off x="1052139" y="613628"/>
            <a:ext cx="9911200" cy="528400"/>
          </a:xfrm>
        </p:spPr>
        <p:txBody>
          <a:bodyPr/>
          <a:lstStyle/>
          <a:p>
            <a:r>
              <a:rPr lang="fr-FR" cap="all" noProof="0" dirty="0"/>
              <a:t>é</a:t>
            </a:r>
            <a:r>
              <a:rPr lang="fr-FR" noProof="0" dirty="0"/>
              <a:t>cran Principal – Publication locale</a:t>
            </a:r>
          </a:p>
        </p:txBody>
      </p:sp>
      <p:sp>
        <p:nvSpPr>
          <p:cNvPr id="4" name="Espace réservé du texte 3">
            <a:extLst>
              <a:ext uri="{FF2B5EF4-FFF2-40B4-BE49-F238E27FC236}">
                <a16:creationId xmlns:a16="http://schemas.microsoft.com/office/drawing/2014/main" id="{041CEC85-1C4C-42F4-8FB0-0CB2BD6CF986}"/>
              </a:ext>
            </a:extLst>
          </p:cNvPr>
          <p:cNvSpPr>
            <a:spLocks noGrp="1"/>
          </p:cNvSpPr>
          <p:nvPr>
            <p:ph type="body" sz="quarter" idx="15"/>
          </p:nvPr>
        </p:nvSpPr>
        <p:spPr/>
        <p:txBody>
          <a:bodyPr/>
          <a:lstStyle/>
          <a:p>
            <a:r>
              <a:rPr lang="fr-FR" cap="all" noProof="0" dirty="0"/>
              <a:t>é</a:t>
            </a:r>
            <a:r>
              <a:rPr lang="fr-FR" noProof="0" dirty="0"/>
              <a:t>crans &amp; fonctionnalités</a:t>
            </a:r>
          </a:p>
        </p:txBody>
      </p:sp>
      <p:grpSp>
        <p:nvGrpSpPr>
          <p:cNvPr id="51" name="Groupe 50">
            <a:extLst>
              <a:ext uri="{FF2B5EF4-FFF2-40B4-BE49-F238E27FC236}">
                <a16:creationId xmlns:a16="http://schemas.microsoft.com/office/drawing/2014/main" id="{C18065EB-487F-535D-2BE8-F7BDA439CF21}"/>
              </a:ext>
            </a:extLst>
          </p:cNvPr>
          <p:cNvGrpSpPr/>
          <p:nvPr/>
        </p:nvGrpSpPr>
        <p:grpSpPr>
          <a:xfrm>
            <a:off x="475968" y="5771223"/>
            <a:ext cx="3429376" cy="557747"/>
            <a:chOff x="5346700" y="1873408"/>
            <a:chExt cx="3429376" cy="557747"/>
          </a:xfrm>
        </p:grpSpPr>
        <p:sp>
          <p:nvSpPr>
            <p:cNvPr id="52" name="Rectangle : coins arrondis 51">
              <a:extLst>
                <a:ext uri="{FF2B5EF4-FFF2-40B4-BE49-F238E27FC236}">
                  <a16:creationId xmlns:a16="http://schemas.microsoft.com/office/drawing/2014/main" id="{DB9852DD-5AE4-8DAD-7F41-F19A18F0C3D9}"/>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53" name="Rectangle : coins arrondis 52">
              <a:extLst>
                <a:ext uri="{FF2B5EF4-FFF2-40B4-BE49-F238E27FC236}">
                  <a16:creationId xmlns:a16="http://schemas.microsoft.com/office/drawing/2014/main" id="{EE5DE27A-0949-D5EB-9948-11929912A610}"/>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Etat de fonctionnement de la publication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 vert si démarrée, rouge sinon.</a:t>
              </a:r>
            </a:p>
          </p:txBody>
        </p:sp>
        <p:sp>
          <p:nvSpPr>
            <p:cNvPr id="54" name="Rectangle 53">
              <a:extLst>
                <a:ext uri="{FF2B5EF4-FFF2-40B4-BE49-F238E27FC236}">
                  <a16:creationId xmlns:a16="http://schemas.microsoft.com/office/drawing/2014/main" id="{3C3F3516-9F23-F257-718E-BDA1E4B5E3A9}"/>
                </a:ext>
              </a:extLst>
            </p:cNvPr>
            <p:cNvSpPr>
              <a:spLocks noChangeAspect="1"/>
            </p:cNvSpPr>
            <p:nvPr/>
          </p:nvSpPr>
          <p:spPr>
            <a:xfrm>
              <a:off x="5408816" y="2010394"/>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55" name="Connecteur droit 54">
              <a:extLst>
                <a:ext uri="{FF2B5EF4-FFF2-40B4-BE49-F238E27FC236}">
                  <a16:creationId xmlns:a16="http://schemas.microsoft.com/office/drawing/2014/main" id="{D2FED0DB-C36F-70AE-7612-43D9F3C95ECD}"/>
                </a:ext>
              </a:extLst>
            </p:cNvPr>
            <p:cNvCxnSpPr/>
            <p:nvPr/>
          </p:nvCxnSpPr>
          <p:spPr>
            <a:xfrm>
              <a:off x="5346700" y="1876755"/>
              <a:ext cx="0" cy="5544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56" name="Groupe 55">
            <a:extLst>
              <a:ext uri="{FF2B5EF4-FFF2-40B4-BE49-F238E27FC236}">
                <a16:creationId xmlns:a16="http://schemas.microsoft.com/office/drawing/2014/main" id="{C711C41A-DA48-D339-FE3F-4BE5C9F7F4EB}"/>
              </a:ext>
            </a:extLst>
          </p:cNvPr>
          <p:cNvGrpSpPr/>
          <p:nvPr/>
        </p:nvGrpSpPr>
        <p:grpSpPr>
          <a:xfrm>
            <a:off x="475968" y="1473309"/>
            <a:ext cx="3429376" cy="360000"/>
            <a:chOff x="5346700" y="1891328"/>
            <a:chExt cx="3429376" cy="360000"/>
          </a:xfrm>
        </p:grpSpPr>
        <p:sp>
          <p:nvSpPr>
            <p:cNvPr id="57" name="Rectangle : coins arrondis 56">
              <a:extLst>
                <a:ext uri="{FF2B5EF4-FFF2-40B4-BE49-F238E27FC236}">
                  <a16:creationId xmlns:a16="http://schemas.microsoft.com/office/drawing/2014/main" id="{42B1C1AB-499F-1ED0-7364-FA66F1F3025F}"/>
                </a:ext>
              </a:extLst>
            </p:cNvPr>
            <p:cNvSpPr/>
            <p:nvPr/>
          </p:nvSpPr>
          <p:spPr>
            <a:xfrm>
              <a:off x="5346701" y="1891328"/>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58" name="Rectangle : coins arrondis 57">
              <a:extLst>
                <a:ext uri="{FF2B5EF4-FFF2-40B4-BE49-F238E27FC236}">
                  <a16:creationId xmlns:a16="http://schemas.microsoft.com/office/drawing/2014/main" id="{83939A7D-A7A4-89FB-D67F-E06FE01F5909}"/>
                </a:ext>
              </a:extLst>
            </p:cNvPr>
            <p:cNvSpPr/>
            <p:nvPr/>
          </p:nvSpPr>
          <p:spPr>
            <a:xfrm>
              <a:off x="5680076" y="1891328"/>
              <a:ext cx="3096000"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QR Code du site web local</a:t>
              </a:r>
            </a:p>
          </p:txBody>
        </p:sp>
        <p:sp>
          <p:nvSpPr>
            <p:cNvPr id="59" name="Rectangle 58">
              <a:extLst>
                <a:ext uri="{FF2B5EF4-FFF2-40B4-BE49-F238E27FC236}">
                  <a16:creationId xmlns:a16="http://schemas.microsoft.com/office/drawing/2014/main" id="{383261A0-A430-70D0-47EB-2EEAEC3DC8CC}"/>
                </a:ext>
              </a:extLst>
            </p:cNvPr>
            <p:cNvSpPr>
              <a:spLocks noChangeAspect="1"/>
            </p:cNvSpPr>
            <p:nvPr/>
          </p:nvSpPr>
          <p:spPr>
            <a:xfrm>
              <a:off x="5408816" y="1927328"/>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60" name="Connecteur droit 59">
              <a:extLst>
                <a:ext uri="{FF2B5EF4-FFF2-40B4-BE49-F238E27FC236}">
                  <a16:creationId xmlns:a16="http://schemas.microsoft.com/office/drawing/2014/main" id="{876D82FB-B170-D0FD-6AB1-5746EA8B4D5E}"/>
                </a:ext>
              </a:extLst>
            </p:cNvPr>
            <p:cNvCxnSpPr>
              <a:cxnSpLocks/>
            </p:cNvCxnSpPr>
            <p:nvPr/>
          </p:nvCxnSpPr>
          <p:spPr>
            <a:xfrm>
              <a:off x="5346700" y="1891328"/>
              <a:ext cx="0" cy="36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61" name="Groupe 60">
            <a:extLst>
              <a:ext uri="{FF2B5EF4-FFF2-40B4-BE49-F238E27FC236}">
                <a16:creationId xmlns:a16="http://schemas.microsoft.com/office/drawing/2014/main" id="{D272ADA6-3848-560F-E76C-367AEAD9180E}"/>
              </a:ext>
            </a:extLst>
          </p:cNvPr>
          <p:cNvGrpSpPr/>
          <p:nvPr/>
        </p:nvGrpSpPr>
        <p:grpSpPr>
          <a:xfrm>
            <a:off x="4381312" y="5771223"/>
            <a:ext cx="3429376" cy="557747"/>
            <a:chOff x="5346700" y="1873408"/>
            <a:chExt cx="3429376" cy="557747"/>
          </a:xfrm>
        </p:grpSpPr>
        <p:sp>
          <p:nvSpPr>
            <p:cNvPr id="62" name="Rectangle : coins arrondis 61">
              <a:extLst>
                <a:ext uri="{FF2B5EF4-FFF2-40B4-BE49-F238E27FC236}">
                  <a16:creationId xmlns:a16="http://schemas.microsoft.com/office/drawing/2014/main" id="{5094AAB1-40CC-A392-5AAD-176A658AD9BA}"/>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63" name="Rectangle : coins arrondis 62">
              <a:extLst>
                <a:ext uri="{FF2B5EF4-FFF2-40B4-BE49-F238E27FC236}">
                  <a16:creationId xmlns:a16="http://schemas.microsoft.com/office/drawing/2014/main" id="{AFE344D6-E8AF-9119-7A21-174D42E02D23}"/>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Informations sur l’état courant de la publication</a:t>
              </a:r>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64" name="Rectangle 63">
              <a:extLst>
                <a:ext uri="{FF2B5EF4-FFF2-40B4-BE49-F238E27FC236}">
                  <a16:creationId xmlns:a16="http://schemas.microsoft.com/office/drawing/2014/main" id="{B8BC0AF1-157C-3658-1F66-1C121ADF88EF}"/>
                </a:ext>
              </a:extLst>
            </p:cNvPr>
            <p:cNvSpPr>
              <a:spLocks noChangeAspect="1"/>
            </p:cNvSpPr>
            <p:nvPr/>
          </p:nvSpPr>
          <p:spPr>
            <a:xfrm>
              <a:off x="5408816" y="2010394"/>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D</a:t>
              </a:r>
            </a:p>
          </p:txBody>
        </p:sp>
        <p:cxnSp>
          <p:nvCxnSpPr>
            <p:cNvPr id="65" name="Connecteur droit 64">
              <a:extLst>
                <a:ext uri="{FF2B5EF4-FFF2-40B4-BE49-F238E27FC236}">
                  <a16:creationId xmlns:a16="http://schemas.microsoft.com/office/drawing/2014/main" id="{E1166B9A-3B51-C8AE-B4F8-CB1592A38C37}"/>
                </a:ext>
              </a:extLst>
            </p:cNvPr>
            <p:cNvCxnSpPr/>
            <p:nvPr/>
          </p:nvCxnSpPr>
          <p:spPr>
            <a:xfrm>
              <a:off x="5346700" y="1876755"/>
              <a:ext cx="0" cy="5544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66" name="Groupe 65">
            <a:extLst>
              <a:ext uri="{FF2B5EF4-FFF2-40B4-BE49-F238E27FC236}">
                <a16:creationId xmlns:a16="http://schemas.microsoft.com/office/drawing/2014/main" id="{667452E8-569D-D9F2-D835-9A3BE6072E1D}"/>
              </a:ext>
            </a:extLst>
          </p:cNvPr>
          <p:cNvGrpSpPr/>
          <p:nvPr/>
        </p:nvGrpSpPr>
        <p:grpSpPr>
          <a:xfrm>
            <a:off x="4381312" y="1466332"/>
            <a:ext cx="3429376" cy="360000"/>
            <a:chOff x="5346700" y="1891328"/>
            <a:chExt cx="3429376" cy="360000"/>
          </a:xfrm>
        </p:grpSpPr>
        <p:sp>
          <p:nvSpPr>
            <p:cNvPr id="67" name="Rectangle : coins arrondis 66">
              <a:extLst>
                <a:ext uri="{FF2B5EF4-FFF2-40B4-BE49-F238E27FC236}">
                  <a16:creationId xmlns:a16="http://schemas.microsoft.com/office/drawing/2014/main" id="{036E30DB-8B4C-A936-98C5-438712BD02E9}"/>
                </a:ext>
              </a:extLst>
            </p:cNvPr>
            <p:cNvSpPr/>
            <p:nvPr/>
          </p:nvSpPr>
          <p:spPr>
            <a:xfrm>
              <a:off x="5346701" y="1891328"/>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68" name="Rectangle : coins arrondis 67">
              <a:extLst>
                <a:ext uri="{FF2B5EF4-FFF2-40B4-BE49-F238E27FC236}">
                  <a16:creationId xmlns:a16="http://schemas.microsoft.com/office/drawing/2014/main" id="{779A4C0D-4D53-E85F-8830-85EB010EEFB5}"/>
                </a:ext>
              </a:extLst>
            </p:cNvPr>
            <p:cNvSpPr/>
            <p:nvPr/>
          </p:nvSpPr>
          <p:spPr>
            <a:xfrm>
              <a:off x="5680076" y="1891328"/>
              <a:ext cx="3096000"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Adresse du site web local</a:t>
              </a:r>
            </a:p>
          </p:txBody>
        </p:sp>
        <p:sp>
          <p:nvSpPr>
            <p:cNvPr id="69" name="Rectangle 68">
              <a:extLst>
                <a:ext uri="{FF2B5EF4-FFF2-40B4-BE49-F238E27FC236}">
                  <a16:creationId xmlns:a16="http://schemas.microsoft.com/office/drawing/2014/main" id="{2475E4C2-E28A-D6C2-6EA2-F6C0C8A4F0A9}"/>
                </a:ext>
              </a:extLst>
            </p:cNvPr>
            <p:cNvSpPr>
              <a:spLocks noChangeAspect="1"/>
            </p:cNvSpPr>
            <p:nvPr/>
          </p:nvSpPr>
          <p:spPr>
            <a:xfrm>
              <a:off x="5408816" y="1927328"/>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C</a:t>
              </a:r>
            </a:p>
          </p:txBody>
        </p:sp>
        <p:cxnSp>
          <p:nvCxnSpPr>
            <p:cNvPr id="70" name="Connecteur droit 69">
              <a:extLst>
                <a:ext uri="{FF2B5EF4-FFF2-40B4-BE49-F238E27FC236}">
                  <a16:creationId xmlns:a16="http://schemas.microsoft.com/office/drawing/2014/main" id="{7E68B714-CCE4-13EA-F964-0E7DC7305E78}"/>
                </a:ext>
              </a:extLst>
            </p:cNvPr>
            <p:cNvCxnSpPr>
              <a:cxnSpLocks/>
            </p:cNvCxnSpPr>
            <p:nvPr/>
          </p:nvCxnSpPr>
          <p:spPr>
            <a:xfrm>
              <a:off x="5346700" y="1891328"/>
              <a:ext cx="0" cy="36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134" name="Groupe 133">
            <a:extLst>
              <a:ext uri="{FF2B5EF4-FFF2-40B4-BE49-F238E27FC236}">
                <a16:creationId xmlns:a16="http://schemas.microsoft.com/office/drawing/2014/main" id="{C668AE14-B4CC-A997-1EA9-CA1FCE4118E6}"/>
              </a:ext>
            </a:extLst>
          </p:cNvPr>
          <p:cNvGrpSpPr/>
          <p:nvPr/>
        </p:nvGrpSpPr>
        <p:grpSpPr>
          <a:xfrm>
            <a:off x="926595" y="2189758"/>
            <a:ext cx="6566552" cy="3248832"/>
            <a:chOff x="2232681" y="2098191"/>
            <a:chExt cx="6566552" cy="3248832"/>
          </a:xfrm>
        </p:grpSpPr>
        <p:pic>
          <p:nvPicPr>
            <p:cNvPr id="12" name="Image 11">
              <a:extLst>
                <a:ext uri="{FF2B5EF4-FFF2-40B4-BE49-F238E27FC236}">
                  <a16:creationId xmlns:a16="http://schemas.microsoft.com/office/drawing/2014/main" id="{C94441FF-8E8E-38D6-3AEF-DA08BA73D914}"/>
                </a:ext>
              </a:extLst>
            </p:cNvPr>
            <p:cNvPicPr>
              <a:picLocks noChangeAspect="1"/>
            </p:cNvPicPr>
            <p:nvPr/>
          </p:nvPicPr>
          <p:blipFill>
            <a:blip r:embed="rId2"/>
            <a:srcRect l="52801" t="16251" r="29379" b="70160"/>
            <a:stretch>
              <a:fillRect/>
            </a:stretch>
          </p:blipFill>
          <p:spPr>
            <a:xfrm>
              <a:off x="2649303" y="2442329"/>
              <a:ext cx="5720138" cy="2490114"/>
            </a:xfrm>
            <a:prstGeom prst="rect">
              <a:avLst/>
            </a:prstGeom>
          </p:spPr>
        </p:pic>
        <p:sp>
          <p:nvSpPr>
            <p:cNvPr id="3" name="Rectangle 2">
              <a:extLst>
                <a:ext uri="{FF2B5EF4-FFF2-40B4-BE49-F238E27FC236}">
                  <a16:creationId xmlns:a16="http://schemas.microsoft.com/office/drawing/2014/main" id="{B07FFDF5-70E2-ACB1-405E-712163CC2E26}"/>
                </a:ext>
              </a:extLst>
            </p:cNvPr>
            <p:cNvSpPr/>
            <p:nvPr/>
          </p:nvSpPr>
          <p:spPr>
            <a:xfrm>
              <a:off x="3292853" y="2848524"/>
              <a:ext cx="860263" cy="838862"/>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 name="Rectangle 4">
              <a:extLst>
                <a:ext uri="{FF2B5EF4-FFF2-40B4-BE49-F238E27FC236}">
                  <a16:creationId xmlns:a16="http://schemas.microsoft.com/office/drawing/2014/main" id="{CE75BBA2-1EE8-089B-011E-698C62612A56}"/>
                </a:ext>
              </a:extLst>
            </p:cNvPr>
            <p:cNvSpPr/>
            <p:nvPr/>
          </p:nvSpPr>
          <p:spPr>
            <a:xfrm>
              <a:off x="4241096" y="2847917"/>
              <a:ext cx="289845" cy="284358"/>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4" name="Rectangle 13">
              <a:extLst>
                <a:ext uri="{FF2B5EF4-FFF2-40B4-BE49-F238E27FC236}">
                  <a16:creationId xmlns:a16="http://schemas.microsoft.com/office/drawing/2014/main" id="{D2259A29-9180-68C9-9538-9B7B6968319A}"/>
                </a:ext>
              </a:extLst>
            </p:cNvPr>
            <p:cNvSpPr/>
            <p:nvPr/>
          </p:nvSpPr>
          <p:spPr>
            <a:xfrm>
              <a:off x="4642233" y="4519772"/>
              <a:ext cx="851886" cy="280044"/>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7" name="Rectangle 16">
              <a:extLst>
                <a:ext uri="{FF2B5EF4-FFF2-40B4-BE49-F238E27FC236}">
                  <a16:creationId xmlns:a16="http://schemas.microsoft.com/office/drawing/2014/main" id="{096343B4-1CE8-BB3E-092A-B45CD30AA483}"/>
                </a:ext>
              </a:extLst>
            </p:cNvPr>
            <p:cNvSpPr/>
            <p:nvPr/>
          </p:nvSpPr>
          <p:spPr>
            <a:xfrm>
              <a:off x="5846852" y="4523547"/>
              <a:ext cx="724501" cy="276269"/>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8" name="Rectangle 17">
              <a:extLst>
                <a:ext uri="{FF2B5EF4-FFF2-40B4-BE49-F238E27FC236}">
                  <a16:creationId xmlns:a16="http://schemas.microsoft.com/office/drawing/2014/main" id="{7EDA4FD9-1431-83C7-F1C9-029E2B60DA24}"/>
                </a:ext>
              </a:extLst>
            </p:cNvPr>
            <p:cNvSpPr/>
            <p:nvPr/>
          </p:nvSpPr>
          <p:spPr>
            <a:xfrm>
              <a:off x="3270628" y="3760483"/>
              <a:ext cx="564356" cy="205906"/>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9" name="Rectangle 18">
              <a:extLst>
                <a:ext uri="{FF2B5EF4-FFF2-40B4-BE49-F238E27FC236}">
                  <a16:creationId xmlns:a16="http://schemas.microsoft.com/office/drawing/2014/main" id="{584D9A51-BCA8-71CE-FDD5-83AB914FE9EF}"/>
                </a:ext>
              </a:extLst>
            </p:cNvPr>
            <p:cNvSpPr/>
            <p:nvPr/>
          </p:nvSpPr>
          <p:spPr>
            <a:xfrm>
              <a:off x="4532394" y="3758741"/>
              <a:ext cx="1938947" cy="205906"/>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0" name="Rectangle 19">
              <a:extLst>
                <a:ext uri="{FF2B5EF4-FFF2-40B4-BE49-F238E27FC236}">
                  <a16:creationId xmlns:a16="http://schemas.microsoft.com/office/drawing/2014/main" id="{40B7C2B3-097A-D474-BC5D-4BE2AA30CC0F}"/>
                </a:ext>
              </a:extLst>
            </p:cNvPr>
            <p:cNvSpPr/>
            <p:nvPr/>
          </p:nvSpPr>
          <p:spPr>
            <a:xfrm>
              <a:off x="4224530" y="3189542"/>
              <a:ext cx="3634135" cy="227574"/>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1" name="Rectangle 20">
              <a:extLst>
                <a:ext uri="{FF2B5EF4-FFF2-40B4-BE49-F238E27FC236}">
                  <a16:creationId xmlns:a16="http://schemas.microsoft.com/office/drawing/2014/main" id="{2D2BA841-6730-AA37-2628-C84BF52B44D6}"/>
                </a:ext>
              </a:extLst>
            </p:cNvPr>
            <p:cNvSpPr/>
            <p:nvPr/>
          </p:nvSpPr>
          <p:spPr>
            <a:xfrm>
              <a:off x="5059752" y="4163708"/>
              <a:ext cx="1692576" cy="227575"/>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5" name="Rectangle 14">
              <a:extLst>
                <a:ext uri="{FF2B5EF4-FFF2-40B4-BE49-F238E27FC236}">
                  <a16:creationId xmlns:a16="http://schemas.microsoft.com/office/drawing/2014/main" id="{EE8B3F2F-DB79-2F4C-E85A-28BCA5E39F54}"/>
                </a:ext>
              </a:extLst>
            </p:cNvPr>
            <p:cNvSpPr/>
            <p:nvPr/>
          </p:nvSpPr>
          <p:spPr>
            <a:xfrm>
              <a:off x="7930230" y="3154167"/>
              <a:ext cx="289845" cy="284358"/>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8" name="Ellipse 7">
              <a:extLst>
                <a:ext uri="{FF2B5EF4-FFF2-40B4-BE49-F238E27FC236}">
                  <a16:creationId xmlns:a16="http://schemas.microsoft.com/office/drawing/2014/main" id="{F71E50A5-9EEA-CA4E-6939-AE476085DCE2}"/>
                </a:ext>
              </a:extLst>
            </p:cNvPr>
            <p:cNvSpPr>
              <a:spLocks noChangeAspect="1"/>
            </p:cNvSpPr>
            <p:nvPr/>
          </p:nvSpPr>
          <p:spPr>
            <a:xfrm>
              <a:off x="4241096" y="2098191"/>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a:t>
              </a:r>
              <a:endParaRPr lang="fr-FR" sz="1600" b="1" noProof="0" dirty="0">
                <a:latin typeface="Barlow" panose="00000500000000000000" pitchFamily="2" charset="0"/>
              </a:endParaRPr>
            </a:p>
          </p:txBody>
        </p:sp>
        <p:cxnSp>
          <p:nvCxnSpPr>
            <p:cNvPr id="13" name="Connecteur droit avec flèche 12">
              <a:extLst>
                <a:ext uri="{FF2B5EF4-FFF2-40B4-BE49-F238E27FC236}">
                  <a16:creationId xmlns:a16="http://schemas.microsoft.com/office/drawing/2014/main" id="{AC34E999-9675-AEE9-B236-35F983783C97}"/>
                </a:ext>
              </a:extLst>
            </p:cNvPr>
            <p:cNvCxnSpPr>
              <a:cxnSpLocks/>
              <a:stCxn id="8" idx="4"/>
              <a:endCxn id="5" idx="0"/>
            </p:cNvCxnSpPr>
            <p:nvPr/>
          </p:nvCxnSpPr>
          <p:spPr>
            <a:xfrm>
              <a:off x="4385096" y="2386191"/>
              <a:ext cx="923" cy="461726"/>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25" name="Ellipse 24">
              <a:extLst>
                <a:ext uri="{FF2B5EF4-FFF2-40B4-BE49-F238E27FC236}">
                  <a16:creationId xmlns:a16="http://schemas.microsoft.com/office/drawing/2014/main" id="{ED0B9445-38CB-218B-D292-0D9A22101712}"/>
                </a:ext>
              </a:extLst>
            </p:cNvPr>
            <p:cNvSpPr>
              <a:spLocks noChangeAspect="1"/>
            </p:cNvSpPr>
            <p:nvPr/>
          </p:nvSpPr>
          <p:spPr>
            <a:xfrm>
              <a:off x="8511233" y="31544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2</a:t>
              </a:r>
              <a:endParaRPr lang="fr-FR" sz="1600" b="1" noProof="0" dirty="0">
                <a:latin typeface="Barlow" panose="00000500000000000000" pitchFamily="2" charset="0"/>
              </a:endParaRPr>
            </a:p>
          </p:txBody>
        </p:sp>
        <p:cxnSp>
          <p:nvCxnSpPr>
            <p:cNvPr id="26" name="Connecteur droit avec flèche 25">
              <a:extLst>
                <a:ext uri="{FF2B5EF4-FFF2-40B4-BE49-F238E27FC236}">
                  <a16:creationId xmlns:a16="http://schemas.microsoft.com/office/drawing/2014/main" id="{4AE35D20-ABA1-7753-1870-67F69AE89E63}"/>
                </a:ext>
              </a:extLst>
            </p:cNvPr>
            <p:cNvCxnSpPr>
              <a:cxnSpLocks/>
              <a:stCxn id="25" idx="2"/>
              <a:endCxn id="15" idx="3"/>
            </p:cNvCxnSpPr>
            <p:nvPr/>
          </p:nvCxnSpPr>
          <p:spPr>
            <a:xfrm flipH="1" flipV="1">
              <a:off x="8220075" y="3296346"/>
              <a:ext cx="291158" cy="2108"/>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27" name="Ellipse 26">
              <a:extLst>
                <a:ext uri="{FF2B5EF4-FFF2-40B4-BE49-F238E27FC236}">
                  <a16:creationId xmlns:a16="http://schemas.microsoft.com/office/drawing/2014/main" id="{D978D8FB-7164-B7E4-AB18-94AC7538629F}"/>
                </a:ext>
              </a:extLst>
            </p:cNvPr>
            <p:cNvSpPr>
              <a:spLocks noChangeAspect="1"/>
            </p:cNvSpPr>
            <p:nvPr/>
          </p:nvSpPr>
          <p:spPr>
            <a:xfrm>
              <a:off x="7035830" y="4133496"/>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3</a:t>
              </a:r>
              <a:endParaRPr lang="fr-FR" sz="1600" b="1" noProof="0" dirty="0">
                <a:latin typeface="Barlow" panose="00000500000000000000" pitchFamily="2" charset="0"/>
              </a:endParaRPr>
            </a:p>
          </p:txBody>
        </p:sp>
        <p:cxnSp>
          <p:nvCxnSpPr>
            <p:cNvPr id="28" name="Connecteur droit avec flèche 27">
              <a:extLst>
                <a:ext uri="{FF2B5EF4-FFF2-40B4-BE49-F238E27FC236}">
                  <a16:creationId xmlns:a16="http://schemas.microsoft.com/office/drawing/2014/main" id="{AE692C07-413C-5A79-B515-AF21F3CE661D}"/>
                </a:ext>
              </a:extLst>
            </p:cNvPr>
            <p:cNvCxnSpPr>
              <a:cxnSpLocks/>
              <a:stCxn id="27" idx="2"/>
              <a:endCxn id="21" idx="3"/>
            </p:cNvCxnSpPr>
            <p:nvPr/>
          </p:nvCxnSpPr>
          <p:spPr>
            <a:xfrm flipH="1">
              <a:off x="6752328" y="4277496"/>
              <a:ext cx="283502" cy="0"/>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29" name="Ellipse 28">
              <a:extLst>
                <a:ext uri="{FF2B5EF4-FFF2-40B4-BE49-F238E27FC236}">
                  <a16:creationId xmlns:a16="http://schemas.microsoft.com/office/drawing/2014/main" id="{2ECE5C94-6A19-6F8D-AE01-C232CD87B0FA}"/>
                </a:ext>
              </a:extLst>
            </p:cNvPr>
            <p:cNvSpPr>
              <a:spLocks noChangeAspect="1"/>
            </p:cNvSpPr>
            <p:nvPr/>
          </p:nvSpPr>
          <p:spPr>
            <a:xfrm>
              <a:off x="4915752" y="5059023"/>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4</a:t>
              </a:r>
              <a:endParaRPr lang="fr-FR" sz="1600" b="1" noProof="0" dirty="0">
                <a:latin typeface="Barlow" panose="00000500000000000000" pitchFamily="2" charset="0"/>
              </a:endParaRPr>
            </a:p>
          </p:txBody>
        </p:sp>
        <p:cxnSp>
          <p:nvCxnSpPr>
            <p:cNvPr id="30" name="Connecteur droit avec flèche 29">
              <a:extLst>
                <a:ext uri="{FF2B5EF4-FFF2-40B4-BE49-F238E27FC236}">
                  <a16:creationId xmlns:a16="http://schemas.microsoft.com/office/drawing/2014/main" id="{98647FE9-1150-D02E-E772-85F7A79DA532}"/>
                </a:ext>
              </a:extLst>
            </p:cNvPr>
            <p:cNvCxnSpPr>
              <a:cxnSpLocks/>
              <a:stCxn id="29" idx="0"/>
              <a:endCxn id="14" idx="2"/>
            </p:cNvCxnSpPr>
            <p:nvPr/>
          </p:nvCxnSpPr>
          <p:spPr>
            <a:xfrm flipV="1">
              <a:off x="5059752" y="4799816"/>
              <a:ext cx="8424" cy="259207"/>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D9BDB74E-941C-67AC-B0A5-89F7A76B801F}"/>
                </a:ext>
              </a:extLst>
            </p:cNvPr>
            <p:cNvSpPr/>
            <p:nvPr/>
          </p:nvSpPr>
          <p:spPr>
            <a:xfrm>
              <a:off x="2232681" y="3115155"/>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32" name="Connecteur droit avec flèche 31">
              <a:extLst>
                <a:ext uri="{FF2B5EF4-FFF2-40B4-BE49-F238E27FC236}">
                  <a16:creationId xmlns:a16="http://schemas.microsoft.com/office/drawing/2014/main" id="{A229F79B-A8EE-5FD2-9CDD-E4D253A42163}"/>
                </a:ext>
              </a:extLst>
            </p:cNvPr>
            <p:cNvCxnSpPr>
              <a:cxnSpLocks/>
              <a:stCxn id="31" idx="3"/>
              <a:endCxn id="3" idx="1"/>
            </p:cNvCxnSpPr>
            <p:nvPr/>
          </p:nvCxnSpPr>
          <p:spPr>
            <a:xfrm>
              <a:off x="2520681" y="3259155"/>
              <a:ext cx="772172" cy="8800"/>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E3130A4C-9FBF-A1A1-157C-0B8FEBE5AD1E}"/>
                </a:ext>
              </a:extLst>
            </p:cNvPr>
            <p:cNvSpPr/>
            <p:nvPr/>
          </p:nvSpPr>
          <p:spPr>
            <a:xfrm>
              <a:off x="2232681" y="3719436"/>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37" name="Connecteur droit avec flèche 36">
              <a:extLst>
                <a:ext uri="{FF2B5EF4-FFF2-40B4-BE49-F238E27FC236}">
                  <a16:creationId xmlns:a16="http://schemas.microsoft.com/office/drawing/2014/main" id="{2AD0B65A-B1AC-2C13-D4FD-DDE42C4E1E09}"/>
                </a:ext>
              </a:extLst>
            </p:cNvPr>
            <p:cNvCxnSpPr>
              <a:cxnSpLocks/>
              <a:stCxn id="36" idx="3"/>
              <a:endCxn id="18" idx="1"/>
            </p:cNvCxnSpPr>
            <p:nvPr/>
          </p:nvCxnSpPr>
          <p:spPr>
            <a:xfrm>
              <a:off x="2520681" y="3863436"/>
              <a:ext cx="749947" cy="0"/>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8A347229-5805-91F9-F3E6-BAC0B0542A40}"/>
                </a:ext>
              </a:extLst>
            </p:cNvPr>
            <p:cNvSpPr/>
            <p:nvPr/>
          </p:nvSpPr>
          <p:spPr>
            <a:xfrm>
              <a:off x="5897597" y="2110586"/>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C</a:t>
              </a:r>
            </a:p>
          </p:txBody>
        </p:sp>
        <p:cxnSp>
          <p:nvCxnSpPr>
            <p:cNvPr id="41" name="Connecteur droit avec flèche 40">
              <a:extLst>
                <a:ext uri="{FF2B5EF4-FFF2-40B4-BE49-F238E27FC236}">
                  <a16:creationId xmlns:a16="http://schemas.microsoft.com/office/drawing/2014/main" id="{1EF2D886-5398-CA7D-7C57-328EADD78527}"/>
                </a:ext>
              </a:extLst>
            </p:cNvPr>
            <p:cNvCxnSpPr>
              <a:cxnSpLocks/>
              <a:stCxn id="40" idx="2"/>
              <a:endCxn id="20" idx="0"/>
            </p:cNvCxnSpPr>
            <p:nvPr/>
          </p:nvCxnSpPr>
          <p:spPr>
            <a:xfrm>
              <a:off x="6041597" y="2398586"/>
              <a:ext cx="1" cy="790956"/>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5ECDF505-A9DE-2787-BEC4-39C8F1CF91B0}"/>
                </a:ext>
              </a:extLst>
            </p:cNvPr>
            <p:cNvSpPr/>
            <p:nvPr/>
          </p:nvSpPr>
          <p:spPr>
            <a:xfrm>
              <a:off x="6851668" y="3710100"/>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D</a:t>
              </a:r>
            </a:p>
          </p:txBody>
        </p:sp>
        <p:cxnSp>
          <p:nvCxnSpPr>
            <p:cNvPr id="43" name="Connecteur droit avec flèche 42">
              <a:extLst>
                <a:ext uri="{FF2B5EF4-FFF2-40B4-BE49-F238E27FC236}">
                  <a16:creationId xmlns:a16="http://schemas.microsoft.com/office/drawing/2014/main" id="{51D01DDD-C319-E0A7-F601-4C5D75771EB6}"/>
                </a:ext>
              </a:extLst>
            </p:cNvPr>
            <p:cNvCxnSpPr>
              <a:cxnSpLocks/>
              <a:stCxn id="42" idx="1"/>
              <a:endCxn id="19" idx="3"/>
            </p:cNvCxnSpPr>
            <p:nvPr/>
          </p:nvCxnSpPr>
          <p:spPr>
            <a:xfrm flipH="1">
              <a:off x="6471341" y="3854100"/>
              <a:ext cx="380327" cy="7594"/>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90" name="Ellipse 89">
              <a:extLst>
                <a:ext uri="{FF2B5EF4-FFF2-40B4-BE49-F238E27FC236}">
                  <a16:creationId xmlns:a16="http://schemas.microsoft.com/office/drawing/2014/main" id="{7A6A7C00-2E0E-C594-8DE5-8F57B9E0FB3A}"/>
                </a:ext>
              </a:extLst>
            </p:cNvPr>
            <p:cNvSpPr>
              <a:spLocks noChangeAspect="1"/>
            </p:cNvSpPr>
            <p:nvPr/>
          </p:nvSpPr>
          <p:spPr>
            <a:xfrm>
              <a:off x="6065103" y="5059023"/>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5</a:t>
              </a:r>
              <a:endParaRPr lang="fr-FR" sz="1600" b="1" noProof="0" dirty="0">
                <a:latin typeface="Barlow" panose="00000500000000000000" pitchFamily="2" charset="0"/>
              </a:endParaRPr>
            </a:p>
          </p:txBody>
        </p:sp>
        <p:cxnSp>
          <p:nvCxnSpPr>
            <p:cNvPr id="91" name="Connecteur droit avec flèche 90">
              <a:extLst>
                <a:ext uri="{FF2B5EF4-FFF2-40B4-BE49-F238E27FC236}">
                  <a16:creationId xmlns:a16="http://schemas.microsoft.com/office/drawing/2014/main" id="{A81A723D-5B3D-DB9F-A417-286FB7DAB2E8}"/>
                </a:ext>
              </a:extLst>
            </p:cNvPr>
            <p:cNvCxnSpPr>
              <a:cxnSpLocks/>
              <a:stCxn id="90" idx="0"/>
              <a:endCxn id="17" idx="2"/>
            </p:cNvCxnSpPr>
            <p:nvPr/>
          </p:nvCxnSpPr>
          <p:spPr>
            <a:xfrm flipV="1">
              <a:off x="6209103" y="4799816"/>
              <a:ext cx="0" cy="259207"/>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104" name="Groupe 103">
            <a:extLst>
              <a:ext uri="{FF2B5EF4-FFF2-40B4-BE49-F238E27FC236}">
                <a16:creationId xmlns:a16="http://schemas.microsoft.com/office/drawing/2014/main" id="{87C1ECA7-4F53-AB68-E610-3F2472D9D22E}"/>
              </a:ext>
            </a:extLst>
          </p:cNvPr>
          <p:cNvGrpSpPr/>
          <p:nvPr/>
        </p:nvGrpSpPr>
        <p:grpSpPr>
          <a:xfrm>
            <a:off x="8423846" y="1374435"/>
            <a:ext cx="3429376" cy="557747"/>
            <a:chOff x="6718452" y="1719483"/>
            <a:chExt cx="3429376" cy="557747"/>
          </a:xfrm>
        </p:grpSpPr>
        <p:grpSp>
          <p:nvGrpSpPr>
            <p:cNvPr id="105" name="Groupe 104">
              <a:extLst>
                <a:ext uri="{FF2B5EF4-FFF2-40B4-BE49-F238E27FC236}">
                  <a16:creationId xmlns:a16="http://schemas.microsoft.com/office/drawing/2014/main" id="{E31AAA5C-962E-BDCD-A9D0-4FB2A13C2ABC}"/>
                </a:ext>
              </a:extLst>
            </p:cNvPr>
            <p:cNvGrpSpPr/>
            <p:nvPr/>
          </p:nvGrpSpPr>
          <p:grpSpPr>
            <a:xfrm>
              <a:off x="6718452" y="1719483"/>
              <a:ext cx="3429376" cy="557747"/>
              <a:chOff x="5346700" y="1873408"/>
              <a:chExt cx="3429376" cy="557747"/>
            </a:xfrm>
          </p:grpSpPr>
          <p:sp>
            <p:nvSpPr>
              <p:cNvPr id="107" name="Rectangle : coins arrondis 106">
                <a:extLst>
                  <a:ext uri="{FF2B5EF4-FFF2-40B4-BE49-F238E27FC236}">
                    <a16:creationId xmlns:a16="http://schemas.microsoft.com/office/drawing/2014/main" id="{14DCC54C-A317-04C7-9E2D-76595BC67CAE}"/>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08" name="Rectangle : coins arrondis 107">
                <a:extLst>
                  <a:ext uri="{FF2B5EF4-FFF2-40B4-BE49-F238E27FC236}">
                    <a16:creationId xmlns:a16="http://schemas.microsoft.com/office/drawing/2014/main" id="{75BE1C3D-86A7-4EF3-7C5E-7FBD4FF25590}"/>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QR Code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Copie le QR Code dans le presse-papiers.</a:t>
                </a:r>
              </a:p>
            </p:txBody>
          </p:sp>
          <p:cxnSp>
            <p:nvCxnSpPr>
              <p:cNvPr id="109" name="Connecteur droit 108">
                <a:extLst>
                  <a:ext uri="{FF2B5EF4-FFF2-40B4-BE49-F238E27FC236}">
                    <a16:creationId xmlns:a16="http://schemas.microsoft.com/office/drawing/2014/main" id="{AF24A963-8689-A60B-49E5-D691E17015EE}"/>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06" name="Ellipse 105">
              <a:extLst>
                <a:ext uri="{FF2B5EF4-FFF2-40B4-BE49-F238E27FC236}">
                  <a16:creationId xmlns:a16="http://schemas.microsoft.com/office/drawing/2014/main" id="{D5131A9B-A4B6-9253-F094-64521616A3C5}"/>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a:t>
              </a:r>
              <a:endParaRPr lang="fr-FR" sz="1600" b="1" noProof="0" dirty="0"/>
            </a:p>
          </p:txBody>
        </p:sp>
      </p:grpSp>
      <p:grpSp>
        <p:nvGrpSpPr>
          <p:cNvPr id="110" name="Groupe 109">
            <a:extLst>
              <a:ext uri="{FF2B5EF4-FFF2-40B4-BE49-F238E27FC236}">
                <a16:creationId xmlns:a16="http://schemas.microsoft.com/office/drawing/2014/main" id="{6BE4EFEB-2DD3-1CA9-5FB7-293812A17B2D}"/>
              </a:ext>
            </a:extLst>
          </p:cNvPr>
          <p:cNvGrpSpPr/>
          <p:nvPr/>
        </p:nvGrpSpPr>
        <p:grpSpPr>
          <a:xfrm>
            <a:off x="8423846" y="2449813"/>
            <a:ext cx="3429376" cy="557747"/>
            <a:chOff x="6718452" y="1719483"/>
            <a:chExt cx="3429376" cy="557747"/>
          </a:xfrm>
        </p:grpSpPr>
        <p:grpSp>
          <p:nvGrpSpPr>
            <p:cNvPr id="111" name="Groupe 110">
              <a:extLst>
                <a:ext uri="{FF2B5EF4-FFF2-40B4-BE49-F238E27FC236}">
                  <a16:creationId xmlns:a16="http://schemas.microsoft.com/office/drawing/2014/main" id="{DE4EFDEA-A872-FAD2-17A9-4C9F1F160E30}"/>
                </a:ext>
              </a:extLst>
            </p:cNvPr>
            <p:cNvGrpSpPr/>
            <p:nvPr/>
          </p:nvGrpSpPr>
          <p:grpSpPr>
            <a:xfrm>
              <a:off x="6718452" y="1719483"/>
              <a:ext cx="3429376" cy="557747"/>
              <a:chOff x="5346700" y="1873408"/>
              <a:chExt cx="3429376" cy="557747"/>
            </a:xfrm>
          </p:grpSpPr>
          <p:sp>
            <p:nvSpPr>
              <p:cNvPr id="113" name="Rectangle : coins arrondis 112">
                <a:extLst>
                  <a:ext uri="{FF2B5EF4-FFF2-40B4-BE49-F238E27FC236}">
                    <a16:creationId xmlns:a16="http://schemas.microsoft.com/office/drawing/2014/main" id="{FD466623-908F-8C73-1C57-2BECF641C98F}"/>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14" name="Rectangle : coins arrondis 113">
                <a:extLst>
                  <a:ext uri="{FF2B5EF4-FFF2-40B4-BE49-F238E27FC236}">
                    <a16:creationId xmlns:a16="http://schemas.microsoft.com/office/drawing/2014/main" id="{811C271D-E697-D79F-20B0-F2AD5D61895F}"/>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URL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Copie l’URL complète dans le presse-papiers.</a:t>
                </a:r>
              </a:p>
            </p:txBody>
          </p:sp>
          <p:cxnSp>
            <p:nvCxnSpPr>
              <p:cNvPr id="115" name="Connecteur droit 114">
                <a:extLst>
                  <a:ext uri="{FF2B5EF4-FFF2-40B4-BE49-F238E27FC236}">
                    <a16:creationId xmlns:a16="http://schemas.microsoft.com/office/drawing/2014/main" id="{A2443FAB-45DC-67AC-5FF5-095117B213C2}"/>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12" name="Ellipse 111">
              <a:extLst>
                <a:ext uri="{FF2B5EF4-FFF2-40B4-BE49-F238E27FC236}">
                  <a16:creationId xmlns:a16="http://schemas.microsoft.com/office/drawing/2014/main" id="{DFF1BA84-1DAF-7324-1850-96E45D1362DB}"/>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2</a:t>
              </a:r>
              <a:endParaRPr lang="fr-FR" sz="1600" b="1" noProof="0" dirty="0"/>
            </a:p>
          </p:txBody>
        </p:sp>
      </p:grpSp>
      <p:grpSp>
        <p:nvGrpSpPr>
          <p:cNvPr id="116" name="Groupe 115">
            <a:extLst>
              <a:ext uri="{FF2B5EF4-FFF2-40B4-BE49-F238E27FC236}">
                <a16:creationId xmlns:a16="http://schemas.microsoft.com/office/drawing/2014/main" id="{8331D0D4-1593-34BD-D55F-9297CC5C1B7F}"/>
              </a:ext>
            </a:extLst>
          </p:cNvPr>
          <p:cNvGrpSpPr/>
          <p:nvPr/>
        </p:nvGrpSpPr>
        <p:grpSpPr>
          <a:xfrm>
            <a:off x="8423846" y="3525191"/>
            <a:ext cx="3429376" cy="649675"/>
            <a:chOff x="6718452" y="1721155"/>
            <a:chExt cx="3429376" cy="649675"/>
          </a:xfrm>
        </p:grpSpPr>
        <p:grpSp>
          <p:nvGrpSpPr>
            <p:cNvPr id="117" name="Groupe 116">
              <a:extLst>
                <a:ext uri="{FF2B5EF4-FFF2-40B4-BE49-F238E27FC236}">
                  <a16:creationId xmlns:a16="http://schemas.microsoft.com/office/drawing/2014/main" id="{32662779-4CB3-631A-46C1-B141C5969C54}"/>
                </a:ext>
              </a:extLst>
            </p:cNvPr>
            <p:cNvGrpSpPr/>
            <p:nvPr/>
          </p:nvGrpSpPr>
          <p:grpSpPr>
            <a:xfrm>
              <a:off x="6718452" y="1721155"/>
              <a:ext cx="3429376" cy="649675"/>
              <a:chOff x="5346700" y="1875080"/>
              <a:chExt cx="3429376" cy="649675"/>
            </a:xfrm>
          </p:grpSpPr>
          <p:sp>
            <p:nvSpPr>
              <p:cNvPr id="119" name="Rectangle : coins arrondis 118">
                <a:extLst>
                  <a:ext uri="{FF2B5EF4-FFF2-40B4-BE49-F238E27FC236}">
                    <a16:creationId xmlns:a16="http://schemas.microsoft.com/office/drawing/2014/main" id="{56061D33-81D3-9033-73D3-194423AC1DAC}"/>
                  </a:ext>
                </a:extLst>
              </p:cNvPr>
              <p:cNvSpPr/>
              <p:nvPr/>
            </p:nvSpPr>
            <p:spPr>
              <a:xfrm>
                <a:off x="5346701" y="1875080"/>
                <a:ext cx="412231"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20" name="Rectangle : coins arrondis 119">
                <a:extLst>
                  <a:ext uri="{FF2B5EF4-FFF2-40B4-BE49-F238E27FC236}">
                    <a16:creationId xmlns:a16="http://schemas.microsoft.com/office/drawing/2014/main" id="{AFF3EC06-6CF2-F76A-9720-D595D566E9E8}"/>
                  </a:ext>
                </a:extLst>
              </p:cNvPr>
              <p:cNvSpPr/>
              <p:nvPr/>
            </p:nvSpPr>
            <p:spPr>
              <a:xfrm>
                <a:off x="5680076" y="1875080"/>
                <a:ext cx="3096000"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Interface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Sélectionne l’interface réseau sur laquelle se fait la publication (uniquement si la publication est arrêtée).</a:t>
                </a:r>
              </a:p>
            </p:txBody>
          </p:sp>
          <p:cxnSp>
            <p:nvCxnSpPr>
              <p:cNvPr id="121" name="Connecteur droit 120">
                <a:extLst>
                  <a:ext uri="{FF2B5EF4-FFF2-40B4-BE49-F238E27FC236}">
                    <a16:creationId xmlns:a16="http://schemas.microsoft.com/office/drawing/2014/main" id="{4C0DE2CD-C23E-9FC5-3656-DF2DCB7925D9}"/>
                  </a:ext>
                </a:extLst>
              </p:cNvPr>
              <p:cNvCxnSpPr>
                <a:cxnSpLocks/>
              </p:cNvCxnSpPr>
              <p:nvPr/>
            </p:nvCxnSpPr>
            <p:spPr>
              <a:xfrm>
                <a:off x="5346700" y="1876755"/>
                <a:ext cx="0" cy="648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18" name="Ellipse 117">
              <a:extLst>
                <a:ext uri="{FF2B5EF4-FFF2-40B4-BE49-F238E27FC236}">
                  <a16:creationId xmlns:a16="http://schemas.microsoft.com/office/drawing/2014/main" id="{3CF0B28C-59B1-4178-83B2-CBCF26CB4C0B}"/>
                </a:ext>
              </a:extLst>
            </p:cNvPr>
            <p:cNvSpPr>
              <a:spLocks noChangeAspect="1"/>
            </p:cNvSpPr>
            <p:nvPr/>
          </p:nvSpPr>
          <p:spPr>
            <a:xfrm>
              <a:off x="6780568" y="1901155"/>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3</a:t>
              </a:r>
              <a:endParaRPr lang="fr-FR" sz="1600" b="1" noProof="0" dirty="0"/>
            </a:p>
          </p:txBody>
        </p:sp>
      </p:grpSp>
      <p:grpSp>
        <p:nvGrpSpPr>
          <p:cNvPr id="122" name="Groupe 121">
            <a:extLst>
              <a:ext uri="{FF2B5EF4-FFF2-40B4-BE49-F238E27FC236}">
                <a16:creationId xmlns:a16="http://schemas.microsoft.com/office/drawing/2014/main" id="{B691D78C-050F-2E21-617B-69EBA089D812}"/>
              </a:ext>
            </a:extLst>
          </p:cNvPr>
          <p:cNvGrpSpPr/>
          <p:nvPr/>
        </p:nvGrpSpPr>
        <p:grpSpPr>
          <a:xfrm>
            <a:off x="8423846" y="4692497"/>
            <a:ext cx="3429376" cy="557747"/>
            <a:chOff x="6718452" y="1719483"/>
            <a:chExt cx="3429376" cy="557747"/>
          </a:xfrm>
        </p:grpSpPr>
        <p:grpSp>
          <p:nvGrpSpPr>
            <p:cNvPr id="123" name="Groupe 122">
              <a:extLst>
                <a:ext uri="{FF2B5EF4-FFF2-40B4-BE49-F238E27FC236}">
                  <a16:creationId xmlns:a16="http://schemas.microsoft.com/office/drawing/2014/main" id="{27EC040A-3399-7552-E2BB-0D704EDAF7C0}"/>
                </a:ext>
              </a:extLst>
            </p:cNvPr>
            <p:cNvGrpSpPr/>
            <p:nvPr/>
          </p:nvGrpSpPr>
          <p:grpSpPr>
            <a:xfrm>
              <a:off x="6718452" y="1719483"/>
              <a:ext cx="3429376" cy="557747"/>
              <a:chOff x="5346700" y="1873408"/>
              <a:chExt cx="3429376" cy="557747"/>
            </a:xfrm>
          </p:grpSpPr>
          <p:sp>
            <p:nvSpPr>
              <p:cNvPr id="125" name="Rectangle : coins arrondis 124">
                <a:extLst>
                  <a:ext uri="{FF2B5EF4-FFF2-40B4-BE49-F238E27FC236}">
                    <a16:creationId xmlns:a16="http://schemas.microsoft.com/office/drawing/2014/main" id="{7D58E312-86E9-DCEF-2338-AD4BA70114F4}"/>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26" name="Rectangle : coins arrondis 125">
                <a:extLst>
                  <a:ext uri="{FF2B5EF4-FFF2-40B4-BE49-F238E27FC236}">
                    <a16:creationId xmlns:a16="http://schemas.microsoft.com/office/drawing/2014/main" id="{C6AF9576-5BD2-28CC-D011-BCC87BDC66E5}"/>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Démarrer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Démarre la publication (uniquement si connecté et arrêtée).</a:t>
                </a:r>
              </a:p>
            </p:txBody>
          </p:sp>
          <p:cxnSp>
            <p:nvCxnSpPr>
              <p:cNvPr id="127" name="Connecteur droit 126">
                <a:extLst>
                  <a:ext uri="{FF2B5EF4-FFF2-40B4-BE49-F238E27FC236}">
                    <a16:creationId xmlns:a16="http://schemas.microsoft.com/office/drawing/2014/main" id="{0DCB8C5A-F3B4-ED6D-032F-C6C76807C0EB}"/>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24" name="Ellipse 123">
              <a:extLst>
                <a:ext uri="{FF2B5EF4-FFF2-40B4-BE49-F238E27FC236}">
                  <a16:creationId xmlns:a16="http://schemas.microsoft.com/office/drawing/2014/main" id="{D8BCB202-2C2F-F826-E218-1D07C70969F8}"/>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4</a:t>
              </a:r>
              <a:endParaRPr lang="fr-FR" sz="1600" b="1" noProof="0" dirty="0"/>
            </a:p>
          </p:txBody>
        </p:sp>
      </p:grpSp>
      <p:grpSp>
        <p:nvGrpSpPr>
          <p:cNvPr id="128" name="Groupe 127">
            <a:extLst>
              <a:ext uri="{FF2B5EF4-FFF2-40B4-BE49-F238E27FC236}">
                <a16:creationId xmlns:a16="http://schemas.microsoft.com/office/drawing/2014/main" id="{61A5B727-09DA-21CA-4EA2-7A826D9A9CC0}"/>
              </a:ext>
            </a:extLst>
          </p:cNvPr>
          <p:cNvGrpSpPr/>
          <p:nvPr/>
        </p:nvGrpSpPr>
        <p:grpSpPr>
          <a:xfrm>
            <a:off x="8423846" y="5767876"/>
            <a:ext cx="3429376" cy="557747"/>
            <a:chOff x="6718452" y="1719483"/>
            <a:chExt cx="3429376" cy="557747"/>
          </a:xfrm>
        </p:grpSpPr>
        <p:grpSp>
          <p:nvGrpSpPr>
            <p:cNvPr id="129" name="Groupe 128">
              <a:extLst>
                <a:ext uri="{FF2B5EF4-FFF2-40B4-BE49-F238E27FC236}">
                  <a16:creationId xmlns:a16="http://schemas.microsoft.com/office/drawing/2014/main" id="{FA09B818-7F85-E798-19F5-A9FF7FF7A6E7}"/>
                </a:ext>
              </a:extLst>
            </p:cNvPr>
            <p:cNvGrpSpPr/>
            <p:nvPr/>
          </p:nvGrpSpPr>
          <p:grpSpPr>
            <a:xfrm>
              <a:off x="6718452" y="1719483"/>
              <a:ext cx="3429376" cy="557747"/>
              <a:chOff x="5346700" y="1873408"/>
              <a:chExt cx="3429376" cy="557747"/>
            </a:xfrm>
          </p:grpSpPr>
          <p:sp>
            <p:nvSpPr>
              <p:cNvPr id="131" name="Rectangle : coins arrondis 130">
                <a:extLst>
                  <a:ext uri="{FF2B5EF4-FFF2-40B4-BE49-F238E27FC236}">
                    <a16:creationId xmlns:a16="http://schemas.microsoft.com/office/drawing/2014/main" id="{34D4A641-ED49-B817-2CF7-C5AED6FB231F}"/>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32" name="Rectangle : coins arrondis 131">
                <a:extLst>
                  <a:ext uri="{FF2B5EF4-FFF2-40B4-BE49-F238E27FC236}">
                    <a16:creationId xmlns:a16="http://schemas.microsoft.com/office/drawing/2014/main" id="{7C4524F2-DE48-0710-F41C-C7722F9F7891}"/>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Arrêter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Arrête la publication (uniquement si connecté et démarrée).</a:t>
                </a:r>
              </a:p>
            </p:txBody>
          </p:sp>
          <p:cxnSp>
            <p:nvCxnSpPr>
              <p:cNvPr id="133" name="Connecteur droit 132">
                <a:extLst>
                  <a:ext uri="{FF2B5EF4-FFF2-40B4-BE49-F238E27FC236}">
                    <a16:creationId xmlns:a16="http://schemas.microsoft.com/office/drawing/2014/main" id="{ABE33E77-6AD8-30C8-AC81-D13FF91C45E0}"/>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30" name="Ellipse 129">
              <a:extLst>
                <a:ext uri="{FF2B5EF4-FFF2-40B4-BE49-F238E27FC236}">
                  <a16:creationId xmlns:a16="http://schemas.microsoft.com/office/drawing/2014/main" id="{DF0FDD41-88C1-1806-3ED0-570632C86A83}"/>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5</a:t>
              </a:r>
              <a:endParaRPr lang="fr-FR" sz="1600" b="1" noProof="0" dirty="0"/>
            </a:p>
          </p:txBody>
        </p:sp>
      </p:grpSp>
    </p:spTree>
    <p:extLst>
      <p:ext uri="{BB962C8B-B14F-4D97-AF65-F5344CB8AC3E}">
        <p14:creationId xmlns:p14="http://schemas.microsoft.com/office/powerpoint/2010/main" val="21414107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51AA81-A5DF-3A18-38B6-020B45588EFC}"/>
              </a:ext>
            </a:extLst>
          </p:cNvPr>
          <p:cNvSpPr>
            <a:spLocks noGrp="1"/>
          </p:cNvSpPr>
          <p:nvPr>
            <p:ph type="title"/>
          </p:nvPr>
        </p:nvSpPr>
        <p:spPr>
          <a:xfrm>
            <a:off x="1030548" y="604794"/>
            <a:ext cx="11088033" cy="528400"/>
          </a:xfrm>
        </p:spPr>
        <p:txBody>
          <a:bodyPr/>
          <a:lstStyle/>
          <a:p>
            <a:r>
              <a:rPr lang="fr-FR" cap="all" noProof="0" dirty="0"/>
              <a:t>é</a:t>
            </a:r>
            <a:r>
              <a:rPr lang="fr-FR" noProof="0" dirty="0"/>
              <a:t>cran Principal – Publication distante (configuration </a:t>
            </a:r>
            <a:r>
              <a:rPr lang="fr-FR" noProof="0" dirty="0" err="1"/>
              <a:t>FFJudo</a:t>
            </a:r>
            <a:r>
              <a:rPr lang="fr-FR" noProof="0" dirty="0"/>
              <a:t>)</a:t>
            </a:r>
          </a:p>
        </p:txBody>
      </p:sp>
      <p:sp>
        <p:nvSpPr>
          <p:cNvPr id="4" name="Espace réservé du texte 3">
            <a:extLst>
              <a:ext uri="{FF2B5EF4-FFF2-40B4-BE49-F238E27FC236}">
                <a16:creationId xmlns:a16="http://schemas.microsoft.com/office/drawing/2014/main" id="{6BDCEFA8-59A6-33CC-D69F-6DDA6E4D9636}"/>
              </a:ext>
            </a:extLst>
          </p:cNvPr>
          <p:cNvSpPr>
            <a:spLocks noGrp="1"/>
          </p:cNvSpPr>
          <p:nvPr>
            <p:ph type="body" sz="quarter" idx="15"/>
          </p:nvPr>
        </p:nvSpPr>
        <p:spPr/>
        <p:txBody>
          <a:bodyPr/>
          <a:lstStyle/>
          <a:p>
            <a:r>
              <a:rPr lang="fr-FR" cap="all" noProof="0" dirty="0"/>
              <a:t>é</a:t>
            </a:r>
            <a:r>
              <a:rPr lang="fr-FR" noProof="0" dirty="0"/>
              <a:t>crans &amp; fonctionnalités</a:t>
            </a:r>
          </a:p>
        </p:txBody>
      </p:sp>
      <p:grpSp>
        <p:nvGrpSpPr>
          <p:cNvPr id="61" name="Groupe 60">
            <a:extLst>
              <a:ext uri="{FF2B5EF4-FFF2-40B4-BE49-F238E27FC236}">
                <a16:creationId xmlns:a16="http://schemas.microsoft.com/office/drawing/2014/main" id="{D3DD8CBA-1090-BBC3-A605-147D18E1D9A8}"/>
              </a:ext>
            </a:extLst>
          </p:cNvPr>
          <p:cNvGrpSpPr/>
          <p:nvPr/>
        </p:nvGrpSpPr>
        <p:grpSpPr>
          <a:xfrm>
            <a:off x="195324" y="1862259"/>
            <a:ext cx="3429376" cy="557747"/>
            <a:chOff x="5346700" y="1873408"/>
            <a:chExt cx="3429376" cy="557747"/>
          </a:xfrm>
        </p:grpSpPr>
        <p:sp>
          <p:nvSpPr>
            <p:cNvPr id="62" name="Rectangle : coins arrondis 61">
              <a:extLst>
                <a:ext uri="{FF2B5EF4-FFF2-40B4-BE49-F238E27FC236}">
                  <a16:creationId xmlns:a16="http://schemas.microsoft.com/office/drawing/2014/main" id="{8AE1A1C9-A46A-FA3E-1995-E9DBA7CB8938}"/>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63" name="Rectangle : coins arrondis 62">
              <a:extLst>
                <a:ext uri="{FF2B5EF4-FFF2-40B4-BE49-F238E27FC236}">
                  <a16:creationId xmlns:a16="http://schemas.microsoft.com/office/drawing/2014/main" id="{91A74796-F7FA-0869-5A46-C2BA312D7CBC}"/>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Etat de fonctionnement de la publication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 vert si démarrée, rouge sinon.</a:t>
              </a:r>
            </a:p>
          </p:txBody>
        </p:sp>
        <p:sp>
          <p:nvSpPr>
            <p:cNvPr id="64" name="Rectangle 63">
              <a:extLst>
                <a:ext uri="{FF2B5EF4-FFF2-40B4-BE49-F238E27FC236}">
                  <a16:creationId xmlns:a16="http://schemas.microsoft.com/office/drawing/2014/main" id="{A58FC8A4-C4F0-CBF3-FC4E-5E9483024276}"/>
                </a:ext>
              </a:extLst>
            </p:cNvPr>
            <p:cNvSpPr>
              <a:spLocks noChangeAspect="1"/>
            </p:cNvSpPr>
            <p:nvPr/>
          </p:nvSpPr>
          <p:spPr>
            <a:xfrm>
              <a:off x="5408816" y="2010394"/>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65" name="Connecteur droit 64">
              <a:extLst>
                <a:ext uri="{FF2B5EF4-FFF2-40B4-BE49-F238E27FC236}">
                  <a16:creationId xmlns:a16="http://schemas.microsoft.com/office/drawing/2014/main" id="{CC656219-65EA-8AA7-B063-E4F57EF12063}"/>
                </a:ext>
              </a:extLst>
            </p:cNvPr>
            <p:cNvCxnSpPr/>
            <p:nvPr/>
          </p:nvCxnSpPr>
          <p:spPr>
            <a:xfrm>
              <a:off x="5346700" y="1876755"/>
              <a:ext cx="0" cy="5544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66" name="Groupe 65">
            <a:extLst>
              <a:ext uri="{FF2B5EF4-FFF2-40B4-BE49-F238E27FC236}">
                <a16:creationId xmlns:a16="http://schemas.microsoft.com/office/drawing/2014/main" id="{B6143D14-C9F0-CA5B-6C74-C04CC7FE969C}"/>
              </a:ext>
            </a:extLst>
          </p:cNvPr>
          <p:cNvGrpSpPr/>
          <p:nvPr/>
        </p:nvGrpSpPr>
        <p:grpSpPr>
          <a:xfrm>
            <a:off x="195324" y="1348854"/>
            <a:ext cx="3429376" cy="360000"/>
            <a:chOff x="5346700" y="1891328"/>
            <a:chExt cx="3429376" cy="360000"/>
          </a:xfrm>
        </p:grpSpPr>
        <p:sp>
          <p:nvSpPr>
            <p:cNvPr id="67" name="Rectangle : coins arrondis 66">
              <a:extLst>
                <a:ext uri="{FF2B5EF4-FFF2-40B4-BE49-F238E27FC236}">
                  <a16:creationId xmlns:a16="http://schemas.microsoft.com/office/drawing/2014/main" id="{B631979F-D8C9-8926-4FEA-8C67F72DD2F5}"/>
                </a:ext>
              </a:extLst>
            </p:cNvPr>
            <p:cNvSpPr/>
            <p:nvPr/>
          </p:nvSpPr>
          <p:spPr>
            <a:xfrm>
              <a:off x="5346701" y="1891328"/>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68" name="Rectangle : coins arrondis 67">
              <a:extLst>
                <a:ext uri="{FF2B5EF4-FFF2-40B4-BE49-F238E27FC236}">
                  <a16:creationId xmlns:a16="http://schemas.microsoft.com/office/drawing/2014/main" id="{52B8F4C4-9493-DC07-5965-B1E30ECB2D9E}"/>
                </a:ext>
              </a:extLst>
            </p:cNvPr>
            <p:cNvSpPr/>
            <p:nvPr/>
          </p:nvSpPr>
          <p:spPr>
            <a:xfrm>
              <a:off x="5680076" y="1891328"/>
              <a:ext cx="3096000"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QR Code du site web distant</a:t>
              </a:r>
            </a:p>
          </p:txBody>
        </p:sp>
        <p:sp>
          <p:nvSpPr>
            <p:cNvPr id="69" name="Rectangle 68">
              <a:extLst>
                <a:ext uri="{FF2B5EF4-FFF2-40B4-BE49-F238E27FC236}">
                  <a16:creationId xmlns:a16="http://schemas.microsoft.com/office/drawing/2014/main" id="{52F1B863-83A3-D07A-4B74-5A40C3B7DFBE}"/>
                </a:ext>
              </a:extLst>
            </p:cNvPr>
            <p:cNvSpPr>
              <a:spLocks noChangeAspect="1"/>
            </p:cNvSpPr>
            <p:nvPr/>
          </p:nvSpPr>
          <p:spPr>
            <a:xfrm>
              <a:off x="5408816" y="1927328"/>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70" name="Connecteur droit 69">
              <a:extLst>
                <a:ext uri="{FF2B5EF4-FFF2-40B4-BE49-F238E27FC236}">
                  <a16:creationId xmlns:a16="http://schemas.microsoft.com/office/drawing/2014/main" id="{0D52FBBA-3538-11D3-F62E-713C2F07CD1F}"/>
                </a:ext>
              </a:extLst>
            </p:cNvPr>
            <p:cNvCxnSpPr>
              <a:cxnSpLocks/>
            </p:cNvCxnSpPr>
            <p:nvPr/>
          </p:nvCxnSpPr>
          <p:spPr>
            <a:xfrm>
              <a:off x="5346700" y="1891328"/>
              <a:ext cx="0" cy="36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71" name="Groupe 70">
            <a:extLst>
              <a:ext uri="{FF2B5EF4-FFF2-40B4-BE49-F238E27FC236}">
                <a16:creationId xmlns:a16="http://schemas.microsoft.com/office/drawing/2014/main" id="{9F60B792-E018-D824-E272-D05BED496712}"/>
              </a:ext>
            </a:extLst>
          </p:cNvPr>
          <p:cNvGrpSpPr/>
          <p:nvPr/>
        </p:nvGrpSpPr>
        <p:grpSpPr>
          <a:xfrm>
            <a:off x="195324" y="3086816"/>
            <a:ext cx="3429376" cy="557747"/>
            <a:chOff x="5346700" y="1873408"/>
            <a:chExt cx="3429376" cy="557747"/>
          </a:xfrm>
        </p:grpSpPr>
        <p:sp>
          <p:nvSpPr>
            <p:cNvPr id="72" name="Rectangle : coins arrondis 71">
              <a:extLst>
                <a:ext uri="{FF2B5EF4-FFF2-40B4-BE49-F238E27FC236}">
                  <a16:creationId xmlns:a16="http://schemas.microsoft.com/office/drawing/2014/main" id="{21D42F41-10CC-04C0-194B-4DDB63823C91}"/>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73" name="Rectangle : coins arrondis 72">
              <a:extLst>
                <a:ext uri="{FF2B5EF4-FFF2-40B4-BE49-F238E27FC236}">
                  <a16:creationId xmlns:a16="http://schemas.microsoft.com/office/drawing/2014/main" id="{1AB4A487-A8DF-6757-69EC-2559E89CB77C}"/>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Informations sur l’état courant de la publication</a:t>
              </a:r>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74" name="Rectangle 73">
              <a:extLst>
                <a:ext uri="{FF2B5EF4-FFF2-40B4-BE49-F238E27FC236}">
                  <a16:creationId xmlns:a16="http://schemas.microsoft.com/office/drawing/2014/main" id="{CB2E099E-9A0E-80A5-AA4A-F1BD0980EB77}"/>
                </a:ext>
              </a:extLst>
            </p:cNvPr>
            <p:cNvSpPr>
              <a:spLocks noChangeAspect="1"/>
            </p:cNvSpPr>
            <p:nvPr/>
          </p:nvSpPr>
          <p:spPr>
            <a:xfrm>
              <a:off x="5408816" y="2010394"/>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D</a:t>
              </a:r>
            </a:p>
          </p:txBody>
        </p:sp>
        <p:cxnSp>
          <p:nvCxnSpPr>
            <p:cNvPr id="75" name="Connecteur droit 74">
              <a:extLst>
                <a:ext uri="{FF2B5EF4-FFF2-40B4-BE49-F238E27FC236}">
                  <a16:creationId xmlns:a16="http://schemas.microsoft.com/office/drawing/2014/main" id="{45B9FE93-48C2-0E58-BE95-F9942B2242DC}"/>
                </a:ext>
              </a:extLst>
            </p:cNvPr>
            <p:cNvCxnSpPr/>
            <p:nvPr/>
          </p:nvCxnSpPr>
          <p:spPr>
            <a:xfrm>
              <a:off x="5346700" y="1876755"/>
              <a:ext cx="0" cy="5544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76" name="Groupe 75">
            <a:extLst>
              <a:ext uri="{FF2B5EF4-FFF2-40B4-BE49-F238E27FC236}">
                <a16:creationId xmlns:a16="http://schemas.microsoft.com/office/drawing/2014/main" id="{FF863CE5-CABA-E48D-95EC-2E6590B545A4}"/>
              </a:ext>
            </a:extLst>
          </p:cNvPr>
          <p:cNvGrpSpPr/>
          <p:nvPr/>
        </p:nvGrpSpPr>
        <p:grpSpPr>
          <a:xfrm>
            <a:off x="195324" y="2573411"/>
            <a:ext cx="3429376" cy="360000"/>
            <a:chOff x="5346700" y="1891328"/>
            <a:chExt cx="3429376" cy="360000"/>
          </a:xfrm>
        </p:grpSpPr>
        <p:sp>
          <p:nvSpPr>
            <p:cNvPr id="77" name="Rectangle : coins arrondis 76">
              <a:extLst>
                <a:ext uri="{FF2B5EF4-FFF2-40B4-BE49-F238E27FC236}">
                  <a16:creationId xmlns:a16="http://schemas.microsoft.com/office/drawing/2014/main" id="{FDB8E06A-734E-143B-5EDF-F5BB7DAB119A}"/>
                </a:ext>
              </a:extLst>
            </p:cNvPr>
            <p:cNvSpPr/>
            <p:nvPr/>
          </p:nvSpPr>
          <p:spPr>
            <a:xfrm>
              <a:off x="5346701" y="1891328"/>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78" name="Rectangle : coins arrondis 77">
              <a:extLst>
                <a:ext uri="{FF2B5EF4-FFF2-40B4-BE49-F238E27FC236}">
                  <a16:creationId xmlns:a16="http://schemas.microsoft.com/office/drawing/2014/main" id="{70A45602-7D4E-78B5-4E14-E8677D883BE5}"/>
                </a:ext>
              </a:extLst>
            </p:cNvPr>
            <p:cNvSpPr/>
            <p:nvPr/>
          </p:nvSpPr>
          <p:spPr>
            <a:xfrm>
              <a:off x="5680076" y="1891328"/>
              <a:ext cx="3096000"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Adresse du site web distant</a:t>
              </a:r>
            </a:p>
          </p:txBody>
        </p:sp>
        <p:sp>
          <p:nvSpPr>
            <p:cNvPr id="79" name="Rectangle 78">
              <a:extLst>
                <a:ext uri="{FF2B5EF4-FFF2-40B4-BE49-F238E27FC236}">
                  <a16:creationId xmlns:a16="http://schemas.microsoft.com/office/drawing/2014/main" id="{3E9A0225-DFE5-735D-BB34-8753C7C7E25C}"/>
                </a:ext>
              </a:extLst>
            </p:cNvPr>
            <p:cNvSpPr>
              <a:spLocks noChangeAspect="1"/>
            </p:cNvSpPr>
            <p:nvPr/>
          </p:nvSpPr>
          <p:spPr>
            <a:xfrm>
              <a:off x="5408816" y="1927328"/>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C</a:t>
              </a:r>
            </a:p>
          </p:txBody>
        </p:sp>
        <p:cxnSp>
          <p:nvCxnSpPr>
            <p:cNvPr id="80" name="Connecteur droit 79">
              <a:extLst>
                <a:ext uri="{FF2B5EF4-FFF2-40B4-BE49-F238E27FC236}">
                  <a16:creationId xmlns:a16="http://schemas.microsoft.com/office/drawing/2014/main" id="{06B5E6CC-3E1E-29DA-3729-DA2580AA5A3A}"/>
                </a:ext>
              </a:extLst>
            </p:cNvPr>
            <p:cNvCxnSpPr>
              <a:cxnSpLocks/>
            </p:cNvCxnSpPr>
            <p:nvPr/>
          </p:nvCxnSpPr>
          <p:spPr>
            <a:xfrm>
              <a:off x="5346700" y="1891328"/>
              <a:ext cx="0" cy="36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86" name="Groupe 85">
            <a:extLst>
              <a:ext uri="{FF2B5EF4-FFF2-40B4-BE49-F238E27FC236}">
                <a16:creationId xmlns:a16="http://schemas.microsoft.com/office/drawing/2014/main" id="{3B57B3B1-D1A6-9383-32AE-8E04105912D1}"/>
              </a:ext>
            </a:extLst>
          </p:cNvPr>
          <p:cNvGrpSpPr/>
          <p:nvPr/>
        </p:nvGrpSpPr>
        <p:grpSpPr>
          <a:xfrm>
            <a:off x="195324" y="3797968"/>
            <a:ext cx="3429376" cy="557747"/>
            <a:chOff x="5346700" y="1873408"/>
            <a:chExt cx="3429376" cy="557747"/>
          </a:xfrm>
        </p:grpSpPr>
        <p:sp>
          <p:nvSpPr>
            <p:cNvPr id="87" name="Rectangle : coins arrondis 86">
              <a:extLst>
                <a:ext uri="{FF2B5EF4-FFF2-40B4-BE49-F238E27FC236}">
                  <a16:creationId xmlns:a16="http://schemas.microsoft.com/office/drawing/2014/main" id="{6B530727-E9D4-EF04-8A6C-FB4E2DF40E4E}"/>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88" name="Rectangle : coins arrondis 87">
              <a:extLst>
                <a:ext uri="{FF2B5EF4-FFF2-40B4-BE49-F238E27FC236}">
                  <a16:creationId xmlns:a16="http://schemas.microsoft.com/office/drawing/2014/main" id="{5F8A6704-E393-0FF4-8F2E-CAE7108C71AC}"/>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Informations sur la dernière synchronisation</a:t>
              </a:r>
            </a:p>
          </p:txBody>
        </p:sp>
        <p:sp>
          <p:nvSpPr>
            <p:cNvPr id="89" name="Rectangle 88">
              <a:extLst>
                <a:ext uri="{FF2B5EF4-FFF2-40B4-BE49-F238E27FC236}">
                  <a16:creationId xmlns:a16="http://schemas.microsoft.com/office/drawing/2014/main" id="{2B038413-DB92-08AC-401C-AC7E6C8771BE}"/>
                </a:ext>
              </a:extLst>
            </p:cNvPr>
            <p:cNvSpPr>
              <a:spLocks noChangeAspect="1"/>
            </p:cNvSpPr>
            <p:nvPr/>
          </p:nvSpPr>
          <p:spPr>
            <a:xfrm>
              <a:off x="5408816" y="2010394"/>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E</a:t>
              </a:r>
            </a:p>
          </p:txBody>
        </p:sp>
        <p:cxnSp>
          <p:nvCxnSpPr>
            <p:cNvPr id="90" name="Connecteur droit 89">
              <a:extLst>
                <a:ext uri="{FF2B5EF4-FFF2-40B4-BE49-F238E27FC236}">
                  <a16:creationId xmlns:a16="http://schemas.microsoft.com/office/drawing/2014/main" id="{0FB8197F-999D-A39D-C72C-26057AB6C650}"/>
                </a:ext>
              </a:extLst>
            </p:cNvPr>
            <p:cNvCxnSpPr/>
            <p:nvPr/>
          </p:nvCxnSpPr>
          <p:spPr>
            <a:xfrm>
              <a:off x="5346700" y="1876755"/>
              <a:ext cx="0" cy="5544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245" name="Groupe 244">
            <a:extLst>
              <a:ext uri="{FF2B5EF4-FFF2-40B4-BE49-F238E27FC236}">
                <a16:creationId xmlns:a16="http://schemas.microsoft.com/office/drawing/2014/main" id="{90DCF514-4395-A6AA-52B5-0783902B712B}"/>
              </a:ext>
            </a:extLst>
          </p:cNvPr>
          <p:cNvGrpSpPr/>
          <p:nvPr/>
        </p:nvGrpSpPr>
        <p:grpSpPr>
          <a:xfrm>
            <a:off x="3712397" y="1817726"/>
            <a:ext cx="4607284" cy="4082427"/>
            <a:chOff x="3445697" y="1535950"/>
            <a:chExt cx="4607284" cy="4082427"/>
          </a:xfrm>
        </p:grpSpPr>
        <p:pic>
          <p:nvPicPr>
            <p:cNvPr id="9" name="Image 8">
              <a:extLst>
                <a:ext uri="{FF2B5EF4-FFF2-40B4-BE49-F238E27FC236}">
                  <a16:creationId xmlns:a16="http://schemas.microsoft.com/office/drawing/2014/main" id="{3E8E9B42-FD3E-DB37-C4DE-EBAB1B7BB529}"/>
                </a:ext>
              </a:extLst>
            </p:cNvPr>
            <p:cNvPicPr>
              <a:picLocks noChangeAspect="1"/>
            </p:cNvPicPr>
            <p:nvPr/>
          </p:nvPicPr>
          <p:blipFill>
            <a:blip r:embed="rId2"/>
            <a:srcRect l="70121" t="16251" r="12261" b="56637"/>
            <a:stretch>
              <a:fillRect/>
            </a:stretch>
          </p:blipFill>
          <p:spPr>
            <a:xfrm>
              <a:off x="3844314" y="1893625"/>
              <a:ext cx="3777069" cy="3318056"/>
            </a:xfrm>
            <a:prstGeom prst="rect">
              <a:avLst/>
            </a:prstGeom>
          </p:spPr>
        </p:pic>
        <p:sp>
          <p:nvSpPr>
            <p:cNvPr id="7" name="Rectangle 6">
              <a:extLst>
                <a:ext uri="{FF2B5EF4-FFF2-40B4-BE49-F238E27FC236}">
                  <a16:creationId xmlns:a16="http://schemas.microsoft.com/office/drawing/2014/main" id="{D8FA2FB0-E3EC-41F4-14F7-AB2312E487D4}"/>
                </a:ext>
              </a:extLst>
            </p:cNvPr>
            <p:cNvSpPr/>
            <p:nvPr/>
          </p:nvSpPr>
          <p:spPr>
            <a:xfrm>
              <a:off x="4233862" y="2773637"/>
              <a:ext cx="455967" cy="144000"/>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4" name="Rectangle 13">
              <a:extLst>
                <a:ext uri="{FF2B5EF4-FFF2-40B4-BE49-F238E27FC236}">
                  <a16:creationId xmlns:a16="http://schemas.microsoft.com/office/drawing/2014/main" id="{EF0A17CB-3719-F037-0835-52B92B1524DA}"/>
                </a:ext>
              </a:extLst>
            </p:cNvPr>
            <p:cNvSpPr/>
            <p:nvPr/>
          </p:nvSpPr>
          <p:spPr>
            <a:xfrm>
              <a:off x="4903308" y="3417706"/>
              <a:ext cx="693946" cy="156506"/>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8" name="Rectangle 17">
              <a:extLst>
                <a:ext uri="{FF2B5EF4-FFF2-40B4-BE49-F238E27FC236}">
                  <a16:creationId xmlns:a16="http://schemas.microsoft.com/office/drawing/2014/main" id="{A43F307D-D4A4-43ED-11D4-7813C0A1057E}"/>
                </a:ext>
              </a:extLst>
            </p:cNvPr>
            <p:cNvSpPr/>
            <p:nvPr/>
          </p:nvSpPr>
          <p:spPr>
            <a:xfrm>
              <a:off x="4771235" y="2773637"/>
              <a:ext cx="1410067" cy="144000"/>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9" name="Rectangle 18">
              <a:extLst>
                <a:ext uri="{FF2B5EF4-FFF2-40B4-BE49-F238E27FC236}">
                  <a16:creationId xmlns:a16="http://schemas.microsoft.com/office/drawing/2014/main" id="{350CAEEF-2F76-777F-0465-CE5003589BAC}"/>
                </a:ext>
              </a:extLst>
            </p:cNvPr>
            <p:cNvSpPr/>
            <p:nvPr/>
          </p:nvSpPr>
          <p:spPr>
            <a:xfrm>
              <a:off x="6300513" y="2773637"/>
              <a:ext cx="1201660" cy="144000"/>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0" name="Rectangle 19">
              <a:extLst>
                <a:ext uri="{FF2B5EF4-FFF2-40B4-BE49-F238E27FC236}">
                  <a16:creationId xmlns:a16="http://schemas.microsoft.com/office/drawing/2014/main" id="{3824035A-022A-6928-676B-A52F65DA4B32}"/>
                </a:ext>
              </a:extLst>
            </p:cNvPr>
            <p:cNvSpPr/>
            <p:nvPr/>
          </p:nvSpPr>
          <p:spPr>
            <a:xfrm>
              <a:off x="4881773" y="2166060"/>
              <a:ext cx="209096" cy="196456"/>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2" name="Rectangle 21">
              <a:extLst>
                <a:ext uri="{FF2B5EF4-FFF2-40B4-BE49-F238E27FC236}">
                  <a16:creationId xmlns:a16="http://schemas.microsoft.com/office/drawing/2014/main" id="{52130FBA-E1C2-64FE-57BE-63B025D009C8}"/>
                </a:ext>
              </a:extLst>
            </p:cNvPr>
            <p:cNvSpPr/>
            <p:nvPr/>
          </p:nvSpPr>
          <p:spPr>
            <a:xfrm>
              <a:off x="4275912" y="2171699"/>
              <a:ext cx="556965" cy="566831"/>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3" name="Rectangle 22">
              <a:extLst>
                <a:ext uri="{FF2B5EF4-FFF2-40B4-BE49-F238E27FC236}">
                  <a16:creationId xmlns:a16="http://schemas.microsoft.com/office/drawing/2014/main" id="{26ABAFBB-4292-6526-E46C-AD548DD36265}"/>
                </a:ext>
              </a:extLst>
            </p:cNvPr>
            <p:cNvSpPr/>
            <p:nvPr/>
          </p:nvSpPr>
          <p:spPr>
            <a:xfrm>
              <a:off x="4881772" y="2400002"/>
              <a:ext cx="2414378" cy="155246"/>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7" name="Rectangle 26">
              <a:extLst>
                <a:ext uri="{FF2B5EF4-FFF2-40B4-BE49-F238E27FC236}">
                  <a16:creationId xmlns:a16="http://schemas.microsoft.com/office/drawing/2014/main" id="{3E188DB9-6F25-E704-0087-60E2A8F822D0}"/>
                </a:ext>
              </a:extLst>
            </p:cNvPr>
            <p:cNvSpPr/>
            <p:nvPr/>
          </p:nvSpPr>
          <p:spPr>
            <a:xfrm>
              <a:off x="6224510" y="4922233"/>
              <a:ext cx="557290" cy="180713"/>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8" name="Rectangle 27">
              <a:extLst>
                <a:ext uri="{FF2B5EF4-FFF2-40B4-BE49-F238E27FC236}">
                  <a16:creationId xmlns:a16="http://schemas.microsoft.com/office/drawing/2014/main" id="{1DF4DDB3-6697-B3CF-CED3-FC1D4C463BED}"/>
                </a:ext>
              </a:extLst>
            </p:cNvPr>
            <p:cNvSpPr/>
            <p:nvPr/>
          </p:nvSpPr>
          <p:spPr>
            <a:xfrm>
              <a:off x="4849371" y="4927325"/>
              <a:ext cx="535556" cy="175621"/>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9" name="Rectangle 28">
              <a:extLst>
                <a:ext uri="{FF2B5EF4-FFF2-40B4-BE49-F238E27FC236}">
                  <a16:creationId xmlns:a16="http://schemas.microsoft.com/office/drawing/2014/main" id="{110C5125-9643-B83C-A1E1-D5EFF9128535}"/>
                </a:ext>
              </a:extLst>
            </p:cNvPr>
            <p:cNvSpPr/>
            <p:nvPr/>
          </p:nvSpPr>
          <p:spPr>
            <a:xfrm>
              <a:off x="5616348" y="4922235"/>
              <a:ext cx="479652" cy="175622"/>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2" name="Rectangle 31">
              <a:extLst>
                <a:ext uri="{FF2B5EF4-FFF2-40B4-BE49-F238E27FC236}">
                  <a16:creationId xmlns:a16="http://schemas.microsoft.com/office/drawing/2014/main" id="{C6F874CA-11DD-E066-B760-3451C7C1181C}"/>
                </a:ext>
              </a:extLst>
            </p:cNvPr>
            <p:cNvSpPr/>
            <p:nvPr/>
          </p:nvSpPr>
          <p:spPr>
            <a:xfrm>
              <a:off x="4902896" y="3624262"/>
              <a:ext cx="1016892" cy="153707"/>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4" name="Rectangle 33">
              <a:extLst>
                <a:ext uri="{FF2B5EF4-FFF2-40B4-BE49-F238E27FC236}">
                  <a16:creationId xmlns:a16="http://schemas.microsoft.com/office/drawing/2014/main" id="{00933C6C-730F-CF44-8EDD-A9937DC42276}"/>
                </a:ext>
              </a:extLst>
            </p:cNvPr>
            <p:cNvSpPr/>
            <p:nvPr/>
          </p:nvSpPr>
          <p:spPr>
            <a:xfrm>
              <a:off x="4906104" y="3857873"/>
              <a:ext cx="1668461" cy="131917"/>
            </a:xfrm>
            <a:prstGeom prst="rect">
              <a:avLst/>
            </a:prstGeom>
            <a:solidFill>
              <a:srgbClr val="FFFFFF"/>
            </a:solid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2" name="Rectangle 11">
              <a:extLst>
                <a:ext uri="{FF2B5EF4-FFF2-40B4-BE49-F238E27FC236}">
                  <a16:creationId xmlns:a16="http://schemas.microsoft.com/office/drawing/2014/main" id="{9357D6A4-0B0F-89EC-1C4E-A72B31E70BB4}"/>
                </a:ext>
              </a:extLst>
            </p:cNvPr>
            <p:cNvSpPr/>
            <p:nvPr/>
          </p:nvSpPr>
          <p:spPr>
            <a:xfrm>
              <a:off x="3998938" y="3254438"/>
              <a:ext cx="991489" cy="163267"/>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5" name="Rectangle 14">
              <a:extLst>
                <a:ext uri="{FF2B5EF4-FFF2-40B4-BE49-F238E27FC236}">
                  <a16:creationId xmlns:a16="http://schemas.microsoft.com/office/drawing/2014/main" id="{8CBD5103-C6D2-EEA2-AC3E-90D826D11C05}"/>
                </a:ext>
              </a:extLst>
            </p:cNvPr>
            <p:cNvSpPr/>
            <p:nvPr/>
          </p:nvSpPr>
          <p:spPr>
            <a:xfrm>
              <a:off x="7345045" y="2362515"/>
              <a:ext cx="217311" cy="209235"/>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5" name="Rectangle 34">
              <a:extLst>
                <a:ext uri="{FF2B5EF4-FFF2-40B4-BE49-F238E27FC236}">
                  <a16:creationId xmlns:a16="http://schemas.microsoft.com/office/drawing/2014/main" id="{340AEE65-6DC1-D81A-2991-ADAAA90336DC}"/>
                </a:ext>
              </a:extLst>
            </p:cNvPr>
            <p:cNvSpPr/>
            <p:nvPr/>
          </p:nvSpPr>
          <p:spPr>
            <a:xfrm>
              <a:off x="7345044" y="3074615"/>
              <a:ext cx="217311" cy="209235"/>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7" name="Rectangle 36">
              <a:extLst>
                <a:ext uri="{FF2B5EF4-FFF2-40B4-BE49-F238E27FC236}">
                  <a16:creationId xmlns:a16="http://schemas.microsoft.com/office/drawing/2014/main" id="{671EFD07-B9B3-860A-64FA-5E9E8643589A}"/>
                </a:ext>
              </a:extLst>
            </p:cNvPr>
            <p:cNvSpPr/>
            <p:nvPr/>
          </p:nvSpPr>
          <p:spPr>
            <a:xfrm>
              <a:off x="4554394" y="3103595"/>
              <a:ext cx="991489" cy="163267"/>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8" name="Rectangle 7">
              <a:extLst>
                <a:ext uri="{FF2B5EF4-FFF2-40B4-BE49-F238E27FC236}">
                  <a16:creationId xmlns:a16="http://schemas.microsoft.com/office/drawing/2014/main" id="{4DBA4062-5DE1-932E-AAAE-F7CF6F97B472}"/>
                </a:ext>
              </a:extLst>
            </p:cNvPr>
            <p:cNvSpPr/>
            <p:nvPr/>
          </p:nvSpPr>
          <p:spPr>
            <a:xfrm>
              <a:off x="3445697" y="2314119"/>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10" name="Connecteur droit avec flèche 9">
              <a:extLst>
                <a:ext uri="{FF2B5EF4-FFF2-40B4-BE49-F238E27FC236}">
                  <a16:creationId xmlns:a16="http://schemas.microsoft.com/office/drawing/2014/main" id="{2931468D-37E9-0670-51E9-2E075EE40F61}"/>
                </a:ext>
              </a:extLst>
            </p:cNvPr>
            <p:cNvCxnSpPr>
              <a:cxnSpLocks/>
              <a:stCxn id="8" idx="3"/>
              <a:endCxn id="22" idx="1"/>
            </p:cNvCxnSpPr>
            <p:nvPr/>
          </p:nvCxnSpPr>
          <p:spPr>
            <a:xfrm flipV="1">
              <a:off x="3733697" y="2455115"/>
              <a:ext cx="542215" cy="3004"/>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2AD67A39-BC66-17E5-DE73-11F592352D8D}"/>
                </a:ext>
              </a:extLst>
            </p:cNvPr>
            <p:cNvSpPr/>
            <p:nvPr/>
          </p:nvSpPr>
          <p:spPr>
            <a:xfrm>
              <a:off x="3470491" y="2701637"/>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33" name="Connecteur droit avec flèche 32">
              <a:extLst>
                <a:ext uri="{FF2B5EF4-FFF2-40B4-BE49-F238E27FC236}">
                  <a16:creationId xmlns:a16="http://schemas.microsoft.com/office/drawing/2014/main" id="{796C493D-A110-8341-7F3B-5A94B8DDC8CE}"/>
                </a:ext>
              </a:extLst>
            </p:cNvPr>
            <p:cNvCxnSpPr>
              <a:cxnSpLocks/>
            </p:cNvCxnSpPr>
            <p:nvPr/>
          </p:nvCxnSpPr>
          <p:spPr>
            <a:xfrm>
              <a:off x="3758491" y="2843113"/>
              <a:ext cx="475371" cy="1204"/>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E01511E2-2517-B9C0-B2B5-4CA528538BED}"/>
                </a:ext>
              </a:extLst>
            </p:cNvPr>
            <p:cNvSpPr/>
            <p:nvPr/>
          </p:nvSpPr>
          <p:spPr>
            <a:xfrm>
              <a:off x="5952000" y="1535950"/>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C</a:t>
              </a:r>
            </a:p>
          </p:txBody>
        </p:sp>
        <p:cxnSp>
          <p:nvCxnSpPr>
            <p:cNvPr id="43" name="Connecteur droit avec flèche 42">
              <a:extLst>
                <a:ext uri="{FF2B5EF4-FFF2-40B4-BE49-F238E27FC236}">
                  <a16:creationId xmlns:a16="http://schemas.microsoft.com/office/drawing/2014/main" id="{6D8FB68B-2BA4-9D81-2FB9-DC86625A9C4B}"/>
                </a:ext>
              </a:extLst>
            </p:cNvPr>
            <p:cNvCxnSpPr>
              <a:cxnSpLocks/>
              <a:stCxn id="42" idx="2"/>
              <a:endCxn id="23" idx="0"/>
            </p:cNvCxnSpPr>
            <p:nvPr/>
          </p:nvCxnSpPr>
          <p:spPr>
            <a:xfrm flipH="1">
              <a:off x="6088961" y="1823950"/>
              <a:ext cx="7039" cy="576052"/>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EDCD673C-883B-6CE3-817A-A11D3ADF69D5}"/>
                </a:ext>
              </a:extLst>
            </p:cNvPr>
            <p:cNvSpPr/>
            <p:nvPr/>
          </p:nvSpPr>
          <p:spPr>
            <a:xfrm>
              <a:off x="7764981" y="2701637"/>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E</a:t>
              </a:r>
            </a:p>
          </p:txBody>
        </p:sp>
        <p:cxnSp>
          <p:nvCxnSpPr>
            <p:cNvPr id="45" name="Connecteur droit avec flèche 44">
              <a:extLst>
                <a:ext uri="{FF2B5EF4-FFF2-40B4-BE49-F238E27FC236}">
                  <a16:creationId xmlns:a16="http://schemas.microsoft.com/office/drawing/2014/main" id="{FAA0B2ED-C2A1-FF70-8228-D7F65CB852D1}"/>
                </a:ext>
              </a:extLst>
            </p:cNvPr>
            <p:cNvCxnSpPr>
              <a:cxnSpLocks/>
            </p:cNvCxnSpPr>
            <p:nvPr/>
          </p:nvCxnSpPr>
          <p:spPr>
            <a:xfrm flipH="1">
              <a:off x="7502173" y="2842511"/>
              <a:ext cx="262808" cy="0"/>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7DFEC35A-37F7-8CC1-9B3B-B285007570E0}"/>
                </a:ext>
              </a:extLst>
            </p:cNvPr>
            <p:cNvSpPr/>
            <p:nvPr/>
          </p:nvSpPr>
          <p:spPr>
            <a:xfrm>
              <a:off x="5335190" y="1535950"/>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D</a:t>
              </a:r>
            </a:p>
          </p:txBody>
        </p:sp>
        <p:cxnSp>
          <p:nvCxnSpPr>
            <p:cNvPr id="57" name="Connecteur droit avec flèche 56">
              <a:extLst>
                <a:ext uri="{FF2B5EF4-FFF2-40B4-BE49-F238E27FC236}">
                  <a16:creationId xmlns:a16="http://schemas.microsoft.com/office/drawing/2014/main" id="{B9A3B3C5-8568-ADBA-B01C-970620025C33}"/>
                </a:ext>
              </a:extLst>
            </p:cNvPr>
            <p:cNvCxnSpPr>
              <a:cxnSpLocks/>
              <a:stCxn id="56" idx="2"/>
              <a:endCxn id="18" idx="0"/>
            </p:cNvCxnSpPr>
            <p:nvPr/>
          </p:nvCxnSpPr>
          <p:spPr>
            <a:xfrm flipH="1">
              <a:off x="5476269" y="1823950"/>
              <a:ext cx="2921" cy="949687"/>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91" name="Ellipse 90">
              <a:extLst>
                <a:ext uri="{FF2B5EF4-FFF2-40B4-BE49-F238E27FC236}">
                  <a16:creationId xmlns:a16="http://schemas.microsoft.com/office/drawing/2014/main" id="{8F727F63-AC46-A1EA-7625-A8C8F5F9492B}"/>
                </a:ext>
              </a:extLst>
            </p:cNvPr>
            <p:cNvSpPr>
              <a:spLocks noChangeAspect="1"/>
            </p:cNvSpPr>
            <p:nvPr/>
          </p:nvSpPr>
          <p:spPr>
            <a:xfrm>
              <a:off x="4849371" y="1542203"/>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a:t>
              </a:r>
              <a:endParaRPr lang="fr-FR" sz="1600" b="1" noProof="0" dirty="0">
                <a:latin typeface="Barlow" panose="00000500000000000000" pitchFamily="2" charset="0"/>
              </a:endParaRPr>
            </a:p>
          </p:txBody>
        </p:sp>
        <p:cxnSp>
          <p:nvCxnSpPr>
            <p:cNvPr id="92" name="Connecteur droit avec flèche 91">
              <a:extLst>
                <a:ext uri="{FF2B5EF4-FFF2-40B4-BE49-F238E27FC236}">
                  <a16:creationId xmlns:a16="http://schemas.microsoft.com/office/drawing/2014/main" id="{2B57311C-3297-2012-D6D2-7BD1D9F66B45}"/>
                </a:ext>
              </a:extLst>
            </p:cNvPr>
            <p:cNvCxnSpPr>
              <a:cxnSpLocks/>
              <a:stCxn id="91" idx="4"/>
              <a:endCxn id="20" idx="0"/>
            </p:cNvCxnSpPr>
            <p:nvPr/>
          </p:nvCxnSpPr>
          <p:spPr>
            <a:xfrm flipH="1">
              <a:off x="4986321" y="1830203"/>
              <a:ext cx="7050" cy="335857"/>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93" name="Ellipse 92">
              <a:extLst>
                <a:ext uri="{FF2B5EF4-FFF2-40B4-BE49-F238E27FC236}">
                  <a16:creationId xmlns:a16="http://schemas.microsoft.com/office/drawing/2014/main" id="{EB2698E7-5340-B64B-002B-9336871D529C}"/>
                </a:ext>
              </a:extLst>
            </p:cNvPr>
            <p:cNvSpPr>
              <a:spLocks noChangeAspect="1"/>
            </p:cNvSpPr>
            <p:nvPr/>
          </p:nvSpPr>
          <p:spPr>
            <a:xfrm>
              <a:off x="4974584" y="5330377"/>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9</a:t>
              </a:r>
              <a:endParaRPr lang="fr-FR" sz="1600" b="1" noProof="0" dirty="0">
                <a:latin typeface="Barlow" panose="00000500000000000000" pitchFamily="2" charset="0"/>
              </a:endParaRPr>
            </a:p>
          </p:txBody>
        </p:sp>
        <p:cxnSp>
          <p:nvCxnSpPr>
            <p:cNvPr id="94" name="Connecteur droit avec flèche 93">
              <a:extLst>
                <a:ext uri="{FF2B5EF4-FFF2-40B4-BE49-F238E27FC236}">
                  <a16:creationId xmlns:a16="http://schemas.microsoft.com/office/drawing/2014/main" id="{8782D061-B82E-D9EA-D71F-858239B52711}"/>
                </a:ext>
              </a:extLst>
            </p:cNvPr>
            <p:cNvCxnSpPr>
              <a:cxnSpLocks/>
              <a:stCxn id="93" idx="0"/>
              <a:endCxn id="28" idx="2"/>
            </p:cNvCxnSpPr>
            <p:nvPr/>
          </p:nvCxnSpPr>
          <p:spPr>
            <a:xfrm flipH="1" flipV="1">
              <a:off x="5117149" y="5102946"/>
              <a:ext cx="1435" cy="227431"/>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95" name="Ellipse 94">
              <a:extLst>
                <a:ext uri="{FF2B5EF4-FFF2-40B4-BE49-F238E27FC236}">
                  <a16:creationId xmlns:a16="http://schemas.microsoft.com/office/drawing/2014/main" id="{003E7B13-885A-168C-0579-638AED1DB063}"/>
                </a:ext>
              </a:extLst>
            </p:cNvPr>
            <p:cNvSpPr>
              <a:spLocks noChangeAspect="1"/>
            </p:cNvSpPr>
            <p:nvPr/>
          </p:nvSpPr>
          <p:spPr>
            <a:xfrm>
              <a:off x="3470491" y="3192212"/>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4</a:t>
              </a:r>
              <a:endParaRPr lang="fr-FR" sz="1600" b="1" noProof="0" dirty="0">
                <a:latin typeface="Barlow" panose="00000500000000000000" pitchFamily="2" charset="0"/>
              </a:endParaRPr>
            </a:p>
          </p:txBody>
        </p:sp>
        <p:cxnSp>
          <p:nvCxnSpPr>
            <p:cNvPr id="96" name="Connecteur droit avec flèche 95">
              <a:extLst>
                <a:ext uri="{FF2B5EF4-FFF2-40B4-BE49-F238E27FC236}">
                  <a16:creationId xmlns:a16="http://schemas.microsoft.com/office/drawing/2014/main" id="{EB3FC98A-F8DD-BE9C-04C4-6DC7F7433219}"/>
                </a:ext>
              </a:extLst>
            </p:cNvPr>
            <p:cNvCxnSpPr>
              <a:cxnSpLocks/>
              <a:stCxn id="95" idx="6"/>
              <a:endCxn id="12" idx="1"/>
            </p:cNvCxnSpPr>
            <p:nvPr/>
          </p:nvCxnSpPr>
          <p:spPr>
            <a:xfrm flipV="1">
              <a:off x="3758491" y="3336072"/>
              <a:ext cx="240447" cy="140"/>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97" name="Ellipse 96">
              <a:extLst>
                <a:ext uri="{FF2B5EF4-FFF2-40B4-BE49-F238E27FC236}">
                  <a16:creationId xmlns:a16="http://schemas.microsoft.com/office/drawing/2014/main" id="{B484F593-CC42-DDC1-F130-CA7386965A4B}"/>
                </a:ext>
              </a:extLst>
            </p:cNvPr>
            <p:cNvSpPr>
              <a:spLocks noChangeAspect="1"/>
            </p:cNvSpPr>
            <p:nvPr/>
          </p:nvSpPr>
          <p:spPr>
            <a:xfrm>
              <a:off x="7752396" y="2323133"/>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2</a:t>
              </a:r>
              <a:endParaRPr lang="fr-FR" sz="1600" b="1" noProof="0" dirty="0">
                <a:latin typeface="Barlow" panose="00000500000000000000" pitchFamily="2" charset="0"/>
              </a:endParaRPr>
            </a:p>
          </p:txBody>
        </p:sp>
        <p:cxnSp>
          <p:nvCxnSpPr>
            <p:cNvPr id="98" name="Connecteur droit avec flèche 97">
              <a:extLst>
                <a:ext uri="{FF2B5EF4-FFF2-40B4-BE49-F238E27FC236}">
                  <a16:creationId xmlns:a16="http://schemas.microsoft.com/office/drawing/2014/main" id="{30DBC7C4-C5C3-6859-8C00-3D33B22947D2}"/>
                </a:ext>
              </a:extLst>
            </p:cNvPr>
            <p:cNvCxnSpPr>
              <a:cxnSpLocks/>
              <a:stCxn id="97" idx="2"/>
              <a:endCxn id="15" idx="3"/>
            </p:cNvCxnSpPr>
            <p:nvPr/>
          </p:nvCxnSpPr>
          <p:spPr>
            <a:xfrm flipH="1">
              <a:off x="7562356" y="2467133"/>
              <a:ext cx="190040" cy="0"/>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05" name="Ellipse 104">
              <a:extLst>
                <a:ext uri="{FF2B5EF4-FFF2-40B4-BE49-F238E27FC236}">
                  <a16:creationId xmlns:a16="http://schemas.microsoft.com/office/drawing/2014/main" id="{2C0E14A9-616D-4C45-A004-B120A628D68F}"/>
                </a:ext>
              </a:extLst>
            </p:cNvPr>
            <p:cNvSpPr>
              <a:spLocks noChangeAspect="1"/>
            </p:cNvSpPr>
            <p:nvPr/>
          </p:nvSpPr>
          <p:spPr>
            <a:xfrm>
              <a:off x="5712174" y="532683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10</a:t>
              </a:r>
              <a:endParaRPr lang="fr-FR" sz="1600" b="1" noProof="0" dirty="0">
                <a:latin typeface="Barlow" panose="00000500000000000000" pitchFamily="2" charset="0"/>
              </a:endParaRPr>
            </a:p>
          </p:txBody>
        </p:sp>
        <p:cxnSp>
          <p:nvCxnSpPr>
            <p:cNvPr id="106" name="Connecteur droit avec flèche 105">
              <a:extLst>
                <a:ext uri="{FF2B5EF4-FFF2-40B4-BE49-F238E27FC236}">
                  <a16:creationId xmlns:a16="http://schemas.microsoft.com/office/drawing/2014/main" id="{50809603-8C1E-64E2-6FC0-F05514C264B8}"/>
                </a:ext>
              </a:extLst>
            </p:cNvPr>
            <p:cNvCxnSpPr>
              <a:cxnSpLocks/>
              <a:stCxn id="105" idx="0"/>
              <a:endCxn id="29" idx="2"/>
            </p:cNvCxnSpPr>
            <p:nvPr/>
          </p:nvCxnSpPr>
          <p:spPr>
            <a:xfrm flipV="1">
              <a:off x="5856174" y="5097857"/>
              <a:ext cx="0" cy="228973"/>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07" name="Ellipse 106">
              <a:extLst>
                <a:ext uri="{FF2B5EF4-FFF2-40B4-BE49-F238E27FC236}">
                  <a16:creationId xmlns:a16="http://schemas.microsoft.com/office/drawing/2014/main" id="{27EECF23-6168-3251-7851-AC476FDF98DB}"/>
                </a:ext>
              </a:extLst>
            </p:cNvPr>
            <p:cNvSpPr>
              <a:spLocks noChangeAspect="1"/>
            </p:cNvSpPr>
            <p:nvPr/>
          </p:nvSpPr>
          <p:spPr>
            <a:xfrm>
              <a:off x="6359155" y="5330377"/>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11</a:t>
              </a:r>
              <a:endParaRPr lang="fr-FR" sz="1600" b="1" noProof="0" dirty="0">
                <a:latin typeface="Barlow" panose="00000500000000000000" pitchFamily="2" charset="0"/>
              </a:endParaRPr>
            </a:p>
          </p:txBody>
        </p:sp>
        <p:cxnSp>
          <p:nvCxnSpPr>
            <p:cNvPr id="108" name="Connecteur droit avec flèche 107">
              <a:extLst>
                <a:ext uri="{FF2B5EF4-FFF2-40B4-BE49-F238E27FC236}">
                  <a16:creationId xmlns:a16="http://schemas.microsoft.com/office/drawing/2014/main" id="{61F6B914-9F03-2359-3629-0777F1FF0F48}"/>
                </a:ext>
              </a:extLst>
            </p:cNvPr>
            <p:cNvCxnSpPr>
              <a:cxnSpLocks/>
              <a:stCxn id="107" idx="0"/>
              <a:endCxn id="27" idx="2"/>
            </p:cNvCxnSpPr>
            <p:nvPr/>
          </p:nvCxnSpPr>
          <p:spPr>
            <a:xfrm flipV="1">
              <a:off x="6503155" y="5102946"/>
              <a:ext cx="0" cy="227431"/>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20" name="Ellipse 119">
              <a:extLst>
                <a:ext uri="{FF2B5EF4-FFF2-40B4-BE49-F238E27FC236}">
                  <a16:creationId xmlns:a16="http://schemas.microsoft.com/office/drawing/2014/main" id="{AF1127CB-D196-E4FC-C65E-CAEBDF5AC2F7}"/>
                </a:ext>
              </a:extLst>
            </p:cNvPr>
            <p:cNvSpPr>
              <a:spLocks noChangeAspect="1"/>
            </p:cNvSpPr>
            <p:nvPr/>
          </p:nvSpPr>
          <p:spPr>
            <a:xfrm>
              <a:off x="7764981" y="3032815"/>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8</a:t>
              </a:r>
              <a:endParaRPr lang="fr-FR" sz="1600" b="1" noProof="0" dirty="0">
                <a:latin typeface="Barlow" panose="00000500000000000000" pitchFamily="2" charset="0"/>
              </a:endParaRPr>
            </a:p>
          </p:txBody>
        </p:sp>
        <p:cxnSp>
          <p:nvCxnSpPr>
            <p:cNvPr id="121" name="Connecteur droit avec flèche 120">
              <a:extLst>
                <a:ext uri="{FF2B5EF4-FFF2-40B4-BE49-F238E27FC236}">
                  <a16:creationId xmlns:a16="http://schemas.microsoft.com/office/drawing/2014/main" id="{CE03056C-A781-D02F-6FBB-23110D064E22}"/>
                </a:ext>
              </a:extLst>
            </p:cNvPr>
            <p:cNvCxnSpPr>
              <a:cxnSpLocks/>
              <a:stCxn id="120" idx="2"/>
              <a:endCxn id="35" idx="3"/>
            </p:cNvCxnSpPr>
            <p:nvPr/>
          </p:nvCxnSpPr>
          <p:spPr>
            <a:xfrm flipH="1">
              <a:off x="7562355" y="3176815"/>
              <a:ext cx="202626" cy="2418"/>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25" name="Ellipse 124">
              <a:extLst>
                <a:ext uri="{FF2B5EF4-FFF2-40B4-BE49-F238E27FC236}">
                  <a16:creationId xmlns:a16="http://schemas.microsoft.com/office/drawing/2014/main" id="{74FCC034-54FA-FD80-64C3-B82D9C8C9A72}"/>
                </a:ext>
              </a:extLst>
            </p:cNvPr>
            <p:cNvSpPr>
              <a:spLocks noChangeAspect="1"/>
            </p:cNvSpPr>
            <p:nvPr/>
          </p:nvSpPr>
          <p:spPr>
            <a:xfrm>
              <a:off x="7230955" y="3559273"/>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6</a:t>
              </a:r>
              <a:endParaRPr lang="fr-FR" sz="1600" b="1" noProof="0" dirty="0">
                <a:latin typeface="Barlow" panose="00000500000000000000" pitchFamily="2" charset="0"/>
              </a:endParaRPr>
            </a:p>
          </p:txBody>
        </p:sp>
        <p:cxnSp>
          <p:nvCxnSpPr>
            <p:cNvPr id="126" name="Connecteur droit avec flèche 125">
              <a:extLst>
                <a:ext uri="{FF2B5EF4-FFF2-40B4-BE49-F238E27FC236}">
                  <a16:creationId xmlns:a16="http://schemas.microsoft.com/office/drawing/2014/main" id="{426894C5-2673-CE40-D727-EB03BDBE3414}"/>
                </a:ext>
              </a:extLst>
            </p:cNvPr>
            <p:cNvCxnSpPr>
              <a:cxnSpLocks/>
              <a:stCxn id="125" idx="2"/>
              <a:endCxn id="32" idx="3"/>
            </p:cNvCxnSpPr>
            <p:nvPr/>
          </p:nvCxnSpPr>
          <p:spPr>
            <a:xfrm flipH="1" flipV="1">
              <a:off x="5919788" y="3701116"/>
              <a:ext cx="1311167" cy="2157"/>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27" name="Ellipse 126">
              <a:extLst>
                <a:ext uri="{FF2B5EF4-FFF2-40B4-BE49-F238E27FC236}">
                  <a16:creationId xmlns:a16="http://schemas.microsoft.com/office/drawing/2014/main" id="{A6F37D8D-B0D4-976A-D56B-D19D725E79A3}"/>
                </a:ext>
              </a:extLst>
            </p:cNvPr>
            <p:cNvSpPr>
              <a:spLocks noChangeAspect="1"/>
            </p:cNvSpPr>
            <p:nvPr/>
          </p:nvSpPr>
          <p:spPr>
            <a:xfrm>
              <a:off x="6794167" y="3779832"/>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7</a:t>
              </a:r>
              <a:endParaRPr lang="fr-FR" sz="1600" b="1" noProof="0" dirty="0">
                <a:latin typeface="Barlow" panose="00000500000000000000" pitchFamily="2" charset="0"/>
              </a:endParaRPr>
            </a:p>
          </p:txBody>
        </p:sp>
        <p:cxnSp>
          <p:nvCxnSpPr>
            <p:cNvPr id="128" name="Connecteur droit avec flèche 127">
              <a:extLst>
                <a:ext uri="{FF2B5EF4-FFF2-40B4-BE49-F238E27FC236}">
                  <a16:creationId xmlns:a16="http://schemas.microsoft.com/office/drawing/2014/main" id="{A2E33F74-5F8D-0A51-9FF8-E1F12592CD56}"/>
                </a:ext>
              </a:extLst>
            </p:cNvPr>
            <p:cNvCxnSpPr>
              <a:cxnSpLocks/>
              <a:stCxn id="127" idx="2"/>
              <a:endCxn id="34" idx="3"/>
            </p:cNvCxnSpPr>
            <p:nvPr/>
          </p:nvCxnSpPr>
          <p:spPr>
            <a:xfrm flipH="1">
              <a:off x="6574565" y="3923832"/>
              <a:ext cx="219602" cy="0"/>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38" name="Ellipse 137">
              <a:extLst>
                <a:ext uri="{FF2B5EF4-FFF2-40B4-BE49-F238E27FC236}">
                  <a16:creationId xmlns:a16="http://schemas.microsoft.com/office/drawing/2014/main" id="{307D425D-EC8C-0284-4645-D77DFF048423}"/>
                </a:ext>
              </a:extLst>
            </p:cNvPr>
            <p:cNvSpPr>
              <a:spLocks noChangeAspect="1"/>
            </p:cNvSpPr>
            <p:nvPr/>
          </p:nvSpPr>
          <p:spPr>
            <a:xfrm>
              <a:off x="5966062" y="3044445"/>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3</a:t>
              </a:r>
              <a:endParaRPr lang="fr-FR" sz="1600" b="1" noProof="0" dirty="0">
                <a:latin typeface="Barlow" panose="00000500000000000000" pitchFamily="2" charset="0"/>
              </a:endParaRPr>
            </a:p>
          </p:txBody>
        </p:sp>
        <p:cxnSp>
          <p:nvCxnSpPr>
            <p:cNvPr id="139" name="Connecteur droit avec flèche 138">
              <a:extLst>
                <a:ext uri="{FF2B5EF4-FFF2-40B4-BE49-F238E27FC236}">
                  <a16:creationId xmlns:a16="http://schemas.microsoft.com/office/drawing/2014/main" id="{3CC71D88-48E6-58D8-1791-C51D9B84387B}"/>
                </a:ext>
              </a:extLst>
            </p:cNvPr>
            <p:cNvCxnSpPr>
              <a:cxnSpLocks/>
              <a:stCxn id="138" idx="2"/>
              <a:endCxn id="37" idx="3"/>
            </p:cNvCxnSpPr>
            <p:nvPr/>
          </p:nvCxnSpPr>
          <p:spPr>
            <a:xfrm flipH="1" flipV="1">
              <a:off x="5545883" y="3185229"/>
              <a:ext cx="420179" cy="3216"/>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42" name="Ellipse 141">
              <a:extLst>
                <a:ext uri="{FF2B5EF4-FFF2-40B4-BE49-F238E27FC236}">
                  <a16:creationId xmlns:a16="http://schemas.microsoft.com/office/drawing/2014/main" id="{777F8488-0075-2FB3-4ABB-3204D95E710D}"/>
                </a:ext>
              </a:extLst>
            </p:cNvPr>
            <p:cNvSpPr>
              <a:spLocks noChangeAspect="1"/>
            </p:cNvSpPr>
            <p:nvPr/>
          </p:nvSpPr>
          <p:spPr>
            <a:xfrm>
              <a:off x="6357624" y="3351959"/>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5</a:t>
              </a:r>
              <a:endParaRPr lang="fr-FR" sz="1600" b="1" noProof="0" dirty="0">
                <a:latin typeface="Barlow" panose="00000500000000000000" pitchFamily="2" charset="0"/>
              </a:endParaRPr>
            </a:p>
          </p:txBody>
        </p:sp>
        <p:cxnSp>
          <p:nvCxnSpPr>
            <p:cNvPr id="143" name="Connecteur droit avec flèche 142">
              <a:extLst>
                <a:ext uri="{FF2B5EF4-FFF2-40B4-BE49-F238E27FC236}">
                  <a16:creationId xmlns:a16="http://schemas.microsoft.com/office/drawing/2014/main" id="{102835BA-E2F7-F601-0DA9-2C08B101F318}"/>
                </a:ext>
              </a:extLst>
            </p:cNvPr>
            <p:cNvCxnSpPr>
              <a:cxnSpLocks/>
              <a:stCxn id="142" idx="2"/>
              <a:endCxn id="14" idx="3"/>
            </p:cNvCxnSpPr>
            <p:nvPr/>
          </p:nvCxnSpPr>
          <p:spPr>
            <a:xfrm flipH="1">
              <a:off x="5597254" y="3495959"/>
              <a:ext cx="760370" cy="0"/>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151" name="Groupe 150">
            <a:extLst>
              <a:ext uri="{FF2B5EF4-FFF2-40B4-BE49-F238E27FC236}">
                <a16:creationId xmlns:a16="http://schemas.microsoft.com/office/drawing/2014/main" id="{285AA1DF-4CBB-7189-03B9-2A0AEF06A905}"/>
              </a:ext>
            </a:extLst>
          </p:cNvPr>
          <p:cNvGrpSpPr/>
          <p:nvPr/>
        </p:nvGrpSpPr>
        <p:grpSpPr>
          <a:xfrm>
            <a:off x="195324" y="4509120"/>
            <a:ext cx="3429376" cy="557747"/>
            <a:chOff x="6718452" y="1719483"/>
            <a:chExt cx="3429376" cy="557747"/>
          </a:xfrm>
        </p:grpSpPr>
        <p:grpSp>
          <p:nvGrpSpPr>
            <p:cNvPr id="152" name="Groupe 151">
              <a:extLst>
                <a:ext uri="{FF2B5EF4-FFF2-40B4-BE49-F238E27FC236}">
                  <a16:creationId xmlns:a16="http://schemas.microsoft.com/office/drawing/2014/main" id="{8972F726-9022-E6E4-25C7-4FCBEAA1B2A0}"/>
                </a:ext>
              </a:extLst>
            </p:cNvPr>
            <p:cNvGrpSpPr/>
            <p:nvPr/>
          </p:nvGrpSpPr>
          <p:grpSpPr>
            <a:xfrm>
              <a:off x="6718452" y="1719483"/>
              <a:ext cx="3429376" cy="557747"/>
              <a:chOff x="5346700" y="1873408"/>
              <a:chExt cx="3429376" cy="557747"/>
            </a:xfrm>
          </p:grpSpPr>
          <p:sp>
            <p:nvSpPr>
              <p:cNvPr id="154" name="Rectangle : coins arrondis 153">
                <a:extLst>
                  <a:ext uri="{FF2B5EF4-FFF2-40B4-BE49-F238E27FC236}">
                    <a16:creationId xmlns:a16="http://schemas.microsoft.com/office/drawing/2014/main" id="{7A0A2335-AA65-645B-7C3F-E2DF74640BEA}"/>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55" name="Rectangle : coins arrondis 154">
                <a:extLst>
                  <a:ext uri="{FF2B5EF4-FFF2-40B4-BE49-F238E27FC236}">
                    <a16:creationId xmlns:a16="http://schemas.microsoft.com/office/drawing/2014/main" id="{1FBCCC90-A882-A409-77F9-AEFDD2AA74EB}"/>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QR Code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Copie le QR Code dans le presse-papiers.</a:t>
                </a:r>
              </a:p>
            </p:txBody>
          </p:sp>
          <p:cxnSp>
            <p:nvCxnSpPr>
              <p:cNvPr id="156" name="Connecteur droit 155">
                <a:extLst>
                  <a:ext uri="{FF2B5EF4-FFF2-40B4-BE49-F238E27FC236}">
                    <a16:creationId xmlns:a16="http://schemas.microsoft.com/office/drawing/2014/main" id="{5BC00507-AFCD-FD90-E410-866B8B80C130}"/>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53" name="Ellipse 152">
              <a:extLst>
                <a:ext uri="{FF2B5EF4-FFF2-40B4-BE49-F238E27FC236}">
                  <a16:creationId xmlns:a16="http://schemas.microsoft.com/office/drawing/2014/main" id="{95907846-F0DA-B1E9-E972-7AB87F151FB4}"/>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a:t>
              </a:r>
              <a:endParaRPr lang="fr-FR" sz="1600" b="1" noProof="0" dirty="0"/>
            </a:p>
          </p:txBody>
        </p:sp>
      </p:grpSp>
      <p:grpSp>
        <p:nvGrpSpPr>
          <p:cNvPr id="157" name="Groupe 156">
            <a:extLst>
              <a:ext uri="{FF2B5EF4-FFF2-40B4-BE49-F238E27FC236}">
                <a16:creationId xmlns:a16="http://schemas.microsoft.com/office/drawing/2014/main" id="{F9483919-D96A-FAFF-F161-7C916E490F22}"/>
              </a:ext>
            </a:extLst>
          </p:cNvPr>
          <p:cNvGrpSpPr/>
          <p:nvPr/>
        </p:nvGrpSpPr>
        <p:grpSpPr>
          <a:xfrm>
            <a:off x="195324" y="5220272"/>
            <a:ext cx="3429376" cy="557747"/>
            <a:chOff x="6718452" y="1719483"/>
            <a:chExt cx="3429376" cy="557747"/>
          </a:xfrm>
        </p:grpSpPr>
        <p:grpSp>
          <p:nvGrpSpPr>
            <p:cNvPr id="158" name="Groupe 157">
              <a:extLst>
                <a:ext uri="{FF2B5EF4-FFF2-40B4-BE49-F238E27FC236}">
                  <a16:creationId xmlns:a16="http://schemas.microsoft.com/office/drawing/2014/main" id="{64F3D1EA-D43A-ED75-537D-FC6F8CED1C5D}"/>
                </a:ext>
              </a:extLst>
            </p:cNvPr>
            <p:cNvGrpSpPr/>
            <p:nvPr/>
          </p:nvGrpSpPr>
          <p:grpSpPr>
            <a:xfrm>
              <a:off x="6718452" y="1719483"/>
              <a:ext cx="3429376" cy="557747"/>
              <a:chOff x="5346700" y="1873408"/>
              <a:chExt cx="3429376" cy="557747"/>
            </a:xfrm>
          </p:grpSpPr>
          <p:sp>
            <p:nvSpPr>
              <p:cNvPr id="160" name="Rectangle : coins arrondis 159">
                <a:extLst>
                  <a:ext uri="{FF2B5EF4-FFF2-40B4-BE49-F238E27FC236}">
                    <a16:creationId xmlns:a16="http://schemas.microsoft.com/office/drawing/2014/main" id="{8F7EC6FB-B222-410C-157F-60EE51F315D1}"/>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61" name="Rectangle : coins arrondis 160">
                <a:extLst>
                  <a:ext uri="{FF2B5EF4-FFF2-40B4-BE49-F238E27FC236}">
                    <a16:creationId xmlns:a16="http://schemas.microsoft.com/office/drawing/2014/main" id="{870FC01D-3148-94C6-FA93-6A5F97524523}"/>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URL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Copie l’URL complète dans le presse-papiers.</a:t>
                </a:r>
              </a:p>
            </p:txBody>
          </p:sp>
          <p:cxnSp>
            <p:nvCxnSpPr>
              <p:cNvPr id="162" name="Connecteur droit 161">
                <a:extLst>
                  <a:ext uri="{FF2B5EF4-FFF2-40B4-BE49-F238E27FC236}">
                    <a16:creationId xmlns:a16="http://schemas.microsoft.com/office/drawing/2014/main" id="{6E7FDD81-B99A-7B0F-74F3-4EAEF2B06B03}"/>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59" name="Ellipse 158">
              <a:extLst>
                <a:ext uri="{FF2B5EF4-FFF2-40B4-BE49-F238E27FC236}">
                  <a16:creationId xmlns:a16="http://schemas.microsoft.com/office/drawing/2014/main" id="{D22F9589-9BDB-D8D9-A9A4-59D3417E7A52}"/>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2</a:t>
              </a:r>
              <a:endParaRPr lang="fr-FR" sz="1600" b="1" noProof="0" dirty="0"/>
            </a:p>
          </p:txBody>
        </p:sp>
      </p:grpSp>
      <p:grpSp>
        <p:nvGrpSpPr>
          <p:cNvPr id="169" name="Groupe 168">
            <a:extLst>
              <a:ext uri="{FF2B5EF4-FFF2-40B4-BE49-F238E27FC236}">
                <a16:creationId xmlns:a16="http://schemas.microsoft.com/office/drawing/2014/main" id="{49D46ECB-0252-E887-7AFA-8299F4C8AC11}"/>
              </a:ext>
            </a:extLst>
          </p:cNvPr>
          <p:cNvGrpSpPr/>
          <p:nvPr/>
        </p:nvGrpSpPr>
        <p:grpSpPr>
          <a:xfrm>
            <a:off x="8530496" y="1602945"/>
            <a:ext cx="3429376" cy="554572"/>
            <a:chOff x="6718452" y="1722658"/>
            <a:chExt cx="3429376" cy="554572"/>
          </a:xfrm>
        </p:grpSpPr>
        <p:grpSp>
          <p:nvGrpSpPr>
            <p:cNvPr id="170" name="Groupe 169">
              <a:extLst>
                <a:ext uri="{FF2B5EF4-FFF2-40B4-BE49-F238E27FC236}">
                  <a16:creationId xmlns:a16="http://schemas.microsoft.com/office/drawing/2014/main" id="{05182A83-BC48-D516-2E6C-07914914FB68}"/>
                </a:ext>
              </a:extLst>
            </p:cNvPr>
            <p:cNvGrpSpPr/>
            <p:nvPr/>
          </p:nvGrpSpPr>
          <p:grpSpPr>
            <a:xfrm>
              <a:off x="6718452" y="1722658"/>
              <a:ext cx="3429376" cy="554572"/>
              <a:chOff x="5346700" y="1876583"/>
              <a:chExt cx="3429376" cy="554572"/>
            </a:xfrm>
          </p:grpSpPr>
          <p:sp>
            <p:nvSpPr>
              <p:cNvPr id="172" name="Rectangle : coins arrondis 171">
                <a:extLst>
                  <a:ext uri="{FF2B5EF4-FFF2-40B4-BE49-F238E27FC236}">
                    <a16:creationId xmlns:a16="http://schemas.microsoft.com/office/drawing/2014/main" id="{A558B246-1BCB-F5AC-4673-E76C194E5FFF}"/>
                  </a:ext>
                </a:extLst>
              </p:cNvPr>
              <p:cNvSpPr/>
              <p:nvPr/>
            </p:nvSpPr>
            <p:spPr>
              <a:xfrm>
                <a:off x="5346701" y="1876583"/>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73" name="Rectangle : coins arrondis 172">
                <a:extLst>
                  <a:ext uri="{FF2B5EF4-FFF2-40B4-BE49-F238E27FC236}">
                    <a16:creationId xmlns:a16="http://schemas.microsoft.com/office/drawing/2014/main" id="{0946D2D3-AD8B-5E3B-46FB-42D347545B5C}"/>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Mode configuration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Avancée si cochée, simplifiée France Judo sinon.</a:t>
                </a:r>
              </a:p>
            </p:txBody>
          </p:sp>
          <p:cxnSp>
            <p:nvCxnSpPr>
              <p:cNvPr id="174" name="Connecteur droit 173">
                <a:extLst>
                  <a:ext uri="{FF2B5EF4-FFF2-40B4-BE49-F238E27FC236}">
                    <a16:creationId xmlns:a16="http://schemas.microsoft.com/office/drawing/2014/main" id="{04CD26AB-7614-8674-B5F4-AF86E75BFEDE}"/>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71" name="Ellipse 170">
              <a:extLst>
                <a:ext uri="{FF2B5EF4-FFF2-40B4-BE49-F238E27FC236}">
                  <a16:creationId xmlns:a16="http://schemas.microsoft.com/office/drawing/2014/main" id="{9C76A5B9-0E77-D995-A64E-7AAACA6AC2CE}"/>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3</a:t>
              </a:r>
              <a:endParaRPr lang="fr-FR" sz="1600" b="1" noProof="0" dirty="0"/>
            </a:p>
          </p:txBody>
        </p:sp>
      </p:grpSp>
      <p:grpSp>
        <p:nvGrpSpPr>
          <p:cNvPr id="181" name="Groupe 180">
            <a:extLst>
              <a:ext uri="{FF2B5EF4-FFF2-40B4-BE49-F238E27FC236}">
                <a16:creationId xmlns:a16="http://schemas.microsoft.com/office/drawing/2014/main" id="{648313D1-B673-02C3-1A83-0727CF24CCB1}"/>
              </a:ext>
            </a:extLst>
          </p:cNvPr>
          <p:cNvGrpSpPr/>
          <p:nvPr/>
        </p:nvGrpSpPr>
        <p:grpSpPr>
          <a:xfrm>
            <a:off x="8530496" y="2380365"/>
            <a:ext cx="3429375" cy="360000"/>
            <a:chOff x="1076957" y="5514260"/>
            <a:chExt cx="3429375" cy="360000"/>
          </a:xfrm>
        </p:grpSpPr>
        <p:sp>
          <p:nvSpPr>
            <p:cNvPr id="182" name="Rectangle : coins arrondis 181">
              <a:extLst>
                <a:ext uri="{FF2B5EF4-FFF2-40B4-BE49-F238E27FC236}">
                  <a16:creationId xmlns:a16="http://schemas.microsoft.com/office/drawing/2014/main" id="{C8EAAE86-7D9F-D93D-BB46-37E31297B6B0}"/>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83" name="Rectangle : coins arrondis 182">
              <a:extLst>
                <a:ext uri="{FF2B5EF4-FFF2-40B4-BE49-F238E27FC236}">
                  <a16:creationId xmlns:a16="http://schemas.microsoft.com/office/drawing/2014/main" id="{E902847A-6AB4-959B-2327-EA15FFC6F9DA}"/>
                </a:ext>
              </a:extLst>
            </p:cNvPr>
            <p:cNvSpPr/>
            <p:nvPr/>
          </p:nvSpPr>
          <p:spPr>
            <a:xfrm>
              <a:off x="1410332" y="5515015"/>
              <a:ext cx="3096000"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Isoler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Active l’isolation des compétitions.</a:t>
              </a:r>
            </a:p>
          </p:txBody>
        </p:sp>
        <p:cxnSp>
          <p:nvCxnSpPr>
            <p:cNvPr id="184" name="Connecteur droit 183">
              <a:extLst>
                <a:ext uri="{FF2B5EF4-FFF2-40B4-BE49-F238E27FC236}">
                  <a16:creationId xmlns:a16="http://schemas.microsoft.com/office/drawing/2014/main" id="{AAF35900-AC6E-2C79-8DDF-E4656E9AF2D5}"/>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185" name="Ellipse 184">
              <a:extLst>
                <a:ext uri="{FF2B5EF4-FFF2-40B4-BE49-F238E27FC236}">
                  <a16:creationId xmlns:a16="http://schemas.microsoft.com/office/drawing/2014/main" id="{ACBEB268-5CFF-5EFC-D2ED-A044BC0C8681}"/>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4</a:t>
              </a:r>
              <a:endParaRPr lang="fr-FR" sz="1600" b="1" noProof="0" dirty="0"/>
            </a:p>
          </p:txBody>
        </p:sp>
      </p:grpSp>
      <p:grpSp>
        <p:nvGrpSpPr>
          <p:cNvPr id="191" name="Groupe 190">
            <a:extLst>
              <a:ext uri="{FF2B5EF4-FFF2-40B4-BE49-F238E27FC236}">
                <a16:creationId xmlns:a16="http://schemas.microsoft.com/office/drawing/2014/main" id="{95D3BBAE-D880-960B-1FAA-8E6C0ABDC178}"/>
              </a:ext>
            </a:extLst>
          </p:cNvPr>
          <p:cNvGrpSpPr/>
          <p:nvPr/>
        </p:nvGrpSpPr>
        <p:grpSpPr>
          <a:xfrm>
            <a:off x="8530496" y="2963213"/>
            <a:ext cx="3429376" cy="555366"/>
            <a:chOff x="6718452" y="1721864"/>
            <a:chExt cx="3429376" cy="555366"/>
          </a:xfrm>
        </p:grpSpPr>
        <p:grpSp>
          <p:nvGrpSpPr>
            <p:cNvPr id="192" name="Groupe 191">
              <a:extLst>
                <a:ext uri="{FF2B5EF4-FFF2-40B4-BE49-F238E27FC236}">
                  <a16:creationId xmlns:a16="http://schemas.microsoft.com/office/drawing/2014/main" id="{4BAC5492-C713-CE1B-A2BC-50F83D446720}"/>
                </a:ext>
              </a:extLst>
            </p:cNvPr>
            <p:cNvGrpSpPr/>
            <p:nvPr/>
          </p:nvGrpSpPr>
          <p:grpSpPr>
            <a:xfrm>
              <a:off x="6718452" y="1721864"/>
              <a:ext cx="3429376" cy="555366"/>
              <a:chOff x="5346700" y="1875789"/>
              <a:chExt cx="3429376" cy="555366"/>
            </a:xfrm>
          </p:grpSpPr>
          <p:sp>
            <p:nvSpPr>
              <p:cNvPr id="194" name="Rectangle : coins arrondis 193">
                <a:extLst>
                  <a:ext uri="{FF2B5EF4-FFF2-40B4-BE49-F238E27FC236}">
                    <a16:creationId xmlns:a16="http://schemas.microsoft.com/office/drawing/2014/main" id="{CC88179A-3068-E76C-F02E-1120214F24C7}"/>
                  </a:ext>
                </a:extLst>
              </p:cNvPr>
              <p:cNvSpPr/>
              <p:nvPr/>
            </p:nvSpPr>
            <p:spPr>
              <a:xfrm>
                <a:off x="5346701" y="1875789"/>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95" name="Rectangle : coins arrondis 194">
                <a:extLst>
                  <a:ext uri="{FF2B5EF4-FFF2-40B4-BE49-F238E27FC236}">
                    <a16:creationId xmlns:a16="http://schemas.microsoft.com/office/drawing/2014/main" id="{55B6F330-218A-0200-2993-576BB6996FBF}"/>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Niveau de publication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Comites, Ligues ou Nationaux.</a:t>
                </a:r>
              </a:p>
            </p:txBody>
          </p:sp>
          <p:cxnSp>
            <p:nvCxnSpPr>
              <p:cNvPr id="196" name="Connecteur droit 195">
                <a:extLst>
                  <a:ext uri="{FF2B5EF4-FFF2-40B4-BE49-F238E27FC236}">
                    <a16:creationId xmlns:a16="http://schemas.microsoft.com/office/drawing/2014/main" id="{ED95E6B4-BBC5-1343-FD26-C0406CFC8080}"/>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93" name="Ellipse 192">
              <a:extLst>
                <a:ext uri="{FF2B5EF4-FFF2-40B4-BE49-F238E27FC236}">
                  <a16:creationId xmlns:a16="http://schemas.microsoft.com/office/drawing/2014/main" id="{79C13BF1-5D2C-5FA3-DB3A-26F106D10BCB}"/>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5</a:t>
              </a:r>
              <a:endParaRPr lang="fr-FR" sz="1600" b="1" noProof="0" dirty="0"/>
            </a:p>
          </p:txBody>
        </p:sp>
      </p:grpSp>
      <p:grpSp>
        <p:nvGrpSpPr>
          <p:cNvPr id="197" name="Groupe 196">
            <a:extLst>
              <a:ext uri="{FF2B5EF4-FFF2-40B4-BE49-F238E27FC236}">
                <a16:creationId xmlns:a16="http://schemas.microsoft.com/office/drawing/2014/main" id="{A06998DB-1504-84C2-CB00-48B6B4475D3F}"/>
              </a:ext>
            </a:extLst>
          </p:cNvPr>
          <p:cNvGrpSpPr/>
          <p:nvPr/>
        </p:nvGrpSpPr>
        <p:grpSpPr>
          <a:xfrm>
            <a:off x="8530496" y="3741427"/>
            <a:ext cx="3429376" cy="557747"/>
            <a:chOff x="6718452" y="1719483"/>
            <a:chExt cx="3429376" cy="557747"/>
          </a:xfrm>
        </p:grpSpPr>
        <p:grpSp>
          <p:nvGrpSpPr>
            <p:cNvPr id="198" name="Groupe 197">
              <a:extLst>
                <a:ext uri="{FF2B5EF4-FFF2-40B4-BE49-F238E27FC236}">
                  <a16:creationId xmlns:a16="http://schemas.microsoft.com/office/drawing/2014/main" id="{A913E811-7B59-EBDF-1681-3E772094558F}"/>
                </a:ext>
              </a:extLst>
            </p:cNvPr>
            <p:cNvGrpSpPr/>
            <p:nvPr/>
          </p:nvGrpSpPr>
          <p:grpSpPr>
            <a:xfrm>
              <a:off x="6718452" y="1719483"/>
              <a:ext cx="3429376" cy="557747"/>
              <a:chOff x="5346700" y="1873408"/>
              <a:chExt cx="3429376" cy="557747"/>
            </a:xfrm>
          </p:grpSpPr>
          <p:sp>
            <p:nvSpPr>
              <p:cNvPr id="200" name="Rectangle : coins arrondis 199">
                <a:extLst>
                  <a:ext uri="{FF2B5EF4-FFF2-40B4-BE49-F238E27FC236}">
                    <a16:creationId xmlns:a16="http://schemas.microsoft.com/office/drawing/2014/main" id="{F70A0583-99D4-6B7A-C9AA-381BB5310E4F}"/>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01" name="Rectangle : coins arrondis 200">
                <a:extLst>
                  <a:ext uri="{FF2B5EF4-FFF2-40B4-BE49-F238E27FC236}">
                    <a16:creationId xmlns:a16="http://schemas.microsoft.com/office/drawing/2014/main" id="{518BC285-62DA-F37A-9374-D5254B0F9910}"/>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Entité de publication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Entité sélectionnée pour le niveau de publication.</a:t>
                </a:r>
              </a:p>
            </p:txBody>
          </p:sp>
          <p:cxnSp>
            <p:nvCxnSpPr>
              <p:cNvPr id="202" name="Connecteur droit 201">
                <a:extLst>
                  <a:ext uri="{FF2B5EF4-FFF2-40B4-BE49-F238E27FC236}">
                    <a16:creationId xmlns:a16="http://schemas.microsoft.com/office/drawing/2014/main" id="{F918C8C0-B4B6-584A-65CE-594B438B9D2F}"/>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99" name="Ellipse 198">
              <a:extLst>
                <a:ext uri="{FF2B5EF4-FFF2-40B4-BE49-F238E27FC236}">
                  <a16:creationId xmlns:a16="http://schemas.microsoft.com/office/drawing/2014/main" id="{5660314B-2001-84C4-DA6E-0E9F2900FBCB}"/>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6</a:t>
              </a:r>
              <a:endParaRPr lang="fr-FR" sz="1600" b="1" noProof="0" dirty="0"/>
            </a:p>
          </p:txBody>
        </p:sp>
      </p:grpSp>
      <p:grpSp>
        <p:nvGrpSpPr>
          <p:cNvPr id="203" name="Groupe 202">
            <a:extLst>
              <a:ext uri="{FF2B5EF4-FFF2-40B4-BE49-F238E27FC236}">
                <a16:creationId xmlns:a16="http://schemas.microsoft.com/office/drawing/2014/main" id="{6E9542F5-D965-CA1D-4B53-3B0F9D9F805B}"/>
              </a:ext>
            </a:extLst>
          </p:cNvPr>
          <p:cNvGrpSpPr/>
          <p:nvPr/>
        </p:nvGrpSpPr>
        <p:grpSpPr>
          <a:xfrm>
            <a:off x="8530496" y="4522022"/>
            <a:ext cx="3429375" cy="360000"/>
            <a:chOff x="1076957" y="5514260"/>
            <a:chExt cx="3429375" cy="360000"/>
          </a:xfrm>
        </p:grpSpPr>
        <p:sp>
          <p:nvSpPr>
            <p:cNvPr id="204" name="Rectangle : coins arrondis 203">
              <a:extLst>
                <a:ext uri="{FF2B5EF4-FFF2-40B4-BE49-F238E27FC236}">
                  <a16:creationId xmlns:a16="http://schemas.microsoft.com/office/drawing/2014/main" id="{798E2FE6-3E90-466E-90F0-F841CF176E77}"/>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05" name="Rectangle : coins arrondis 204">
              <a:extLst>
                <a:ext uri="{FF2B5EF4-FFF2-40B4-BE49-F238E27FC236}">
                  <a16:creationId xmlns:a16="http://schemas.microsoft.com/office/drawing/2014/main" id="{ECEFD315-1CFB-9182-40AF-419644D37B1D}"/>
                </a:ext>
              </a:extLst>
            </p:cNvPr>
            <p:cNvSpPr/>
            <p:nvPr/>
          </p:nvSpPr>
          <p:spPr>
            <a:xfrm>
              <a:off x="1410332" y="5515015"/>
              <a:ext cx="3096000"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Mot de passe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Mot de passe de connexion.</a:t>
              </a:r>
            </a:p>
          </p:txBody>
        </p:sp>
        <p:cxnSp>
          <p:nvCxnSpPr>
            <p:cNvPr id="206" name="Connecteur droit 205">
              <a:extLst>
                <a:ext uri="{FF2B5EF4-FFF2-40B4-BE49-F238E27FC236}">
                  <a16:creationId xmlns:a16="http://schemas.microsoft.com/office/drawing/2014/main" id="{68D318EB-81DD-F156-2A96-DA49FECA6EA5}"/>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207" name="Ellipse 206">
              <a:extLst>
                <a:ext uri="{FF2B5EF4-FFF2-40B4-BE49-F238E27FC236}">
                  <a16:creationId xmlns:a16="http://schemas.microsoft.com/office/drawing/2014/main" id="{95A81DCC-7521-F8EF-DEF2-4E3BB2B58FA3}"/>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7</a:t>
              </a:r>
              <a:endParaRPr lang="fr-FR" sz="1600" b="1" noProof="0" dirty="0"/>
            </a:p>
          </p:txBody>
        </p:sp>
      </p:grpSp>
      <p:grpSp>
        <p:nvGrpSpPr>
          <p:cNvPr id="208" name="Groupe 207">
            <a:extLst>
              <a:ext uri="{FF2B5EF4-FFF2-40B4-BE49-F238E27FC236}">
                <a16:creationId xmlns:a16="http://schemas.microsoft.com/office/drawing/2014/main" id="{AD8CFCD2-C4A2-2EB3-DE3F-95D49470E2B7}"/>
              </a:ext>
            </a:extLst>
          </p:cNvPr>
          <p:cNvGrpSpPr/>
          <p:nvPr/>
        </p:nvGrpSpPr>
        <p:grpSpPr>
          <a:xfrm>
            <a:off x="475968" y="5919367"/>
            <a:ext cx="3429376" cy="557747"/>
            <a:chOff x="6718452" y="1719483"/>
            <a:chExt cx="3429376" cy="557747"/>
          </a:xfrm>
        </p:grpSpPr>
        <p:grpSp>
          <p:nvGrpSpPr>
            <p:cNvPr id="209" name="Groupe 208">
              <a:extLst>
                <a:ext uri="{FF2B5EF4-FFF2-40B4-BE49-F238E27FC236}">
                  <a16:creationId xmlns:a16="http://schemas.microsoft.com/office/drawing/2014/main" id="{B35CC49A-F3A9-A603-D0F4-01FFB9877A4E}"/>
                </a:ext>
              </a:extLst>
            </p:cNvPr>
            <p:cNvGrpSpPr/>
            <p:nvPr/>
          </p:nvGrpSpPr>
          <p:grpSpPr>
            <a:xfrm>
              <a:off x="6718452" y="1719483"/>
              <a:ext cx="3429376" cy="557747"/>
              <a:chOff x="5346700" y="1873408"/>
              <a:chExt cx="3429376" cy="557747"/>
            </a:xfrm>
          </p:grpSpPr>
          <p:sp>
            <p:nvSpPr>
              <p:cNvPr id="211" name="Rectangle : coins arrondis 210">
                <a:extLst>
                  <a:ext uri="{FF2B5EF4-FFF2-40B4-BE49-F238E27FC236}">
                    <a16:creationId xmlns:a16="http://schemas.microsoft.com/office/drawing/2014/main" id="{D21BEB5D-EA71-E540-645A-BF920CD00FA8}"/>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12" name="Rectangle : coins arrondis 211">
                <a:extLst>
                  <a:ext uri="{FF2B5EF4-FFF2-40B4-BE49-F238E27FC236}">
                    <a16:creationId xmlns:a16="http://schemas.microsoft.com/office/drawing/2014/main" id="{866A68F5-2940-ED6E-ACC4-970F89201664}"/>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Démarrer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Démarre la publication (uniquement si connecté et arrêtée).</a:t>
                </a:r>
              </a:p>
            </p:txBody>
          </p:sp>
          <p:cxnSp>
            <p:nvCxnSpPr>
              <p:cNvPr id="213" name="Connecteur droit 212">
                <a:extLst>
                  <a:ext uri="{FF2B5EF4-FFF2-40B4-BE49-F238E27FC236}">
                    <a16:creationId xmlns:a16="http://schemas.microsoft.com/office/drawing/2014/main" id="{E10ADBD6-1B18-04AC-17FB-8E255C928525}"/>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210" name="Ellipse 209">
              <a:extLst>
                <a:ext uri="{FF2B5EF4-FFF2-40B4-BE49-F238E27FC236}">
                  <a16:creationId xmlns:a16="http://schemas.microsoft.com/office/drawing/2014/main" id="{27D51B5F-3AB0-3478-D5FB-774CF681940D}"/>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9</a:t>
              </a:r>
              <a:endParaRPr lang="fr-FR" sz="1600" b="1" noProof="0" dirty="0"/>
            </a:p>
          </p:txBody>
        </p:sp>
      </p:grpSp>
      <p:grpSp>
        <p:nvGrpSpPr>
          <p:cNvPr id="214" name="Groupe 213">
            <a:extLst>
              <a:ext uri="{FF2B5EF4-FFF2-40B4-BE49-F238E27FC236}">
                <a16:creationId xmlns:a16="http://schemas.microsoft.com/office/drawing/2014/main" id="{FBFFB837-B07C-B885-6169-E50531A87C16}"/>
              </a:ext>
            </a:extLst>
          </p:cNvPr>
          <p:cNvGrpSpPr/>
          <p:nvPr/>
        </p:nvGrpSpPr>
        <p:grpSpPr>
          <a:xfrm>
            <a:off x="4381312" y="5931427"/>
            <a:ext cx="3429376" cy="557747"/>
            <a:chOff x="6718452" y="1719483"/>
            <a:chExt cx="3429376" cy="557747"/>
          </a:xfrm>
        </p:grpSpPr>
        <p:grpSp>
          <p:nvGrpSpPr>
            <p:cNvPr id="215" name="Groupe 214">
              <a:extLst>
                <a:ext uri="{FF2B5EF4-FFF2-40B4-BE49-F238E27FC236}">
                  <a16:creationId xmlns:a16="http://schemas.microsoft.com/office/drawing/2014/main" id="{FC8EF54E-43ED-CEF0-F67E-43890455F0E6}"/>
                </a:ext>
              </a:extLst>
            </p:cNvPr>
            <p:cNvGrpSpPr/>
            <p:nvPr/>
          </p:nvGrpSpPr>
          <p:grpSpPr>
            <a:xfrm>
              <a:off x="6718452" y="1719483"/>
              <a:ext cx="3429376" cy="557747"/>
              <a:chOff x="5346700" y="1873408"/>
              <a:chExt cx="3429376" cy="557747"/>
            </a:xfrm>
          </p:grpSpPr>
          <p:sp>
            <p:nvSpPr>
              <p:cNvPr id="217" name="Rectangle : coins arrondis 216">
                <a:extLst>
                  <a:ext uri="{FF2B5EF4-FFF2-40B4-BE49-F238E27FC236}">
                    <a16:creationId xmlns:a16="http://schemas.microsoft.com/office/drawing/2014/main" id="{BF61E3AE-4DC3-20A2-A97B-4DFCC331A8A4}"/>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18" name="Rectangle : coins arrondis 217">
                <a:extLst>
                  <a:ext uri="{FF2B5EF4-FFF2-40B4-BE49-F238E27FC236}">
                    <a16:creationId xmlns:a16="http://schemas.microsoft.com/office/drawing/2014/main" id="{B39917E5-7B70-DCEA-3497-DD5923B7EA40}"/>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Arrêter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Arrête la publication (uniquement si connecté et démarrée).</a:t>
                </a:r>
              </a:p>
            </p:txBody>
          </p:sp>
          <p:cxnSp>
            <p:nvCxnSpPr>
              <p:cNvPr id="219" name="Connecteur droit 218">
                <a:extLst>
                  <a:ext uri="{FF2B5EF4-FFF2-40B4-BE49-F238E27FC236}">
                    <a16:creationId xmlns:a16="http://schemas.microsoft.com/office/drawing/2014/main" id="{4AFE3F24-010E-4A9F-1CB9-BFAC1DE60DF2}"/>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216" name="Ellipse 215">
              <a:extLst>
                <a:ext uri="{FF2B5EF4-FFF2-40B4-BE49-F238E27FC236}">
                  <a16:creationId xmlns:a16="http://schemas.microsoft.com/office/drawing/2014/main" id="{BEAE101A-454C-2AF4-791E-001CD4BEB4A0}"/>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10</a:t>
              </a:r>
              <a:endParaRPr lang="fr-FR" sz="1600" b="1" noProof="0" dirty="0"/>
            </a:p>
          </p:txBody>
        </p:sp>
      </p:grpSp>
      <p:grpSp>
        <p:nvGrpSpPr>
          <p:cNvPr id="228" name="Groupe 227">
            <a:extLst>
              <a:ext uri="{FF2B5EF4-FFF2-40B4-BE49-F238E27FC236}">
                <a16:creationId xmlns:a16="http://schemas.microsoft.com/office/drawing/2014/main" id="{F4BFF4CC-A4AA-9D5C-5404-8EEA1C379084}"/>
              </a:ext>
            </a:extLst>
          </p:cNvPr>
          <p:cNvGrpSpPr/>
          <p:nvPr/>
        </p:nvGrpSpPr>
        <p:grpSpPr>
          <a:xfrm>
            <a:off x="8286656" y="5862603"/>
            <a:ext cx="3429376" cy="649675"/>
            <a:chOff x="6718452" y="1721155"/>
            <a:chExt cx="3429376" cy="649675"/>
          </a:xfrm>
        </p:grpSpPr>
        <p:grpSp>
          <p:nvGrpSpPr>
            <p:cNvPr id="229" name="Groupe 228">
              <a:extLst>
                <a:ext uri="{FF2B5EF4-FFF2-40B4-BE49-F238E27FC236}">
                  <a16:creationId xmlns:a16="http://schemas.microsoft.com/office/drawing/2014/main" id="{F7363A87-EB7E-116D-4325-C42F79465B9D}"/>
                </a:ext>
              </a:extLst>
            </p:cNvPr>
            <p:cNvGrpSpPr/>
            <p:nvPr/>
          </p:nvGrpSpPr>
          <p:grpSpPr>
            <a:xfrm>
              <a:off x="6718452" y="1721155"/>
              <a:ext cx="3429376" cy="649675"/>
              <a:chOff x="5346700" y="1875080"/>
              <a:chExt cx="3429376" cy="649675"/>
            </a:xfrm>
          </p:grpSpPr>
          <p:sp>
            <p:nvSpPr>
              <p:cNvPr id="231" name="Rectangle : coins arrondis 230">
                <a:extLst>
                  <a:ext uri="{FF2B5EF4-FFF2-40B4-BE49-F238E27FC236}">
                    <a16:creationId xmlns:a16="http://schemas.microsoft.com/office/drawing/2014/main" id="{D7DBF07C-21B5-8F7C-98B8-62F08371D15B}"/>
                  </a:ext>
                </a:extLst>
              </p:cNvPr>
              <p:cNvSpPr/>
              <p:nvPr/>
            </p:nvSpPr>
            <p:spPr>
              <a:xfrm>
                <a:off x="5346701" y="1875080"/>
                <a:ext cx="412231"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32" name="Rectangle : coins arrondis 231">
                <a:extLst>
                  <a:ext uri="{FF2B5EF4-FFF2-40B4-BE49-F238E27FC236}">
                    <a16:creationId xmlns:a16="http://schemas.microsoft.com/office/drawing/2014/main" id="{E40F6864-62C2-2424-7FC6-C4876F060641}"/>
                  </a:ext>
                </a:extLst>
              </p:cNvPr>
              <p:cNvSpPr/>
              <p:nvPr/>
            </p:nvSpPr>
            <p:spPr>
              <a:xfrm>
                <a:off x="5680076" y="1875080"/>
                <a:ext cx="3096000"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Nettoyer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Supprime TOUT le contenu du répertoire racine sur le site distant (uniquement si arrêtée).</a:t>
                </a:r>
              </a:p>
            </p:txBody>
          </p:sp>
          <p:cxnSp>
            <p:nvCxnSpPr>
              <p:cNvPr id="233" name="Connecteur droit 232">
                <a:extLst>
                  <a:ext uri="{FF2B5EF4-FFF2-40B4-BE49-F238E27FC236}">
                    <a16:creationId xmlns:a16="http://schemas.microsoft.com/office/drawing/2014/main" id="{B7928447-516F-2552-9466-4A9004423A57}"/>
                  </a:ext>
                </a:extLst>
              </p:cNvPr>
              <p:cNvCxnSpPr>
                <a:cxnSpLocks/>
              </p:cNvCxnSpPr>
              <p:nvPr/>
            </p:nvCxnSpPr>
            <p:spPr>
              <a:xfrm>
                <a:off x="5346700" y="1876755"/>
                <a:ext cx="0" cy="648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230" name="Ellipse 229">
              <a:extLst>
                <a:ext uri="{FF2B5EF4-FFF2-40B4-BE49-F238E27FC236}">
                  <a16:creationId xmlns:a16="http://schemas.microsoft.com/office/drawing/2014/main" id="{BB05641D-125E-6964-C521-5B8267EF39A2}"/>
                </a:ext>
              </a:extLst>
            </p:cNvPr>
            <p:cNvSpPr>
              <a:spLocks noChangeAspect="1"/>
            </p:cNvSpPr>
            <p:nvPr/>
          </p:nvSpPr>
          <p:spPr>
            <a:xfrm>
              <a:off x="6780568" y="1901155"/>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600" b="1" noProof="0" dirty="0"/>
                <a:t>11</a:t>
              </a:r>
            </a:p>
          </p:txBody>
        </p:sp>
      </p:grpSp>
      <p:grpSp>
        <p:nvGrpSpPr>
          <p:cNvPr id="239" name="Groupe 238">
            <a:extLst>
              <a:ext uri="{FF2B5EF4-FFF2-40B4-BE49-F238E27FC236}">
                <a16:creationId xmlns:a16="http://schemas.microsoft.com/office/drawing/2014/main" id="{DCA5036A-A67A-A687-AD20-609F3BE344C4}"/>
              </a:ext>
            </a:extLst>
          </p:cNvPr>
          <p:cNvGrpSpPr/>
          <p:nvPr/>
        </p:nvGrpSpPr>
        <p:grpSpPr>
          <a:xfrm>
            <a:off x="8530496" y="5104870"/>
            <a:ext cx="3429376" cy="557747"/>
            <a:chOff x="6718452" y="1719483"/>
            <a:chExt cx="3429376" cy="557747"/>
          </a:xfrm>
        </p:grpSpPr>
        <p:grpSp>
          <p:nvGrpSpPr>
            <p:cNvPr id="240" name="Groupe 239">
              <a:extLst>
                <a:ext uri="{FF2B5EF4-FFF2-40B4-BE49-F238E27FC236}">
                  <a16:creationId xmlns:a16="http://schemas.microsoft.com/office/drawing/2014/main" id="{31E35C3A-09A8-E3A7-A369-02E1634515B5}"/>
                </a:ext>
              </a:extLst>
            </p:cNvPr>
            <p:cNvGrpSpPr/>
            <p:nvPr/>
          </p:nvGrpSpPr>
          <p:grpSpPr>
            <a:xfrm>
              <a:off x="6718452" y="1719483"/>
              <a:ext cx="3429376" cy="557747"/>
              <a:chOff x="5346700" y="1873408"/>
              <a:chExt cx="3429376" cy="557747"/>
            </a:xfrm>
          </p:grpSpPr>
          <p:sp>
            <p:nvSpPr>
              <p:cNvPr id="242" name="Rectangle : coins arrondis 241">
                <a:extLst>
                  <a:ext uri="{FF2B5EF4-FFF2-40B4-BE49-F238E27FC236}">
                    <a16:creationId xmlns:a16="http://schemas.microsoft.com/office/drawing/2014/main" id="{C3E97187-9445-782C-60F6-697D8E10500C}"/>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43" name="Rectangle : coins arrondis 242">
                <a:extLst>
                  <a:ext uri="{FF2B5EF4-FFF2-40B4-BE49-F238E27FC236}">
                    <a16:creationId xmlns:a16="http://schemas.microsoft.com/office/drawing/2014/main" id="{69334F41-D849-E646-048A-0C568F098DB6}"/>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Test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Affiche l’écran de test de la connexion.</a:t>
                </a:r>
              </a:p>
            </p:txBody>
          </p:sp>
          <p:cxnSp>
            <p:nvCxnSpPr>
              <p:cNvPr id="244" name="Connecteur droit 243">
                <a:extLst>
                  <a:ext uri="{FF2B5EF4-FFF2-40B4-BE49-F238E27FC236}">
                    <a16:creationId xmlns:a16="http://schemas.microsoft.com/office/drawing/2014/main" id="{8168C162-5FCD-3BD8-E19B-172C16989534}"/>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241" name="Ellipse 240">
              <a:extLst>
                <a:ext uri="{FF2B5EF4-FFF2-40B4-BE49-F238E27FC236}">
                  <a16:creationId xmlns:a16="http://schemas.microsoft.com/office/drawing/2014/main" id="{36F05E2A-54A1-3E48-07F5-B349C2FA837B}"/>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8</a:t>
              </a:r>
              <a:endParaRPr lang="fr-FR" sz="1600" b="1" noProof="0" dirty="0"/>
            </a:p>
          </p:txBody>
        </p:sp>
      </p:grpSp>
    </p:spTree>
    <p:extLst>
      <p:ext uri="{BB962C8B-B14F-4D97-AF65-F5344CB8AC3E}">
        <p14:creationId xmlns:p14="http://schemas.microsoft.com/office/powerpoint/2010/main" val="6523885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51AA81-A5DF-3A18-38B6-020B45588EFC}"/>
              </a:ext>
            </a:extLst>
          </p:cNvPr>
          <p:cNvSpPr>
            <a:spLocks noGrp="1"/>
          </p:cNvSpPr>
          <p:nvPr>
            <p:ph type="title"/>
          </p:nvPr>
        </p:nvSpPr>
        <p:spPr>
          <a:xfrm>
            <a:off x="1004670" y="622047"/>
            <a:ext cx="11088033" cy="528400"/>
          </a:xfrm>
        </p:spPr>
        <p:txBody>
          <a:bodyPr/>
          <a:lstStyle/>
          <a:p>
            <a:r>
              <a:rPr lang="fr-FR" cap="all" noProof="0" dirty="0"/>
              <a:t>é</a:t>
            </a:r>
            <a:r>
              <a:rPr lang="fr-FR" noProof="0" dirty="0"/>
              <a:t>cran Principal – Publication distante (configuration avancée)</a:t>
            </a:r>
          </a:p>
        </p:txBody>
      </p:sp>
      <p:sp>
        <p:nvSpPr>
          <p:cNvPr id="4" name="Espace réservé du texte 3">
            <a:extLst>
              <a:ext uri="{FF2B5EF4-FFF2-40B4-BE49-F238E27FC236}">
                <a16:creationId xmlns:a16="http://schemas.microsoft.com/office/drawing/2014/main" id="{6BDCEFA8-59A6-33CC-D69F-6DDA6E4D9636}"/>
              </a:ext>
            </a:extLst>
          </p:cNvPr>
          <p:cNvSpPr>
            <a:spLocks noGrp="1"/>
          </p:cNvSpPr>
          <p:nvPr>
            <p:ph type="body" sz="quarter" idx="15"/>
          </p:nvPr>
        </p:nvSpPr>
        <p:spPr/>
        <p:txBody>
          <a:bodyPr/>
          <a:lstStyle/>
          <a:p>
            <a:r>
              <a:rPr lang="fr-FR" cap="all" noProof="0" dirty="0"/>
              <a:t>é</a:t>
            </a:r>
            <a:r>
              <a:rPr lang="fr-FR" noProof="0" dirty="0"/>
              <a:t>crans &amp; fonctionnalités</a:t>
            </a:r>
          </a:p>
        </p:txBody>
      </p:sp>
      <p:grpSp>
        <p:nvGrpSpPr>
          <p:cNvPr id="61" name="Groupe 60">
            <a:extLst>
              <a:ext uri="{FF2B5EF4-FFF2-40B4-BE49-F238E27FC236}">
                <a16:creationId xmlns:a16="http://schemas.microsoft.com/office/drawing/2014/main" id="{D3DD8CBA-1090-BBC3-A605-147D18E1D9A8}"/>
              </a:ext>
            </a:extLst>
          </p:cNvPr>
          <p:cNvGrpSpPr/>
          <p:nvPr/>
        </p:nvGrpSpPr>
        <p:grpSpPr>
          <a:xfrm>
            <a:off x="185525" y="1813046"/>
            <a:ext cx="3429376" cy="557747"/>
            <a:chOff x="5346700" y="1873408"/>
            <a:chExt cx="3429376" cy="557747"/>
          </a:xfrm>
        </p:grpSpPr>
        <p:sp>
          <p:nvSpPr>
            <p:cNvPr id="62" name="Rectangle : coins arrondis 61">
              <a:extLst>
                <a:ext uri="{FF2B5EF4-FFF2-40B4-BE49-F238E27FC236}">
                  <a16:creationId xmlns:a16="http://schemas.microsoft.com/office/drawing/2014/main" id="{8AE1A1C9-A46A-FA3E-1995-E9DBA7CB8938}"/>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63" name="Rectangle : coins arrondis 62">
              <a:extLst>
                <a:ext uri="{FF2B5EF4-FFF2-40B4-BE49-F238E27FC236}">
                  <a16:creationId xmlns:a16="http://schemas.microsoft.com/office/drawing/2014/main" id="{91A74796-F7FA-0869-5A46-C2BA312D7CBC}"/>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Etat de fonctionnement de la publication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 vert si démarrée, rouge sinon.</a:t>
              </a:r>
            </a:p>
          </p:txBody>
        </p:sp>
        <p:sp>
          <p:nvSpPr>
            <p:cNvPr id="64" name="Rectangle 63">
              <a:extLst>
                <a:ext uri="{FF2B5EF4-FFF2-40B4-BE49-F238E27FC236}">
                  <a16:creationId xmlns:a16="http://schemas.microsoft.com/office/drawing/2014/main" id="{A58FC8A4-C4F0-CBF3-FC4E-5E9483024276}"/>
                </a:ext>
              </a:extLst>
            </p:cNvPr>
            <p:cNvSpPr>
              <a:spLocks noChangeAspect="1"/>
            </p:cNvSpPr>
            <p:nvPr/>
          </p:nvSpPr>
          <p:spPr>
            <a:xfrm>
              <a:off x="5408816" y="2010394"/>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65" name="Connecteur droit 64">
              <a:extLst>
                <a:ext uri="{FF2B5EF4-FFF2-40B4-BE49-F238E27FC236}">
                  <a16:creationId xmlns:a16="http://schemas.microsoft.com/office/drawing/2014/main" id="{CC656219-65EA-8AA7-B063-E4F57EF12063}"/>
                </a:ext>
              </a:extLst>
            </p:cNvPr>
            <p:cNvCxnSpPr/>
            <p:nvPr/>
          </p:nvCxnSpPr>
          <p:spPr>
            <a:xfrm>
              <a:off x="5346700" y="1876755"/>
              <a:ext cx="0" cy="5544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66" name="Groupe 65">
            <a:extLst>
              <a:ext uri="{FF2B5EF4-FFF2-40B4-BE49-F238E27FC236}">
                <a16:creationId xmlns:a16="http://schemas.microsoft.com/office/drawing/2014/main" id="{B6143D14-C9F0-CA5B-6C74-C04CC7FE969C}"/>
              </a:ext>
            </a:extLst>
          </p:cNvPr>
          <p:cNvGrpSpPr/>
          <p:nvPr/>
        </p:nvGrpSpPr>
        <p:grpSpPr>
          <a:xfrm>
            <a:off x="185525" y="1397340"/>
            <a:ext cx="3429376" cy="360000"/>
            <a:chOff x="5346700" y="1891328"/>
            <a:chExt cx="3429376" cy="360000"/>
          </a:xfrm>
        </p:grpSpPr>
        <p:sp>
          <p:nvSpPr>
            <p:cNvPr id="67" name="Rectangle : coins arrondis 66">
              <a:extLst>
                <a:ext uri="{FF2B5EF4-FFF2-40B4-BE49-F238E27FC236}">
                  <a16:creationId xmlns:a16="http://schemas.microsoft.com/office/drawing/2014/main" id="{B631979F-D8C9-8926-4FEA-8C67F72DD2F5}"/>
                </a:ext>
              </a:extLst>
            </p:cNvPr>
            <p:cNvSpPr/>
            <p:nvPr/>
          </p:nvSpPr>
          <p:spPr>
            <a:xfrm>
              <a:off x="5346701" y="1891328"/>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68" name="Rectangle : coins arrondis 67">
              <a:extLst>
                <a:ext uri="{FF2B5EF4-FFF2-40B4-BE49-F238E27FC236}">
                  <a16:creationId xmlns:a16="http://schemas.microsoft.com/office/drawing/2014/main" id="{52B8F4C4-9493-DC07-5965-B1E30ECB2D9E}"/>
                </a:ext>
              </a:extLst>
            </p:cNvPr>
            <p:cNvSpPr/>
            <p:nvPr/>
          </p:nvSpPr>
          <p:spPr>
            <a:xfrm>
              <a:off x="5680076" y="1891328"/>
              <a:ext cx="3096000"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QR Code du site web distant</a:t>
              </a:r>
            </a:p>
          </p:txBody>
        </p:sp>
        <p:sp>
          <p:nvSpPr>
            <p:cNvPr id="69" name="Rectangle 68">
              <a:extLst>
                <a:ext uri="{FF2B5EF4-FFF2-40B4-BE49-F238E27FC236}">
                  <a16:creationId xmlns:a16="http://schemas.microsoft.com/office/drawing/2014/main" id="{52F1B863-83A3-D07A-4B74-5A40C3B7DFBE}"/>
                </a:ext>
              </a:extLst>
            </p:cNvPr>
            <p:cNvSpPr>
              <a:spLocks noChangeAspect="1"/>
            </p:cNvSpPr>
            <p:nvPr/>
          </p:nvSpPr>
          <p:spPr>
            <a:xfrm>
              <a:off x="5408816" y="1927328"/>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70" name="Connecteur droit 69">
              <a:extLst>
                <a:ext uri="{FF2B5EF4-FFF2-40B4-BE49-F238E27FC236}">
                  <a16:creationId xmlns:a16="http://schemas.microsoft.com/office/drawing/2014/main" id="{0D52FBBA-3538-11D3-F62E-713C2F07CD1F}"/>
                </a:ext>
              </a:extLst>
            </p:cNvPr>
            <p:cNvCxnSpPr>
              <a:cxnSpLocks/>
            </p:cNvCxnSpPr>
            <p:nvPr/>
          </p:nvCxnSpPr>
          <p:spPr>
            <a:xfrm>
              <a:off x="5346700" y="1891328"/>
              <a:ext cx="0" cy="36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71" name="Groupe 70">
            <a:extLst>
              <a:ext uri="{FF2B5EF4-FFF2-40B4-BE49-F238E27FC236}">
                <a16:creationId xmlns:a16="http://schemas.microsoft.com/office/drawing/2014/main" id="{9F60B792-E018-D824-E272-D05BED496712}"/>
              </a:ext>
            </a:extLst>
          </p:cNvPr>
          <p:cNvGrpSpPr/>
          <p:nvPr/>
        </p:nvGrpSpPr>
        <p:grpSpPr>
          <a:xfrm>
            <a:off x="185525" y="2842205"/>
            <a:ext cx="3429376" cy="557747"/>
            <a:chOff x="5346700" y="1873408"/>
            <a:chExt cx="3429376" cy="557747"/>
          </a:xfrm>
        </p:grpSpPr>
        <p:sp>
          <p:nvSpPr>
            <p:cNvPr id="72" name="Rectangle : coins arrondis 71">
              <a:extLst>
                <a:ext uri="{FF2B5EF4-FFF2-40B4-BE49-F238E27FC236}">
                  <a16:creationId xmlns:a16="http://schemas.microsoft.com/office/drawing/2014/main" id="{21D42F41-10CC-04C0-194B-4DDB63823C91}"/>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73" name="Rectangle : coins arrondis 72">
              <a:extLst>
                <a:ext uri="{FF2B5EF4-FFF2-40B4-BE49-F238E27FC236}">
                  <a16:creationId xmlns:a16="http://schemas.microsoft.com/office/drawing/2014/main" id="{1AB4A487-A8DF-6757-69EC-2559E89CB77C}"/>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Informations sur l’état courant de la publication</a:t>
              </a:r>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74" name="Rectangle 73">
              <a:extLst>
                <a:ext uri="{FF2B5EF4-FFF2-40B4-BE49-F238E27FC236}">
                  <a16:creationId xmlns:a16="http://schemas.microsoft.com/office/drawing/2014/main" id="{CB2E099E-9A0E-80A5-AA4A-F1BD0980EB77}"/>
                </a:ext>
              </a:extLst>
            </p:cNvPr>
            <p:cNvSpPr>
              <a:spLocks noChangeAspect="1"/>
            </p:cNvSpPr>
            <p:nvPr/>
          </p:nvSpPr>
          <p:spPr>
            <a:xfrm>
              <a:off x="5408816" y="2010394"/>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D</a:t>
              </a:r>
            </a:p>
          </p:txBody>
        </p:sp>
        <p:cxnSp>
          <p:nvCxnSpPr>
            <p:cNvPr id="75" name="Connecteur droit 74">
              <a:extLst>
                <a:ext uri="{FF2B5EF4-FFF2-40B4-BE49-F238E27FC236}">
                  <a16:creationId xmlns:a16="http://schemas.microsoft.com/office/drawing/2014/main" id="{45B9FE93-48C2-0E58-BE95-F9942B2242DC}"/>
                </a:ext>
              </a:extLst>
            </p:cNvPr>
            <p:cNvCxnSpPr/>
            <p:nvPr/>
          </p:nvCxnSpPr>
          <p:spPr>
            <a:xfrm>
              <a:off x="5346700" y="1876755"/>
              <a:ext cx="0" cy="5544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76" name="Groupe 75">
            <a:extLst>
              <a:ext uri="{FF2B5EF4-FFF2-40B4-BE49-F238E27FC236}">
                <a16:creationId xmlns:a16="http://schemas.microsoft.com/office/drawing/2014/main" id="{FF863CE5-CABA-E48D-95EC-2E6590B545A4}"/>
              </a:ext>
            </a:extLst>
          </p:cNvPr>
          <p:cNvGrpSpPr/>
          <p:nvPr/>
        </p:nvGrpSpPr>
        <p:grpSpPr>
          <a:xfrm>
            <a:off x="185525" y="2426499"/>
            <a:ext cx="3429376" cy="360000"/>
            <a:chOff x="5346700" y="1891328"/>
            <a:chExt cx="3429376" cy="360000"/>
          </a:xfrm>
        </p:grpSpPr>
        <p:sp>
          <p:nvSpPr>
            <p:cNvPr id="77" name="Rectangle : coins arrondis 76">
              <a:extLst>
                <a:ext uri="{FF2B5EF4-FFF2-40B4-BE49-F238E27FC236}">
                  <a16:creationId xmlns:a16="http://schemas.microsoft.com/office/drawing/2014/main" id="{FDB8E06A-734E-143B-5EDF-F5BB7DAB119A}"/>
                </a:ext>
              </a:extLst>
            </p:cNvPr>
            <p:cNvSpPr/>
            <p:nvPr/>
          </p:nvSpPr>
          <p:spPr>
            <a:xfrm>
              <a:off x="5346701" y="1891328"/>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78" name="Rectangle : coins arrondis 77">
              <a:extLst>
                <a:ext uri="{FF2B5EF4-FFF2-40B4-BE49-F238E27FC236}">
                  <a16:creationId xmlns:a16="http://schemas.microsoft.com/office/drawing/2014/main" id="{70A45602-7D4E-78B5-4E14-E8677D883BE5}"/>
                </a:ext>
              </a:extLst>
            </p:cNvPr>
            <p:cNvSpPr/>
            <p:nvPr/>
          </p:nvSpPr>
          <p:spPr>
            <a:xfrm>
              <a:off x="5680076" y="1891328"/>
              <a:ext cx="3096000"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Adresse du site web distant</a:t>
              </a:r>
            </a:p>
          </p:txBody>
        </p:sp>
        <p:sp>
          <p:nvSpPr>
            <p:cNvPr id="79" name="Rectangle 78">
              <a:extLst>
                <a:ext uri="{FF2B5EF4-FFF2-40B4-BE49-F238E27FC236}">
                  <a16:creationId xmlns:a16="http://schemas.microsoft.com/office/drawing/2014/main" id="{3E9A0225-DFE5-735D-BB34-8753C7C7E25C}"/>
                </a:ext>
              </a:extLst>
            </p:cNvPr>
            <p:cNvSpPr>
              <a:spLocks noChangeAspect="1"/>
            </p:cNvSpPr>
            <p:nvPr/>
          </p:nvSpPr>
          <p:spPr>
            <a:xfrm>
              <a:off x="5408816" y="1927328"/>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C</a:t>
              </a:r>
            </a:p>
          </p:txBody>
        </p:sp>
        <p:cxnSp>
          <p:nvCxnSpPr>
            <p:cNvPr id="80" name="Connecteur droit 79">
              <a:extLst>
                <a:ext uri="{FF2B5EF4-FFF2-40B4-BE49-F238E27FC236}">
                  <a16:creationId xmlns:a16="http://schemas.microsoft.com/office/drawing/2014/main" id="{06B5E6CC-3E1E-29DA-3729-DA2580AA5A3A}"/>
                </a:ext>
              </a:extLst>
            </p:cNvPr>
            <p:cNvCxnSpPr>
              <a:cxnSpLocks/>
            </p:cNvCxnSpPr>
            <p:nvPr/>
          </p:nvCxnSpPr>
          <p:spPr>
            <a:xfrm>
              <a:off x="5346700" y="1891328"/>
              <a:ext cx="0" cy="36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86" name="Groupe 85">
            <a:extLst>
              <a:ext uri="{FF2B5EF4-FFF2-40B4-BE49-F238E27FC236}">
                <a16:creationId xmlns:a16="http://schemas.microsoft.com/office/drawing/2014/main" id="{3B57B3B1-D1A6-9383-32AE-8E04105912D1}"/>
              </a:ext>
            </a:extLst>
          </p:cNvPr>
          <p:cNvGrpSpPr/>
          <p:nvPr/>
        </p:nvGrpSpPr>
        <p:grpSpPr>
          <a:xfrm>
            <a:off x="185525" y="3455658"/>
            <a:ext cx="3429376" cy="557747"/>
            <a:chOff x="5346700" y="1873408"/>
            <a:chExt cx="3429376" cy="557747"/>
          </a:xfrm>
        </p:grpSpPr>
        <p:sp>
          <p:nvSpPr>
            <p:cNvPr id="87" name="Rectangle : coins arrondis 86">
              <a:extLst>
                <a:ext uri="{FF2B5EF4-FFF2-40B4-BE49-F238E27FC236}">
                  <a16:creationId xmlns:a16="http://schemas.microsoft.com/office/drawing/2014/main" id="{6B530727-E9D4-EF04-8A6C-FB4E2DF40E4E}"/>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88" name="Rectangle : coins arrondis 87">
              <a:extLst>
                <a:ext uri="{FF2B5EF4-FFF2-40B4-BE49-F238E27FC236}">
                  <a16:creationId xmlns:a16="http://schemas.microsoft.com/office/drawing/2014/main" id="{5F8A6704-E393-0FF4-8F2E-CAE7108C71AC}"/>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Informations sur la dernière synchronisation</a:t>
              </a:r>
            </a:p>
          </p:txBody>
        </p:sp>
        <p:sp>
          <p:nvSpPr>
            <p:cNvPr id="89" name="Rectangle 88">
              <a:extLst>
                <a:ext uri="{FF2B5EF4-FFF2-40B4-BE49-F238E27FC236}">
                  <a16:creationId xmlns:a16="http://schemas.microsoft.com/office/drawing/2014/main" id="{2B038413-DB92-08AC-401C-AC7E6C8771BE}"/>
                </a:ext>
              </a:extLst>
            </p:cNvPr>
            <p:cNvSpPr>
              <a:spLocks noChangeAspect="1"/>
            </p:cNvSpPr>
            <p:nvPr/>
          </p:nvSpPr>
          <p:spPr>
            <a:xfrm>
              <a:off x="5408816" y="2010394"/>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E</a:t>
              </a:r>
            </a:p>
          </p:txBody>
        </p:sp>
        <p:cxnSp>
          <p:nvCxnSpPr>
            <p:cNvPr id="90" name="Connecteur droit 89">
              <a:extLst>
                <a:ext uri="{FF2B5EF4-FFF2-40B4-BE49-F238E27FC236}">
                  <a16:creationId xmlns:a16="http://schemas.microsoft.com/office/drawing/2014/main" id="{0FB8197F-999D-A39D-C72C-26057AB6C650}"/>
                </a:ext>
              </a:extLst>
            </p:cNvPr>
            <p:cNvCxnSpPr/>
            <p:nvPr/>
          </p:nvCxnSpPr>
          <p:spPr>
            <a:xfrm>
              <a:off x="5346700" y="1876755"/>
              <a:ext cx="0" cy="5544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151" name="Groupe 150">
            <a:extLst>
              <a:ext uri="{FF2B5EF4-FFF2-40B4-BE49-F238E27FC236}">
                <a16:creationId xmlns:a16="http://schemas.microsoft.com/office/drawing/2014/main" id="{285AA1DF-4CBB-7189-03B9-2A0AEF06A905}"/>
              </a:ext>
            </a:extLst>
          </p:cNvPr>
          <p:cNvGrpSpPr/>
          <p:nvPr/>
        </p:nvGrpSpPr>
        <p:grpSpPr>
          <a:xfrm>
            <a:off x="185525" y="4069111"/>
            <a:ext cx="3429376" cy="557747"/>
            <a:chOff x="6718452" y="1719483"/>
            <a:chExt cx="3429376" cy="557747"/>
          </a:xfrm>
        </p:grpSpPr>
        <p:grpSp>
          <p:nvGrpSpPr>
            <p:cNvPr id="152" name="Groupe 151">
              <a:extLst>
                <a:ext uri="{FF2B5EF4-FFF2-40B4-BE49-F238E27FC236}">
                  <a16:creationId xmlns:a16="http://schemas.microsoft.com/office/drawing/2014/main" id="{8972F726-9022-E6E4-25C7-4FCBEAA1B2A0}"/>
                </a:ext>
              </a:extLst>
            </p:cNvPr>
            <p:cNvGrpSpPr/>
            <p:nvPr/>
          </p:nvGrpSpPr>
          <p:grpSpPr>
            <a:xfrm>
              <a:off x="6718452" y="1719483"/>
              <a:ext cx="3429376" cy="557747"/>
              <a:chOff x="5346700" y="1873408"/>
              <a:chExt cx="3429376" cy="557747"/>
            </a:xfrm>
          </p:grpSpPr>
          <p:sp>
            <p:nvSpPr>
              <p:cNvPr id="154" name="Rectangle : coins arrondis 153">
                <a:extLst>
                  <a:ext uri="{FF2B5EF4-FFF2-40B4-BE49-F238E27FC236}">
                    <a16:creationId xmlns:a16="http://schemas.microsoft.com/office/drawing/2014/main" id="{7A0A2335-AA65-645B-7C3F-E2DF74640BEA}"/>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55" name="Rectangle : coins arrondis 154">
                <a:extLst>
                  <a:ext uri="{FF2B5EF4-FFF2-40B4-BE49-F238E27FC236}">
                    <a16:creationId xmlns:a16="http://schemas.microsoft.com/office/drawing/2014/main" id="{1FBCCC90-A882-A409-77F9-AEFDD2AA74EB}"/>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QR Code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Copie le QR Code dans le presse-papiers.</a:t>
                </a:r>
              </a:p>
            </p:txBody>
          </p:sp>
          <p:cxnSp>
            <p:nvCxnSpPr>
              <p:cNvPr id="156" name="Connecteur droit 155">
                <a:extLst>
                  <a:ext uri="{FF2B5EF4-FFF2-40B4-BE49-F238E27FC236}">
                    <a16:creationId xmlns:a16="http://schemas.microsoft.com/office/drawing/2014/main" id="{5BC00507-AFCD-FD90-E410-866B8B80C130}"/>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53" name="Ellipse 152">
              <a:extLst>
                <a:ext uri="{FF2B5EF4-FFF2-40B4-BE49-F238E27FC236}">
                  <a16:creationId xmlns:a16="http://schemas.microsoft.com/office/drawing/2014/main" id="{95907846-F0DA-B1E9-E972-7AB87F151FB4}"/>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a:t>
              </a:r>
              <a:endParaRPr lang="fr-FR" sz="1600" b="1" noProof="0" dirty="0"/>
            </a:p>
          </p:txBody>
        </p:sp>
      </p:grpSp>
      <p:grpSp>
        <p:nvGrpSpPr>
          <p:cNvPr id="157" name="Groupe 156">
            <a:extLst>
              <a:ext uri="{FF2B5EF4-FFF2-40B4-BE49-F238E27FC236}">
                <a16:creationId xmlns:a16="http://schemas.microsoft.com/office/drawing/2014/main" id="{F9483919-D96A-FAFF-F161-7C916E490F22}"/>
              </a:ext>
            </a:extLst>
          </p:cNvPr>
          <p:cNvGrpSpPr/>
          <p:nvPr/>
        </p:nvGrpSpPr>
        <p:grpSpPr>
          <a:xfrm>
            <a:off x="185525" y="4682564"/>
            <a:ext cx="3429376" cy="557747"/>
            <a:chOff x="6718452" y="1719483"/>
            <a:chExt cx="3429376" cy="557747"/>
          </a:xfrm>
        </p:grpSpPr>
        <p:grpSp>
          <p:nvGrpSpPr>
            <p:cNvPr id="158" name="Groupe 157">
              <a:extLst>
                <a:ext uri="{FF2B5EF4-FFF2-40B4-BE49-F238E27FC236}">
                  <a16:creationId xmlns:a16="http://schemas.microsoft.com/office/drawing/2014/main" id="{64F3D1EA-D43A-ED75-537D-FC6F8CED1C5D}"/>
                </a:ext>
              </a:extLst>
            </p:cNvPr>
            <p:cNvGrpSpPr/>
            <p:nvPr/>
          </p:nvGrpSpPr>
          <p:grpSpPr>
            <a:xfrm>
              <a:off x="6718452" y="1719483"/>
              <a:ext cx="3429376" cy="557747"/>
              <a:chOff x="5346700" y="1873408"/>
              <a:chExt cx="3429376" cy="557747"/>
            </a:xfrm>
          </p:grpSpPr>
          <p:sp>
            <p:nvSpPr>
              <p:cNvPr id="160" name="Rectangle : coins arrondis 159">
                <a:extLst>
                  <a:ext uri="{FF2B5EF4-FFF2-40B4-BE49-F238E27FC236}">
                    <a16:creationId xmlns:a16="http://schemas.microsoft.com/office/drawing/2014/main" id="{8F7EC6FB-B222-410C-157F-60EE51F315D1}"/>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61" name="Rectangle : coins arrondis 160">
                <a:extLst>
                  <a:ext uri="{FF2B5EF4-FFF2-40B4-BE49-F238E27FC236}">
                    <a16:creationId xmlns:a16="http://schemas.microsoft.com/office/drawing/2014/main" id="{870FC01D-3148-94C6-FA93-6A5F97524523}"/>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URL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Copie l’URL complète dans le presse-papiers.</a:t>
                </a:r>
              </a:p>
            </p:txBody>
          </p:sp>
          <p:cxnSp>
            <p:nvCxnSpPr>
              <p:cNvPr id="162" name="Connecteur droit 161">
                <a:extLst>
                  <a:ext uri="{FF2B5EF4-FFF2-40B4-BE49-F238E27FC236}">
                    <a16:creationId xmlns:a16="http://schemas.microsoft.com/office/drawing/2014/main" id="{6E7FDD81-B99A-7B0F-74F3-4EAEF2B06B03}"/>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59" name="Ellipse 158">
              <a:extLst>
                <a:ext uri="{FF2B5EF4-FFF2-40B4-BE49-F238E27FC236}">
                  <a16:creationId xmlns:a16="http://schemas.microsoft.com/office/drawing/2014/main" id="{D22F9589-9BDB-D8D9-A9A4-59D3417E7A52}"/>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2</a:t>
              </a:r>
              <a:endParaRPr lang="fr-FR" sz="1600" b="1" noProof="0" dirty="0"/>
            </a:p>
          </p:txBody>
        </p:sp>
      </p:grpSp>
      <p:grpSp>
        <p:nvGrpSpPr>
          <p:cNvPr id="169" name="Groupe 168">
            <a:extLst>
              <a:ext uri="{FF2B5EF4-FFF2-40B4-BE49-F238E27FC236}">
                <a16:creationId xmlns:a16="http://schemas.microsoft.com/office/drawing/2014/main" id="{49D46ECB-0252-E887-7AFA-8299F4C8AC11}"/>
              </a:ext>
            </a:extLst>
          </p:cNvPr>
          <p:cNvGrpSpPr/>
          <p:nvPr/>
        </p:nvGrpSpPr>
        <p:grpSpPr>
          <a:xfrm>
            <a:off x="185525" y="5296014"/>
            <a:ext cx="3429376" cy="554572"/>
            <a:chOff x="6718452" y="1722658"/>
            <a:chExt cx="3429376" cy="554572"/>
          </a:xfrm>
        </p:grpSpPr>
        <p:grpSp>
          <p:nvGrpSpPr>
            <p:cNvPr id="170" name="Groupe 169">
              <a:extLst>
                <a:ext uri="{FF2B5EF4-FFF2-40B4-BE49-F238E27FC236}">
                  <a16:creationId xmlns:a16="http://schemas.microsoft.com/office/drawing/2014/main" id="{05182A83-BC48-D516-2E6C-07914914FB68}"/>
                </a:ext>
              </a:extLst>
            </p:cNvPr>
            <p:cNvGrpSpPr/>
            <p:nvPr/>
          </p:nvGrpSpPr>
          <p:grpSpPr>
            <a:xfrm>
              <a:off x="6718452" y="1722658"/>
              <a:ext cx="3429376" cy="554572"/>
              <a:chOff x="5346700" y="1876583"/>
              <a:chExt cx="3429376" cy="554572"/>
            </a:xfrm>
          </p:grpSpPr>
          <p:sp>
            <p:nvSpPr>
              <p:cNvPr id="172" name="Rectangle : coins arrondis 171">
                <a:extLst>
                  <a:ext uri="{FF2B5EF4-FFF2-40B4-BE49-F238E27FC236}">
                    <a16:creationId xmlns:a16="http://schemas.microsoft.com/office/drawing/2014/main" id="{A558B246-1BCB-F5AC-4673-E76C194E5FFF}"/>
                  </a:ext>
                </a:extLst>
              </p:cNvPr>
              <p:cNvSpPr/>
              <p:nvPr/>
            </p:nvSpPr>
            <p:spPr>
              <a:xfrm>
                <a:off x="5346701" y="1876583"/>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73" name="Rectangle : coins arrondis 172">
                <a:extLst>
                  <a:ext uri="{FF2B5EF4-FFF2-40B4-BE49-F238E27FC236}">
                    <a16:creationId xmlns:a16="http://schemas.microsoft.com/office/drawing/2014/main" id="{0946D2D3-AD8B-5E3B-46FB-42D347545B5C}"/>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Mode configuration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Avancée si cochée, simplifiée France Judo sinon.</a:t>
                </a:r>
              </a:p>
            </p:txBody>
          </p:sp>
          <p:cxnSp>
            <p:nvCxnSpPr>
              <p:cNvPr id="174" name="Connecteur droit 173">
                <a:extLst>
                  <a:ext uri="{FF2B5EF4-FFF2-40B4-BE49-F238E27FC236}">
                    <a16:creationId xmlns:a16="http://schemas.microsoft.com/office/drawing/2014/main" id="{04CD26AB-7614-8674-B5F4-AF86E75BFEDE}"/>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71" name="Ellipse 170">
              <a:extLst>
                <a:ext uri="{FF2B5EF4-FFF2-40B4-BE49-F238E27FC236}">
                  <a16:creationId xmlns:a16="http://schemas.microsoft.com/office/drawing/2014/main" id="{9C76A5B9-0E77-D995-A64E-7AAACA6AC2CE}"/>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3</a:t>
              </a:r>
              <a:endParaRPr lang="fr-FR" sz="1600" b="1" noProof="0" dirty="0"/>
            </a:p>
          </p:txBody>
        </p:sp>
      </p:grpSp>
      <p:grpSp>
        <p:nvGrpSpPr>
          <p:cNvPr id="181" name="Groupe 180">
            <a:extLst>
              <a:ext uri="{FF2B5EF4-FFF2-40B4-BE49-F238E27FC236}">
                <a16:creationId xmlns:a16="http://schemas.microsoft.com/office/drawing/2014/main" id="{648313D1-B673-02C3-1A83-0727CF24CCB1}"/>
              </a:ext>
            </a:extLst>
          </p:cNvPr>
          <p:cNvGrpSpPr/>
          <p:nvPr/>
        </p:nvGrpSpPr>
        <p:grpSpPr>
          <a:xfrm>
            <a:off x="4446554" y="1397340"/>
            <a:ext cx="3429375" cy="360000"/>
            <a:chOff x="1076957" y="5514260"/>
            <a:chExt cx="3429375" cy="360000"/>
          </a:xfrm>
        </p:grpSpPr>
        <p:sp>
          <p:nvSpPr>
            <p:cNvPr id="182" name="Rectangle : coins arrondis 181">
              <a:extLst>
                <a:ext uri="{FF2B5EF4-FFF2-40B4-BE49-F238E27FC236}">
                  <a16:creationId xmlns:a16="http://schemas.microsoft.com/office/drawing/2014/main" id="{C8EAAE86-7D9F-D93D-BB46-37E31297B6B0}"/>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83" name="Rectangle : coins arrondis 182">
              <a:extLst>
                <a:ext uri="{FF2B5EF4-FFF2-40B4-BE49-F238E27FC236}">
                  <a16:creationId xmlns:a16="http://schemas.microsoft.com/office/drawing/2014/main" id="{E902847A-6AB4-959B-2327-EA15FFC6F9DA}"/>
                </a:ext>
              </a:extLst>
            </p:cNvPr>
            <p:cNvSpPr/>
            <p:nvPr/>
          </p:nvSpPr>
          <p:spPr>
            <a:xfrm>
              <a:off x="1410332" y="5515015"/>
              <a:ext cx="3096000"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Isoler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Active l’isolation des compétitions.</a:t>
              </a:r>
            </a:p>
          </p:txBody>
        </p:sp>
        <p:cxnSp>
          <p:nvCxnSpPr>
            <p:cNvPr id="184" name="Connecteur droit 183">
              <a:extLst>
                <a:ext uri="{FF2B5EF4-FFF2-40B4-BE49-F238E27FC236}">
                  <a16:creationId xmlns:a16="http://schemas.microsoft.com/office/drawing/2014/main" id="{AAF35900-AC6E-2C79-8DDF-E4656E9AF2D5}"/>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185" name="Ellipse 184">
              <a:extLst>
                <a:ext uri="{FF2B5EF4-FFF2-40B4-BE49-F238E27FC236}">
                  <a16:creationId xmlns:a16="http://schemas.microsoft.com/office/drawing/2014/main" id="{ACBEB268-5CFF-5EFC-D2ED-A044BC0C8681}"/>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4</a:t>
              </a:r>
              <a:endParaRPr lang="fr-FR" sz="1600" b="1" noProof="0" dirty="0"/>
            </a:p>
          </p:txBody>
        </p:sp>
      </p:grpSp>
      <p:grpSp>
        <p:nvGrpSpPr>
          <p:cNvPr id="191" name="Groupe 190">
            <a:extLst>
              <a:ext uri="{FF2B5EF4-FFF2-40B4-BE49-F238E27FC236}">
                <a16:creationId xmlns:a16="http://schemas.microsoft.com/office/drawing/2014/main" id="{95D3BBAE-D880-960B-1FAA-8E6C0ABDC178}"/>
              </a:ext>
            </a:extLst>
          </p:cNvPr>
          <p:cNvGrpSpPr/>
          <p:nvPr/>
        </p:nvGrpSpPr>
        <p:grpSpPr>
          <a:xfrm>
            <a:off x="8541832" y="1299657"/>
            <a:ext cx="3429376" cy="555366"/>
            <a:chOff x="6718452" y="1721864"/>
            <a:chExt cx="3429376" cy="555366"/>
          </a:xfrm>
        </p:grpSpPr>
        <p:grpSp>
          <p:nvGrpSpPr>
            <p:cNvPr id="192" name="Groupe 191">
              <a:extLst>
                <a:ext uri="{FF2B5EF4-FFF2-40B4-BE49-F238E27FC236}">
                  <a16:creationId xmlns:a16="http://schemas.microsoft.com/office/drawing/2014/main" id="{4BAC5492-C713-CE1B-A2BC-50F83D446720}"/>
                </a:ext>
              </a:extLst>
            </p:cNvPr>
            <p:cNvGrpSpPr/>
            <p:nvPr/>
          </p:nvGrpSpPr>
          <p:grpSpPr>
            <a:xfrm>
              <a:off x="6718452" y="1721864"/>
              <a:ext cx="3429376" cy="555366"/>
              <a:chOff x="5346700" y="1875789"/>
              <a:chExt cx="3429376" cy="555366"/>
            </a:xfrm>
          </p:grpSpPr>
          <p:sp>
            <p:nvSpPr>
              <p:cNvPr id="194" name="Rectangle : coins arrondis 193">
                <a:extLst>
                  <a:ext uri="{FF2B5EF4-FFF2-40B4-BE49-F238E27FC236}">
                    <a16:creationId xmlns:a16="http://schemas.microsoft.com/office/drawing/2014/main" id="{CC88179A-3068-E76C-F02E-1120214F24C7}"/>
                  </a:ext>
                </a:extLst>
              </p:cNvPr>
              <p:cNvSpPr/>
              <p:nvPr/>
            </p:nvSpPr>
            <p:spPr>
              <a:xfrm>
                <a:off x="5346701" y="1875789"/>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95" name="Rectangle : coins arrondis 194">
                <a:extLst>
                  <a:ext uri="{FF2B5EF4-FFF2-40B4-BE49-F238E27FC236}">
                    <a16:creationId xmlns:a16="http://schemas.microsoft.com/office/drawing/2014/main" id="{55B6F330-218A-0200-2993-576BB6996FBF}"/>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Racine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Racine de l’adresse web du site distant </a:t>
                </a:r>
                <a:r>
                  <a:rPr lang="fr-FR" sz="1100" noProof="0" dirty="0">
                    <a:solidFill>
                      <a:schemeClr val="tx1">
                        <a:lumMod val="85000"/>
                        <a:lumOff val="15000"/>
                      </a:schemeClr>
                    </a:solidFill>
                    <a:latin typeface="Barlow" panose="00000500000000000000" pitchFamily="2" charset="0"/>
                    <a:cs typeface="Segoe UI" panose="020B0502040204020203" pitchFamily="34" charset="0"/>
                  </a:rPr>
                  <a:t>(selon fournisseur)</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t>
                </a:r>
              </a:p>
            </p:txBody>
          </p:sp>
          <p:cxnSp>
            <p:nvCxnSpPr>
              <p:cNvPr id="196" name="Connecteur droit 195">
                <a:extLst>
                  <a:ext uri="{FF2B5EF4-FFF2-40B4-BE49-F238E27FC236}">
                    <a16:creationId xmlns:a16="http://schemas.microsoft.com/office/drawing/2014/main" id="{ED95E6B4-BBC5-1343-FD26-C0406CFC8080}"/>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93" name="Ellipse 192">
              <a:extLst>
                <a:ext uri="{FF2B5EF4-FFF2-40B4-BE49-F238E27FC236}">
                  <a16:creationId xmlns:a16="http://schemas.microsoft.com/office/drawing/2014/main" id="{79C13BF1-5D2C-5FA3-DB3A-26F106D10BCB}"/>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5</a:t>
              </a:r>
              <a:endParaRPr lang="fr-FR" sz="1600" b="1" noProof="0" dirty="0"/>
            </a:p>
          </p:txBody>
        </p:sp>
      </p:grpSp>
      <p:grpSp>
        <p:nvGrpSpPr>
          <p:cNvPr id="197" name="Groupe 196">
            <a:extLst>
              <a:ext uri="{FF2B5EF4-FFF2-40B4-BE49-F238E27FC236}">
                <a16:creationId xmlns:a16="http://schemas.microsoft.com/office/drawing/2014/main" id="{A06998DB-1504-84C2-CB00-48B6B4475D3F}"/>
              </a:ext>
            </a:extLst>
          </p:cNvPr>
          <p:cNvGrpSpPr/>
          <p:nvPr/>
        </p:nvGrpSpPr>
        <p:grpSpPr>
          <a:xfrm>
            <a:off x="8541832" y="1954095"/>
            <a:ext cx="3429376" cy="557747"/>
            <a:chOff x="6718452" y="1719483"/>
            <a:chExt cx="3429376" cy="557747"/>
          </a:xfrm>
        </p:grpSpPr>
        <p:grpSp>
          <p:nvGrpSpPr>
            <p:cNvPr id="198" name="Groupe 197">
              <a:extLst>
                <a:ext uri="{FF2B5EF4-FFF2-40B4-BE49-F238E27FC236}">
                  <a16:creationId xmlns:a16="http://schemas.microsoft.com/office/drawing/2014/main" id="{A913E811-7B59-EBDF-1681-3E772094558F}"/>
                </a:ext>
              </a:extLst>
            </p:cNvPr>
            <p:cNvGrpSpPr/>
            <p:nvPr/>
          </p:nvGrpSpPr>
          <p:grpSpPr>
            <a:xfrm>
              <a:off x="6718452" y="1719483"/>
              <a:ext cx="3429376" cy="557747"/>
              <a:chOff x="5346700" y="1873408"/>
              <a:chExt cx="3429376" cy="557747"/>
            </a:xfrm>
          </p:grpSpPr>
          <p:sp>
            <p:nvSpPr>
              <p:cNvPr id="200" name="Rectangle : coins arrondis 199">
                <a:extLst>
                  <a:ext uri="{FF2B5EF4-FFF2-40B4-BE49-F238E27FC236}">
                    <a16:creationId xmlns:a16="http://schemas.microsoft.com/office/drawing/2014/main" id="{F70A0583-99D4-6B7A-C9AA-381BB5310E4F}"/>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01" name="Rectangle : coins arrondis 200">
                <a:extLst>
                  <a:ext uri="{FF2B5EF4-FFF2-40B4-BE49-F238E27FC236}">
                    <a16:creationId xmlns:a16="http://schemas.microsoft.com/office/drawing/2014/main" id="{518BC285-62DA-F37A-9374-D5254B0F9910}"/>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Adresse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Adresse FTP pour copier les fichiers sur le site distant </a:t>
                </a:r>
                <a:r>
                  <a:rPr lang="fr-FR" sz="1100" noProof="0" dirty="0">
                    <a:solidFill>
                      <a:schemeClr val="tx1">
                        <a:lumMod val="85000"/>
                        <a:lumOff val="15000"/>
                      </a:schemeClr>
                    </a:solidFill>
                    <a:latin typeface="Barlow" panose="00000500000000000000" pitchFamily="2" charset="0"/>
                    <a:cs typeface="Segoe UI" panose="020B0502040204020203" pitchFamily="34" charset="0"/>
                  </a:rPr>
                  <a:t>(selon fournisseur)</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t>
                </a:r>
              </a:p>
            </p:txBody>
          </p:sp>
          <p:cxnSp>
            <p:nvCxnSpPr>
              <p:cNvPr id="202" name="Connecteur droit 201">
                <a:extLst>
                  <a:ext uri="{FF2B5EF4-FFF2-40B4-BE49-F238E27FC236}">
                    <a16:creationId xmlns:a16="http://schemas.microsoft.com/office/drawing/2014/main" id="{F918C8C0-B4B6-584A-65CE-594B438B9D2F}"/>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99" name="Ellipse 198">
              <a:extLst>
                <a:ext uri="{FF2B5EF4-FFF2-40B4-BE49-F238E27FC236}">
                  <a16:creationId xmlns:a16="http://schemas.microsoft.com/office/drawing/2014/main" id="{5660314B-2001-84C4-DA6E-0E9F2900FBCB}"/>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6</a:t>
              </a:r>
              <a:endParaRPr lang="fr-FR" sz="1600" b="1" noProof="0" dirty="0"/>
            </a:p>
          </p:txBody>
        </p:sp>
      </p:grpSp>
      <p:grpSp>
        <p:nvGrpSpPr>
          <p:cNvPr id="203" name="Groupe 202">
            <a:extLst>
              <a:ext uri="{FF2B5EF4-FFF2-40B4-BE49-F238E27FC236}">
                <a16:creationId xmlns:a16="http://schemas.microsoft.com/office/drawing/2014/main" id="{6E9542F5-D965-CA1D-4B53-3B0F9D9F805B}"/>
              </a:ext>
            </a:extLst>
          </p:cNvPr>
          <p:cNvGrpSpPr/>
          <p:nvPr/>
        </p:nvGrpSpPr>
        <p:grpSpPr>
          <a:xfrm>
            <a:off x="8541833" y="3529058"/>
            <a:ext cx="3429375" cy="360000"/>
            <a:chOff x="1076957" y="5514260"/>
            <a:chExt cx="3429375" cy="360000"/>
          </a:xfrm>
        </p:grpSpPr>
        <p:sp>
          <p:nvSpPr>
            <p:cNvPr id="204" name="Rectangle : coins arrondis 203">
              <a:extLst>
                <a:ext uri="{FF2B5EF4-FFF2-40B4-BE49-F238E27FC236}">
                  <a16:creationId xmlns:a16="http://schemas.microsoft.com/office/drawing/2014/main" id="{798E2FE6-3E90-466E-90F0-F841CF176E77}"/>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05" name="Rectangle : coins arrondis 204">
              <a:extLst>
                <a:ext uri="{FF2B5EF4-FFF2-40B4-BE49-F238E27FC236}">
                  <a16:creationId xmlns:a16="http://schemas.microsoft.com/office/drawing/2014/main" id="{ECEFD315-1CFB-9182-40AF-419644D37B1D}"/>
                </a:ext>
              </a:extLst>
            </p:cNvPr>
            <p:cNvSpPr/>
            <p:nvPr/>
          </p:nvSpPr>
          <p:spPr>
            <a:xfrm>
              <a:off x="1410332" y="5515015"/>
              <a:ext cx="3096000"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Mot de passe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Mot de passe de connexion.</a:t>
              </a:r>
            </a:p>
          </p:txBody>
        </p:sp>
        <p:cxnSp>
          <p:nvCxnSpPr>
            <p:cNvPr id="206" name="Connecteur droit 205">
              <a:extLst>
                <a:ext uri="{FF2B5EF4-FFF2-40B4-BE49-F238E27FC236}">
                  <a16:creationId xmlns:a16="http://schemas.microsoft.com/office/drawing/2014/main" id="{68D318EB-81DD-F156-2A96-DA49FECA6EA5}"/>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207" name="Ellipse 206">
              <a:extLst>
                <a:ext uri="{FF2B5EF4-FFF2-40B4-BE49-F238E27FC236}">
                  <a16:creationId xmlns:a16="http://schemas.microsoft.com/office/drawing/2014/main" id="{95A81DCC-7521-F8EF-DEF2-4E3BB2B58FA3}"/>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9</a:t>
              </a:r>
              <a:endParaRPr lang="fr-FR" sz="1600" b="1" noProof="0" dirty="0"/>
            </a:p>
          </p:txBody>
        </p:sp>
      </p:grpSp>
      <p:grpSp>
        <p:nvGrpSpPr>
          <p:cNvPr id="208" name="Groupe 207">
            <a:extLst>
              <a:ext uri="{FF2B5EF4-FFF2-40B4-BE49-F238E27FC236}">
                <a16:creationId xmlns:a16="http://schemas.microsoft.com/office/drawing/2014/main" id="{AD8CFCD2-C4A2-2EB3-DE3F-95D49470E2B7}"/>
              </a:ext>
            </a:extLst>
          </p:cNvPr>
          <p:cNvGrpSpPr/>
          <p:nvPr/>
        </p:nvGrpSpPr>
        <p:grpSpPr>
          <a:xfrm>
            <a:off x="475968" y="5928992"/>
            <a:ext cx="3429376" cy="557747"/>
            <a:chOff x="6718452" y="1719483"/>
            <a:chExt cx="3429376" cy="557747"/>
          </a:xfrm>
        </p:grpSpPr>
        <p:grpSp>
          <p:nvGrpSpPr>
            <p:cNvPr id="209" name="Groupe 208">
              <a:extLst>
                <a:ext uri="{FF2B5EF4-FFF2-40B4-BE49-F238E27FC236}">
                  <a16:creationId xmlns:a16="http://schemas.microsoft.com/office/drawing/2014/main" id="{B35CC49A-F3A9-A603-D0F4-01FFB9877A4E}"/>
                </a:ext>
              </a:extLst>
            </p:cNvPr>
            <p:cNvGrpSpPr/>
            <p:nvPr/>
          </p:nvGrpSpPr>
          <p:grpSpPr>
            <a:xfrm>
              <a:off x="6718452" y="1719483"/>
              <a:ext cx="3429376" cy="557747"/>
              <a:chOff x="5346700" y="1873408"/>
              <a:chExt cx="3429376" cy="557747"/>
            </a:xfrm>
          </p:grpSpPr>
          <p:sp>
            <p:nvSpPr>
              <p:cNvPr id="211" name="Rectangle : coins arrondis 210">
                <a:extLst>
                  <a:ext uri="{FF2B5EF4-FFF2-40B4-BE49-F238E27FC236}">
                    <a16:creationId xmlns:a16="http://schemas.microsoft.com/office/drawing/2014/main" id="{D21BEB5D-EA71-E540-645A-BF920CD00FA8}"/>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12" name="Rectangle : coins arrondis 211">
                <a:extLst>
                  <a:ext uri="{FF2B5EF4-FFF2-40B4-BE49-F238E27FC236}">
                    <a16:creationId xmlns:a16="http://schemas.microsoft.com/office/drawing/2014/main" id="{866A68F5-2940-ED6E-ACC4-970F89201664}"/>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Démarrer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Démarre la publication (uniquement si connecté et arrêtée).</a:t>
                </a:r>
              </a:p>
            </p:txBody>
          </p:sp>
          <p:cxnSp>
            <p:nvCxnSpPr>
              <p:cNvPr id="213" name="Connecteur droit 212">
                <a:extLst>
                  <a:ext uri="{FF2B5EF4-FFF2-40B4-BE49-F238E27FC236}">
                    <a16:creationId xmlns:a16="http://schemas.microsoft.com/office/drawing/2014/main" id="{E10ADBD6-1B18-04AC-17FB-8E255C928525}"/>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210" name="Ellipse 209">
              <a:extLst>
                <a:ext uri="{FF2B5EF4-FFF2-40B4-BE49-F238E27FC236}">
                  <a16:creationId xmlns:a16="http://schemas.microsoft.com/office/drawing/2014/main" id="{27D51B5F-3AB0-3478-D5FB-774CF681940D}"/>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13</a:t>
              </a:r>
              <a:endParaRPr lang="fr-FR" sz="1600" b="1" noProof="0" dirty="0"/>
            </a:p>
          </p:txBody>
        </p:sp>
      </p:grpSp>
      <p:grpSp>
        <p:nvGrpSpPr>
          <p:cNvPr id="214" name="Groupe 213">
            <a:extLst>
              <a:ext uri="{FF2B5EF4-FFF2-40B4-BE49-F238E27FC236}">
                <a16:creationId xmlns:a16="http://schemas.microsoft.com/office/drawing/2014/main" id="{FBFFB837-B07C-B885-6169-E50531A87C16}"/>
              </a:ext>
            </a:extLst>
          </p:cNvPr>
          <p:cNvGrpSpPr/>
          <p:nvPr/>
        </p:nvGrpSpPr>
        <p:grpSpPr>
          <a:xfrm>
            <a:off x="4381312" y="5928992"/>
            <a:ext cx="3429376" cy="557747"/>
            <a:chOff x="6718452" y="1719483"/>
            <a:chExt cx="3429376" cy="557747"/>
          </a:xfrm>
        </p:grpSpPr>
        <p:grpSp>
          <p:nvGrpSpPr>
            <p:cNvPr id="215" name="Groupe 214">
              <a:extLst>
                <a:ext uri="{FF2B5EF4-FFF2-40B4-BE49-F238E27FC236}">
                  <a16:creationId xmlns:a16="http://schemas.microsoft.com/office/drawing/2014/main" id="{FC8EF54E-43ED-CEF0-F67E-43890455F0E6}"/>
                </a:ext>
              </a:extLst>
            </p:cNvPr>
            <p:cNvGrpSpPr/>
            <p:nvPr/>
          </p:nvGrpSpPr>
          <p:grpSpPr>
            <a:xfrm>
              <a:off x="6718452" y="1719483"/>
              <a:ext cx="3429376" cy="557747"/>
              <a:chOff x="5346700" y="1873408"/>
              <a:chExt cx="3429376" cy="557747"/>
            </a:xfrm>
          </p:grpSpPr>
          <p:sp>
            <p:nvSpPr>
              <p:cNvPr id="217" name="Rectangle : coins arrondis 216">
                <a:extLst>
                  <a:ext uri="{FF2B5EF4-FFF2-40B4-BE49-F238E27FC236}">
                    <a16:creationId xmlns:a16="http://schemas.microsoft.com/office/drawing/2014/main" id="{BF61E3AE-4DC3-20A2-A97B-4DFCC331A8A4}"/>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18" name="Rectangle : coins arrondis 217">
                <a:extLst>
                  <a:ext uri="{FF2B5EF4-FFF2-40B4-BE49-F238E27FC236}">
                    <a16:creationId xmlns:a16="http://schemas.microsoft.com/office/drawing/2014/main" id="{B39917E5-7B70-DCEA-3497-DD5923B7EA40}"/>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Arrêter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Arrête la publication (uniquement si connecté et démarrée).</a:t>
                </a:r>
              </a:p>
            </p:txBody>
          </p:sp>
          <p:cxnSp>
            <p:nvCxnSpPr>
              <p:cNvPr id="219" name="Connecteur droit 218">
                <a:extLst>
                  <a:ext uri="{FF2B5EF4-FFF2-40B4-BE49-F238E27FC236}">
                    <a16:creationId xmlns:a16="http://schemas.microsoft.com/office/drawing/2014/main" id="{4AFE3F24-010E-4A9F-1CB9-BFAC1DE60DF2}"/>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216" name="Ellipse 215">
              <a:extLst>
                <a:ext uri="{FF2B5EF4-FFF2-40B4-BE49-F238E27FC236}">
                  <a16:creationId xmlns:a16="http://schemas.microsoft.com/office/drawing/2014/main" id="{BEAE101A-454C-2AF4-791E-001CD4BEB4A0}"/>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14</a:t>
              </a:r>
              <a:endParaRPr lang="fr-FR" sz="1600" b="1" noProof="0" dirty="0"/>
            </a:p>
          </p:txBody>
        </p:sp>
      </p:grpSp>
      <p:grpSp>
        <p:nvGrpSpPr>
          <p:cNvPr id="228" name="Groupe 227">
            <a:extLst>
              <a:ext uri="{FF2B5EF4-FFF2-40B4-BE49-F238E27FC236}">
                <a16:creationId xmlns:a16="http://schemas.microsoft.com/office/drawing/2014/main" id="{F4BFF4CC-A4AA-9D5C-5404-8EEA1C379084}"/>
              </a:ext>
            </a:extLst>
          </p:cNvPr>
          <p:cNvGrpSpPr/>
          <p:nvPr/>
        </p:nvGrpSpPr>
        <p:grpSpPr>
          <a:xfrm>
            <a:off x="8286656" y="5883028"/>
            <a:ext cx="3429376" cy="649675"/>
            <a:chOff x="6718452" y="1721155"/>
            <a:chExt cx="3429376" cy="649675"/>
          </a:xfrm>
        </p:grpSpPr>
        <p:grpSp>
          <p:nvGrpSpPr>
            <p:cNvPr id="229" name="Groupe 228">
              <a:extLst>
                <a:ext uri="{FF2B5EF4-FFF2-40B4-BE49-F238E27FC236}">
                  <a16:creationId xmlns:a16="http://schemas.microsoft.com/office/drawing/2014/main" id="{F7363A87-EB7E-116D-4325-C42F79465B9D}"/>
                </a:ext>
              </a:extLst>
            </p:cNvPr>
            <p:cNvGrpSpPr/>
            <p:nvPr/>
          </p:nvGrpSpPr>
          <p:grpSpPr>
            <a:xfrm>
              <a:off x="6718452" y="1721155"/>
              <a:ext cx="3429376" cy="649675"/>
              <a:chOff x="5346700" y="1875080"/>
              <a:chExt cx="3429376" cy="649675"/>
            </a:xfrm>
          </p:grpSpPr>
          <p:sp>
            <p:nvSpPr>
              <p:cNvPr id="231" name="Rectangle : coins arrondis 230">
                <a:extLst>
                  <a:ext uri="{FF2B5EF4-FFF2-40B4-BE49-F238E27FC236}">
                    <a16:creationId xmlns:a16="http://schemas.microsoft.com/office/drawing/2014/main" id="{D7DBF07C-21B5-8F7C-98B8-62F08371D15B}"/>
                  </a:ext>
                </a:extLst>
              </p:cNvPr>
              <p:cNvSpPr/>
              <p:nvPr/>
            </p:nvSpPr>
            <p:spPr>
              <a:xfrm>
                <a:off x="5346701" y="1875080"/>
                <a:ext cx="412231"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32" name="Rectangle : coins arrondis 231">
                <a:extLst>
                  <a:ext uri="{FF2B5EF4-FFF2-40B4-BE49-F238E27FC236}">
                    <a16:creationId xmlns:a16="http://schemas.microsoft.com/office/drawing/2014/main" id="{E40F6864-62C2-2424-7FC6-C4876F060641}"/>
                  </a:ext>
                </a:extLst>
              </p:cNvPr>
              <p:cNvSpPr/>
              <p:nvPr/>
            </p:nvSpPr>
            <p:spPr>
              <a:xfrm>
                <a:off x="5680076" y="1875080"/>
                <a:ext cx="3096000"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Nettoyer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Supprime TOUT le contenu du répertoire racine sur le site distant (uniquement si arrêtée).</a:t>
                </a:r>
              </a:p>
            </p:txBody>
          </p:sp>
          <p:cxnSp>
            <p:nvCxnSpPr>
              <p:cNvPr id="233" name="Connecteur droit 232">
                <a:extLst>
                  <a:ext uri="{FF2B5EF4-FFF2-40B4-BE49-F238E27FC236}">
                    <a16:creationId xmlns:a16="http://schemas.microsoft.com/office/drawing/2014/main" id="{B7928447-516F-2552-9466-4A9004423A57}"/>
                  </a:ext>
                </a:extLst>
              </p:cNvPr>
              <p:cNvCxnSpPr>
                <a:cxnSpLocks/>
              </p:cNvCxnSpPr>
              <p:nvPr/>
            </p:nvCxnSpPr>
            <p:spPr>
              <a:xfrm>
                <a:off x="5346700" y="1876755"/>
                <a:ext cx="0" cy="648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230" name="Ellipse 229">
              <a:extLst>
                <a:ext uri="{FF2B5EF4-FFF2-40B4-BE49-F238E27FC236}">
                  <a16:creationId xmlns:a16="http://schemas.microsoft.com/office/drawing/2014/main" id="{BB05641D-125E-6964-C521-5B8267EF39A2}"/>
                </a:ext>
              </a:extLst>
            </p:cNvPr>
            <p:cNvSpPr>
              <a:spLocks noChangeAspect="1"/>
            </p:cNvSpPr>
            <p:nvPr/>
          </p:nvSpPr>
          <p:spPr>
            <a:xfrm>
              <a:off x="6780568" y="1901155"/>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600" b="1" noProof="0" dirty="0"/>
                <a:t>15</a:t>
              </a:r>
            </a:p>
          </p:txBody>
        </p:sp>
      </p:grpSp>
      <p:grpSp>
        <p:nvGrpSpPr>
          <p:cNvPr id="239" name="Groupe 238">
            <a:extLst>
              <a:ext uri="{FF2B5EF4-FFF2-40B4-BE49-F238E27FC236}">
                <a16:creationId xmlns:a16="http://schemas.microsoft.com/office/drawing/2014/main" id="{DCA5036A-A67A-A687-AD20-609F3BE344C4}"/>
              </a:ext>
            </a:extLst>
          </p:cNvPr>
          <p:cNvGrpSpPr/>
          <p:nvPr/>
        </p:nvGrpSpPr>
        <p:grpSpPr>
          <a:xfrm>
            <a:off x="8541832" y="5301770"/>
            <a:ext cx="3429376" cy="557747"/>
            <a:chOff x="6718452" y="1719483"/>
            <a:chExt cx="3429376" cy="557747"/>
          </a:xfrm>
        </p:grpSpPr>
        <p:grpSp>
          <p:nvGrpSpPr>
            <p:cNvPr id="240" name="Groupe 239">
              <a:extLst>
                <a:ext uri="{FF2B5EF4-FFF2-40B4-BE49-F238E27FC236}">
                  <a16:creationId xmlns:a16="http://schemas.microsoft.com/office/drawing/2014/main" id="{31E35C3A-09A8-E3A7-A369-02E1634515B5}"/>
                </a:ext>
              </a:extLst>
            </p:cNvPr>
            <p:cNvGrpSpPr/>
            <p:nvPr/>
          </p:nvGrpSpPr>
          <p:grpSpPr>
            <a:xfrm>
              <a:off x="6718452" y="1719483"/>
              <a:ext cx="3429376" cy="557747"/>
              <a:chOff x="5346700" y="1873408"/>
              <a:chExt cx="3429376" cy="557747"/>
            </a:xfrm>
          </p:grpSpPr>
          <p:sp>
            <p:nvSpPr>
              <p:cNvPr id="242" name="Rectangle : coins arrondis 241">
                <a:extLst>
                  <a:ext uri="{FF2B5EF4-FFF2-40B4-BE49-F238E27FC236}">
                    <a16:creationId xmlns:a16="http://schemas.microsoft.com/office/drawing/2014/main" id="{C3E97187-9445-782C-60F6-697D8E10500C}"/>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43" name="Rectangle : coins arrondis 242">
                <a:extLst>
                  <a:ext uri="{FF2B5EF4-FFF2-40B4-BE49-F238E27FC236}">
                    <a16:creationId xmlns:a16="http://schemas.microsoft.com/office/drawing/2014/main" id="{69334F41-D849-E646-048A-0C568F098DB6}"/>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Test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Affiche l’écran de test de la connexion.</a:t>
                </a:r>
              </a:p>
            </p:txBody>
          </p:sp>
          <p:cxnSp>
            <p:nvCxnSpPr>
              <p:cNvPr id="244" name="Connecteur droit 243">
                <a:extLst>
                  <a:ext uri="{FF2B5EF4-FFF2-40B4-BE49-F238E27FC236}">
                    <a16:creationId xmlns:a16="http://schemas.microsoft.com/office/drawing/2014/main" id="{8168C162-5FCD-3BD8-E19B-172C16989534}"/>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241" name="Ellipse 240">
              <a:extLst>
                <a:ext uri="{FF2B5EF4-FFF2-40B4-BE49-F238E27FC236}">
                  <a16:creationId xmlns:a16="http://schemas.microsoft.com/office/drawing/2014/main" id="{36F05E2A-54A1-3E48-07F5-B349C2FA837B}"/>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12</a:t>
              </a:r>
              <a:endParaRPr lang="fr-FR" sz="1600" b="1" noProof="0" dirty="0"/>
            </a:p>
          </p:txBody>
        </p:sp>
      </p:grpSp>
      <p:grpSp>
        <p:nvGrpSpPr>
          <p:cNvPr id="132" name="Groupe 131">
            <a:extLst>
              <a:ext uri="{FF2B5EF4-FFF2-40B4-BE49-F238E27FC236}">
                <a16:creationId xmlns:a16="http://schemas.microsoft.com/office/drawing/2014/main" id="{C3BE11F3-8313-9D4F-1D1B-E2A0F0BA2333}"/>
              </a:ext>
            </a:extLst>
          </p:cNvPr>
          <p:cNvGrpSpPr/>
          <p:nvPr/>
        </p:nvGrpSpPr>
        <p:grpSpPr>
          <a:xfrm>
            <a:off x="3491118" y="1877254"/>
            <a:ext cx="4801470" cy="4019565"/>
            <a:chOff x="3788597" y="1817726"/>
            <a:chExt cx="4801470" cy="4019565"/>
          </a:xfrm>
        </p:grpSpPr>
        <p:pic>
          <p:nvPicPr>
            <p:cNvPr id="11" name="Image 10">
              <a:extLst>
                <a:ext uri="{FF2B5EF4-FFF2-40B4-BE49-F238E27FC236}">
                  <a16:creationId xmlns:a16="http://schemas.microsoft.com/office/drawing/2014/main" id="{8F8EDDC7-138A-9DCA-9F1E-3DF09CF7B4D4}"/>
                </a:ext>
              </a:extLst>
            </p:cNvPr>
            <p:cNvPicPr>
              <a:picLocks noChangeAspect="1"/>
            </p:cNvPicPr>
            <p:nvPr/>
          </p:nvPicPr>
          <p:blipFill>
            <a:blip r:embed="rId2"/>
            <a:stretch>
              <a:fillRect/>
            </a:stretch>
          </p:blipFill>
          <p:spPr>
            <a:xfrm>
              <a:off x="4305764" y="2020943"/>
              <a:ext cx="3911136" cy="3482090"/>
            </a:xfrm>
            <a:prstGeom prst="rect">
              <a:avLst/>
            </a:prstGeom>
          </p:spPr>
        </p:pic>
        <p:sp>
          <p:nvSpPr>
            <p:cNvPr id="7" name="Rectangle 6">
              <a:extLst>
                <a:ext uri="{FF2B5EF4-FFF2-40B4-BE49-F238E27FC236}">
                  <a16:creationId xmlns:a16="http://schemas.microsoft.com/office/drawing/2014/main" id="{D8FA2FB0-E3EC-41F4-14F7-AB2312E487D4}"/>
                </a:ext>
              </a:extLst>
            </p:cNvPr>
            <p:cNvSpPr/>
            <p:nvPr/>
          </p:nvSpPr>
          <p:spPr>
            <a:xfrm>
              <a:off x="4576762" y="3055413"/>
              <a:ext cx="455967" cy="144000"/>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4" name="Rectangle 13">
              <a:extLst>
                <a:ext uri="{FF2B5EF4-FFF2-40B4-BE49-F238E27FC236}">
                  <a16:creationId xmlns:a16="http://schemas.microsoft.com/office/drawing/2014/main" id="{EF0A17CB-3719-F037-0835-52B92B1524DA}"/>
                </a:ext>
              </a:extLst>
            </p:cNvPr>
            <p:cNvSpPr/>
            <p:nvPr/>
          </p:nvSpPr>
          <p:spPr>
            <a:xfrm>
              <a:off x="5612275" y="3718665"/>
              <a:ext cx="2487150" cy="156506"/>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8" name="Rectangle 17">
              <a:extLst>
                <a:ext uri="{FF2B5EF4-FFF2-40B4-BE49-F238E27FC236}">
                  <a16:creationId xmlns:a16="http://schemas.microsoft.com/office/drawing/2014/main" id="{A43F307D-D4A4-43ED-11D4-7813C0A1057E}"/>
                </a:ext>
              </a:extLst>
            </p:cNvPr>
            <p:cNvSpPr/>
            <p:nvPr/>
          </p:nvSpPr>
          <p:spPr>
            <a:xfrm>
              <a:off x="5114135" y="3055413"/>
              <a:ext cx="1410067" cy="144000"/>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9" name="Rectangle 18">
              <a:extLst>
                <a:ext uri="{FF2B5EF4-FFF2-40B4-BE49-F238E27FC236}">
                  <a16:creationId xmlns:a16="http://schemas.microsoft.com/office/drawing/2014/main" id="{350CAEEF-2F76-777F-0465-CE5003589BAC}"/>
                </a:ext>
              </a:extLst>
            </p:cNvPr>
            <p:cNvSpPr/>
            <p:nvPr/>
          </p:nvSpPr>
          <p:spPr>
            <a:xfrm>
              <a:off x="6643413" y="3055413"/>
              <a:ext cx="1201660" cy="144000"/>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0" name="Rectangle 19">
              <a:extLst>
                <a:ext uri="{FF2B5EF4-FFF2-40B4-BE49-F238E27FC236}">
                  <a16:creationId xmlns:a16="http://schemas.microsoft.com/office/drawing/2014/main" id="{3824035A-022A-6928-676B-A52F65DA4B32}"/>
                </a:ext>
              </a:extLst>
            </p:cNvPr>
            <p:cNvSpPr/>
            <p:nvPr/>
          </p:nvSpPr>
          <p:spPr>
            <a:xfrm>
              <a:off x="5224673" y="2447836"/>
              <a:ext cx="209096" cy="196456"/>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2" name="Rectangle 21">
              <a:extLst>
                <a:ext uri="{FF2B5EF4-FFF2-40B4-BE49-F238E27FC236}">
                  <a16:creationId xmlns:a16="http://schemas.microsoft.com/office/drawing/2014/main" id="{52130FBA-E1C2-64FE-57BE-63B025D009C8}"/>
                </a:ext>
              </a:extLst>
            </p:cNvPr>
            <p:cNvSpPr/>
            <p:nvPr/>
          </p:nvSpPr>
          <p:spPr>
            <a:xfrm>
              <a:off x="4618812" y="2453475"/>
              <a:ext cx="556965" cy="566831"/>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3" name="Rectangle 22">
              <a:extLst>
                <a:ext uri="{FF2B5EF4-FFF2-40B4-BE49-F238E27FC236}">
                  <a16:creationId xmlns:a16="http://schemas.microsoft.com/office/drawing/2014/main" id="{26ABAFBB-4292-6526-E46C-AD548DD36265}"/>
                </a:ext>
              </a:extLst>
            </p:cNvPr>
            <p:cNvSpPr/>
            <p:nvPr/>
          </p:nvSpPr>
          <p:spPr>
            <a:xfrm>
              <a:off x="5224672" y="2681778"/>
              <a:ext cx="2414378" cy="155246"/>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7" name="Rectangle 26">
              <a:extLst>
                <a:ext uri="{FF2B5EF4-FFF2-40B4-BE49-F238E27FC236}">
                  <a16:creationId xmlns:a16="http://schemas.microsoft.com/office/drawing/2014/main" id="{3E188DB9-6F25-E704-0087-60E2A8F822D0}"/>
                </a:ext>
              </a:extLst>
            </p:cNvPr>
            <p:cNvSpPr/>
            <p:nvPr/>
          </p:nvSpPr>
          <p:spPr>
            <a:xfrm>
              <a:off x="6676951" y="5232587"/>
              <a:ext cx="557290" cy="180713"/>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8" name="Rectangle 27">
              <a:extLst>
                <a:ext uri="{FF2B5EF4-FFF2-40B4-BE49-F238E27FC236}">
                  <a16:creationId xmlns:a16="http://schemas.microsoft.com/office/drawing/2014/main" id="{1DF4DDB3-6697-B3CF-CED3-FC1D4C463BED}"/>
                </a:ext>
              </a:extLst>
            </p:cNvPr>
            <p:cNvSpPr/>
            <p:nvPr/>
          </p:nvSpPr>
          <p:spPr>
            <a:xfrm>
              <a:off x="5301812" y="5237679"/>
              <a:ext cx="535556" cy="175621"/>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9" name="Rectangle 28">
              <a:extLst>
                <a:ext uri="{FF2B5EF4-FFF2-40B4-BE49-F238E27FC236}">
                  <a16:creationId xmlns:a16="http://schemas.microsoft.com/office/drawing/2014/main" id="{110C5125-9643-B83C-A1E1-D5EFF9128535}"/>
                </a:ext>
              </a:extLst>
            </p:cNvPr>
            <p:cNvSpPr/>
            <p:nvPr/>
          </p:nvSpPr>
          <p:spPr>
            <a:xfrm>
              <a:off x="6068789" y="5232589"/>
              <a:ext cx="479652" cy="175622"/>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2" name="Rectangle 31">
              <a:extLst>
                <a:ext uri="{FF2B5EF4-FFF2-40B4-BE49-F238E27FC236}">
                  <a16:creationId xmlns:a16="http://schemas.microsoft.com/office/drawing/2014/main" id="{C6F874CA-11DD-E066-B760-3451C7C1181C}"/>
                </a:ext>
              </a:extLst>
            </p:cNvPr>
            <p:cNvSpPr/>
            <p:nvPr/>
          </p:nvSpPr>
          <p:spPr>
            <a:xfrm>
              <a:off x="5626520" y="4009322"/>
              <a:ext cx="2487150" cy="153707"/>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4" name="Rectangle 33">
              <a:extLst>
                <a:ext uri="{FF2B5EF4-FFF2-40B4-BE49-F238E27FC236}">
                  <a16:creationId xmlns:a16="http://schemas.microsoft.com/office/drawing/2014/main" id="{00933C6C-730F-CF44-8EDD-A9937DC42276}"/>
                </a:ext>
              </a:extLst>
            </p:cNvPr>
            <p:cNvSpPr/>
            <p:nvPr/>
          </p:nvSpPr>
          <p:spPr>
            <a:xfrm>
              <a:off x="5620444" y="4235367"/>
              <a:ext cx="1668461" cy="131917"/>
            </a:xfrm>
            <a:prstGeom prst="rect">
              <a:avLst/>
            </a:prstGeom>
            <a:solidFill>
              <a:srgbClr val="FFFFFF"/>
            </a:solid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2" name="Rectangle 11">
              <a:extLst>
                <a:ext uri="{FF2B5EF4-FFF2-40B4-BE49-F238E27FC236}">
                  <a16:creationId xmlns:a16="http://schemas.microsoft.com/office/drawing/2014/main" id="{9357D6A4-0B0F-89EC-1C4E-A72B31E70BB4}"/>
                </a:ext>
              </a:extLst>
            </p:cNvPr>
            <p:cNvSpPr/>
            <p:nvPr/>
          </p:nvSpPr>
          <p:spPr>
            <a:xfrm>
              <a:off x="4341838" y="3536214"/>
              <a:ext cx="991489" cy="163267"/>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5" name="Rectangle 14">
              <a:extLst>
                <a:ext uri="{FF2B5EF4-FFF2-40B4-BE49-F238E27FC236}">
                  <a16:creationId xmlns:a16="http://schemas.microsoft.com/office/drawing/2014/main" id="{8CBD5103-C6D2-EEA2-AC3E-90D826D11C05}"/>
                </a:ext>
              </a:extLst>
            </p:cNvPr>
            <p:cNvSpPr/>
            <p:nvPr/>
          </p:nvSpPr>
          <p:spPr>
            <a:xfrm>
              <a:off x="7675245" y="2644291"/>
              <a:ext cx="217311" cy="209235"/>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5" name="Rectangle 34">
              <a:extLst>
                <a:ext uri="{FF2B5EF4-FFF2-40B4-BE49-F238E27FC236}">
                  <a16:creationId xmlns:a16="http://schemas.microsoft.com/office/drawing/2014/main" id="{340AEE65-6DC1-D81A-2991-ADAAA90336DC}"/>
                </a:ext>
              </a:extLst>
            </p:cNvPr>
            <p:cNvSpPr/>
            <p:nvPr/>
          </p:nvSpPr>
          <p:spPr>
            <a:xfrm>
              <a:off x="7914429" y="3355763"/>
              <a:ext cx="217311" cy="209235"/>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7" name="Rectangle 36">
              <a:extLst>
                <a:ext uri="{FF2B5EF4-FFF2-40B4-BE49-F238E27FC236}">
                  <a16:creationId xmlns:a16="http://schemas.microsoft.com/office/drawing/2014/main" id="{671EFD07-B9B3-860A-64FA-5E9E8643589A}"/>
                </a:ext>
              </a:extLst>
            </p:cNvPr>
            <p:cNvSpPr/>
            <p:nvPr/>
          </p:nvSpPr>
          <p:spPr>
            <a:xfrm>
              <a:off x="4897294" y="3385371"/>
              <a:ext cx="991489" cy="163267"/>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8" name="Rectangle 7">
              <a:extLst>
                <a:ext uri="{FF2B5EF4-FFF2-40B4-BE49-F238E27FC236}">
                  <a16:creationId xmlns:a16="http://schemas.microsoft.com/office/drawing/2014/main" id="{4DBA4062-5DE1-932E-AAAE-F7CF6F97B472}"/>
                </a:ext>
              </a:extLst>
            </p:cNvPr>
            <p:cNvSpPr/>
            <p:nvPr/>
          </p:nvSpPr>
          <p:spPr>
            <a:xfrm>
              <a:off x="3788597" y="2595895"/>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10" name="Connecteur droit avec flèche 9">
              <a:extLst>
                <a:ext uri="{FF2B5EF4-FFF2-40B4-BE49-F238E27FC236}">
                  <a16:creationId xmlns:a16="http://schemas.microsoft.com/office/drawing/2014/main" id="{2931468D-37E9-0670-51E9-2E075EE40F61}"/>
                </a:ext>
              </a:extLst>
            </p:cNvPr>
            <p:cNvCxnSpPr>
              <a:cxnSpLocks/>
              <a:stCxn id="8" idx="3"/>
              <a:endCxn id="22" idx="1"/>
            </p:cNvCxnSpPr>
            <p:nvPr/>
          </p:nvCxnSpPr>
          <p:spPr>
            <a:xfrm flipV="1">
              <a:off x="4076597" y="2736891"/>
              <a:ext cx="542215" cy="3004"/>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2AD67A39-BC66-17E5-DE73-11F592352D8D}"/>
                </a:ext>
              </a:extLst>
            </p:cNvPr>
            <p:cNvSpPr/>
            <p:nvPr/>
          </p:nvSpPr>
          <p:spPr>
            <a:xfrm>
              <a:off x="3813391" y="2983413"/>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33" name="Connecteur droit avec flèche 32">
              <a:extLst>
                <a:ext uri="{FF2B5EF4-FFF2-40B4-BE49-F238E27FC236}">
                  <a16:creationId xmlns:a16="http://schemas.microsoft.com/office/drawing/2014/main" id="{796C493D-A110-8341-7F3B-5A94B8DDC8CE}"/>
                </a:ext>
              </a:extLst>
            </p:cNvPr>
            <p:cNvCxnSpPr>
              <a:cxnSpLocks/>
            </p:cNvCxnSpPr>
            <p:nvPr/>
          </p:nvCxnSpPr>
          <p:spPr>
            <a:xfrm>
              <a:off x="4101391" y="3124889"/>
              <a:ext cx="475371" cy="1204"/>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E01511E2-2517-B9C0-B2B5-4CA528538BED}"/>
                </a:ext>
              </a:extLst>
            </p:cNvPr>
            <p:cNvSpPr/>
            <p:nvPr/>
          </p:nvSpPr>
          <p:spPr>
            <a:xfrm>
              <a:off x="6294900" y="1817726"/>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C</a:t>
              </a:r>
            </a:p>
          </p:txBody>
        </p:sp>
        <p:cxnSp>
          <p:nvCxnSpPr>
            <p:cNvPr id="43" name="Connecteur droit avec flèche 42">
              <a:extLst>
                <a:ext uri="{FF2B5EF4-FFF2-40B4-BE49-F238E27FC236}">
                  <a16:creationId xmlns:a16="http://schemas.microsoft.com/office/drawing/2014/main" id="{6D8FB68B-2BA4-9D81-2FB9-DC86625A9C4B}"/>
                </a:ext>
              </a:extLst>
            </p:cNvPr>
            <p:cNvCxnSpPr>
              <a:cxnSpLocks/>
              <a:stCxn id="42" idx="2"/>
              <a:endCxn id="23" idx="0"/>
            </p:cNvCxnSpPr>
            <p:nvPr/>
          </p:nvCxnSpPr>
          <p:spPr>
            <a:xfrm flipH="1">
              <a:off x="6431861" y="2105726"/>
              <a:ext cx="7039" cy="576052"/>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EDCD673C-883B-6CE3-817A-A11D3ADF69D5}"/>
                </a:ext>
              </a:extLst>
            </p:cNvPr>
            <p:cNvSpPr/>
            <p:nvPr/>
          </p:nvSpPr>
          <p:spPr>
            <a:xfrm>
              <a:off x="8283180" y="2991989"/>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E</a:t>
              </a:r>
            </a:p>
          </p:txBody>
        </p:sp>
        <p:cxnSp>
          <p:nvCxnSpPr>
            <p:cNvPr id="45" name="Connecteur droit avec flèche 44">
              <a:extLst>
                <a:ext uri="{FF2B5EF4-FFF2-40B4-BE49-F238E27FC236}">
                  <a16:creationId xmlns:a16="http://schemas.microsoft.com/office/drawing/2014/main" id="{FAA0B2ED-C2A1-FF70-8228-D7F65CB852D1}"/>
                </a:ext>
              </a:extLst>
            </p:cNvPr>
            <p:cNvCxnSpPr>
              <a:cxnSpLocks/>
              <a:stCxn id="44" idx="1"/>
            </p:cNvCxnSpPr>
            <p:nvPr/>
          </p:nvCxnSpPr>
          <p:spPr>
            <a:xfrm flipH="1">
              <a:off x="7840109" y="3135989"/>
              <a:ext cx="443071" cy="8511"/>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7DFEC35A-37F7-8CC1-9B3B-B285007570E0}"/>
                </a:ext>
              </a:extLst>
            </p:cNvPr>
            <p:cNvSpPr/>
            <p:nvPr/>
          </p:nvSpPr>
          <p:spPr>
            <a:xfrm>
              <a:off x="5678090" y="1817726"/>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D</a:t>
              </a:r>
            </a:p>
          </p:txBody>
        </p:sp>
        <p:cxnSp>
          <p:nvCxnSpPr>
            <p:cNvPr id="57" name="Connecteur droit avec flèche 56">
              <a:extLst>
                <a:ext uri="{FF2B5EF4-FFF2-40B4-BE49-F238E27FC236}">
                  <a16:creationId xmlns:a16="http://schemas.microsoft.com/office/drawing/2014/main" id="{B9A3B3C5-8568-ADBA-B01C-970620025C33}"/>
                </a:ext>
              </a:extLst>
            </p:cNvPr>
            <p:cNvCxnSpPr>
              <a:cxnSpLocks/>
              <a:stCxn id="56" idx="2"/>
              <a:endCxn id="18" idx="0"/>
            </p:cNvCxnSpPr>
            <p:nvPr/>
          </p:nvCxnSpPr>
          <p:spPr>
            <a:xfrm flipH="1">
              <a:off x="5819169" y="2105726"/>
              <a:ext cx="2921" cy="949687"/>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91" name="Ellipse 90">
              <a:extLst>
                <a:ext uri="{FF2B5EF4-FFF2-40B4-BE49-F238E27FC236}">
                  <a16:creationId xmlns:a16="http://schemas.microsoft.com/office/drawing/2014/main" id="{8F727F63-AC46-A1EA-7625-A8C8F5F9492B}"/>
                </a:ext>
              </a:extLst>
            </p:cNvPr>
            <p:cNvSpPr>
              <a:spLocks noChangeAspect="1"/>
            </p:cNvSpPr>
            <p:nvPr/>
          </p:nvSpPr>
          <p:spPr>
            <a:xfrm>
              <a:off x="5192271" y="1823979"/>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a:t>
              </a:r>
              <a:endParaRPr lang="fr-FR" sz="1600" b="1" noProof="0" dirty="0">
                <a:latin typeface="Barlow" panose="00000500000000000000" pitchFamily="2" charset="0"/>
              </a:endParaRPr>
            </a:p>
          </p:txBody>
        </p:sp>
        <p:cxnSp>
          <p:nvCxnSpPr>
            <p:cNvPr id="92" name="Connecteur droit avec flèche 91">
              <a:extLst>
                <a:ext uri="{FF2B5EF4-FFF2-40B4-BE49-F238E27FC236}">
                  <a16:creationId xmlns:a16="http://schemas.microsoft.com/office/drawing/2014/main" id="{2B57311C-3297-2012-D6D2-7BD1D9F66B45}"/>
                </a:ext>
              </a:extLst>
            </p:cNvPr>
            <p:cNvCxnSpPr>
              <a:cxnSpLocks/>
              <a:stCxn id="91" idx="4"/>
              <a:endCxn id="20" idx="0"/>
            </p:cNvCxnSpPr>
            <p:nvPr/>
          </p:nvCxnSpPr>
          <p:spPr>
            <a:xfrm flipH="1">
              <a:off x="5329221" y="2111979"/>
              <a:ext cx="7050" cy="335857"/>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93" name="Ellipse 92">
              <a:extLst>
                <a:ext uri="{FF2B5EF4-FFF2-40B4-BE49-F238E27FC236}">
                  <a16:creationId xmlns:a16="http://schemas.microsoft.com/office/drawing/2014/main" id="{EB2698E7-5340-B64B-002B-9336871D529C}"/>
                </a:ext>
              </a:extLst>
            </p:cNvPr>
            <p:cNvSpPr>
              <a:spLocks noChangeAspect="1"/>
            </p:cNvSpPr>
            <p:nvPr/>
          </p:nvSpPr>
          <p:spPr>
            <a:xfrm>
              <a:off x="5427025" y="5549291"/>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13</a:t>
              </a:r>
              <a:endParaRPr lang="fr-FR" sz="1600" b="1" noProof="0" dirty="0">
                <a:latin typeface="Barlow" panose="00000500000000000000" pitchFamily="2" charset="0"/>
              </a:endParaRPr>
            </a:p>
          </p:txBody>
        </p:sp>
        <p:cxnSp>
          <p:nvCxnSpPr>
            <p:cNvPr id="94" name="Connecteur droit avec flèche 93">
              <a:extLst>
                <a:ext uri="{FF2B5EF4-FFF2-40B4-BE49-F238E27FC236}">
                  <a16:creationId xmlns:a16="http://schemas.microsoft.com/office/drawing/2014/main" id="{8782D061-B82E-D9EA-D71F-858239B52711}"/>
                </a:ext>
              </a:extLst>
            </p:cNvPr>
            <p:cNvCxnSpPr>
              <a:cxnSpLocks/>
              <a:stCxn id="93" idx="0"/>
              <a:endCxn id="28" idx="2"/>
            </p:cNvCxnSpPr>
            <p:nvPr/>
          </p:nvCxnSpPr>
          <p:spPr>
            <a:xfrm flipH="1" flipV="1">
              <a:off x="5569590" y="5413300"/>
              <a:ext cx="1435" cy="135991"/>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95" name="Ellipse 94">
              <a:extLst>
                <a:ext uri="{FF2B5EF4-FFF2-40B4-BE49-F238E27FC236}">
                  <a16:creationId xmlns:a16="http://schemas.microsoft.com/office/drawing/2014/main" id="{003E7B13-885A-168C-0579-638AED1DB063}"/>
                </a:ext>
              </a:extLst>
            </p:cNvPr>
            <p:cNvSpPr>
              <a:spLocks noChangeAspect="1"/>
            </p:cNvSpPr>
            <p:nvPr/>
          </p:nvSpPr>
          <p:spPr>
            <a:xfrm>
              <a:off x="3813391" y="3473988"/>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4</a:t>
              </a:r>
              <a:endParaRPr lang="fr-FR" sz="1600" b="1" noProof="0" dirty="0">
                <a:latin typeface="Barlow" panose="00000500000000000000" pitchFamily="2" charset="0"/>
              </a:endParaRPr>
            </a:p>
          </p:txBody>
        </p:sp>
        <p:cxnSp>
          <p:nvCxnSpPr>
            <p:cNvPr id="96" name="Connecteur droit avec flèche 95">
              <a:extLst>
                <a:ext uri="{FF2B5EF4-FFF2-40B4-BE49-F238E27FC236}">
                  <a16:creationId xmlns:a16="http://schemas.microsoft.com/office/drawing/2014/main" id="{EB3FC98A-F8DD-BE9C-04C4-6DC7F7433219}"/>
                </a:ext>
              </a:extLst>
            </p:cNvPr>
            <p:cNvCxnSpPr>
              <a:cxnSpLocks/>
              <a:stCxn id="95" idx="6"/>
              <a:endCxn id="12" idx="1"/>
            </p:cNvCxnSpPr>
            <p:nvPr/>
          </p:nvCxnSpPr>
          <p:spPr>
            <a:xfrm flipV="1">
              <a:off x="4101391" y="3617848"/>
              <a:ext cx="240447" cy="140"/>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97" name="Ellipse 96">
              <a:extLst>
                <a:ext uri="{FF2B5EF4-FFF2-40B4-BE49-F238E27FC236}">
                  <a16:creationId xmlns:a16="http://schemas.microsoft.com/office/drawing/2014/main" id="{B484F593-CC42-DDC1-F130-CA7386965A4B}"/>
                </a:ext>
              </a:extLst>
            </p:cNvPr>
            <p:cNvSpPr>
              <a:spLocks noChangeAspect="1"/>
            </p:cNvSpPr>
            <p:nvPr/>
          </p:nvSpPr>
          <p:spPr>
            <a:xfrm>
              <a:off x="8287578" y="2595895"/>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2</a:t>
              </a:r>
              <a:endParaRPr lang="fr-FR" sz="1600" b="1" noProof="0" dirty="0">
                <a:latin typeface="Barlow" panose="00000500000000000000" pitchFamily="2" charset="0"/>
              </a:endParaRPr>
            </a:p>
          </p:txBody>
        </p:sp>
        <p:cxnSp>
          <p:nvCxnSpPr>
            <p:cNvPr id="98" name="Connecteur droit avec flèche 97">
              <a:extLst>
                <a:ext uri="{FF2B5EF4-FFF2-40B4-BE49-F238E27FC236}">
                  <a16:creationId xmlns:a16="http://schemas.microsoft.com/office/drawing/2014/main" id="{30DBC7C4-C5C3-6859-8C00-3D33B22947D2}"/>
                </a:ext>
              </a:extLst>
            </p:cNvPr>
            <p:cNvCxnSpPr>
              <a:cxnSpLocks/>
              <a:stCxn id="97" idx="2"/>
              <a:endCxn id="15" idx="3"/>
            </p:cNvCxnSpPr>
            <p:nvPr/>
          </p:nvCxnSpPr>
          <p:spPr>
            <a:xfrm flipH="1">
              <a:off x="7892556" y="2739895"/>
              <a:ext cx="395022" cy="9014"/>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05" name="Ellipse 104">
              <a:extLst>
                <a:ext uri="{FF2B5EF4-FFF2-40B4-BE49-F238E27FC236}">
                  <a16:creationId xmlns:a16="http://schemas.microsoft.com/office/drawing/2014/main" id="{2C0E14A9-616D-4C45-A004-B120A628D68F}"/>
                </a:ext>
              </a:extLst>
            </p:cNvPr>
            <p:cNvSpPr>
              <a:spLocks noChangeAspect="1"/>
            </p:cNvSpPr>
            <p:nvPr/>
          </p:nvSpPr>
          <p:spPr>
            <a:xfrm>
              <a:off x="6164615" y="554574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14</a:t>
              </a:r>
              <a:endParaRPr lang="fr-FR" sz="1600" b="1" noProof="0" dirty="0">
                <a:latin typeface="Barlow" panose="00000500000000000000" pitchFamily="2" charset="0"/>
              </a:endParaRPr>
            </a:p>
          </p:txBody>
        </p:sp>
        <p:cxnSp>
          <p:nvCxnSpPr>
            <p:cNvPr id="106" name="Connecteur droit avec flèche 105">
              <a:extLst>
                <a:ext uri="{FF2B5EF4-FFF2-40B4-BE49-F238E27FC236}">
                  <a16:creationId xmlns:a16="http://schemas.microsoft.com/office/drawing/2014/main" id="{50809603-8C1E-64E2-6FC0-F05514C264B8}"/>
                </a:ext>
              </a:extLst>
            </p:cNvPr>
            <p:cNvCxnSpPr>
              <a:cxnSpLocks/>
              <a:stCxn id="105" idx="0"/>
              <a:endCxn id="29" idx="2"/>
            </p:cNvCxnSpPr>
            <p:nvPr/>
          </p:nvCxnSpPr>
          <p:spPr>
            <a:xfrm flipV="1">
              <a:off x="6308615" y="5408211"/>
              <a:ext cx="0" cy="137533"/>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07" name="Ellipse 106">
              <a:extLst>
                <a:ext uri="{FF2B5EF4-FFF2-40B4-BE49-F238E27FC236}">
                  <a16:creationId xmlns:a16="http://schemas.microsoft.com/office/drawing/2014/main" id="{27EECF23-6168-3251-7851-AC476FDF98DB}"/>
                </a:ext>
              </a:extLst>
            </p:cNvPr>
            <p:cNvSpPr>
              <a:spLocks noChangeAspect="1"/>
            </p:cNvSpPr>
            <p:nvPr/>
          </p:nvSpPr>
          <p:spPr>
            <a:xfrm>
              <a:off x="6811596" y="5549291"/>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15</a:t>
              </a:r>
              <a:endParaRPr lang="fr-FR" sz="1600" b="1" noProof="0" dirty="0">
                <a:latin typeface="Barlow" panose="00000500000000000000" pitchFamily="2" charset="0"/>
              </a:endParaRPr>
            </a:p>
          </p:txBody>
        </p:sp>
        <p:cxnSp>
          <p:nvCxnSpPr>
            <p:cNvPr id="108" name="Connecteur droit avec flèche 107">
              <a:extLst>
                <a:ext uri="{FF2B5EF4-FFF2-40B4-BE49-F238E27FC236}">
                  <a16:creationId xmlns:a16="http://schemas.microsoft.com/office/drawing/2014/main" id="{61F6B914-9F03-2359-3629-0777F1FF0F48}"/>
                </a:ext>
              </a:extLst>
            </p:cNvPr>
            <p:cNvCxnSpPr>
              <a:cxnSpLocks/>
              <a:stCxn id="107" idx="0"/>
              <a:endCxn id="27" idx="2"/>
            </p:cNvCxnSpPr>
            <p:nvPr/>
          </p:nvCxnSpPr>
          <p:spPr>
            <a:xfrm flipV="1">
              <a:off x="6955596" y="5413300"/>
              <a:ext cx="0" cy="135991"/>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20" name="Ellipse 119">
              <a:extLst>
                <a:ext uri="{FF2B5EF4-FFF2-40B4-BE49-F238E27FC236}">
                  <a16:creationId xmlns:a16="http://schemas.microsoft.com/office/drawing/2014/main" id="{AF1127CB-D196-E4FC-C65E-CAEBDF5AC2F7}"/>
                </a:ext>
              </a:extLst>
            </p:cNvPr>
            <p:cNvSpPr>
              <a:spLocks noChangeAspect="1"/>
            </p:cNvSpPr>
            <p:nvPr/>
          </p:nvSpPr>
          <p:spPr>
            <a:xfrm>
              <a:off x="8277273" y="3314847"/>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12</a:t>
              </a:r>
              <a:endParaRPr lang="fr-FR" sz="1600" b="1" noProof="0" dirty="0">
                <a:latin typeface="Barlow" panose="00000500000000000000" pitchFamily="2" charset="0"/>
              </a:endParaRPr>
            </a:p>
          </p:txBody>
        </p:sp>
        <p:cxnSp>
          <p:nvCxnSpPr>
            <p:cNvPr id="121" name="Connecteur droit avec flèche 120">
              <a:extLst>
                <a:ext uri="{FF2B5EF4-FFF2-40B4-BE49-F238E27FC236}">
                  <a16:creationId xmlns:a16="http://schemas.microsoft.com/office/drawing/2014/main" id="{CE03056C-A781-D02F-6FBB-23110D064E22}"/>
                </a:ext>
              </a:extLst>
            </p:cNvPr>
            <p:cNvCxnSpPr>
              <a:cxnSpLocks/>
              <a:stCxn id="120" idx="2"/>
              <a:endCxn id="35" idx="3"/>
            </p:cNvCxnSpPr>
            <p:nvPr/>
          </p:nvCxnSpPr>
          <p:spPr>
            <a:xfrm flipH="1">
              <a:off x="8131740" y="3458847"/>
              <a:ext cx="145533" cy="1534"/>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25" name="Ellipse 124">
              <a:extLst>
                <a:ext uri="{FF2B5EF4-FFF2-40B4-BE49-F238E27FC236}">
                  <a16:creationId xmlns:a16="http://schemas.microsoft.com/office/drawing/2014/main" id="{74FCC034-54FA-FD80-64C3-B82D9C8C9A72}"/>
                </a:ext>
              </a:extLst>
            </p:cNvPr>
            <p:cNvSpPr>
              <a:spLocks noChangeAspect="1"/>
            </p:cNvSpPr>
            <p:nvPr/>
          </p:nvSpPr>
          <p:spPr>
            <a:xfrm>
              <a:off x="8287578" y="3940918"/>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6</a:t>
              </a:r>
              <a:endParaRPr lang="fr-FR" sz="1600" b="1" noProof="0" dirty="0">
                <a:latin typeface="Barlow" panose="00000500000000000000" pitchFamily="2" charset="0"/>
              </a:endParaRPr>
            </a:p>
          </p:txBody>
        </p:sp>
        <p:cxnSp>
          <p:nvCxnSpPr>
            <p:cNvPr id="126" name="Connecteur droit avec flèche 125">
              <a:extLst>
                <a:ext uri="{FF2B5EF4-FFF2-40B4-BE49-F238E27FC236}">
                  <a16:creationId xmlns:a16="http://schemas.microsoft.com/office/drawing/2014/main" id="{426894C5-2673-CE40-D727-EB03BDBE3414}"/>
                </a:ext>
              </a:extLst>
            </p:cNvPr>
            <p:cNvCxnSpPr>
              <a:cxnSpLocks/>
              <a:stCxn id="125" idx="2"/>
              <a:endCxn id="32" idx="3"/>
            </p:cNvCxnSpPr>
            <p:nvPr/>
          </p:nvCxnSpPr>
          <p:spPr>
            <a:xfrm flipH="1">
              <a:off x="8113670" y="4084918"/>
              <a:ext cx="173908" cy="1258"/>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27" name="Ellipse 126">
              <a:extLst>
                <a:ext uri="{FF2B5EF4-FFF2-40B4-BE49-F238E27FC236}">
                  <a16:creationId xmlns:a16="http://schemas.microsoft.com/office/drawing/2014/main" id="{A6F37D8D-B0D4-976A-D56B-D19D725E79A3}"/>
                </a:ext>
              </a:extLst>
            </p:cNvPr>
            <p:cNvSpPr>
              <a:spLocks noChangeAspect="1"/>
            </p:cNvSpPr>
            <p:nvPr/>
          </p:nvSpPr>
          <p:spPr>
            <a:xfrm>
              <a:off x="8090067" y="415318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7</a:t>
              </a:r>
              <a:endParaRPr lang="fr-FR" sz="1600" b="1" noProof="0" dirty="0">
                <a:latin typeface="Barlow" panose="00000500000000000000" pitchFamily="2" charset="0"/>
              </a:endParaRPr>
            </a:p>
          </p:txBody>
        </p:sp>
        <p:cxnSp>
          <p:nvCxnSpPr>
            <p:cNvPr id="128" name="Connecteur droit avec flèche 127">
              <a:extLst>
                <a:ext uri="{FF2B5EF4-FFF2-40B4-BE49-F238E27FC236}">
                  <a16:creationId xmlns:a16="http://schemas.microsoft.com/office/drawing/2014/main" id="{A2E33F74-5F8D-0A51-9FF8-E1F12592CD56}"/>
                </a:ext>
              </a:extLst>
            </p:cNvPr>
            <p:cNvCxnSpPr>
              <a:cxnSpLocks/>
              <a:stCxn id="127" idx="2"/>
              <a:endCxn id="34" idx="3"/>
            </p:cNvCxnSpPr>
            <p:nvPr/>
          </p:nvCxnSpPr>
          <p:spPr>
            <a:xfrm flipH="1">
              <a:off x="7288905" y="4297180"/>
              <a:ext cx="801162" cy="4146"/>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38" name="Ellipse 137">
              <a:extLst>
                <a:ext uri="{FF2B5EF4-FFF2-40B4-BE49-F238E27FC236}">
                  <a16:creationId xmlns:a16="http://schemas.microsoft.com/office/drawing/2014/main" id="{307D425D-EC8C-0284-4645-D77DFF048423}"/>
                </a:ext>
              </a:extLst>
            </p:cNvPr>
            <p:cNvSpPr>
              <a:spLocks noChangeAspect="1"/>
            </p:cNvSpPr>
            <p:nvPr/>
          </p:nvSpPr>
          <p:spPr>
            <a:xfrm>
              <a:off x="6308962" y="3326221"/>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3</a:t>
              </a:r>
              <a:endParaRPr lang="fr-FR" sz="1600" b="1" noProof="0" dirty="0">
                <a:latin typeface="Barlow" panose="00000500000000000000" pitchFamily="2" charset="0"/>
              </a:endParaRPr>
            </a:p>
          </p:txBody>
        </p:sp>
        <p:cxnSp>
          <p:nvCxnSpPr>
            <p:cNvPr id="139" name="Connecteur droit avec flèche 138">
              <a:extLst>
                <a:ext uri="{FF2B5EF4-FFF2-40B4-BE49-F238E27FC236}">
                  <a16:creationId xmlns:a16="http://schemas.microsoft.com/office/drawing/2014/main" id="{3CC71D88-48E6-58D8-1791-C51D9B84387B}"/>
                </a:ext>
              </a:extLst>
            </p:cNvPr>
            <p:cNvCxnSpPr>
              <a:cxnSpLocks/>
              <a:stCxn id="138" idx="2"/>
              <a:endCxn id="37" idx="3"/>
            </p:cNvCxnSpPr>
            <p:nvPr/>
          </p:nvCxnSpPr>
          <p:spPr>
            <a:xfrm flipH="1" flipV="1">
              <a:off x="5888783" y="3467005"/>
              <a:ext cx="420179" cy="3216"/>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42" name="Ellipse 141">
              <a:extLst>
                <a:ext uri="{FF2B5EF4-FFF2-40B4-BE49-F238E27FC236}">
                  <a16:creationId xmlns:a16="http://schemas.microsoft.com/office/drawing/2014/main" id="{777F8488-0075-2FB3-4ABB-3204D95E710D}"/>
                </a:ext>
              </a:extLst>
            </p:cNvPr>
            <p:cNvSpPr>
              <a:spLocks noChangeAspect="1"/>
            </p:cNvSpPr>
            <p:nvPr/>
          </p:nvSpPr>
          <p:spPr>
            <a:xfrm>
              <a:off x="8287578" y="3652918"/>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5</a:t>
              </a:r>
              <a:endParaRPr lang="fr-FR" sz="1600" b="1" noProof="0" dirty="0">
                <a:latin typeface="Barlow" panose="00000500000000000000" pitchFamily="2" charset="0"/>
              </a:endParaRPr>
            </a:p>
          </p:txBody>
        </p:sp>
        <p:cxnSp>
          <p:nvCxnSpPr>
            <p:cNvPr id="143" name="Connecteur droit avec flèche 142">
              <a:extLst>
                <a:ext uri="{FF2B5EF4-FFF2-40B4-BE49-F238E27FC236}">
                  <a16:creationId xmlns:a16="http://schemas.microsoft.com/office/drawing/2014/main" id="{102835BA-E2F7-F601-0DA9-2C08B101F318}"/>
                </a:ext>
              </a:extLst>
            </p:cNvPr>
            <p:cNvCxnSpPr>
              <a:cxnSpLocks/>
              <a:stCxn id="142" idx="2"/>
              <a:endCxn id="14" idx="3"/>
            </p:cNvCxnSpPr>
            <p:nvPr/>
          </p:nvCxnSpPr>
          <p:spPr>
            <a:xfrm flipH="1">
              <a:off x="8099425" y="3796918"/>
              <a:ext cx="188153" cy="0"/>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628AECF0-6191-87ED-1EDF-587E198B8BA5}"/>
                </a:ext>
              </a:extLst>
            </p:cNvPr>
            <p:cNvSpPr/>
            <p:nvPr/>
          </p:nvSpPr>
          <p:spPr>
            <a:xfrm>
              <a:off x="5620444" y="4705475"/>
              <a:ext cx="1668461" cy="131917"/>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2" name="Ellipse 51">
              <a:extLst>
                <a:ext uri="{FF2B5EF4-FFF2-40B4-BE49-F238E27FC236}">
                  <a16:creationId xmlns:a16="http://schemas.microsoft.com/office/drawing/2014/main" id="{566B1053-609E-135B-8940-F21CF5EF1DF5}"/>
                </a:ext>
              </a:extLst>
            </p:cNvPr>
            <p:cNvSpPr>
              <a:spLocks noChangeAspect="1"/>
            </p:cNvSpPr>
            <p:nvPr/>
          </p:nvSpPr>
          <p:spPr>
            <a:xfrm>
              <a:off x="5145769" y="462743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9</a:t>
              </a:r>
              <a:endParaRPr lang="fr-FR" sz="1600" b="1" noProof="0" dirty="0">
                <a:latin typeface="Barlow" panose="00000500000000000000" pitchFamily="2" charset="0"/>
              </a:endParaRPr>
            </a:p>
          </p:txBody>
        </p:sp>
        <p:cxnSp>
          <p:nvCxnSpPr>
            <p:cNvPr id="53" name="Connecteur droit avec flèche 52">
              <a:extLst>
                <a:ext uri="{FF2B5EF4-FFF2-40B4-BE49-F238E27FC236}">
                  <a16:creationId xmlns:a16="http://schemas.microsoft.com/office/drawing/2014/main" id="{C9B7FB46-3F60-E5AD-14D4-E7F51BB5823D}"/>
                </a:ext>
              </a:extLst>
            </p:cNvPr>
            <p:cNvCxnSpPr>
              <a:cxnSpLocks/>
              <a:stCxn id="52" idx="6"/>
              <a:endCxn id="51" idx="1"/>
            </p:cNvCxnSpPr>
            <p:nvPr/>
          </p:nvCxnSpPr>
          <p:spPr>
            <a:xfrm>
              <a:off x="5433769" y="4771434"/>
              <a:ext cx="186675" cy="0"/>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9476D7AF-43DF-48E1-E3C9-78458368B617}"/>
                </a:ext>
              </a:extLst>
            </p:cNvPr>
            <p:cNvSpPr/>
            <p:nvPr/>
          </p:nvSpPr>
          <p:spPr>
            <a:xfrm>
              <a:off x="5614180" y="4460106"/>
              <a:ext cx="1668461" cy="131917"/>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5" name="Ellipse 54">
              <a:extLst>
                <a:ext uri="{FF2B5EF4-FFF2-40B4-BE49-F238E27FC236}">
                  <a16:creationId xmlns:a16="http://schemas.microsoft.com/office/drawing/2014/main" id="{E0FD1DB4-7898-33F6-FE7E-438AB504B233}"/>
                </a:ext>
              </a:extLst>
            </p:cNvPr>
            <p:cNvSpPr>
              <a:spLocks noChangeAspect="1"/>
            </p:cNvSpPr>
            <p:nvPr/>
          </p:nvSpPr>
          <p:spPr>
            <a:xfrm>
              <a:off x="4904271" y="4377782"/>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8</a:t>
              </a:r>
              <a:endParaRPr lang="fr-FR" sz="1600" b="1" noProof="0" dirty="0">
                <a:latin typeface="Barlow" panose="00000500000000000000" pitchFamily="2" charset="0"/>
              </a:endParaRPr>
            </a:p>
          </p:txBody>
        </p:sp>
        <p:cxnSp>
          <p:nvCxnSpPr>
            <p:cNvPr id="58" name="Connecteur droit avec flèche 57">
              <a:extLst>
                <a:ext uri="{FF2B5EF4-FFF2-40B4-BE49-F238E27FC236}">
                  <a16:creationId xmlns:a16="http://schemas.microsoft.com/office/drawing/2014/main" id="{46663AC7-0A09-B20B-9AEF-43F72C76263D}"/>
                </a:ext>
              </a:extLst>
            </p:cNvPr>
            <p:cNvCxnSpPr>
              <a:cxnSpLocks/>
              <a:endCxn id="54" idx="1"/>
            </p:cNvCxnSpPr>
            <p:nvPr/>
          </p:nvCxnSpPr>
          <p:spPr>
            <a:xfrm>
              <a:off x="5192271" y="4526065"/>
              <a:ext cx="421909" cy="0"/>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01" name="Rectangle 100">
              <a:extLst>
                <a:ext uri="{FF2B5EF4-FFF2-40B4-BE49-F238E27FC236}">
                  <a16:creationId xmlns:a16="http://schemas.microsoft.com/office/drawing/2014/main" id="{08D654ED-0E02-72F9-6C93-9296D5FC78AD}"/>
                </a:ext>
              </a:extLst>
            </p:cNvPr>
            <p:cNvSpPr/>
            <p:nvPr/>
          </p:nvSpPr>
          <p:spPr>
            <a:xfrm>
              <a:off x="7324565" y="4460107"/>
              <a:ext cx="705130" cy="136752"/>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02" name="Ellipse 101">
              <a:extLst>
                <a:ext uri="{FF2B5EF4-FFF2-40B4-BE49-F238E27FC236}">
                  <a16:creationId xmlns:a16="http://schemas.microsoft.com/office/drawing/2014/main" id="{574190B8-B501-504B-BF6B-826204A2BFDF}"/>
                </a:ext>
              </a:extLst>
            </p:cNvPr>
            <p:cNvSpPr>
              <a:spLocks noChangeAspect="1"/>
            </p:cNvSpPr>
            <p:nvPr/>
          </p:nvSpPr>
          <p:spPr>
            <a:xfrm>
              <a:off x="8302067" y="4384483"/>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10</a:t>
              </a:r>
              <a:endParaRPr lang="fr-FR" sz="1600" b="1" noProof="0" dirty="0">
                <a:latin typeface="Barlow" panose="00000500000000000000" pitchFamily="2" charset="0"/>
              </a:endParaRPr>
            </a:p>
          </p:txBody>
        </p:sp>
        <p:cxnSp>
          <p:nvCxnSpPr>
            <p:cNvPr id="103" name="Connecteur droit avec flèche 102">
              <a:extLst>
                <a:ext uri="{FF2B5EF4-FFF2-40B4-BE49-F238E27FC236}">
                  <a16:creationId xmlns:a16="http://schemas.microsoft.com/office/drawing/2014/main" id="{C93EF874-D705-A286-59CF-37263F55C31C}"/>
                </a:ext>
              </a:extLst>
            </p:cNvPr>
            <p:cNvCxnSpPr>
              <a:cxnSpLocks/>
              <a:stCxn id="102" idx="2"/>
              <a:endCxn id="101" idx="3"/>
            </p:cNvCxnSpPr>
            <p:nvPr/>
          </p:nvCxnSpPr>
          <p:spPr>
            <a:xfrm flipH="1">
              <a:off x="8029695" y="4528483"/>
              <a:ext cx="272372" cy="0"/>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11" name="Rectangle 110">
              <a:extLst>
                <a:ext uri="{FF2B5EF4-FFF2-40B4-BE49-F238E27FC236}">
                  <a16:creationId xmlns:a16="http://schemas.microsoft.com/office/drawing/2014/main" id="{BC842242-A50D-5FFB-089D-35917B4B396F}"/>
                </a:ext>
              </a:extLst>
            </p:cNvPr>
            <p:cNvSpPr/>
            <p:nvPr/>
          </p:nvSpPr>
          <p:spPr>
            <a:xfrm>
              <a:off x="7322680" y="4700856"/>
              <a:ext cx="849770" cy="136752"/>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12" name="Ellipse 111">
              <a:extLst>
                <a:ext uri="{FF2B5EF4-FFF2-40B4-BE49-F238E27FC236}">
                  <a16:creationId xmlns:a16="http://schemas.microsoft.com/office/drawing/2014/main" id="{3710E5A6-3B41-24BF-6F7E-3DB7816E7AC7}"/>
                </a:ext>
              </a:extLst>
            </p:cNvPr>
            <p:cNvSpPr>
              <a:spLocks noChangeAspect="1"/>
            </p:cNvSpPr>
            <p:nvPr/>
          </p:nvSpPr>
          <p:spPr>
            <a:xfrm>
              <a:off x="7604556" y="554574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11</a:t>
              </a:r>
              <a:endParaRPr lang="fr-FR" sz="1600" b="1" noProof="0" dirty="0">
                <a:latin typeface="Barlow" panose="00000500000000000000" pitchFamily="2" charset="0"/>
              </a:endParaRPr>
            </a:p>
          </p:txBody>
        </p:sp>
        <p:cxnSp>
          <p:nvCxnSpPr>
            <p:cNvPr id="113" name="Connecteur droit avec flèche 112">
              <a:extLst>
                <a:ext uri="{FF2B5EF4-FFF2-40B4-BE49-F238E27FC236}">
                  <a16:creationId xmlns:a16="http://schemas.microsoft.com/office/drawing/2014/main" id="{0EE25F21-3EA3-D15D-5EB6-4EF40A35D0F0}"/>
                </a:ext>
              </a:extLst>
            </p:cNvPr>
            <p:cNvCxnSpPr>
              <a:cxnSpLocks/>
              <a:stCxn id="112" idx="0"/>
              <a:endCxn id="111" idx="2"/>
            </p:cNvCxnSpPr>
            <p:nvPr/>
          </p:nvCxnSpPr>
          <p:spPr>
            <a:xfrm flipH="1" flipV="1">
              <a:off x="7747565" y="4837608"/>
              <a:ext cx="991" cy="708136"/>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133" name="Groupe 132">
            <a:extLst>
              <a:ext uri="{FF2B5EF4-FFF2-40B4-BE49-F238E27FC236}">
                <a16:creationId xmlns:a16="http://schemas.microsoft.com/office/drawing/2014/main" id="{A5943343-DF5F-1CEB-8CA2-5C98972874F8}"/>
              </a:ext>
            </a:extLst>
          </p:cNvPr>
          <p:cNvGrpSpPr/>
          <p:nvPr/>
        </p:nvGrpSpPr>
        <p:grpSpPr>
          <a:xfrm>
            <a:off x="8541833" y="2610914"/>
            <a:ext cx="3429375" cy="360000"/>
            <a:chOff x="1076957" y="5514260"/>
            <a:chExt cx="3429375" cy="360000"/>
          </a:xfrm>
        </p:grpSpPr>
        <p:sp>
          <p:nvSpPr>
            <p:cNvPr id="134" name="Rectangle : coins arrondis 133">
              <a:extLst>
                <a:ext uri="{FF2B5EF4-FFF2-40B4-BE49-F238E27FC236}">
                  <a16:creationId xmlns:a16="http://schemas.microsoft.com/office/drawing/2014/main" id="{B14E59A1-E60B-2E80-593B-B43A3872B005}"/>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35" name="Rectangle : coins arrondis 134">
              <a:extLst>
                <a:ext uri="{FF2B5EF4-FFF2-40B4-BE49-F238E27FC236}">
                  <a16:creationId xmlns:a16="http://schemas.microsoft.com/office/drawing/2014/main" id="{90CC7554-7D47-40C0-A08D-F78463391FE2}"/>
                </a:ext>
              </a:extLst>
            </p:cNvPr>
            <p:cNvSpPr/>
            <p:nvPr/>
          </p:nvSpPr>
          <p:spPr>
            <a:xfrm>
              <a:off x="1410332" y="5515015"/>
              <a:ext cx="3096000"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Répertoire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Répertoire FTP racine sur le site distant.</a:t>
              </a:r>
            </a:p>
          </p:txBody>
        </p:sp>
        <p:cxnSp>
          <p:nvCxnSpPr>
            <p:cNvPr id="136" name="Connecteur droit 135">
              <a:extLst>
                <a:ext uri="{FF2B5EF4-FFF2-40B4-BE49-F238E27FC236}">
                  <a16:creationId xmlns:a16="http://schemas.microsoft.com/office/drawing/2014/main" id="{98FF4F2B-DCF1-F040-EA75-70D66A49A3B6}"/>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137" name="Ellipse 136">
              <a:extLst>
                <a:ext uri="{FF2B5EF4-FFF2-40B4-BE49-F238E27FC236}">
                  <a16:creationId xmlns:a16="http://schemas.microsoft.com/office/drawing/2014/main" id="{29C407A3-F6AC-DA26-C04D-2A8B77481783}"/>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7</a:t>
              </a:r>
              <a:endParaRPr lang="fr-FR" sz="1600" b="1" noProof="0" dirty="0"/>
            </a:p>
          </p:txBody>
        </p:sp>
      </p:grpSp>
      <p:grpSp>
        <p:nvGrpSpPr>
          <p:cNvPr id="147" name="Groupe 146">
            <a:extLst>
              <a:ext uri="{FF2B5EF4-FFF2-40B4-BE49-F238E27FC236}">
                <a16:creationId xmlns:a16="http://schemas.microsoft.com/office/drawing/2014/main" id="{0624C94B-4A91-50E1-FBD0-EB1D2589B950}"/>
              </a:ext>
            </a:extLst>
          </p:cNvPr>
          <p:cNvGrpSpPr/>
          <p:nvPr/>
        </p:nvGrpSpPr>
        <p:grpSpPr>
          <a:xfrm>
            <a:off x="8541833" y="3069986"/>
            <a:ext cx="3429375" cy="360000"/>
            <a:chOff x="1076957" y="5514260"/>
            <a:chExt cx="3429375" cy="360000"/>
          </a:xfrm>
        </p:grpSpPr>
        <p:sp>
          <p:nvSpPr>
            <p:cNvPr id="148" name="Rectangle : coins arrondis 147">
              <a:extLst>
                <a:ext uri="{FF2B5EF4-FFF2-40B4-BE49-F238E27FC236}">
                  <a16:creationId xmlns:a16="http://schemas.microsoft.com/office/drawing/2014/main" id="{84289DDC-6210-DC9C-33F2-3ADB96F182FD}"/>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49" name="Rectangle : coins arrondis 148">
              <a:extLst>
                <a:ext uri="{FF2B5EF4-FFF2-40B4-BE49-F238E27FC236}">
                  <a16:creationId xmlns:a16="http://schemas.microsoft.com/office/drawing/2014/main" id="{D1802280-158A-E1D6-3CB5-D57C5BBC5FE7}"/>
                </a:ext>
              </a:extLst>
            </p:cNvPr>
            <p:cNvSpPr/>
            <p:nvPr/>
          </p:nvSpPr>
          <p:spPr>
            <a:xfrm>
              <a:off x="1410332" y="5515015"/>
              <a:ext cx="3096000"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Login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Identifiant de connexion FTP.</a:t>
              </a:r>
            </a:p>
          </p:txBody>
        </p:sp>
        <p:cxnSp>
          <p:nvCxnSpPr>
            <p:cNvPr id="150" name="Connecteur droit 149">
              <a:extLst>
                <a:ext uri="{FF2B5EF4-FFF2-40B4-BE49-F238E27FC236}">
                  <a16:creationId xmlns:a16="http://schemas.microsoft.com/office/drawing/2014/main" id="{23877656-54FB-BBA5-6E61-6E260A3D94E5}"/>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175" name="Ellipse 174">
              <a:extLst>
                <a:ext uri="{FF2B5EF4-FFF2-40B4-BE49-F238E27FC236}">
                  <a16:creationId xmlns:a16="http://schemas.microsoft.com/office/drawing/2014/main" id="{A2D7B263-7F89-58F5-BCB9-305F8E666913}"/>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600" b="1" noProof="0" dirty="0"/>
                <a:t>8</a:t>
              </a:r>
            </a:p>
          </p:txBody>
        </p:sp>
      </p:grpSp>
      <p:grpSp>
        <p:nvGrpSpPr>
          <p:cNvPr id="176" name="Groupe 175">
            <a:extLst>
              <a:ext uri="{FF2B5EF4-FFF2-40B4-BE49-F238E27FC236}">
                <a16:creationId xmlns:a16="http://schemas.microsoft.com/office/drawing/2014/main" id="{761D7C0A-4620-F7E9-3558-4FD8F59B9BCA}"/>
              </a:ext>
            </a:extLst>
          </p:cNvPr>
          <p:cNvGrpSpPr/>
          <p:nvPr/>
        </p:nvGrpSpPr>
        <p:grpSpPr>
          <a:xfrm>
            <a:off x="8541832" y="3988130"/>
            <a:ext cx="3429376" cy="557747"/>
            <a:chOff x="6718452" y="1719483"/>
            <a:chExt cx="3429376" cy="557747"/>
          </a:xfrm>
        </p:grpSpPr>
        <p:grpSp>
          <p:nvGrpSpPr>
            <p:cNvPr id="177" name="Groupe 176">
              <a:extLst>
                <a:ext uri="{FF2B5EF4-FFF2-40B4-BE49-F238E27FC236}">
                  <a16:creationId xmlns:a16="http://schemas.microsoft.com/office/drawing/2014/main" id="{33732DDD-05A4-CD10-D690-41D4196F29CC}"/>
                </a:ext>
              </a:extLst>
            </p:cNvPr>
            <p:cNvGrpSpPr/>
            <p:nvPr/>
          </p:nvGrpSpPr>
          <p:grpSpPr>
            <a:xfrm>
              <a:off x="6718452" y="1719483"/>
              <a:ext cx="3429376" cy="557747"/>
              <a:chOff x="5346700" y="1873408"/>
              <a:chExt cx="3429376" cy="557747"/>
            </a:xfrm>
          </p:grpSpPr>
          <p:sp>
            <p:nvSpPr>
              <p:cNvPr id="179" name="Rectangle : coins arrondis 178">
                <a:extLst>
                  <a:ext uri="{FF2B5EF4-FFF2-40B4-BE49-F238E27FC236}">
                    <a16:creationId xmlns:a16="http://schemas.microsoft.com/office/drawing/2014/main" id="{743455B4-6653-74FE-EBC7-4182CD6E1B4E}"/>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80" name="Rectangle : coins arrondis 179">
                <a:extLst>
                  <a:ext uri="{FF2B5EF4-FFF2-40B4-BE49-F238E27FC236}">
                    <a16:creationId xmlns:a16="http://schemas.microsoft.com/office/drawing/2014/main" id="{A80BCD12-C2A2-29FD-5502-6A18B7597B62}"/>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Mode FTP actif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Active le mode FTP Actif (selon fournisseur).</a:t>
                </a:r>
              </a:p>
            </p:txBody>
          </p:sp>
          <p:cxnSp>
            <p:nvCxnSpPr>
              <p:cNvPr id="186" name="Connecteur droit 185">
                <a:extLst>
                  <a:ext uri="{FF2B5EF4-FFF2-40B4-BE49-F238E27FC236}">
                    <a16:creationId xmlns:a16="http://schemas.microsoft.com/office/drawing/2014/main" id="{96691AAE-7459-6729-ADFE-64015FC2DA00}"/>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78" name="Ellipse 177">
              <a:extLst>
                <a:ext uri="{FF2B5EF4-FFF2-40B4-BE49-F238E27FC236}">
                  <a16:creationId xmlns:a16="http://schemas.microsoft.com/office/drawing/2014/main" id="{2B30A335-BC4A-2F06-1360-5549C0A19A83}"/>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10</a:t>
              </a:r>
              <a:endParaRPr lang="fr-FR" sz="1600" b="1" noProof="0" dirty="0"/>
            </a:p>
          </p:txBody>
        </p:sp>
      </p:grpSp>
      <p:grpSp>
        <p:nvGrpSpPr>
          <p:cNvPr id="187" name="Groupe 186">
            <a:extLst>
              <a:ext uri="{FF2B5EF4-FFF2-40B4-BE49-F238E27FC236}">
                <a16:creationId xmlns:a16="http://schemas.microsoft.com/office/drawing/2014/main" id="{CA076BF8-1331-CE1C-E585-FAF066D74BA5}"/>
              </a:ext>
            </a:extLst>
          </p:cNvPr>
          <p:cNvGrpSpPr/>
          <p:nvPr/>
        </p:nvGrpSpPr>
        <p:grpSpPr>
          <a:xfrm>
            <a:off x="8541832" y="4644949"/>
            <a:ext cx="3429376" cy="557747"/>
            <a:chOff x="6718452" y="1719483"/>
            <a:chExt cx="3429376" cy="557747"/>
          </a:xfrm>
        </p:grpSpPr>
        <p:grpSp>
          <p:nvGrpSpPr>
            <p:cNvPr id="188" name="Groupe 187">
              <a:extLst>
                <a:ext uri="{FF2B5EF4-FFF2-40B4-BE49-F238E27FC236}">
                  <a16:creationId xmlns:a16="http://schemas.microsoft.com/office/drawing/2014/main" id="{878BF8CF-4C35-E922-7BA3-B70A2ECBBF36}"/>
                </a:ext>
              </a:extLst>
            </p:cNvPr>
            <p:cNvGrpSpPr/>
            <p:nvPr/>
          </p:nvGrpSpPr>
          <p:grpSpPr>
            <a:xfrm>
              <a:off x="6718452" y="1719483"/>
              <a:ext cx="3429376" cy="557747"/>
              <a:chOff x="5346700" y="1873408"/>
              <a:chExt cx="3429376" cy="557747"/>
            </a:xfrm>
          </p:grpSpPr>
          <p:sp>
            <p:nvSpPr>
              <p:cNvPr id="190" name="Rectangle : coins arrondis 189">
                <a:extLst>
                  <a:ext uri="{FF2B5EF4-FFF2-40B4-BE49-F238E27FC236}">
                    <a16:creationId xmlns:a16="http://schemas.microsoft.com/office/drawing/2014/main" id="{3EC77337-032B-1FD7-3A2D-BC21F2C190A5}"/>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20" name="Rectangle : coins arrondis 219">
                <a:extLst>
                  <a:ext uri="{FF2B5EF4-FFF2-40B4-BE49-F238E27FC236}">
                    <a16:creationId xmlns:a16="http://schemas.microsoft.com/office/drawing/2014/main" id="{96EA8489-7518-F211-8D0E-E2D5D55EBC6B}"/>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Synchronisation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Active la synchronisation des différences.</a:t>
                </a:r>
              </a:p>
            </p:txBody>
          </p:sp>
          <p:cxnSp>
            <p:nvCxnSpPr>
              <p:cNvPr id="221" name="Connecteur droit 220">
                <a:extLst>
                  <a:ext uri="{FF2B5EF4-FFF2-40B4-BE49-F238E27FC236}">
                    <a16:creationId xmlns:a16="http://schemas.microsoft.com/office/drawing/2014/main" id="{17FDFBB0-C6FB-97EB-E3F4-6CF9CDD565D8}"/>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89" name="Ellipse 188">
              <a:extLst>
                <a:ext uri="{FF2B5EF4-FFF2-40B4-BE49-F238E27FC236}">
                  <a16:creationId xmlns:a16="http://schemas.microsoft.com/office/drawing/2014/main" id="{07B1EC94-EA30-E32B-05BE-25EA669232D5}"/>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11</a:t>
              </a:r>
              <a:endParaRPr lang="fr-FR" sz="1600" b="1" noProof="0" dirty="0"/>
            </a:p>
          </p:txBody>
        </p:sp>
      </p:grpSp>
    </p:spTree>
    <p:extLst>
      <p:ext uri="{BB962C8B-B14F-4D97-AF65-F5344CB8AC3E}">
        <p14:creationId xmlns:p14="http://schemas.microsoft.com/office/powerpoint/2010/main" val="35209088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0C70B8-1194-B7CB-AC6C-50BBF1CFADE4}"/>
              </a:ext>
            </a:extLst>
          </p:cNvPr>
          <p:cNvSpPr>
            <a:spLocks noGrp="1"/>
          </p:cNvSpPr>
          <p:nvPr>
            <p:ph type="title"/>
          </p:nvPr>
        </p:nvSpPr>
        <p:spPr/>
        <p:txBody>
          <a:bodyPr/>
          <a:lstStyle/>
          <a:p>
            <a:r>
              <a:rPr lang="fr-FR" noProof="0" dirty="0"/>
              <a:t>Test de connexion</a:t>
            </a:r>
            <a:endParaRPr lang="fr-FR" sz="1800" noProof="0" dirty="0"/>
          </a:p>
        </p:txBody>
      </p:sp>
      <p:sp>
        <p:nvSpPr>
          <p:cNvPr id="4" name="Espace réservé du texte 3">
            <a:extLst>
              <a:ext uri="{FF2B5EF4-FFF2-40B4-BE49-F238E27FC236}">
                <a16:creationId xmlns:a16="http://schemas.microsoft.com/office/drawing/2014/main" id="{687450EE-198D-E227-7018-D1878DA126C5}"/>
              </a:ext>
            </a:extLst>
          </p:cNvPr>
          <p:cNvSpPr>
            <a:spLocks noGrp="1"/>
          </p:cNvSpPr>
          <p:nvPr>
            <p:ph type="body" sz="quarter" idx="15"/>
          </p:nvPr>
        </p:nvSpPr>
        <p:spPr/>
        <p:txBody>
          <a:bodyPr/>
          <a:lstStyle/>
          <a:p>
            <a:r>
              <a:rPr lang="fr-FR" cap="all" noProof="0" dirty="0"/>
              <a:t>é</a:t>
            </a:r>
            <a:r>
              <a:rPr lang="fr-FR" noProof="0" dirty="0"/>
              <a:t>crans &amp; fonctionnalités</a:t>
            </a:r>
          </a:p>
        </p:txBody>
      </p:sp>
      <p:pic>
        <p:nvPicPr>
          <p:cNvPr id="6" name="Image 5">
            <a:extLst>
              <a:ext uri="{FF2B5EF4-FFF2-40B4-BE49-F238E27FC236}">
                <a16:creationId xmlns:a16="http://schemas.microsoft.com/office/drawing/2014/main" id="{AA51BE1F-EACA-AF2A-6277-F2EC6AF5E76C}"/>
              </a:ext>
            </a:extLst>
          </p:cNvPr>
          <p:cNvPicPr>
            <a:picLocks noChangeAspect="1"/>
          </p:cNvPicPr>
          <p:nvPr/>
        </p:nvPicPr>
        <p:blipFill>
          <a:blip r:embed="rId2"/>
          <a:stretch>
            <a:fillRect/>
          </a:stretch>
        </p:blipFill>
        <p:spPr>
          <a:xfrm>
            <a:off x="4171789" y="1719483"/>
            <a:ext cx="3848422" cy="3705300"/>
          </a:xfrm>
          <a:prstGeom prst="rect">
            <a:avLst/>
          </a:prstGeom>
        </p:spPr>
      </p:pic>
      <p:sp>
        <p:nvSpPr>
          <p:cNvPr id="7" name="Rectangle 6">
            <a:extLst>
              <a:ext uri="{FF2B5EF4-FFF2-40B4-BE49-F238E27FC236}">
                <a16:creationId xmlns:a16="http://schemas.microsoft.com/office/drawing/2014/main" id="{46B82C97-E9EB-0D26-508A-6422C8D6EB04}"/>
              </a:ext>
            </a:extLst>
          </p:cNvPr>
          <p:cNvSpPr/>
          <p:nvPr/>
        </p:nvSpPr>
        <p:spPr>
          <a:xfrm>
            <a:off x="4459793" y="2485236"/>
            <a:ext cx="235744" cy="2056851"/>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8" name="Rectangle 7">
            <a:extLst>
              <a:ext uri="{FF2B5EF4-FFF2-40B4-BE49-F238E27FC236}">
                <a16:creationId xmlns:a16="http://schemas.microsoft.com/office/drawing/2014/main" id="{97335B45-FD33-18DC-2EB8-19310D991567}"/>
              </a:ext>
            </a:extLst>
          </p:cNvPr>
          <p:cNvSpPr/>
          <p:nvPr/>
        </p:nvSpPr>
        <p:spPr>
          <a:xfrm>
            <a:off x="6096000" y="4980180"/>
            <a:ext cx="823624" cy="284358"/>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1" name="Rectangle 10">
            <a:extLst>
              <a:ext uri="{FF2B5EF4-FFF2-40B4-BE49-F238E27FC236}">
                <a16:creationId xmlns:a16="http://schemas.microsoft.com/office/drawing/2014/main" id="{2D6E21F8-8821-2567-69E3-F4407EE5F072}"/>
              </a:ext>
            </a:extLst>
          </p:cNvPr>
          <p:cNvSpPr/>
          <p:nvPr/>
        </p:nvSpPr>
        <p:spPr>
          <a:xfrm>
            <a:off x="7029073" y="4980180"/>
            <a:ext cx="709701" cy="284358"/>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4" name="Rectangle 13">
            <a:extLst>
              <a:ext uri="{FF2B5EF4-FFF2-40B4-BE49-F238E27FC236}">
                <a16:creationId xmlns:a16="http://schemas.microsoft.com/office/drawing/2014/main" id="{1699DB21-680F-9E5B-E7FC-C1E8DF25F07A}"/>
              </a:ext>
            </a:extLst>
          </p:cNvPr>
          <p:cNvSpPr/>
          <p:nvPr/>
        </p:nvSpPr>
        <p:spPr>
          <a:xfrm>
            <a:off x="4695537" y="2592238"/>
            <a:ext cx="1940718" cy="159150"/>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5" name="Rectangle 14">
            <a:extLst>
              <a:ext uri="{FF2B5EF4-FFF2-40B4-BE49-F238E27FC236}">
                <a16:creationId xmlns:a16="http://schemas.microsoft.com/office/drawing/2014/main" id="{32B20564-CC6A-93B2-A877-8B87C0E45B6E}"/>
              </a:ext>
            </a:extLst>
          </p:cNvPr>
          <p:cNvSpPr/>
          <p:nvPr/>
        </p:nvSpPr>
        <p:spPr>
          <a:xfrm>
            <a:off x="4695537" y="3464993"/>
            <a:ext cx="2381250" cy="159150"/>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nvGrpSpPr>
          <p:cNvPr id="21" name="Groupe 20">
            <a:extLst>
              <a:ext uri="{FF2B5EF4-FFF2-40B4-BE49-F238E27FC236}">
                <a16:creationId xmlns:a16="http://schemas.microsoft.com/office/drawing/2014/main" id="{E9505A9A-53B1-25DE-914E-9007D82D0F4B}"/>
              </a:ext>
            </a:extLst>
          </p:cNvPr>
          <p:cNvGrpSpPr/>
          <p:nvPr/>
        </p:nvGrpSpPr>
        <p:grpSpPr>
          <a:xfrm>
            <a:off x="8520689" y="3062532"/>
            <a:ext cx="3429375" cy="360000"/>
            <a:chOff x="1076957" y="5514260"/>
            <a:chExt cx="3429375" cy="360000"/>
          </a:xfrm>
        </p:grpSpPr>
        <p:sp>
          <p:nvSpPr>
            <p:cNvPr id="22" name="Rectangle : coins arrondis 21">
              <a:extLst>
                <a:ext uri="{FF2B5EF4-FFF2-40B4-BE49-F238E27FC236}">
                  <a16:creationId xmlns:a16="http://schemas.microsoft.com/office/drawing/2014/main" id="{4B6AABA4-0431-FCF4-4C2B-CAD053AA5275}"/>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3" name="Rectangle : coins arrondis 22">
              <a:extLst>
                <a:ext uri="{FF2B5EF4-FFF2-40B4-BE49-F238E27FC236}">
                  <a16:creationId xmlns:a16="http://schemas.microsoft.com/office/drawing/2014/main" id="{672028A9-A4CF-B25E-50A6-C69C58DA9C17}"/>
                </a:ext>
              </a:extLst>
            </p:cNvPr>
            <p:cNvSpPr/>
            <p:nvPr/>
          </p:nvSpPr>
          <p:spPr>
            <a:xfrm>
              <a:off x="1410332" y="5515015"/>
              <a:ext cx="3096000"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Démarrer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Lance le test de la connexion.</a:t>
              </a:r>
            </a:p>
          </p:txBody>
        </p:sp>
        <p:cxnSp>
          <p:nvCxnSpPr>
            <p:cNvPr id="24" name="Connecteur droit 23">
              <a:extLst>
                <a:ext uri="{FF2B5EF4-FFF2-40B4-BE49-F238E27FC236}">
                  <a16:creationId xmlns:a16="http://schemas.microsoft.com/office/drawing/2014/main" id="{2A865875-A7FD-1CC4-C8DC-2CA2620C7FE7}"/>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25" name="Ellipse 24">
              <a:extLst>
                <a:ext uri="{FF2B5EF4-FFF2-40B4-BE49-F238E27FC236}">
                  <a16:creationId xmlns:a16="http://schemas.microsoft.com/office/drawing/2014/main" id="{BB20767A-535A-1C9F-BE21-6C981569322F}"/>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600" b="1" noProof="0" dirty="0"/>
                <a:t>1</a:t>
              </a:r>
            </a:p>
          </p:txBody>
        </p:sp>
      </p:grpSp>
      <p:grpSp>
        <p:nvGrpSpPr>
          <p:cNvPr id="26" name="Groupe 25">
            <a:extLst>
              <a:ext uri="{FF2B5EF4-FFF2-40B4-BE49-F238E27FC236}">
                <a16:creationId xmlns:a16="http://schemas.microsoft.com/office/drawing/2014/main" id="{BDB3FF59-F852-EEC6-12BE-61313F027E87}"/>
              </a:ext>
            </a:extLst>
          </p:cNvPr>
          <p:cNvGrpSpPr/>
          <p:nvPr/>
        </p:nvGrpSpPr>
        <p:grpSpPr>
          <a:xfrm>
            <a:off x="361688" y="3492515"/>
            <a:ext cx="3429376" cy="360000"/>
            <a:chOff x="5346700" y="1891328"/>
            <a:chExt cx="3429376" cy="360000"/>
          </a:xfrm>
        </p:grpSpPr>
        <p:sp>
          <p:nvSpPr>
            <p:cNvPr id="27" name="Rectangle : coins arrondis 26">
              <a:extLst>
                <a:ext uri="{FF2B5EF4-FFF2-40B4-BE49-F238E27FC236}">
                  <a16:creationId xmlns:a16="http://schemas.microsoft.com/office/drawing/2014/main" id="{A4BC7205-C79C-7C29-41F9-959E90244CCF}"/>
                </a:ext>
              </a:extLst>
            </p:cNvPr>
            <p:cNvSpPr/>
            <p:nvPr/>
          </p:nvSpPr>
          <p:spPr>
            <a:xfrm>
              <a:off x="5346701" y="1891328"/>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8" name="Rectangle : coins arrondis 27">
              <a:extLst>
                <a:ext uri="{FF2B5EF4-FFF2-40B4-BE49-F238E27FC236}">
                  <a16:creationId xmlns:a16="http://schemas.microsoft.com/office/drawing/2014/main" id="{AFBB8E54-F1D9-912A-7969-6EC86F6B173E}"/>
                </a:ext>
              </a:extLst>
            </p:cNvPr>
            <p:cNvSpPr/>
            <p:nvPr/>
          </p:nvSpPr>
          <p:spPr>
            <a:xfrm>
              <a:off x="5680076" y="1891328"/>
              <a:ext cx="3096000"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Description de l’étape de test</a:t>
              </a:r>
            </a:p>
          </p:txBody>
        </p:sp>
        <p:sp>
          <p:nvSpPr>
            <p:cNvPr id="29" name="Rectangle 28">
              <a:extLst>
                <a:ext uri="{FF2B5EF4-FFF2-40B4-BE49-F238E27FC236}">
                  <a16:creationId xmlns:a16="http://schemas.microsoft.com/office/drawing/2014/main" id="{D4CBBFBC-4F5C-E97B-3F44-5AEB43493ECA}"/>
                </a:ext>
              </a:extLst>
            </p:cNvPr>
            <p:cNvSpPr>
              <a:spLocks noChangeAspect="1"/>
            </p:cNvSpPr>
            <p:nvPr/>
          </p:nvSpPr>
          <p:spPr>
            <a:xfrm>
              <a:off x="5408816" y="1927328"/>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30" name="Connecteur droit 29">
              <a:extLst>
                <a:ext uri="{FF2B5EF4-FFF2-40B4-BE49-F238E27FC236}">
                  <a16:creationId xmlns:a16="http://schemas.microsoft.com/office/drawing/2014/main" id="{3FE4DE25-FCE1-70A4-7DCA-AF354EA17E21}"/>
                </a:ext>
              </a:extLst>
            </p:cNvPr>
            <p:cNvCxnSpPr>
              <a:cxnSpLocks/>
            </p:cNvCxnSpPr>
            <p:nvPr/>
          </p:nvCxnSpPr>
          <p:spPr>
            <a:xfrm>
              <a:off x="5346700" y="1891328"/>
              <a:ext cx="0" cy="36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31" name="Groupe 30">
            <a:extLst>
              <a:ext uri="{FF2B5EF4-FFF2-40B4-BE49-F238E27FC236}">
                <a16:creationId xmlns:a16="http://schemas.microsoft.com/office/drawing/2014/main" id="{AB5217C6-F3D7-DBCA-CCAF-E649939ED26A}"/>
              </a:ext>
            </a:extLst>
          </p:cNvPr>
          <p:cNvGrpSpPr/>
          <p:nvPr/>
        </p:nvGrpSpPr>
        <p:grpSpPr>
          <a:xfrm>
            <a:off x="361687" y="4195045"/>
            <a:ext cx="3429376" cy="360000"/>
            <a:chOff x="5346700" y="1891328"/>
            <a:chExt cx="3429376" cy="360000"/>
          </a:xfrm>
        </p:grpSpPr>
        <p:sp>
          <p:nvSpPr>
            <p:cNvPr id="32" name="Rectangle : coins arrondis 31">
              <a:extLst>
                <a:ext uri="{FF2B5EF4-FFF2-40B4-BE49-F238E27FC236}">
                  <a16:creationId xmlns:a16="http://schemas.microsoft.com/office/drawing/2014/main" id="{5123A918-9538-4B9E-0552-F7D2DF3C3263}"/>
                </a:ext>
              </a:extLst>
            </p:cNvPr>
            <p:cNvSpPr/>
            <p:nvPr/>
          </p:nvSpPr>
          <p:spPr>
            <a:xfrm>
              <a:off x="5346701" y="1891328"/>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33" name="Rectangle : coins arrondis 32">
              <a:extLst>
                <a:ext uri="{FF2B5EF4-FFF2-40B4-BE49-F238E27FC236}">
                  <a16:creationId xmlns:a16="http://schemas.microsoft.com/office/drawing/2014/main" id="{BA688271-49DD-4108-6357-3AEF4BEB6BED}"/>
                </a:ext>
              </a:extLst>
            </p:cNvPr>
            <p:cNvSpPr/>
            <p:nvPr/>
          </p:nvSpPr>
          <p:spPr>
            <a:xfrm>
              <a:off x="5680076" y="1891328"/>
              <a:ext cx="3096000"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Résultat détaillé du test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Le message indique le détail des tests ou de l’erreur.</a:t>
              </a:r>
            </a:p>
          </p:txBody>
        </p:sp>
        <p:sp>
          <p:nvSpPr>
            <p:cNvPr id="34" name="Rectangle 33">
              <a:extLst>
                <a:ext uri="{FF2B5EF4-FFF2-40B4-BE49-F238E27FC236}">
                  <a16:creationId xmlns:a16="http://schemas.microsoft.com/office/drawing/2014/main" id="{981F4509-9BBD-4AF2-F88A-27B1307CDFC9}"/>
                </a:ext>
              </a:extLst>
            </p:cNvPr>
            <p:cNvSpPr>
              <a:spLocks noChangeAspect="1"/>
            </p:cNvSpPr>
            <p:nvPr/>
          </p:nvSpPr>
          <p:spPr>
            <a:xfrm>
              <a:off x="5408816" y="1927328"/>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C</a:t>
              </a:r>
            </a:p>
          </p:txBody>
        </p:sp>
        <p:cxnSp>
          <p:nvCxnSpPr>
            <p:cNvPr id="35" name="Connecteur droit 34">
              <a:extLst>
                <a:ext uri="{FF2B5EF4-FFF2-40B4-BE49-F238E27FC236}">
                  <a16:creationId xmlns:a16="http://schemas.microsoft.com/office/drawing/2014/main" id="{8FBD09E2-DA44-EA0A-3EC1-3C0434567863}"/>
                </a:ext>
              </a:extLst>
            </p:cNvPr>
            <p:cNvCxnSpPr>
              <a:cxnSpLocks/>
            </p:cNvCxnSpPr>
            <p:nvPr/>
          </p:nvCxnSpPr>
          <p:spPr>
            <a:xfrm>
              <a:off x="5346700" y="1891328"/>
              <a:ext cx="0" cy="36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36" name="Groupe 35">
            <a:extLst>
              <a:ext uri="{FF2B5EF4-FFF2-40B4-BE49-F238E27FC236}">
                <a16:creationId xmlns:a16="http://schemas.microsoft.com/office/drawing/2014/main" id="{BF0A8687-0439-8D96-9399-BF55F9A5F263}"/>
              </a:ext>
            </a:extLst>
          </p:cNvPr>
          <p:cNvGrpSpPr/>
          <p:nvPr/>
        </p:nvGrpSpPr>
        <p:grpSpPr>
          <a:xfrm>
            <a:off x="363854" y="2592238"/>
            <a:ext cx="3429376" cy="557747"/>
            <a:chOff x="5346700" y="1873408"/>
            <a:chExt cx="3429376" cy="557747"/>
          </a:xfrm>
        </p:grpSpPr>
        <p:sp>
          <p:nvSpPr>
            <p:cNvPr id="37" name="Rectangle : coins arrondis 36">
              <a:extLst>
                <a:ext uri="{FF2B5EF4-FFF2-40B4-BE49-F238E27FC236}">
                  <a16:creationId xmlns:a16="http://schemas.microsoft.com/office/drawing/2014/main" id="{1D34B48C-D7F0-5EB9-609F-AF45FDCC12F2}"/>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38" name="Rectangle : coins arrondis 37">
              <a:extLst>
                <a:ext uri="{FF2B5EF4-FFF2-40B4-BE49-F238E27FC236}">
                  <a16:creationId xmlns:a16="http://schemas.microsoft.com/office/drawing/2014/main" id="{ED71A8DA-5964-807C-466D-8D62EF868C5C}"/>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Etat de chaque étape du test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 vert si OK, rouge sinon.</a:t>
              </a:r>
            </a:p>
          </p:txBody>
        </p:sp>
        <p:sp>
          <p:nvSpPr>
            <p:cNvPr id="39" name="Rectangle 38">
              <a:extLst>
                <a:ext uri="{FF2B5EF4-FFF2-40B4-BE49-F238E27FC236}">
                  <a16:creationId xmlns:a16="http://schemas.microsoft.com/office/drawing/2014/main" id="{9D9EE4FF-63A8-6256-BB9C-FB17C92BE4A6}"/>
                </a:ext>
              </a:extLst>
            </p:cNvPr>
            <p:cNvSpPr>
              <a:spLocks noChangeAspect="1"/>
            </p:cNvSpPr>
            <p:nvPr/>
          </p:nvSpPr>
          <p:spPr>
            <a:xfrm>
              <a:off x="5408816" y="2010394"/>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40" name="Connecteur droit 39">
              <a:extLst>
                <a:ext uri="{FF2B5EF4-FFF2-40B4-BE49-F238E27FC236}">
                  <a16:creationId xmlns:a16="http://schemas.microsoft.com/office/drawing/2014/main" id="{EEF77698-DB15-A25D-B6DB-E0AF04643396}"/>
                </a:ext>
              </a:extLst>
            </p:cNvPr>
            <p:cNvCxnSpPr/>
            <p:nvPr/>
          </p:nvCxnSpPr>
          <p:spPr>
            <a:xfrm>
              <a:off x="5346700" y="1876755"/>
              <a:ext cx="0" cy="5544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sp>
        <p:nvSpPr>
          <p:cNvPr id="41" name="Ellipse 40">
            <a:extLst>
              <a:ext uri="{FF2B5EF4-FFF2-40B4-BE49-F238E27FC236}">
                <a16:creationId xmlns:a16="http://schemas.microsoft.com/office/drawing/2014/main" id="{103D6839-CDFB-4241-2FA7-315F610D9021}"/>
              </a:ext>
            </a:extLst>
          </p:cNvPr>
          <p:cNvSpPr>
            <a:spLocks noChangeAspect="1"/>
          </p:cNvSpPr>
          <p:nvPr/>
        </p:nvSpPr>
        <p:spPr>
          <a:xfrm>
            <a:off x="6363812" y="556194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a:t>
            </a:r>
            <a:endParaRPr lang="fr-FR" sz="1600" b="1" noProof="0" dirty="0">
              <a:latin typeface="Barlow" panose="00000500000000000000" pitchFamily="2" charset="0"/>
            </a:endParaRPr>
          </a:p>
        </p:txBody>
      </p:sp>
      <p:cxnSp>
        <p:nvCxnSpPr>
          <p:cNvPr id="42" name="Connecteur droit avec flèche 41">
            <a:extLst>
              <a:ext uri="{FF2B5EF4-FFF2-40B4-BE49-F238E27FC236}">
                <a16:creationId xmlns:a16="http://schemas.microsoft.com/office/drawing/2014/main" id="{C22D7FFC-141F-818D-09F3-0BFF4F4E09DA}"/>
              </a:ext>
            </a:extLst>
          </p:cNvPr>
          <p:cNvCxnSpPr>
            <a:cxnSpLocks/>
            <a:stCxn id="41" idx="0"/>
            <a:endCxn id="8" idx="2"/>
          </p:cNvCxnSpPr>
          <p:nvPr/>
        </p:nvCxnSpPr>
        <p:spPr>
          <a:xfrm flipV="1">
            <a:off x="6507812" y="5264538"/>
            <a:ext cx="0" cy="297402"/>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43" name="Ellipse 42">
            <a:extLst>
              <a:ext uri="{FF2B5EF4-FFF2-40B4-BE49-F238E27FC236}">
                <a16:creationId xmlns:a16="http://schemas.microsoft.com/office/drawing/2014/main" id="{2D86D3F6-81E9-F312-7670-9920768607AE}"/>
              </a:ext>
            </a:extLst>
          </p:cNvPr>
          <p:cNvSpPr>
            <a:spLocks noChangeAspect="1"/>
          </p:cNvSpPr>
          <p:nvPr/>
        </p:nvSpPr>
        <p:spPr>
          <a:xfrm>
            <a:off x="7239924" y="555837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2</a:t>
            </a:r>
            <a:endParaRPr lang="fr-FR" sz="1600" b="1" noProof="0" dirty="0">
              <a:latin typeface="Barlow" panose="00000500000000000000" pitchFamily="2" charset="0"/>
            </a:endParaRPr>
          </a:p>
        </p:txBody>
      </p:sp>
      <p:cxnSp>
        <p:nvCxnSpPr>
          <p:cNvPr id="44" name="Connecteur droit avec flèche 43">
            <a:extLst>
              <a:ext uri="{FF2B5EF4-FFF2-40B4-BE49-F238E27FC236}">
                <a16:creationId xmlns:a16="http://schemas.microsoft.com/office/drawing/2014/main" id="{5ED19865-E121-1356-0D23-D82F0D0585EE}"/>
              </a:ext>
            </a:extLst>
          </p:cNvPr>
          <p:cNvCxnSpPr>
            <a:cxnSpLocks/>
            <a:stCxn id="43" idx="0"/>
            <a:endCxn id="11" idx="2"/>
          </p:cNvCxnSpPr>
          <p:nvPr/>
        </p:nvCxnSpPr>
        <p:spPr>
          <a:xfrm flipV="1">
            <a:off x="7383924" y="5264538"/>
            <a:ext cx="0" cy="293836"/>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49" name="Groupe 48">
            <a:extLst>
              <a:ext uri="{FF2B5EF4-FFF2-40B4-BE49-F238E27FC236}">
                <a16:creationId xmlns:a16="http://schemas.microsoft.com/office/drawing/2014/main" id="{5D371034-EB02-5C9B-3A42-B72FC0067190}"/>
              </a:ext>
            </a:extLst>
          </p:cNvPr>
          <p:cNvGrpSpPr/>
          <p:nvPr/>
        </p:nvGrpSpPr>
        <p:grpSpPr>
          <a:xfrm>
            <a:off x="8520689" y="3871045"/>
            <a:ext cx="3429375" cy="360000"/>
            <a:chOff x="1076957" y="5514260"/>
            <a:chExt cx="3429375" cy="360000"/>
          </a:xfrm>
        </p:grpSpPr>
        <p:sp>
          <p:nvSpPr>
            <p:cNvPr id="50" name="Rectangle : coins arrondis 49">
              <a:extLst>
                <a:ext uri="{FF2B5EF4-FFF2-40B4-BE49-F238E27FC236}">
                  <a16:creationId xmlns:a16="http://schemas.microsoft.com/office/drawing/2014/main" id="{A50992D4-EF8A-F4BE-3058-1F0B37A0E549}"/>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51" name="Rectangle : coins arrondis 50">
              <a:extLst>
                <a:ext uri="{FF2B5EF4-FFF2-40B4-BE49-F238E27FC236}">
                  <a16:creationId xmlns:a16="http://schemas.microsoft.com/office/drawing/2014/main" id="{EAF8B4F5-8AF2-9018-7C24-FE61A00C1A88}"/>
                </a:ext>
              </a:extLst>
            </p:cNvPr>
            <p:cNvSpPr/>
            <p:nvPr/>
          </p:nvSpPr>
          <p:spPr>
            <a:xfrm>
              <a:off x="1410332" y="5515015"/>
              <a:ext cx="3096000"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Arrêter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Arrête un test en cours.</a:t>
              </a:r>
            </a:p>
          </p:txBody>
        </p:sp>
        <p:cxnSp>
          <p:nvCxnSpPr>
            <p:cNvPr id="52" name="Connecteur droit 51">
              <a:extLst>
                <a:ext uri="{FF2B5EF4-FFF2-40B4-BE49-F238E27FC236}">
                  <a16:creationId xmlns:a16="http://schemas.microsoft.com/office/drawing/2014/main" id="{2D7AB369-61A0-7837-B94F-F09DD20C5051}"/>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53" name="Ellipse 52">
              <a:extLst>
                <a:ext uri="{FF2B5EF4-FFF2-40B4-BE49-F238E27FC236}">
                  <a16:creationId xmlns:a16="http://schemas.microsoft.com/office/drawing/2014/main" id="{E51E3787-B29D-294F-A531-C96AFD30F64D}"/>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600" b="1" noProof="0" dirty="0"/>
                <a:t>2</a:t>
              </a:r>
            </a:p>
          </p:txBody>
        </p:sp>
      </p:grpSp>
      <p:sp>
        <p:nvSpPr>
          <p:cNvPr id="55" name="ZoneTexte 54">
            <a:extLst>
              <a:ext uri="{FF2B5EF4-FFF2-40B4-BE49-F238E27FC236}">
                <a16:creationId xmlns:a16="http://schemas.microsoft.com/office/drawing/2014/main" id="{EF21FFB8-6652-6489-7AAF-A12C1889A177}"/>
              </a:ext>
            </a:extLst>
          </p:cNvPr>
          <p:cNvSpPr txBox="1"/>
          <p:nvPr/>
        </p:nvSpPr>
        <p:spPr>
          <a:xfrm>
            <a:off x="-103086" y="6271700"/>
            <a:ext cx="11537963" cy="307777"/>
          </a:xfrm>
          <a:prstGeom prst="rect">
            <a:avLst/>
          </a:prstGeom>
          <a:noFill/>
        </p:spPr>
        <p:txBody>
          <a:bodyPr wrap="square">
            <a:spAutoFit/>
          </a:bodyPr>
          <a:lstStyle/>
          <a:p>
            <a:pPr marL="101598" indent="0">
              <a:buNone/>
            </a:pPr>
            <a:r>
              <a:rPr lang="fr-FR" sz="1400" b="1" i="1" noProof="0" dirty="0">
                <a:solidFill>
                  <a:schemeClr val="tx1">
                    <a:lumMod val="75000"/>
                    <a:lumOff val="25000"/>
                  </a:schemeClr>
                </a:solidFill>
                <a:latin typeface="Barlow" panose="00000500000000000000" pitchFamily="2" charset="0"/>
                <a:cs typeface="Segoe UI" panose="020B0502040204020203" pitchFamily="34" charset="0"/>
              </a:rPr>
              <a:t>Note : </a:t>
            </a:r>
            <a:r>
              <a:rPr lang="fr-FR" sz="1200" i="1" noProof="0" dirty="0">
                <a:solidFill>
                  <a:schemeClr val="tx1">
                    <a:lumMod val="75000"/>
                    <a:lumOff val="25000"/>
                  </a:schemeClr>
                </a:solidFill>
                <a:latin typeface="Barlow" panose="00000500000000000000" pitchFamily="2" charset="0"/>
                <a:cs typeface="Segoe UI" panose="020B0502040204020203" pitchFamily="34" charset="0"/>
              </a:rPr>
              <a:t>Le test est effectué avec les paramètres courants de la configuration générale pour la publication sur le site distant.</a:t>
            </a:r>
          </a:p>
        </p:txBody>
      </p:sp>
    </p:spTree>
    <p:extLst>
      <p:ext uri="{BB962C8B-B14F-4D97-AF65-F5344CB8AC3E}">
        <p14:creationId xmlns:p14="http://schemas.microsoft.com/office/powerpoint/2010/main" val="21053856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51AA81-A5DF-3A18-38B6-020B45588EFC}"/>
              </a:ext>
            </a:extLst>
          </p:cNvPr>
          <p:cNvSpPr>
            <a:spLocks noGrp="1"/>
          </p:cNvSpPr>
          <p:nvPr>
            <p:ph type="title"/>
          </p:nvPr>
        </p:nvSpPr>
        <p:spPr>
          <a:xfrm>
            <a:off x="1072460" y="613803"/>
            <a:ext cx="10931329" cy="528400"/>
          </a:xfrm>
        </p:spPr>
        <p:txBody>
          <a:bodyPr/>
          <a:lstStyle/>
          <a:p>
            <a:r>
              <a:rPr lang="fr-FR" cap="all" noProof="0" dirty="0"/>
              <a:t>é</a:t>
            </a:r>
            <a:r>
              <a:rPr lang="fr-FR" noProof="0" dirty="0"/>
              <a:t>cran Principal – </a:t>
            </a:r>
            <a:r>
              <a:rPr lang="fr-FR" noProof="0" dirty="0">
                <a:sym typeface="Wingdings" panose="05000000000000000000" pitchFamily="2" charset="2"/>
              </a:rPr>
              <a:t>publication de la chambre d’appel</a:t>
            </a:r>
            <a:endParaRPr lang="fr-FR" noProof="0" dirty="0"/>
          </a:p>
        </p:txBody>
      </p:sp>
      <p:sp>
        <p:nvSpPr>
          <p:cNvPr id="4" name="Espace réservé du texte 3">
            <a:extLst>
              <a:ext uri="{FF2B5EF4-FFF2-40B4-BE49-F238E27FC236}">
                <a16:creationId xmlns:a16="http://schemas.microsoft.com/office/drawing/2014/main" id="{6BDCEFA8-59A6-33CC-D69F-6DDA6E4D9636}"/>
              </a:ext>
            </a:extLst>
          </p:cNvPr>
          <p:cNvSpPr>
            <a:spLocks noGrp="1"/>
          </p:cNvSpPr>
          <p:nvPr>
            <p:ph type="body" sz="quarter" idx="15"/>
          </p:nvPr>
        </p:nvSpPr>
        <p:spPr/>
        <p:txBody>
          <a:bodyPr/>
          <a:lstStyle/>
          <a:p>
            <a:r>
              <a:rPr lang="fr-FR" cap="all" noProof="0" dirty="0"/>
              <a:t>é</a:t>
            </a:r>
            <a:r>
              <a:rPr lang="fr-FR" noProof="0" dirty="0"/>
              <a:t>crans &amp; fonctionnalités</a:t>
            </a:r>
          </a:p>
        </p:txBody>
      </p:sp>
      <p:grpSp>
        <p:nvGrpSpPr>
          <p:cNvPr id="54" name="Groupe 53">
            <a:extLst>
              <a:ext uri="{FF2B5EF4-FFF2-40B4-BE49-F238E27FC236}">
                <a16:creationId xmlns:a16="http://schemas.microsoft.com/office/drawing/2014/main" id="{CC14CF36-068D-47B5-9BBA-0E1AFFE7D2B9}"/>
              </a:ext>
            </a:extLst>
          </p:cNvPr>
          <p:cNvGrpSpPr/>
          <p:nvPr/>
        </p:nvGrpSpPr>
        <p:grpSpPr>
          <a:xfrm>
            <a:off x="447735" y="5660917"/>
            <a:ext cx="3429376" cy="649675"/>
            <a:chOff x="6718452" y="1721155"/>
            <a:chExt cx="3429376" cy="649675"/>
          </a:xfrm>
        </p:grpSpPr>
        <p:grpSp>
          <p:nvGrpSpPr>
            <p:cNvPr id="55" name="Groupe 54">
              <a:extLst>
                <a:ext uri="{FF2B5EF4-FFF2-40B4-BE49-F238E27FC236}">
                  <a16:creationId xmlns:a16="http://schemas.microsoft.com/office/drawing/2014/main" id="{B8A0EBFC-666C-1B7A-FF49-C22996A75E38}"/>
                </a:ext>
              </a:extLst>
            </p:cNvPr>
            <p:cNvGrpSpPr/>
            <p:nvPr/>
          </p:nvGrpSpPr>
          <p:grpSpPr>
            <a:xfrm>
              <a:off x="6718452" y="1721155"/>
              <a:ext cx="3429376" cy="649675"/>
              <a:chOff x="5346700" y="1875080"/>
              <a:chExt cx="3429376" cy="649675"/>
            </a:xfrm>
          </p:grpSpPr>
          <p:sp>
            <p:nvSpPr>
              <p:cNvPr id="57" name="Rectangle : coins arrondis 56">
                <a:extLst>
                  <a:ext uri="{FF2B5EF4-FFF2-40B4-BE49-F238E27FC236}">
                    <a16:creationId xmlns:a16="http://schemas.microsoft.com/office/drawing/2014/main" id="{7364234B-C825-9B53-F479-A593544804D8}"/>
                  </a:ext>
                </a:extLst>
              </p:cNvPr>
              <p:cNvSpPr/>
              <p:nvPr/>
            </p:nvSpPr>
            <p:spPr>
              <a:xfrm>
                <a:off x="5346701" y="1875080"/>
                <a:ext cx="412231"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58" name="Rectangle : coins arrondis 57">
                <a:extLst>
                  <a:ext uri="{FF2B5EF4-FFF2-40B4-BE49-F238E27FC236}">
                    <a16:creationId xmlns:a16="http://schemas.microsoft.com/office/drawing/2014/main" id="{552268C2-FC1A-2A3F-A976-2418F3AB34D1}"/>
                  </a:ext>
                </a:extLst>
              </p:cNvPr>
              <p:cNvSpPr/>
              <p:nvPr/>
            </p:nvSpPr>
            <p:spPr>
              <a:xfrm>
                <a:off x="5680076" y="1875080"/>
                <a:ext cx="3096000"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Interface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Sélectionne l’interface réseau sur laquelle se fait la publication (uniquement la publication est arrêtée).</a:t>
                </a:r>
              </a:p>
            </p:txBody>
          </p:sp>
          <p:cxnSp>
            <p:nvCxnSpPr>
              <p:cNvPr id="59" name="Connecteur droit 58">
                <a:extLst>
                  <a:ext uri="{FF2B5EF4-FFF2-40B4-BE49-F238E27FC236}">
                    <a16:creationId xmlns:a16="http://schemas.microsoft.com/office/drawing/2014/main" id="{54F35A74-C5EE-F301-02A0-7673A25DFFDB}"/>
                  </a:ext>
                </a:extLst>
              </p:cNvPr>
              <p:cNvCxnSpPr>
                <a:cxnSpLocks/>
              </p:cNvCxnSpPr>
              <p:nvPr/>
            </p:nvCxnSpPr>
            <p:spPr>
              <a:xfrm>
                <a:off x="5346700" y="1876755"/>
                <a:ext cx="0" cy="648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56" name="Ellipse 55">
              <a:extLst>
                <a:ext uri="{FF2B5EF4-FFF2-40B4-BE49-F238E27FC236}">
                  <a16:creationId xmlns:a16="http://schemas.microsoft.com/office/drawing/2014/main" id="{9C6B6D51-B75B-564C-AE50-9421DDDB34E0}"/>
                </a:ext>
              </a:extLst>
            </p:cNvPr>
            <p:cNvSpPr>
              <a:spLocks noChangeAspect="1"/>
            </p:cNvSpPr>
            <p:nvPr/>
          </p:nvSpPr>
          <p:spPr>
            <a:xfrm>
              <a:off x="6780568" y="1901155"/>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3</a:t>
              </a:r>
              <a:endParaRPr lang="fr-FR" sz="1600" b="1" noProof="0" dirty="0"/>
            </a:p>
          </p:txBody>
        </p:sp>
      </p:grpSp>
      <p:grpSp>
        <p:nvGrpSpPr>
          <p:cNvPr id="60" name="Groupe 59">
            <a:extLst>
              <a:ext uri="{FF2B5EF4-FFF2-40B4-BE49-F238E27FC236}">
                <a16:creationId xmlns:a16="http://schemas.microsoft.com/office/drawing/2014/main" id="{05DA73C3-7B61-4DA3-AD67-CB5644CBE82F}"/>
              </a:ext>
            </a:extLst>
          </p:cNvPr>
          <p:cNvGrpSpPr/>
          <p:nvPr/>
        </p:nvGrpSpPr>
        <p:grpSpPr>
          <a:xfrm>
            <a:off x="447735" y="2484782"/>
            <a:ext cx="3429376" cy="557747"/>
            <a:chOff x="5346700" y="1873408"/>
            <a:chExt cx="3429376" cy="557747"/>
          </a:xfrm>
        </p:grpSpPr>
        <p:sp>
          <p:nvSpPr>
            <p:cNvPr id="61" name="Rectangle : coins arrondis 60">
              <a:extLst>
                <a:ext uri="{FF2B5EF4-FFF2-40B4-BE49-F238E27FC236}">
                  <a16:creationId xmlns:a16="http://schemas.microsoft.com/office/drawing/2014/main" id="{D13605B2-B709-2A86-AE37-329F3C77208E}"/>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62" name="Rectangle : coins arrondis 61">
              <a:extLst>
                <a:ext uri="{FF2B5EF4-FFF2-40B4-BE49-F238E27FC236}">
                  <a16:creationId xmlns:a16="http://schemas.microsoft.com/office/drawing/2014/main" id="{EE8170F1-F164-F7AD-0657-6A28462CFB42}"/>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Etat de fonctionnement de la publication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 vert si démarrée, rouge sinon.</a:t>
              </a:r>
            </a:p>
          </p:txBody>
        </p:sp>
        <p:sp>
          <p:nvSpPr>
            <p:cNvPr id="63" name="Rectangle 62">
              <a:extLst>
                <a:ext uri="{FF2B5EF4-FFF2-40B4-BE49-F238E27FC236}">
                  <a16:creationId xmlns:a16="http://schemas.microsoft.com/office/drawing/2014/main" id="{9264AE48-14E7-B273-BAA9-3CB96961457E}"/>
                </a:ext>
              </a:extLst>
            </p:cNvPr>
            <p:cNvSpPr>
              <a:spLocks noChangeAspect="1"/>
            </p:cNvSpPr>
            <p:nvPr/>
          </p:nvSpPr>
          <p:spPr>
            <a:xfrm>
              <a:off x="5408816" y="2010394"/>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64" name="Connecteur droit 63">
              <a:extLst>
                <a:ext uri="{FF2B5EF4-FFF2-40B4-BE49-F238E27FC236}">
                  <a16:creationId xmlns:a16="http://schemas.microsoft.com/office/drawing/2014/main" id="{207B959D-DF62-36A5-199E-D0C9277D358D}"/>
                </a:ext>
              </a:extLst>
            </p:cNvPr>
            <p:cNvCxnSpPr/>
            <p:nvPr/>
          </p:nvCxnSpPr>
          <p:spPr>
            <a:xfrm>
              <a:off x="5346700" y="1876755"/>
              <a:ext cx="0" cy="5544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65" name="Groupe 64">
            <a:extLst>
              <a:ext uri="{FF2B5EF4-FFF2-40B4-BE49-F238E27FC236}">
                <a16:creationId xmlns:a16="http://schemas.microsoft.com/office/drawing/2014/main" id="{25744438-9DE3-001B-2C44-21EACA649531}"/>
              </a:ext>
            </a:extLst>
          </p:cNvPr>
          <p:cNvGrpSpPr/>
          <p:nvPr/>
        </p:nvGrpSpPr>
        <p:grpSpPr>
          <a:xfrm>
            <a:off x="8286656" y="1524944"/>
            <a:ext cx="3429376" cy="557747"/>
            <a:chOff x="5346700" y="1873408"/>
            <a:chExt cx="3429376" cy="557747"/>
          </a:xfrm>
        </p:grpSpPr>
        <p:sp>
          <p:nvSpPr>
            <p:cNvPr id="66" name="Rectangle : coins arrondis 65">
              <a:extLst>
                <a:ext uri="{FF2B5EF4-FFF2-40B4-BE49-F238E27FC236}">
                  <a16:creationId xmlns:a16="http://schemas.microsoft.com/office/drawing/2014/main" id="{C6FE8EC3-27E8-01A7-4472-7E766B773637}"/>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67" name="Rectangle : coins arrondis 66">
              <a:extLst>
                <a:ext uri="{FF2B5EF4-FFF2-40B4-BE49-F238E27FC236}">
                  <a16:creationId xmlns:a16="http://schemas.microsoft.com/office/drawing/2014/main" id="{017D2828-C1A9-1DE2-DF70-EB3BDD7EA35C}"/>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Informations sur l’état courant de la publication</a:t>
              </a:r>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68" name="Rectangle 67">
              <a:extLst>
                <a:ext uri="{FF2B5EF4-FFF2-40B4-BE49-F238E27FC236}">
                  <a16:creationId xmlns:a16="http://schemas.microsoft.com/office/drawing/2014/main" id="{AE6736CF-4653-BAB8-2449-0175DC06DA16}"/>
                </a:ext>
              </a:extLst>
            </p:cNvPr>
            <p:cNvSpPr>
              <a:spLocks noChangeAspect="1"/>
            </p:cNvSpPr>
            <p:nvPr/>
          </p:nvSpPr>
          <p:spPr>
            <a:xfrm>
              <a:off x="5408816" y="2010394"/>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D</a:t>
              </a:r>
            </a:p>
          </p:txBody>
        </p:sp>
        <p:cxnSp>
          <p:nvCxnSpPr>
            <p:cNvPr id="69" name="Connecteur droit 68">
              <a:extLst>
                <a:ext uri="{FF2B5EF4-FFF2-40B4-BE49-F238E27FC236}">
                  <a16:creationId xmlns:a16="http://schemas.microsoft.com/office/drawing/2014/main" id="{7C84BC1B-6E17-1EA3-1FA0-952151D07F58}"/>
                </a:ext>
              </a:extLst>
            </p:cNvPr>
            <p:cNvCxnSpPr/>
            <p:nvPr/>
          </p:nvCxnSpPr>
          <p:spPr>
            <a:xfrm>
              <a:off x="5346700" y="1876755"/>
              <a:ext cx="0" cy="5544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70" name="Groupe 69">
            <a:extLst>
              <a:ext uri="{FF2B5EF4-FFF2-40B4-BE49-F238E27FC236}">
                <a16:creationId xmlns:a16="http://schemas.microsoft.com/office/drawing/2014/main" id="{61FFA749-5086-8675-B124-C00AD2E3E3AA}"/>
              </a:ext>
            </a:extLst>
          </p:cNvPr>
          <p:cNvGrpSpPr/>
          <p:nvPr/>
        </p:nvGrpSpPr>
        <p:grpSpPr>
          <a:xfrm>
            <a:off x="447735" y="1623817"/>
            <a:ext cx="3429376" cy="360000"/>
            <a:chOff x="5346700" y="1891328"/>
            <a:chExt cx="3429376" cy="360000"/>
          </a:xfrm>
        </p:grpSpPr>
        <p:sp>
          <p:nvSpPr>
            <p:cNvPr id="71" name="Rectangle : coins arrondis 70">
              <a:extLst>
                <a:ext uri="{FF2B5EF4-FFF2-40B4-BE49-F238E27FC236}">
                  <a16:creationId xmlns:a16="http://schemas.microsoft.com/office/drawing/2014/main" id="{0DFEC090-EE76-26E5-CBD2-1D3EC608144E}"/>
                </a:ext>
              </a:extLst>
            </p:cNvPr>
            <p:cNvSpPr/>
            <p:nvPr/>
          </p:nvSpPr>
          <p:spPr>
            <a:xfrm>
              <a:off x="5346701" y="1891328"/>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72" name="Rectangle : coins arrondis 71">
              <a:extLst>
                <a:ext uri="{FF2B5EF4-FFF2-40B4-BE49-F238E27FC236}">
                  <a16:creationId xmlns:a16="http://schemas.microsoft.com/office/drawing/2014/main" id="{D8F5FE30-6DC4-8DD4-FB2B-E0C6B5FE201F}"/>
                </a:ext>
              </a:extLst>
            </p:cNvPr>
            <p:cNvSpPr/>
            <p:nvPr/>
          </p:nvSpPr>
          <p:spPr>
            <a:xfrm>
              <a:off x="5680076" y="1891328"/>
              <a:ext cx="3096000"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QR Code du site web local</a:t>
              </a:r>
            </a:p>
          </p:txBody>
        </p:sp>
        <p:sp>
          <p:nvSpPr>
            <p:cNvPr id="73" name="Rectangle 72">
              <a:extLst>
                <a:ext uri="{FF2B5EF4-FFF2-40B4-BE49-F238E27FC236}">
                  <a16:creationId xmlns:a16="http://schemas.microsoft.com/office/drawing/2014/main" id="{1186A22D-0C43-B335-62E6-9544821F54AD}"/>
                </a:ext>
              </a:extLst>
            </p:cNvPr>
            <p:cNvSpPr>
              <a:spLocks noChangeAspect="1"/>
            </p:cNvSpPr>
            <p:nvPr/>
          </p:nvSpPr>
          <p:spPr>
            <a:xfrm>
              <a:off x="5408816" y="1927328"/>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74" name="Connecteur droit 73">
              <a:extLst>
                <a:ext uri="{FF2B5EF4-FFF2-40B4-BE49-F238E27FC236}">
                  <a16:creationId xmlns:a16="http://schemas.microsoft.com/office/drawing/2014/main" id="{09472A69-3091-6726-A2AB-AE62562E4587}"/>
                </a:ext>
              </a:extLst>
            </p:cNvPr>
            <p:cNvCxnSpPr>
              <a:cxnSpLocks/>
            </p:cNvCxnSpPr>
            <p:nvPr/>
          </p:nvCxnSpPr>
          <p:spPr>
            <a:xfrm>
              <a:off x="5346700" y="1891328"/>
              <a:ext cx="0" cy="36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75" name="Groupe 74">
            <a:extLst>
              <a:ext uri="{FF2B5EF4-FFF2-40B4-BE49-F238E27FC236}">
                <a16:creationId xmlns:a16="http://schemas.microsoft.com/office/drawing/2014/main" id="{CBEED82C-F48A-8D78-E36F-5C7C72C2BA4B}"/>
              </a:ext>
            </a:extLst>
          </p:cNvPr>
          <p:cNvGrpSpPr/>
          <p:nvPr/>
        </p:nvGrpSpPr>
        <p:grpSpPr>
          <a:xfrm>
            <a:off x="4381312" y="1623817"/>
            <a:ext cx="3429376" cy="360000"/>
            <a:chOff x="5346700" y="1891328"/>
            <a:chExt cx="3429376" cy="360000"/>
          </a:xfrm>
        </p:grpSpPr>
        <p:sp>
          <p:nvSpPr>
            <p:cNvPr id="76" name="Rectangle : coins arrondis 75">
              <a:extLst>
                <a:ext uri="{FF2B5EF4-FFF2-40B4-BE49-F238E27FC236}">
                  <a16:creationId xmlns:a16="http://schemas.microsoft.com/office/drawing/2014/main" id="{D433DB4D-1DA2-7538-8F0C-599F5BF8C5AA}"/>
                </a:ext>
              </a:extLst>
            </p:cNvPr>
            <p:cNvSpPr/>
            <p:nvPr/>
          </p:nvSpPr>
          <p:spPr>
            <a:xfrm>
              <a:off x="5346701" y="1891328"/>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77" name="Rectangle : coins arrondis 76">
              <a:extLst>
                <a:ext uri="{FF2B5EF4-FFF2-40B4-BE49-F238E27FC236}">
                  <a16:creationId xmlns:a16="http://schemas.microsoft.com/office/drawing/2014/main" id="{0DD4B5CC-D008-5B8C-CB32-310F231B8D6C}"/>
                </a:ext>
              </a:extLst>
            </p:cNvPr>
            <p:cNvSpPr/>
            <p:nvPr/>
          </p:nvSpPr>
          <p:spPr>
            <a:xfrm>
              <a:off x="5680076" y="1891328"/>
              <a:ext cx="3096000"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Adresse du site web local</a:t>
              </a:r>
            </a:p>
          </p:txBody>
        </p:sp>
        <p:sp>
          <p:nvSpPr>
            <p:cNvPr id="78" name="Rectangle 77">
              <a:extLst>
                <a:ext uri="{FF2B5EF4-FFF2-40B4-BE49-F238E27FC236}">
                  <a16:creationId xmlns:a16="http://schemas.microsoft.com/office/drawing/2014/main" id="{A1465681-BEDC-D3B8-228D-12DA6F37BC08}"/>
                </a:ext>
              </a:extLst>
            </p:cNvPr>
            <p:cNvSpPr>
              <a:spLocks noChangeAspect="1"/>
            </p:cNvSpPr>
            <p:nvPr/>
          </p:nvSpPr>
          <p:spPr>
            <a:xfrm>
              <a:off x="5408816" y="1927328"/>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C</a:t>
              </a:r>
            </a:p>
          </p:txBody>
        </p:sp>
        <p:cxnSp>
          <p:nvCxnSpPr>
            <p:cNvPr id="79" name="Connecteur droit 78">
              <a:extLst>
                <a:ext uri="{FF2B5EF4-FFF2-40B4-BE49-F238E27FC236}">
                  <a16:creationId xmlns:a16="http://schemas.microsoft.com/office/drawing/2014/main" id="{46768808-9E51-7DB7-BECC-51372964FC01}"/>
                </a:ext>
              </a:extLst>
            </p:cNvPr>
            <p:cNvCxnSpPr>
              <a:cxnSpLocks/>
            </p:cNvCxnSpPr>
            <p:nvPr/>
          </p:nvCxnSpPr>
          <p:spPr>
            <a:xfrm>
              <a:off x="5346700" y="1891328"/>
              <a:ext cx="0" cy="36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80" name="Groupe 79">
            <a:extLst>
              <a:ext uri="{FF2B5EF4-FFF2-40B4-BE49-F238E27FC236}">
                <a16:creationId xmlns:a16="http://schemas.microsoft.com/office/drawing/2014/main" id="{7C66034E-2EA7-1189-F5EE-B8C1D61D20C2}"/>
              </a:ext>
            </a:extLst>
          </p:cNvPr>
          <p:cNvGrpSpPr/>
          <p:nvPr/>
        </p:nvGrpSpPr>
        <p:grpSpPr>
          <a:xfrm>
            <a:off x="447735" y="3543494"/>
            <a:ext cx="3429376" cy="557747"/>
            <a:chOff x="6718452" y="1719483"/>
            <a:chExt cx="3429376" cy="557747"/>
          </a:xfrm>
        </p:grpSpPr>
        <p:grpSp>
          <p:nvGrpSpPr>
            <p:cNvPr id="81" name="Groupe 80">
              <a:extLst>
                <a:ext uri="{FF2B5EF4-FFF2-40B4-BE49-F238E27FC236}">
                  <a16:creationId xmlns:a16="http://schemas.microsoft.com/office/drawing/2014/main" id="{BF26BD4D-807C-C6B0-CF10-BEA3D2BDBD6B}"/>
                </a:ext>
              </a:extLst>
            </p:cNvPr>
            <p:cNvGrpSpPr/>
            <p:nvPr/>
          </p:nvGrpSpPr>
          <p:grpSpPr>
            <a:xfrm>
              <a:off x="6718452" y="1719483"/>
              <a:ext cx="3429376" cy="557747"/>
              <a:chOff x="5346700" y="1873408"/>
              <a:chExt cx="3429376" cy="557747"/>
            </a:xfrm>
          </p:grpSpPr>
          <p:sp>
            <p:nvSpPr>
              <p:cNvPr id="83" name="Rectangle : coins arrondis 82">
                <a:extLst>
                  <a:ext uri="{FF2B5EF4-FFF2-40B4-BE49-F238E27FC236}">
                    <a16:creationId xmlns:a16="http://schemas.microsoft.com/office/drawing/2014/main" id="{322F0C05-AFA1-FCF0-3C28-1F4246235926}"/>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84" name="Rectangle : coins arrondis 83">
                <a:extLst>
                  <a:ext uri="{FF2B5EF4-FFF2-40B4-BE49-F238E27FC236}">
                    <a16:creationId xmlns:a16="http://schemas.microsoft.com/office/drawing/2014/main" id="{91896664-10EA-FE20-92B3-B949810BE577}"/>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QR Code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Copie le QR Code dans le presse-papiers.</a:t>
                </a:r>
              </a:p>
            </p:txBody>
          </p:sp>
          <p:cxnSp>
            <p:nvCxnSpPr>
              <p:cNvPr id="85" name="Connecteur droit 84">
                <a:extLst>
                  <a:ext uri="{FF2B5EF4-FFF2-40B4-BE49-F238E27FC236}">
                    <a16:creationId xmlns:a16="http://schemas.microsoft.com/office/drawing/2014/main" id="{F471929D-72D7-85D9-AED2-CD4755B77B67}"/>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82" name="Ellipse 81">
              <a:extLst>
                <a:ext uri="{FF2B5EF4-FFF2-40B4-BE49-F238E27FC236}">
                  <a16:creationId xmlns:a16="http://schemas.microsoft.com/office/drawing/2014/main" id="{6EDEFF9B-6F4E-C968-CC03-05E52C21BB95}"/>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a:t>
              </a:r>
              <a:endParaRPr lang="fr-FR" sz="1600" b="1" noProof="0" dirty="0"/>
            </a:p>
          </p:txBody>
        </p:sp>
      </p:grpSp>
      <p:grpSp>
        <p:nvGrpSpPr>
          <p:cNvPr id="86" name="Groupe 85">
            <a:extLst>
              <a:ext uri="{FF2B5EF4-FFF2-40B4-BE49-F238E27FC236}">
                <a16:creationId xmlns:a16="http://schemas.microsoft.com/office/drawing/2014/main" id="{7AA1293D-C588-FEA2-2D6B-DCB31F5A3DB8}"/>
              </a:ext>
            </a:extLst>
          </p:cNvPr>
          <p:cNvGrpSpPr/>
          <p:nvPr/>
        </p:nvGrpSpPr>
        <p:grpSpPr>
          <a:xfrm>
            <a:off x="447735" y="4602206"/>
            <a:ext cx="3429376" cy="557747"/>
            <a:chOff x="6718452" y="1719483"/>
            <a:chExt cx="3429376" cy="557747"/>
          </a:xfrm>
        </p:grpSpPr>
        <p:grpSp>
          <p:nvGrpSpPr>
            <p:cNvPr id="87" name="Groupe 86">
              <a:extLst>
                <a:ext uri="{FF2B5EF4-FFF2-40B4-BE49-F238E27FC236}">
                  <a16:creationId xmlns:a16="http://schemas.microsoft.com/office/drawing/2014/main" id="{52426DFD-7B48-6E89-AE89-327D976F73E7}"/>
                </a:ext>
              </a:extLst>
            </p:cNvPr>
            <p:cNvGrpSpPr/>
            <p:nvPr/>
          </p:nvGrpSpPr>
          <p:grpSpPr>
            <a:xfrm>
              <a:off x="6718452" y="1719483"/>
              <a:ext cx="3429376" cy="557747"/>
              <a:chOff x="5346700" y="1873408"/>
              <a:chExt cx="3429376" cy="557747"/>
            </a:xfrm>
          </p:grpSpPr>
          <p:sp>
            <p:nvSpPr>
              <p:cNvPr id="89" name="Rectangle : coins arrondis 88">
                <a:extLst>
                  <a:ext uri="{FF2B5EF4-FFF2-40B4-BE49-F238E27FC236}">
                    <a16:creationId xmlns:a16="http://schemas.microsoft.com/office/drawing/2014/main" id="{D09278DA-5CEF-59C7-9D03-B6EC1758FD47}"/>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90" name="Rectangle : coins arrondis 89">
                <a:extLst>
                  <a:ext uri="{FF2B5EF4-FFF2-40B4-BE49-F238E27FC236}">
                    <a16:creationId xmlns:a16="http://schemas.microsoft.com/office/drawing/2014/main" id="{65603ABE-E9C9-767C-F981-8D51504BBAC7}"/>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URL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Copie l’URL complète dans le presse-papiers.</a:t>
                </a:r>
              </a:p>
            </p:txBody>
          </p:sp>
          <p:cxnSp>
            <p:nvCxnSpPr>
              <p:cNvPr id="91" name="Connecteur droit 90">
                <a:extLst>
                  <a:ext uri="{FF2B5EF4-FFF2-40B4-BE49-F238E27FC236}">
                    <a16:creationId xmlns:a16="http://schemas.microsoft.com/office/drawing/2014/main" id="{81FC077B-072F-B1C8-7C77-2822373CDF9F}"/>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88" name="Ellipse 87">
              <a:extLst>
                <a:ext uri="{FF2B5EF4-FFF2-40B4-BE49-F238E27FC236}">
                  <a16:creationId xmlns:a16="http://schemas.microsoft.com/office/drawing/2014/main" id="{698D51F9-8EB3-FA32-2FE4-FC79BE8B9C97}"/>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2</a:t>
              </a:r>
              <a:endParaRPr lang="fr-FR" sz="1600" b="1" noProof="0" dirty="0"/>
            </a:p>
          </p:txBody>
        </p:sp>
      </p:grpSp>
      <p:grpSp>
        <p:nvGrpSpPr>
          <p:cNvPr id="92" name="Groupe 91">
            <a:extLst>
              <a:ext uri="{FF2B5EF4-FFF2-40B4-BE49-F238E27FC236}">
                <a16:creationId xmlns:a16="http://schemas.microsoft.com/office/drawing/2014/main" id="{285067D9-0C43-95AF-EF2D-88EEF7E1EF74}"/>
              </a:ext>
            </a:extLst>
          </p:cNvPr>
          <p:cNvGrpSpPr/>
          <p:nvPr/>
        </p:nvGrpSpPr>
        <p:grpSpPr>
          <a:xfrm>
            <a:off x="4381312" y="5758621"/>
            <a:ext cx="3429376" cy="557747"/>
            <a:chOff x="6718452" y="1719483"/>
            <a:chExt cx="3429376" cy="557747"/>
          </a:xfrm>
        </p:grpSpPr>
        <p:grpSp>
          <p:nvGrpSpPr>
            <p:cNvPr id="93" name="Groupe 92">
              <a:extLst>
                <a:ext uri="{FF2B5EF4-FFF2-40B4-BE49-F238E27FC236}">
                  <a16:creationId xmlns:a16="http://schemas.microsoft.com/office/drawing/2014/main" id="{0EA9E934-7C07-A46E-1C24-4B5135930B43}"/>
                </a:ext>
              </a:extLst>
            </p:cNvPr>
            <p:cNvGrpSpPr/>
            <p:nvPr/>
          </p:nvGrpSpPr>
          <p:grpSpPr>
            <a:xfrm>
              <a:off x="6718452" y="1719483"/>
              <a:ext cx="3429376" cy="557747"/>
              <a:chOff x="5346700" y="1873408"/>
              <a:chExt cx="3429376" cy="557747"/>
            </a:xfrm>
          </p:grpSpPr>
          <p:sp>
            <p:nvSpPr>
              <p:cNvPr id="95" name="Rectangle : coins arrondis 94">
                <a:extLst>
                  <a:ext uri="{FF2B5EF4-FFF2-40B4-BE49-F238E27FC236}">
                    <a16:creationId xmlns:a16="http://schemas.microsoft.com/office/drawing/2014/main" id="{7F273EEC-E1E7-338B-FB77-57383098B6BC}"/>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96" name="Rectangle : coins arrondis 95">
                <a:extLst>
                  <a:ext uri="{FF2B5EF4-FFF2-40B4-BE49-F238E27FC236}">
                    <a16:creationId xmlns:a16="http://schemas.microsoft.com/office/drawing/2014/main" id="{5F57CF89-24BA-C4DA-5905-D148402C256A}"/>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Démarrer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Démarre la publication (uniquement si connecté et arrêtée).</a:t>
                </a:r>
              </a:p>
            </p:txBody>
          </p:sp>
          <p:cxnSp>
            <p:nvCxnSpPr>
              <p:cNvPr id="97" name="Connecteur droit 96">
                <a:extLst>
                  <a:ext uri="{FF2B5EF4-FFF2-40B4-BE49-F238E27FC236}">
                    <a16:creationId xmlns:a16="http://schemas.microsoft.com/office/drawing/2014/main" id="{908721D5-6C3D-992A-4871-6B682CE705B9}"/>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94" name="Ellipse 93">
              <a:extLst>
                <a:ext uri="{FF2B5EF4-FFF2-40B4-BE49-F238E27FC236}">
                  <a16:creationId xmlns:a16="http://schemas.microsoft.com/office/drawing/2014/main" id="{E6D3D7E0-7290-EEC7-3AEA-193BAC57E36F}"/>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4</a:t>
              </a:r>
              <a:endParaRPr lang="fr-FR" sz="1600" b="1" noProof="0" dirty="0"/>
            </a:p>
          </p:txBody>
        </p:sp>
      </p:grpSp>
      <p:grpSp>
        <p:nvGrpSpPr>
          <p:cNvPr id="98" name="Groupe 97">
            <a:extLst>
              <a:ext uri="{FF2B5EF4-FFF2-40B4-BE49-F238E27FC236}">
                <a16:creationId xmlns:a16="http://schemas.microsoft.com/office/drawing/2014/main" id="{223D46FF-C9D7-4947-BA0B-A579577906DB}"/>
              </a:ext>
            </a:extLst>
          </p:cNvPr>
          <p:cNvGrpSpPr/>
          <p:nvPr/>
        </p:nvGrpSpPr>
        <p:grpSpPr>
          <a:xfrm>
            <a:off x="8286656" y="5758621"/>
            <a:ext cx="3429376" cy="557747"/>
            <a:chOff x="6718452" y="1719483"/>
            <a:chExt cx="3429376" cy="557747"/>
          </a:xfrm>
        </p:grpSpPr>
        <p:grpSp>
          <p:nvGrpSpPr>
            <p:cNvPr id="99" name="Groupe 98">
              <a:extLst>
                <a:ext uri="{FF2B5EF4-FFF2-40B4-BE49-F238E27FC236}">
                  <a16:creationId xmlns:a16="http://schemas.microsoft.com/office/drawing/2014/main" id="{A63CF86E-C1A2-F8A0-FD0B-1FB6A83232DF}"/>
                </a:ext>
              </a:extLst>
            </p:cNvPr>
            <p:cNvGrpSpPr/>
            <p:nvPr/>
          </p:nvGrpSpPr>
          <p:grpSpPr>
            <a:xfrm>
              <a:off x="6718452" y="1719483"/>
              <a:ext cx="3429376" cy="557747"/>
              <a:chOff x="5346700" y="1873408"/>
              <a:chExt cx="3429376" cy="557747"/>
            </a:xfrm>
          </p:grpSpPr>
          <p:sp>
            <p:nvSpPr>
              <p:cNvPr id="101" name="Rectangle : coins arrondis 100">
                <a:extLst>
                  <a:ext uri="{FF2B5EF4-FFF2-40B4-BE49-F238E27FC236}">
                    <a16:creationId xmlns:a16="http://schemas.microsoft.com/office/drawing/2014/main" id="{FDC38552-2487-000E-8EBC-379FF1529381}"/>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02" name="Rectangle : coins arrondis 101">
                <a:extLst>
                  <a:ext uri="{FF2B5EF4-FFF2-40B4-BE49-F238E27FC236}">
                    <a16:creationId xmlns:a16="http://schemas.microsoft.com/office/drawing/2014/main" id="{1ACA5815-00C2-11C3-1DA4-C98FC43C70BE}"/>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Arrêter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Arrête la publication (uniquement si connecté et démarrée).</a:t>
                </a:r>
              </a:p>
            </p:txBody>
          </p:sp>
          <p:cxnSp>
            <p:nvCxnSpPr>
              <p:cNvPr id="103" name="Connecteur droit 102">
                <a:extLst>
                  <a:ext uri="{FF2B5EF4-FFF2-40B4-BE49-F238E27FC236}">
                    <a16:creationId xmlns:a16="http://schemas.microsoft.com/office/drawing/2014/main" id="{BE21E6D4-F409-A730-EC40-4EBFC7B94887}"/>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00" name="Ellipse 99">
              <a:extLst>
                <a:ext uri="{FF2B5EF4-FFF2-40B4-BE49-F238E27FC236}">
                  <a16:creationId xmlns:a16="http://schemas.microsoft.com/office/drawing/2014/main" id="{C1D303CE-184A-382B-4569-590C8F23E9BA}"/>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5</a:t>
              </a:r>
              <a:endParaRPr lang="fr-FR" sz="1600" b="1" noProof="0" dirty="0"/>
            </a:p>
          </p:txBody>
        </p:sp>
      </p:grpSp>
      <p:grpSp>
        <p:nvGrpSpPr>
          <p:cNvPr id="143" name="Groupe 142">
            <a:extLst>
              <a:ext uri="{FF2B5EF4-FFF2-40B4-BE49-F238E27FC236}">
                <a16:creationId xmlns:a16="http://schemas.microsoft.com/office/drawing/2014/main" id="{14B3AE37-85FF-ABC2-31D2-EAD85A266BEA}"/>
              </a:ext>
            </a:extLst>
          </p:cNvPr>
          <p:cNvGrpSpPr/>
          <p:nvPr/>
        </p:nvGrpSpPr>
        <p:grpSpPr>
          <a:xfrm>
            <a:off x="4606036" y="2304697"/>
            <a:ext cx="6559781" cy="3314492"/>
            <a:chOff x="4240426" y="2498040"/>
            <a:chExt cx="6559781" cy="3314492"/>
          </a:xfrm>
        </p:grpSpPr>
        <p:pic>
          <p:nvPicPr>
            <p:cNvPr id="12" name="Image 11">
              <a:extLst>
                <a:ext uri="{FF2B5EF4-FFF2-40B4-BE49-F238E27FC236}">
                  <a16:creationId xmlns:a16="http://schemas.microsoft.com/office/drawing/2014/main" id="{76E664CC-C01F-C5CF-2B30-0F8E8B405D81}"/>
                </a:ext>
              </a:extLst>
            </p:cNvPr>
            <p:cNvPicPr>
              <a:picLocks noChangeAspect="1"/>
            </p:cNvPicPr>
            <p:nvPr/>
          </p:nvPicPr>
          <p:blipFill>
            <a:blip r:embed="rId2"/>
            <a:srcRect l="52951" t="16251" r="29379" b="70160"/>
            <a:stretch>
              <a:fillRect/>
            </a:stretch>
          </p:blipFill>
          <p:spPr>
            <a:xfrm>
              <a:off x="4716879" y="2910984"/>
              <a:ext cx="5671960" cy="2490114"/>
            </a:xfrm>
            <a:prstGeom prst="rect">
              <a:avLst/>
            </a:prstGeom>
          </p:spPr>
        </p:pic>
        <p:sp>
          <p:nvSpPr>
            <p:cNvPr id="3" name="Rectangle 2">
              <a:extLst>
                <a:ext uri="{FF2B5EF4-FFF2-40B4-BE49-F238E27FC236}">
                  <a16:creationId xmlns:a16="http://schemas.microsoft.com/office/drawing/2014/main" id="{BABECE64-1973-30B8-8BA8-85E8DFAD91F1}"/>
                </a:ext>
              </a:extLst>
            </p:cNvPr>
            <p:cNvSpPr/>
            <p:nvPr/>
          </p:nvSpPr>
          <p:spPr>
            <a:xfrm>
              <a:off x="5312252" y="3317179"/>
              <a:ext cx="860263" cy="838862"/>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 name="Rectangle 4">
              <a:extLst>
                <a:ext uri="{FF2B5EF4-FFF2-40B4-BE49-F238E27FC236}">
                  <a16:creationId xmlns:a16="http://schemas.microsoft.com/office/drawing/2014/main" id="{395005D2-76BB-3074-76F8-D1E48C360CCD}"/>
                </a:ext>
              </a:extLst>
            </p:cNvPr>
            <p:cNvSpPr/>
            <p:nvPr/>
          </p:nvSpPr>
          <p:spPr>
            <a:xfrm>
              <a:off x="6260495" y="3316572"/>
              <a:ext cx="289845" cy="284358"/>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4" name="Rectangle 13">
              <a:extLst>
                <a:ext uri="{FF2B5EF4-FFF2-40B4-BE49-F238E27FC236}">
                  <a16:creationId xmlns:a16="http://schemas.microsoft.com/office/drawing/2014/main" id="{4417BE45-5776-678C-886E-B30AF6338DB5}"/>
                </a:ext>
              </a:extLst>
            </p:cNvPr>
            <p:cNvSpPr/>
            <p:nvPr/>
          </p:nvSpPr>
          <p:spPr>
            <a:xfrm>
              <a:off x="6661632" y="4988427"/>
              <a:ext cx="851886" cy="280044"/>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7" name="Rectangle 16">
              <a:extLst>
                <a:ext uri="{FF2B5EF4-FFF2-40B4-BE49-F238E27FC236}">
                  <a16:creationId xmlns:a16="http://schemas.microsoft.com/office/drawing/2014/main" id="{78FA8705-3EE6-B863-051A-C0EACFFD37D6}"/>
                </a:ext>
              </a:extLst>
            </p:cNvPr>
            <p:cNvSpPr/>
            <p:nvPr/>
          </p:nvSpPr>
          <p:spPr>
            <a:xfrm>
              <a:off x="7866251" y="4992202"/>
              <a:ext cx="724501" cy="276269"/>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8" name="Rectangle 17">
              <a:extLst>
                <a:ext uri="{FF2B5EF4-FFF2-40B4-BE49-F238E27FC236}">
                  <a16:creationId xmlns:a16="http://schemas.microsoft.com/office/drawing/2014/main" id="{73F52DC7-A2F8-A7FD-1DF7-4DEF03BC1ACE}"/>
                </a:ext>
              </a:extLst>
            </p:cNvPr>
            <p:cNvSpPr/>
            <p:nvPr/>
          </p:nvSpPr>
          <p:spPr>
            <a:xfrm>
              <a:off x="5290027" y="4229138"/>
              <a:ext cx="564356" cy="205906"/>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9" name="Rectangle 18">
              <a:extLst>
                <a:ext uri="{FF2B5EF4-FFF2-40B4-BE49-F238E27FC236}">
                  <a16:creationId xmlns:a16="http://schemas.microsoft.com/office/drawing/2014/main" id="{E24A82F3-1AC6-950F-058A-1585E07E3363}"/>
                </a:ext>
              </a:extLst>
            </p:cNvPr>
            <p:cNvSpPr/>
            <p:nvPr/>
          </p:nvSpPr>
          <p:spPr>
            <a:xfrm>
              <a:off x="6551793" y="4227396"/>
              <a:ext cx="1938947" cy="205906"/>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0" name="Rectangle 19">
              <a:extLst>
                <a:ext uri="{FF2B5EF4-FFF2-40B4-BE49-F238E27FC236}">
                  <a16:creationId xmlns:a16="http://schemas.microsoft.com/office/drawing/2014/main" id="{CB8F585F-D411-1838-ED6A-320FD56372B5}"/>
                </a:ext>
              </a:extLst>
            </p:cNvPr>
            <p:cNvSpPr/>
            <p:nvPr/>
          </p:nvSpPr>
          <p:spPr>
            <a:xfrm>
              <a:off x="6243929" y="3658197"/>
              <a:ext cx="3634135" cy="227574"/>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1" name="Rectangle 20">
              <a:extLst>
                <a:ext uri="{FF2B5EF4-FFF2-40B4-BE49-F238E27FC236}">
                  <a16:creationId xmlns:a16="http://schemas.microsoft.com/office/drawing/2014/main" id="{A99432E0-FB67-7B6C-A419-8470C2B69BDE}"/>
                </a:ext>
              </a:extLst>
            </p:cNvPr>
            <p:cNvSpPr/>
            <p:nvPr/>
          </p:nvSpPr>
          <p:spPr>
            <a:xfrm>
              <a:off x="7079151" y="4632363"/>
              <a:ext cx="1692576" cy="227575"/>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5" name="Rectangle 14">
              <a:extLst>
                <a:ext uri="{FF2B5EF4-FFF2-40B4-BE49-F238E27FC236}">
                  <a16:creationId xmlns:a16="http://schemas.microsoft.com/office/drawing/2014/main" id="{C8F1B060-4900-4652-32FA-78E0AEE6216F}"/>
                </a:ext>
              </a:extLst>
            </p:cNvPr>
            <p:cNvSpPr/>
            <p:nvPr/>
          </p:nvSpPr>
          <p:spPr>
            <a:xfrm>
              <a:off x="9949629" y="3619834"/>
              <a:ext cx="289845" cy="284358"/>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8" name="Ellipse 7">
              <a:extLst>
                <a:ext uri="{FF2B5EF4-FFF2-40B4-BE49-F238E27FC236}">
                  <a16:creationId xmlns:a16="http://schemas.microsoft.com/office/drawing/2014/main" id="{B476B796-FF6F-3918-B9E1-4DC284C6A4BF}"/>
                </a:ext>
              </a:extLst>
            </p:cNvPr>
            <p:cNvSpPr>
              <a:spLocks noChangeAspect="1"/>
            </p:cNvSpPr>
            <p:nvPr/>
          </p:nvSpPr>
          <p:spPr>
            <a:xfrm>
              <a:off x="6258118" y="249955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a:t>
              </a:r>
              <a:endParaRPr lang="fr-FR" sz="1600" b="1" noProof="0" dirty="0">
                <a:latin typeface="Barlow" panose="00000500000000000000" pitchFamily="2" charset="0"/>
              </a:endParaRPr>
            </a:p>
          </p:txBody>
        </p:sp>
        <p:cxnSp>
          <p:nvCxnSpPr>
            <p:cNvPr id="13" name="Connecteur droit avec flèche 12">
              <a:extLst>
                <a:ext uri="{FF2B5EF4-FFF2-40B4-BE49-F238E27FC236}">
                  <a16:creationId xmlns:a16="http://schemas.microsoft.com/office/drawing/2014/main" id="{AB6A5914-6BBB-0862-5EEB-EF29D1F32301}"/>
                </a:ext>
              </a:extLst>
            </p:cNvPr>
            <p:cNvCxnSpPr>
              <a:cxnSpLocks/>
              <a:stCxn id="8" idx="4"/>
              <a:endCxn id="5" idx="0"/>
            </p:cNvCxnSpPr>
            <p:nvPr/>
          </p:nvCxnSpPr>
          <p:spPr>
            <a:xfrm>
              <a:off x="6402118" y="2787550"/>
              <a:ext cx="3300" cy="529022"/>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66D2BCA0-FCF9-F7D1-D33A-B5D24DA569B3}"/>
                </a:ext>
              </a:extLst>
            </p:cNvPr>
            <p:cNvSpPr/>
            <p:nvPr/>
          </p:nvSpPr>
          <p:spPr>
            <a:xfrm>
              <a:off x="7916997" y="2498040"/>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C</a:t>
              </a:r>
            </a:p>
          </p:txBody>
        </p:sp>
        <p:cxnSp>
          <p:nvCxnSpPr>
            <p:cNvPr id="26" name="Connecteur droit avec flèche 25">
              <a:extLst>
                <a:ext uri="{FF2B5EF4-FFF2-40B4-BE49-F238E27FC236}">
                  <a16:creationId xmlns:a16="http://schemas.microsoft.com/office/drawing/2014/main" id="{9549FEB0-1F7D-7236-A890-1F51D5CDCA43}"/>
                </a:ext>
              </a:extLst>
            </p:cNvPr>
            <p:cNvCxnSpPr>
              <a:cxnSpLocks/>
              <a:stCxn id="25" idx="2"/>
              <a:endCxn id="20" idx="0"/>
            </p:cNvCxnSpPr>
            <p:nvPr/>
          </p:nvCxnSpPr>
          <p:spPr>
            <a:xfrm>
              <a:off x="8060997" y="2786040"/>
              <a:ext cx="0" cy="872157"/>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27" name="Ellipse 26">
              <a:extLst>
                <a:ext uri="{FF2B5EF4-FFF2-40B4-BE49-F238E27FC236}">
                  <a16:creationId xmlns:a16="http://schemas.microsoft.com/office/drawing/2014/main" id="{1258DB7E-2A45-EB63-BDB5-AA6F81441418}"/>
                </a:ext>
              </a:extLst>
            </p:cNvPr>
            <p:cNvSpPr>
              <a:spLocks noChangeAspect="1"/>
            </p:cNvSpPr>
            <p:nvPr/>
          </p:nvSpPr>
          <p:spPr>
            <a:xfrm>
              <a:off x="6943575" y="5524532"/>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4</a:t>
              </a:r>
              <a:endParaRPr lang="fr-FR" sz="1600" b="1" noProof="0" dirty="0">
                <a:latin typeface="Barlow" panose="00000500000000000000" pitchFamily="2" charset="0"/>
              </a:endParaRPr>
            </a:p>
          </p:txBody>
        </p:sp>
        <p:cxnSp>
          <p:nvCxnSpPr>
            <p:cNvPr id="28" name="Connecteur droit avec flèche 27">
              <a:extLst>
                <a:ext uri="{FF2B5EF4-FFF2-40B4-BE49-F238E27FC236}">
                  <a16:creationId xmlns:a16="http://schemas.microsoft.com/office/drawing/2014/main" id="{1A1A82FC-2E4E-3A61-C25E-D0D48BCF98EF}"/>
                </a:ext>
              </a:extLst>
            </p:cNvPr>
            <p:cNvCxnSpPr>
              <a:cxnSpLocks/>
              <a:stCxn id="27" idx="0"/>
              <a:endCxn id="14" idx="2"/>
            </p:cNvCxnSpPr>
            <p:nvPr/>
          </p:nvCxnSpPr>
          <p:spPr>
            <a:xfrm flipV="1">
              <a:off x="7087575" y="5268471"/>
              <a:ext cx="0" cy="256061"/>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5254628A-7A9C-3942-194D-B5405679DB66}"/>
                </a:ext>
              </a:extLst>
            </p:cNvPr>
            <p:cNvSpPr/>
            <p:nvPr/>
          </p:nvSpPr>
          <p:spPr>
            <a:xfrm>
              <a:off x="10512207" y="4188091"/>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30" name="Connecteur droit avec flèche 29">
              <a:extLst>
                <a:ext uri="{FF2B5EF4-FFF2-40B4-BE49-F238E27FC236}">
                  <a16:creationId xmlns:a16="http://schemas.microsoft.com/office/drawing/2014/main" id="{94575B65-A788-5BC0-96F5-39AE68A4DDCC}"/>
                </a:ext>
              </a:extLst>
            </p:cNvPr>
            <p:cNvCxnSpPr>
              <a:cxnSpLocks/>
              <a:stCxn id="29" idx="1"/>
              <a:endCxn id="19" idx="3"/>
            </p:cNvCxnSpPr>
            <p:nvPr/>
          </p:nvCxnSpPr>
          <p:spPr>
            <a:xfrm flipH="1" flipV="1">
              <a:off x="8490740" y="4330349"/>
              <a:ext cx="2021467" cy="1742"/>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46" name="Ellipse 45">
              <a:extLst>
                <a:ext uri="{FF2B5EF4-FFF2-40B4-BE49-F238E27FC236}">
                  <a16:creationId xmlns:a16="http://schemas.microsoft.com/office/drawing/2014/main" id="{B08DE7E8-B27B-A60A-AB8F-F5A9293CC376}"/>
                </a:ext>
              </a:extLst>
            </p:cNvPr>
            <p:cNvSpPr>
              <a:spLocks noChangeAspect="1"/>
            </p:cNvSpPr>
            <p:nvPr/>
          </p:nvSpPr>
          <p:spPr>
            <a:xfrm>
              <a:off x="8660964" y="3805296"/>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2</a:t>
              </a:r>
              <a:endParaRPr lang="fr-FR" sz="1600" b="1" noProof="0" dirty="0">
                <a:latin typeface="Barlow" panose="00000500000000000000" pitchFamily="2" charset="0"/>
              </a:endParaRPr>
            </a:p>
          </p:txBody>
        </p:sp>
        <p:cxnSp>
          <p:nvCxnSpPr>
            <p:cNvPr id="47" name="Connecteur droit avec flèche 46">
              <a:extLst>
                <a:ext uri="{FF2B5EF4-FFF2-40B4-BE49-F238E27FC236}">
                  <a16:creationId xmlns:a16="http://schemas.microsoft.com/office/drawing/2014/main" id="{6F728DFC-9EAC-A84F-8970-C539A9B84ADE}"/>
                </a:ext>
              </a:extLst>
            </p:cNvPr>
            <p:cNvCxnSpPr>
              <a:cxnSpLocks/>
              <a:stCxn id="46" idx="6"/>
            </p:cNvCxnSpPr>
            <p:nvPr/>
          </p:nvCxnSpPr>
          <p:spPr>
            <a:xfrm>
              <a:off x="8948964" y="3949296"/>
              <a:ext cx="454583" cy="20281"/>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48" name="Ellipse 47">
              <a:extLst>
                <a:ext uri="{FF2B5EF4-FFF2-40B4-BE49-F238E27FC236}">
                  <a16:creationId xmlns:a16="http://schemas.microsoft.com/office/drawing/2014/main" id="{CC2E762E-899B-8B2C-E485-1D5EAF93419C}"/>
                </a:ext>
              </a:extLst>
            </p:cNvPr>
            <p:cNvSpPr>
              <a:spLocks noChangeAspect="1"/>
            </p:cNvSpPr>
            <p:nvPr/>
          </p:nvSpPr>
          <p:spPr>
            <a:xfrm>
              <a:off x="10512207" y="3618013"/>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2</a:t>
              </a:r>
              <a:endParaRPr lang="fr-FR" sz="1600" b="1" noProof="0" dirty="0">
                <a:latin typeface="Barlow" panose="00000500000000000000" pitchFamily="2" charset="0"/>
              </a:endParaRPr>
            </a:p>
          </p:txBody>
        </p:sp>
        <p:cxnSp>
          <p:nvCxnSpPr>
            <p:cNvPr id="49" name="Connecteur droit avec flèche 48">
              <a:extLst>
                <a:ext uri="{FF2B5EF4-FFF2-40B4-BE49-F238E27FC236}">
                  <a16:creationId xmlns:a16="http://schemas.microsoft.com/office/drawing/2014/main" id="{2DC73E8E-1450-2728-E117-D1EB6A61EC35}"/>
                </a:ext>
              </a:extLst>
            </p:cNvPr>
            <p:cNvCxnSpPr>
              <a:cxnSpLocks/>
            </p:cNvCxnSpPr>
            <p:nvPr/>
          </p:nvCxnSpPr>
          <p:spPr>
            <a:xfrm flipH="1">
              <a:off x="10239474" y="3759936"/>
              <a:ext cx="272733" cy="0"/>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1EA01E18-CAB8-A576-6F87-49F8B5DF3D2A}"/>
                </a:ext>
              </a:extLst>
            </p:cNvPr>
            <p:cNvSpPr/>
            <p:nvPr/>
          </p:nvSpPr>
          <p:spPr>
            <a:xfrm>
              <a:off x="4240426" y="3587861"/>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51" name="Connecteur droit avec flèche 50">
              <a:extLst>
                <a:ext uri="{FF2B5EF4-FFF2-40B4-BE49-F238E27FC236}">
                  <a16:creationId xmlns:a16="http://schemas.microsoft.com/office/drawing/2014/main" id="{A1C550B1-6978-9E95-8A82-14A4590900DF}"/>
                </a:ext>
              </a:extLst>
            </p:cNvPr>
            <p:cNvCxnSpPr>
              <a:cxnSpLocks/>
              <a:stCxn id="50" idx="3"/>
              <a:endCxn id="3" idx="1"/>
            </p:cNvCxnSpPr>
            <p:nvPr/>
          </p:nvCxnSpPr>
          <p:spPr>
            <a:xfrm>
              <a:off x="4528426" y="3731861"/>
              <a:ext cx="783826" cy="4749"/>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13" name="Rectangle 112">
              <a:extLst>
                <a:ext uri="{FF2B5EF4-FFF2-40B4-BE49-F238E27FC236}">
                  <a16:creationId xmlns:a16="http://schemas.microsoft.com/office/drawing/2014/main" id="{6746AC9C-D054-354E-E40E-4954142DF975}"/>
                </a:ext>
              </a:extLst>
            </p:cNvPr>
            <p:cNvSpPr/>
            <p:nvPr/>
          </p:nvSpPr>
          <p:spPr>
            <a:xfrm>
              <a:off x="4240426" y="4181251"/>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114" name="Connecteur droit avec flèche 113">
              <a:extLst>
                <a:ext uri="{FF2B5EF4-FFF2-40B4-BE49-F238E27FC236}">
                  <a16:creationId xmlns:a16="http://schemas.microsoft.com/office/drawing/2014/main" id="{1B0C6F90-EA6C-67D5-93BC-67DD584CADFF}"/>
                </a:ext>
              </a:extLst>
            </p:cNvPr>
            <p:cNvCxnSpPr>
              <a:cxnSpLocks/>
              <a:stCxn id="113" idx="3"/>
              <a:endCxn id="18" idx="1"/>
            </p:cNvCxnSpPr>
            <p:nvPr/>
          </p:nvCxnSpPr>
          <p:spPr>
            <a:xfrm>
              <a:off x="4528426" y="4325251"/>
              <a:ext cx="761601" cy="6840"/>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31" name="Ellipse 130">
              <a:extLst>
                <a:ext uri="{FF2B5EF4-FFF2-40B4-BE49-F238E27FC236}">
                  <a16:creationId xmlns:a16="http://schemas.microsoft.com/office/drawing/2014/main" id="{5EFE1B6E-5961-DDF7-7491-36FF11CA1FB2}"/>
                </a:ext>
              </a:extLst>
            </p:cNvPr>
            <p:cNvSpPr>
              <a:spLocks noChangeAspect="1"/>
            </p:cNvSpPr>
            <p:nvPr/>
          </p:nvSpPr>
          <p:spPr>
            <a:xfrm>
              <a:off x="10512207" y="460215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3</a:t>
              </a:r>
              <a:endParaRPr lang="fr-FR" sz="1600" b="1" noProof="0" dirty="0">
                <a:latin typeface="Barlow" panose="00000500000000000000" pitchFamily="2" charset="0"/>
              </a:endParaRPr>
            </a:p>
          </p:txBody>
        </p:sp>
        <p:cxnSp>
          <p:nvCxnSpPr>
            <p:cNvPr id="132" name="Connecteur droit avec flèche 131">
              <a:extLst>
                <a:ext uri="{FF2B5EF4-FFF2-40B4-BE49-F238E27FC236}">
                  <a16:creationId xmlns:a16="http://schemas.microsoft.com/office/drawing/2014/main" id="{3B33B0BB-9CE9-2045-60B2-2C8579F37AC5}"/>
                </a:ext>
              </a:extLst>
            </p:cNvPr>
            <p:cNvCxnSpPr>
              <a:cxnSpLocks/>
              <a:stCxn id="131" idx="2"/>
              <a:endCxn id="21" idx="3"/>
            </p:cNvCxnSpPr>
            <p:nvPr/>
          </p:nvCxnSpPr>
          <p:spPr>
            <a:xfrm flipH="1">
              <a:off x="8771727" y="4746150"/>
              <a:ext cx="1740480" cy="1"/>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39" name="Ellipse 138">
              <a:extLst>
                <a:ext uri="{FF2B5EF4-FFF2-40B4-BE49-F238E27FC236}">
                  <a16:creationId xmlns:a16="http://schemas.microsoft.com/office/drawing/2014/main" id="{5F741A1F-67DB-7865-8807-AAE2A523EC01}"/>
                </a:ext>
              </a:extLst>
            </p:cNvPr>
            <p:cNvSpPr>
              <a:spLocks noChangeAspect="1"/>
            </p:cNvSpPr>
            <p:nvPr/>
          </p:nvSpPr>
          <p:spPr>
            <a:xfrm>
              <a:off x="8084501" y="5524532"/>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5</a:t>
              </a:r>
              <a:endParaRPr lang="fr-FR" sz="1600" b="1" noProof="0" dirty="0">
                <a:latin typeface="Barlow" panose="00000500000000000000" pitchFamily="2" charset="0"/>
              </a:endParaRPr>
            </a:p>
          </p:txBody>
        </p:sp>
        <p:cxnSp>
          <p:nvCxnSpPr>
            <p:cNvPr id="140" name="Connecteur droit avec flèche 139">
              <a:extLst>
                <a:ext uri="{FF2B5EF4-FFF2-40B4-BE49-F238E27FC236}">
                  <a16:creationId xmlns:a16="http://schemas.microsoft.com/office/drawing/2014/main" id="{3B6B045C-BA83-C8D1-C3DC-2EDF38BFF01E}"/>
                </a:ext>
              </a:extLst>
            </p:cNvPr>
            <p:cNvCxnSpPr>
              <a:cxnSpLocks/>
              <a:stCxn id="139" idx="0"/>
              <a:endCxn id="17" idx="2"/>
            </p:cNvCxnSpPr>
            <p:nvPr/>
          </p:nvCxnSpPr>
          <p:spPr>
            <a:xfrm flipV="1">
              <a:off x="8228501" y="5268471"/>
              <a:ext cx="1" cy="256061"/>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108871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51AA81-A5DF-3A18-38B6-020B45588EFC}"/>
              </a:ext>
            </a:extLst>
          </p:cNvPr>
          <p:cNvSpPr>
            <a:spLocks noGrp="1"/>
          </p:cNvSpPr>
          <p:nvPr>
            <p:ph type="title"/>
          </p:nvPr>
        </p:nvSpPr>
        <p:spPr>
          <a:xfrm>
            <a:off x="971696" y="623718"/>
            <a:ext cx="9911200" cy="528400"/>
          </a:xfrm>
        </p:spPr>
        <p:txBody>
          <a:bodyPr/>
          <a:lstStyle/>
          <a:p>
            <a:r>
              <a:rPr lang="fr-FR" cap="all" noProof="0" dirty="0"/>
              <a:t>é</a:t>
            </a:r>
            <a:r>
              <a:rPr lang="fr-FR" noProof="0" dirty="0"/>
              <a:t>cran Principal – Publication sur </a:t>
            </a:r>
            <a:r>
              <a:rPr lang="fr-FR" noProof="0" dirty="0" err="1"/>
              <a:t>FFJudo</a:t>
            </a:r>
            <a:endParaRPr lang="fr-FR" noProof="0" dirty="0"/>
          </a:p>
        </p:txBody>
      </p:sp>
      <p:sp>
        <p:nvSpPr>
          <p:cNvPr id="9" name="Espace réservé du texte 8">
            <a:extLst>
              <a:ext uri="{FF2B5EF4-FFF2-40B4-BE49-F238E27FC236}">
                <a16:creationId xmlns:a16="http://schemas.microsoft.com/office/drawing/2014/main" id="{7F2FF6CB-FB38-819D-538A-B0CA9B188417}"/>
              </a:ext>
            </a:extLst>
          </p:cNvPr>
          <p:cNvSpPr>
            <a:spLocks noGrp="1"/>
          </p:cNvSpPr>
          <p:nvPr>
            <p:ph type="body" idx="1"/>
          </p:nvPr>
        </p:nvSpPr>
        <p:spPr>
          <a:xfrm>
            <a:off x="180222" y="1619950"/>
            <a:ext cx="11857808" cy="4895149"/>
          </a:xfrm>
        </p:spPr>
        <p:txBody>
          <a:bodyPr/>
          <a:lstStyle/>
          <a:p>
            <a:pPr>
              <a:buFont typeface="Wingdings" panose="05000000000000000000" pitchFamily="2" charset="2"/>
              <a:buChar char="§"/>
            </a:pPr>
            <a:r>
              <a:rPr lang="fr-FR" sz="1400" b="1" noProof="0" dirty="0"/>
              <a:t>Isolation des compétitions</a:t>
            </a:r>
            <a:r>
              <a:rPr lang="fr-FR" sz="1400" noProof="0" dirty="0"/>
              <a:t> – Lorsque cette option est activée, le site de suivi d’une compétition est copié sur le site distant dans un répertoire dédié nommé selon l’ID de la compétition. Dans le cas contraire, le site de suivi est copié dans le répertoire « courante », commun à toutes les compétitions.</a:t>
            </a:r>
            <a:endParaRPr lang="fr-FR" sz="1400" b="1" noProof="0" dirty="0"/>
          </a:p>
          <a:p>
            <a:pPr>
              <a:buFont typeface="Wingdings" panose="05000000000000000000" pitchFamily="2" charset="2"/>
              <a:buChar char="§"/>
            </a:pPr>
            <a:endParaRPr lang="fr-FR" sz="1400" b="1" noProof="0" dirty="0"/>
          </a:p>
          <a:p>
            <a:pPr>
              <a:buFont typeface="Wingdings" panose="05000000000000000000" pitchFamily="2" charset="2"/>
              <a:buChar char="§"/>
            </a:pPr>
            <a:r>
              <a:rPr lang="fr-FR" sz="1400" b="1" noProof="0" dirty="0"/>
              <a:t>Niveau de publication</a:t>
            </a:r>
            <a:r>
              <a:rPr lang="fr-FR" sz="1400" noProof="0" dirty="0"/>
              <a:t> – La liste présente les niveaux pré-configurés sur le serveur </a:t>
            </a:r>
            <a:r>
              <a:rPr lang="fr-FR" sz="1400" noProof="0" dirty="0" err="1"/>
              <a:t>FFJudo</a:t>
            </a:r>
            <a:r>
              <a:rPr lang="fr-FR" sz="1400" noProof="0" dirty="0"/>
              <a:t>. Il s’agit du niveau fédéral de la compétition (Comites, Ligues ou National).</a:t>
            </a:r>
          </a:p>
          <a:p>
            <a:pPr>
              <a:buFont typeface="Wingdings" panose="05000000000000000000" pitchFamily="2" charset="2"/>
              <a:buChar char="§"/>
            </a:pPr>
            <a:endParaRPr lang="fr-FR" sz="1400" b="1" noProof="0" dirty="0"/>
          </a:p>
          <a:p>
            <a:pPr>
              <a:buFont typeface="Wingdings" panose="05000000000000000000" pitchFamily="2" charset="2"/>
              <a:buChar char="§"/>
            </a:pPr>
            <a:r>
              <a:rPr lang="fr-FR" sz="1400" b="1" noProof="0" dirty="0"/>
              <a:t>Entité de publication</a:t>
            </a:r>
            <a:r>
              <a:rPr lang="fr-FR" sz="1400" noProof="0" dirty="0"/>
              <a:t> – La liste dépend du niveau de publication préalablement sélectionné. La liste présente les entités pré-configurées sur le serveur </a:t>
            </a:r>
            <a:r>
              <a:rPr lang="fr-FR" sz="1400" noProof="0" dirty="0" err="1"/>
              <a:t>FFJudo</a:t>
            </a:r>
            <a:r>
              <a:rPr lang="fr-FR" sz="1400" noProof="0" dirty="0"/>
              <a:t>. Il s’agit des entités fédérales (ex. Comité de l’Ain, Ligue AURA, etc.).</a:t>
            </a:r>
          </a:p>
          <a:p>
            <a:pPr>
              <a:buFont typeface="Wingdings" panose="05000000000000000000" pitchFamily="2" charset="2"/>
              <a:buChar char="§"/>
            </a:pPr>
            <a:endParaRPr lang="fr-FR" sz="1400" b="1" noProof="0" dirty="0"/>
          </a:p>
          <a:p>
            <a:pPr>
              <a:buFont typeface="Wingdings" panose="05000000000000000000" pitchFamily="2" charset="2"/>
              <a:buChar char="§"/>
            </a:pPr>
            <a:r>
              <a:rPr lang="fr-FR" sz="1400" b="1" noProof="0" dirty="0"/>
              <a:t>Adresse </a:t>
            </a:r>
            <a:r>
              <a:rPr lang="fr-FR" sz="1400" b="1" noProof="0" dirty="0" err="1"/>
              <a:t>FFJudo</a:t>
            </a:r>
            <a:r>
              <a:rPr lang="fr-FR" sz="1400" noProof="0" dirty="0"/>
              <a:t> – L’adresse complète est calculée comme :</a:t>
            </a:r>
          </a:p>
          <a:p>
            <a:pPr lvl="1">
              <a:buFont typeface="Wingdings" panose="05000000000000000000" pitchFamily="2" charset="2"/>
              <a:buChar char="§"/>
            </a:pPr>
            <a:r>
              <a:rPr lang="fr-FR" sz="1400" noProof="0" dirty="0">
                <a:latin typeface="Barlow" panose="00000500000000000000" pitchFamily="2" charset="0"/>
              </a:rPr>
              <a:t>Avec isolation :</a:t>
            </a:r>
          </a:p>
          <a:p>
            <a:pPr marL="711183" lvl="1" indent="0" algn="ctr">
              <a:buNone/>
            </a:pPr>
            <a:r>
              <a:rPr lang="fr-FR" sz="1400" noProof="0" dirty="0">
                <a:latin typeface="Courier New" panose="02070309020205020404" pitchFamily="49" charset="0"/>
                <a:cs typeface="Courier New" panose="02070309020205020404" pitchFamily="49" charset="0"/>
              </a:rPr>
              <a:t>http ://ftp.ffjudo.com/</a:t>
            </a:r>
            <a:r>
              <a:rPr lang="fr-FR" sz="1400" noProof="0" dirty="0" err="1">
                <a:latin typeface="Courier New" panose="02070309020205020404" pitchFamily="49" charset="0"/>
                <a:cs typeface="Courier New" panose="02070309020205020404" pitchFamily="49" charset="0"/>
              </a:rPr>
              <a:t>SuiviCompetition</a:t>
            </a:r>
            <a:r>
              <a:rPr lang="fr-FR" sz="1400" noProof="0" dirty="0">
                <a:latin typeface="Courier New" panose="02070309020205020404" pitchFamily="49" charset="0"/>
                <a:cs typeface="Courier New" panose="02070309020205020404" pitchFamily="49" charset="0"/>
              </a:rPr>
              <a:t>/{Niveau}/{Entité}/{ID Compétition}/</a:t>
            </a:r>
            <a:r>
              <a:rPr lang="fr-FR" sz="1400" noProof="0" dirty="0" err="1">
                <a:latin typeface="Courier New" panose="02070309020205020404" pitchFamily="49" charset="0"/>
                <a:cs typeface="Courier New" panose="02070309020205020404" pitchFamily="49" charset="0"/>
              </a:rPr>
              <a:t>common</a:t>
            </a:r>
            <a:r>
              <a:rPr lang="fr-FR" sz="1400" noProof="0" dirty="0">
                <a:latin typeface="Courier New" panose="02070309020205020404" pitchFamily="49" charset="0"/>
                <a:cs typeface="Courier New" panose="02070309020205020404" pitchFamily="49" charset="0"/>
              </a:rPr>
              <a:t>/index.html</a:t>
            </a:r>
          </a:p>
          <a:p>
            <a:pPr lvl="1">
              <a:buFont typeface="Wingdings" panose="05000000000000000000" pitchFamily="2" charset="2"/>
              <a:buChar char="§"/>
            </a:pPr>
            <a:r>
              <a:rPr lang="fr-FR" sz="1400" noProof="0" dirty="0">
                <a:latin typeface="Barlow" panose="00000500000000000000" pitchFamily="2" charset="0"/>
              </a:rPr>
              <a:t>Sans isolation :</a:t>
            </a:r>
          </a:p>
          <a:p>
            <a:pPr marL="711183" lvl="1" indent="0" algn="ctr">
              <a:buNone/>
            </a:pPr>
            <a:r>
              <a:rPr lang="fr-FR" sz="1400" noProof="0" dirty="0">
                <a:latin typeface="Courier New" panose="02070309020205020404" pitchFamily="49" charset="0"/>
                <a:cs typeface="Courier New" panose="02070309020205020404" pitchFamily="49" charset="0"/>
              </a:rPr>
              <a:t>http ://ftp.ffjudo.com/</a:t>
            </a:r>
            <a:r>
              <a:rPr lang="fr-FR" sz="1400" noProof="0" dirty="0" err="1">
                <a:latin typeface="Courier New" panose="02070309020205020404" pitchFamily="49" charset="0"/>
                <a:cs typeface="Courier New" panose="02070309020205020404" pitchFamily="49" charset="0"/>
              </a:rPr>
              <a:t>SuiviCompetition</a:t>
            </a:r>
            <a:r>
              <a:rPr lang="fr-FR" sz="1400" noProof="0" dirty="0">
                <a:latin typeface="Courier New" panose="02070309020205020404" pitchFamily="49" charset="0"/>
                <a:cs typeface="Courier New" panose="02070309020205020404" pitchFamily="49" charset="0"/>
              </a:rPr>
              <a:t>/{Niveau}/{Entité}/courante/</a:t>
            </a:r>
            <a:r>
              <a:rPr lang="fr-FR" sz="1400" noProof="0" dirty="0" err="1">
                <a:latin typeface="Courier New" panose="02070309020205020404" pitchFamily="49" charset="0"/>
                <a:cs typeface="Courier New" panose="02070309020205020404" pitchFamily="49" charset="0"/>
              </a:rPr>
              <a:t>common</a:t>
            </a:r>
            <a:r>
              <a:rPr lang="fr-FR" sz="1400" noProof="0" dirty="0">
                <a:latin typeface="Courier New" panose="02070309020205020404" pitchFamily="49" charset="0"/>
                <a:cs typeface="Courier New" panose="02070309020205020404" pitchFamily="49" charset="0"/>
              </a:rPr>
              <a:t>/index.html</a:t>
            </a:r>
          </a:p>
          <a:p>
            <a:pPr lvl="1"/>
            <a:endParaRPr lang="fr-FR" sz="1400" noProof="0" dirty="0"/>
          </a:p>
        </p:txBody>
      </p:sp>
      <p:sp>
        <p:nvSpPr>
          <p:cNvPr id="4" name="Espace réservé du texte 3">
            <a:extLst>
              <a:ext uri="{FF2B5EF4-FFF2-40B4-BE49-F238E27FC236}">
                <a16:creationId xmlns:a16="http://schemas.microsoft.com/office/drawing/2014/main" id="{6BDCEFA8-59A6-33CC-D69F-6DDA6E4D9636}"/>
              </a:ext>
            </a:extLst>
          </p:cNvPr>
          <p:cNvSpPr>
            <a:spLocks noGrp="1"/>
          </p:cNvSpPr>
          <p:nvPr>
            <p:ph type="body" sz="quarter" idx="15"/>
          </p:nvPr>
        </p:nvSpPr>
        <p:spPr/>
        <p:txBody>
          <a:bodyPr/>
          <a:lstStyle/>
          <a:p>
            <a:r>
              <a:rPr lang="fr-FR" cap="all" noProof="0" dirty="0"/>
              <a:t>é</a:t>
            </a:r>
            <a:r>
              <a:rPr lang="fr-FR" noProof="0" dirty="0"/>
              <a:t>crans &amp; fonctionnalités</a:t>
            </a:r>
          </a:p>
        </p:txBody>
      </p:sp>
    </p:spTree>
    <p:extLst>
      <p:ext uri="{BB962C8B-B14F-4D97-AF65-F5344CB8AC3E}">
        <p14:creationId xmlns:p14="http://schemas.microsoft.com/office/powerpoint/2010/main" val="29903249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51AA81-A5DF-3A18-38B6-020B45588EFC}"/>
              </a:ext>
            </a:extLst>
          </p:cNvPr>
          <p:cNvSpPr>
            <a:spLocks noGrp="1"/>
          </p:cNvSpPr>
          <p:nvPr>
            <p:ph type="title"/>
          </p:nvPr>
        </p:nvSpPr>
        <p:spPr/>
        <p:txBody>
          <a:bodyPr/>
          <a:lstStyle/>
          <a:p>
            <a:r>
              <a:rPr lang="fr-FR" cap="all" noProof="0" dirty="0"/>
              <a:t>é</a:t>
            </a:r>
            <a:r>
              <a:rPr lang="fr-FR" noProof="0" dirty="0"/>
              <a:t>cran Principal - Compléments</a:t>
            </a:r>
          </a:p>
        </p:txBody>
      </p:sp>
      <p:sp>
        <p:nvSpPr>
          <p:cNvPr id="9" name="Espace réservé du texte 8">
            <a:extLst>
              <a:ext uri="{FF2B5EF4-FFF2-40B4-BE49-F238E27FC236}">
                <a16:creationId xmlns:a16="http://schemas.microsoft.com/office/drawing/2014/main" id="{7F2FF6CB-FB38-819D-538A-B0CA9B188417}"/>
              </a:ext>
            </a:extLst>
          </p:cNvPr>
          <p:cNvSpPr>
            <a:spLocks noGrp="1"/>
          </p:cNvSpPr>
          <p:nvPr>
            <p:ph type="body" idx="1"/>
          </p:nvPr>
        </p:nvSpPr>
        <p:spPr>
          <a:xfrm>
            <a:off x="180221" y="1619951"/>
            <a:ext cx="11259303" cy="4045200"/>
          </a:xfrm>
        </p:spPr>
        <p:txBody>
          <a:bodyPr/>
          <a:lstStyle/>
          <a:p>
            <a:pPr>
              <a:buFont typeface="Wingdings" panose="05000000000000000000" pitchFamily="2" charset="2"/>
              <a:buChar char="§"/>
            </a:pPr>
            <a:r>
              <a:rPr lang="fr-FR" sz="1400" b="1" noProof="0" dirty="0"/>
              <a:t>Isolation des compétitions</a:t>
            </a:r>
            <a:r>
              <a:rPr lang="fr-FR" sz="1400" noProof="0" dirty="0"/>
              <a:t> – Lorsque cette option est activée, le site de suivi d’une compétition est copié sur le site distant dans un répertoire dédié nommé selon l’ID de la compétition. Dans le cas contraire, le site de suivi est copié dans le répertoire « courante », commun à toutes les compétitions.</a:t>
            </a:r>
            <a:br>
              <a:rPr lang="fr-FR" sz="1400" noProof="0" dirty="0"/>
            </a:br>
            <a:endParaRPr lang="fr-FR" sz="1400" noProof="0" dirty="0"/>
          </a:p>
          <a:p>
            <a:pPr>
              <a:buFont typeface="Wingdings" panose="05000000000000000000" pitchFamily="2" charset="2"/>
              <a:buChar char="§"/>
            </a:pPr>
            <a:r>
              <a:rPr lang="fr-FR" sz="1400" b="1" noProof="0" dirty="0"/>
              <a:t>synchronisation des différences</a:t>
            </a:r>
            <a:r>
              <a:rPr lang="fr-FR" sz="1400" noProof="0" dirty="0"/>
              <a:t> – Lorsque cette option est activée, le logiciel « Publication Suivi </a:t>
            </a:r>
            <a:r>
              <a:rPr lang="fr-FR" sz="1400" noProof="0" dirty="0" err="1"/>
              <a:t>Competition</a:t>
            </a:r>
            <a:r>
              <a:rPr lang="fr-FR" sz="1400" noProof="0" dirty="0"/>
              <a:t> » ne copie sur le site distant que les fichiers modifiés depuis la dernière synchronisation. Ceci permet d’optimiser le temps de transfert notamment si la connexion vers Internet est faible.</a:t>
            </a:r>
            <a:br>
              <a:rPr lang="fr-FR" sz="1400" noProof="0" dirty="0"/>
            </a:br>
            <a:endParaRPr lang="fr-FR" sz="1400" noProof="0" dirty="0"/>
          </a:p>
          <a:p>
            <a:pPr>
              <a:buFont typeface="Wingdings" panose="05000000000000000000" pitchFamily="2" charset="2"/>
              <a:buChar char="§"/>
            </a:pPr>
            <a:r>
              <a:rPr lang="fr-FR" sz="1400" b="1" noProof="0" dirty="0"/>
              <a:t>Adresse du site web distant</a:t>
            </a:r>
            <a:r>
              <a:rPr lang="fr-FR" sz="1400" noProof="0" dirty="0"/>
              <a:t>  – L’adresse complète est calculée comme :</a:t>
            </a:r>
          </a:p>
          <a:p>
            <a:pPr lvl="1">
              <a:buFont typeface="Wingdings" panose="05000000000000000000" pitchFamily="2" charset="2"/>
              <a:buChar char="§"/>
            </a:pPr>
            <a:r>
              <a:rPr lang="fr-FR" sz="1400" noProof="0" dirty="0">
                <a:latin typeface="Barlow" panose="00000500000000000000" pitchFamily="2" charset="0"/>
              </a:rPr>
              <a:t>Avec isolation : </a:t>
            </a:r>
            <a:r>
              <a:rPr lang="fr-FR" sz="1400" noProof="0" dirty="0">
                <a:latin typeface="Courier New" panose="02070309020205020404" pitchFamily="49" charset="0"/>
                <a:cs typeface="Courier New" panose="02070309020205020404" pitchFamily="49" charset="0"/>
              </a:rPr>
              <a:t>{Racine de l’adresse web }/{ID Compétition}/</a:t>
            </a:r>
            <a:r>
              <a:rPr lang="fr-FR" sz="1400" noProof="0" dirty="0" err="1">
                <a:latin typeface="Courier New" panose="02070309020205020404" pitchFamily="49" charset="0"/>
                <a:cs typeface="Courier New" panose="02070309020205020404" pitchFamily="49" charset="0"/>
              </a:rPr>
              <a:t>common</a:t>
            </a:r>
            <a:r>
              <a:rPr lang="fr-FR" sz="1400" noProof="0" dirty="0">
                <a:latin typeface="Courier New" panose="02070309020205020404" pitchFamily="49" charset="0"/>
                <a:cs typeface="Courier New" panose="02070309020205020404" pitchFamily="49" charset="0"/>
              </a:rPr>
              <a:t>/index.html</a:t>
            </a:r>
          </a:p>
          <a:p>
            <a:pPr lvl="1">
              <a:buFont typeface="Wingdings" panose="05000000000000000000" pitchFamily="2" charset="2"/>
              <a:buChar char="§"/>
            </a:pPr>
            <a:r>
              <a:rPr lang="fr-FR" sz="1400" noProof="0" dirty="0">
                <a:latin typeface="Barlow" panose="00000500000000000000" pitchFamily="2" charset="0"/>
              </a:rPr>
              <a:t>Sans isolation : </a:t>
            </a:r>
            <a:r>
              <a:rPr lang="fr-FR" sz="1400" noProof="0" dirty="0">
                <a:latin typeface="Courier New" panose="02070309020205020404" pitchFamily="49" charset="0"/>
                <a:cs typeface="Courier New" panose="02070309020205020404" pitchFamily="49" charset="0"/>
              </a:rPr>
              <a:t>{Racine de l’adresse web }/courante/</a:t>
            </a:r>
            <a:r>
              <a:rPr lang="fr-FR" sz="1400" noProof="0" dirty="0" err="1">
                <a:latin typeface="Courier New" panose="02070309020205020404" pitchFamily="49" charset="0"/>
                <a:cs typeface="Courier New" panose="02070309020205020404" pitchFamily="49" charset="0"/>
              </a:rPr>
              <a:t>common</a:t>
            </a:r>
            <a:r>
              <a:rPr lang="fr-FR" sz="1400" noProof="0" dirty="0">
                <a:latin typeface="Courier New" panose="02070309020205020404" pitchFamily="49" charset="0"/>
                <a:cs typeface="Courier New" panose="02070309020205020404" pitchFamily="49" charset="0"/>
              </a:rPr>
              <a:t>/index.html</a:t>
            </a:r>
          </a:p>
          <a:p>
            <a:pPr lvl="1"/>
            <a:endParaRPr lang="fr-FR" sz="1400" noProof="0" dirty="0"/>
          </a:p>
        </p:txBody>
      </p:sp>
      <p:sp>
        <p:nvSpPr>
          <p:cNvPr id="4" name="Espace réservé du texte 3">
            <a:extLst>
              <a:ext uri="{FF2B5EF4-FFF2-40B4-BE49-F238E27FC236}">
                <a16:creationId xmlns:a16="http://schemas.microsoft.com/office/drawing/2014/main" id="{6BDCEFA8-59A6-33CC-D69F-6DDA6E4D9636}"/>
              </a:ext>
            </a:extLst>
          </p:cNvPr>
          <p:cNvSpPr>
            <a:spLocks noGrp="1"/>
          </p:cNvSpPr>
          <p:nvPr>
            <p:ph type="body" sz="quarter" idx="15"/>
          </p:nvPr>
        </p:nvSpPr>
        <p:spPr/>
        <p:txBody>
          <a:bodyPr/>
          <a:lstStyle/>
          <a:p>
            <a:r>
              <a:rPr lang="fr-FR" cap="all" noProof="0" dirty="0"/>
              <a:t>é</a:t>
            </a:r>
            <a:r>
              <a:rPr lang="fr-FR" noProof="0" dirty="0"/>
              <a:t>crans &amp; fonctionnalités</a:t>
            </a:r>
          </a:p>
        </p:txBody>
      </p:sp>
    </p:spTree>
    <p:extLst>
      <p:ext uri="{BB962C8B-B14F-4D97-AF65-F5344CB8AC3E}">
        <p14:creationId xmlns:p14="http://schemas.microsoft.com/office/powerpoint/2010/main" val="30484470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E44FDB-AA87-481A-75C3-820EBB5E8041}"/>
              </a:ext>
            </a:extLst>
          </p:cNvPr>
          <p:cNvSpPr>
            <a:spLocks noGrp="1"/>
          </p:cNvSpPr>
          <p:nvPr>
            <p:ph type="title"/>
          </p:nvPr>
        </p:nvSpPr>
        <p:spPr/>
        <p:txBody>
          <a:bodyPr/>
          <a:lstStyle/>
          <a:p>
            <a:r>
              <a:rPr lang="fr-FR" cap="all" noProof="0" dirty="0"/>
              <a:t>é</a:t>
            </a:r>
            <a:r>
              <a:rPr lang="fr-FR" noProof="0" dirty="0"/>
              <a:t>cran principal – Chambre d’appel</a:t>
            </a:r>
          </a:p>
        </p:txBody>
      </p:sp>
      <p:sp>
        <p:nvSpPr>
          <p:cNvPr id="3" name="Espace réservé du texte 2">
            <a:extLst>
              <a:ext uri="{FF2B5EF4-FFF2-40B4-BE49-F238E27FC236}">
                <a16:creationId xmlns:a16="http://schemas.microsoft.com/office/drawing/2014/main" id="{328F30E8-04B7-DB02-CC05-3DB9F2A9DF51}"/>
              </a:ext>
            </a:extLst>
          </p:cNvPr>
          <p:cNvSpPr>
            <a:spLocks noGrp="1"/>
          </p:cNvSpPr>
          <p:nvPr>
            <p:ph type="body" idx="1"/>
          </p:nvPr>
        </p:nvSpPr>
        <p:spPr/>
        <p:txBody>
          <a:bodyPr/>
          <a:lstStyle/>
          <a:p>
            <a:pPr>
              <a:buFont typeface="Wingdings" panose="05000000000000000000" pitchFamily="2" charset="2"/>
              <a:buChar char="§"/>
            </a:pPr>
            <a:r>
              <a:rPr lang="fr-FR" sz="1400" b="1" noProof="0" dirty="0"/>
              <a:t>Adresse de la chambre d’appel </a:t>
            </a:r>
            <a:r>
              <a:rPr lang="fr-FR" sz="1400" noProof="0" dirty="0"/>
              <a:t>- L’adresse est unique pour tous les écrans de chambre d’appel. La sélection de l’affichage se fait par identification de l’écran d’appel. L’adresse complète est calculée comme :</a:t>
            </a:r>
          </a:p>
          <a:p>
            <a:pPr lvl="1">
              <a:buFont typeface="Wingdings" panose="05000000000000000000" pitchFamily="2" charset="2"/>
              <a:buChar char="§"/>
            </a:pPr>
            <a:r>
              <a:rPr lang="fr-FR" sz="1400" noProof="0" dirty="0">
                <a:latin typeface="Courier New" panose="02070309020205020404" pitchFamily="49" charset="0"/>
                <a:cs typeface="Courier New" panose="02070309020205020404" pitchFamily="49" charset="0"/>
              </a:rPr>
              <a:t>http ://{Adresse sélectionnée} :{Port}/live/</a:t>
            </a:r>
            <a:r>
              <a:rPr lang="fr-FR" sz="1400" noProof="0" dirty="0" err="1">
                <a:latin typeface="Courier New" panose="02070309020205020404" pitchFamily="49" charset="0"/>
                <a:cs typeface="Courier New" panose="02070309020205020404" pitchFamily="49" charset="0"/>
              </a:rPr>
              <a:t>ecrans</a:t>
            </a:r>
            <a:r>
              <a:rPr lang="fr-FR" sz="1400" noProof="0" dirty="0">
                <a:latin typeface="Courier New" panose="02070309020205020404" pitchFamily="49" charset="0"/>
                <a:cs typeface="Courier New" panose="02070309020205020404" pitchFamily="49" charset="0"/>
              </a:rPr>
              <a:t>-appel/go</a:t>
            </a:r>
          </a:p>
        </p:txBody>
      </p:sp>
      <p:sp>
        <p:nvSpPr>
          <p:cNvPr id="4" name="Espace réservé du texte 3">
            <a:extLst>
              <a:ext uri="{FF2B5EF4-FFF2-40B4-BE49-F238E27FC236}">
                <a16:creationId xmlns:a16="http://schemas.microsoft.com/office/drawing/2014/main" id="{3EFF5818-8E85-7A62-84E5-0D6CF5C9A980}"/>
              </a:ext>
            </a:extLst>
          </p:cNvPr>
          <p:cNvSpPr>
            <a:spLocks noGrp="1"/>
          </p:cNvSpPr>
          <p:nvPr>
            <p:ph type="body" sz="quarter" idx="15"/>
          </p:nvPr>
        </p:nvSpPr>
        <p:spPr/>
        <p:txBody>
          <a:bodyPr/>
          <a:lstStyle/>
          <a:p>
            <a:r>
              <a:rPr lang="fr-FR" cap="all" noProof="0" dirty="0"/>
              <a:t>é</a:t>
            </a:r>
            <a:r>
              <a:rPr lang="fr-FR" noProof="0" dirty="0"/>
              <a:t>crans &amp; fonctionnalités</a:t>
            </a:r>
          </a:p>
        </p:txBody>
      </p:sp>
    </p:spTree>
    <p:extLst>
      <p:ext uri="{BB962C8B-B14F-4D97-AF65-F5344CB8AC3E}">
        <p14:creationId xmlns:p14="http://schemas.microsoft.com/office/powerpoint/2010/main" val="40981094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51AA81-A5DF-3A18-38B6-020B45588EFC}"/>
              </a:ext>
            </a:extLst>
          </p:cNvPr>
          <p:cNvSpPr>
            <a:spLocks noGrp="1"/>
          </p:cNvSpPr>
          <p:nvPr>
            <p:ph type="title"/>
          </p:nvPr>
        </p:nvSpPr>
        <p:spPr/>
        <p:txBody>
          <a:bodyPr/>
          <a:lstStyle/>
          <a:p>
            <a:r>
              <a:rPr lang="fr-FR" cap="all" noProof="0" dirty="0"/>
              <a:t>é</a:t>
            </a:r>
            <a:r>
              <a:rPr lang="fr-FR" noProof="0" dirty="0"/>
              <a:t>cran de connexion à une compétition</a:t>
            </a:r>
          </a:p>
        </p:txBody>
      </p:sp>
      <p:sp>
        <p:nvSpPr>
          <p:cNvPr id="4" name="Espace réservé du texte 3">
            <a:extLst>
              <a:ext uri="{FF2B5EF4-FFF2-40B4-BE49-F238E27FC236}">
                <a16:creationId xmlns:a16="http://schemas.microsoft.com/office/drawing/2014/main" id="{6BDCEFA8-59A6-33CC-D69F-6DDA6E4D9636}"/>
              </a:ext>
            </a:extLst>
          </p:cNvPr>
          <p:cNvSpPr>
            <a:spLocks noGrp="1"/>
          </p:cNvSpPr>
          <p:nvPr>
            <p:ph type="body" sz="quarter" idx="15"/>
          </p:nvPr>
        </p:nvSpPr>
        <p:spPr/>
        <p:txBody>
          <a:bodyPr/>
          <a:lstStyle/>
          <a:p>
            <a:r>
              <a:rPr lang="fr-FR" cap="all" noProof="0" dirty="0"/>
              <a:t>é</a:t>
            </a:r>
            <a:r>
              <a:rPr lang="fr-FR" noProof="0" dirty="0"/>
              <a:t>crans &amp; fonctionnalités</a:t>
            </a:r>
          </a:p>
        </p:txBody>
      </p:sp>
      <p:grpSp>
        <p:nvGrpSpPr>
          <p:cNvPr id="6" name="Groupe 5">
            <a:extLst>
              <a:ext uri="{FF2B5EF4-FFF2-40B4-BE49-F238E27FC236}">
                <a16:creationId xmlns:a16="http://schemas.microsoft.com/office/drawing/2014/main" id="{D5F57994-6A22-EF17-C7EC-586580FC8CCF}"/>
              </a:ext>
            </a:extLst>
          </p:cNvPr>
          <p:cNvGrpSpPr/>
          <p:nvPr/>
        </p:nvGrpSpPr>
        <p:grpSpPr>
          <a:xfrm>
            <a:off x="1190019" y="1839669"/>
            <a:ext cx="3429376" cy="557747"/>
            <a:chOff x="5346700" y="1873408"/>
            <a:chExt cx="3429376" cy="557747"/>
          </a:xfrm>
        </p:grpSpPr>
        <p:sp>
          <p:nvSpPr>
            <p:cNvPr id="14" name="Rectangle : coins arrondis 13">
              <a:extLst>
                <a:ext uri="{FF2B5EF4-FFF2-40B4-BE49-F238E27FC236}">
                  <a16:creationId xmlns:a16="http://schemas.microsoft.com/office/drawing/2014/main" id="{4EF8BE09-F72E-42B5-86B1-1B24F495DBD2}"/>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5" name="Rectangle : coins arrondis 14">
              <a:extLst>
                <a:ext uri="{FF2B5EF4-FFF2-40B4-BE49-F238E27FC236}">
                  <a16:creationId xmlns:a16="http://schemas.microsoft.com/office/drawing/2014/main" id="{10DF432B-A20D-1506-CA1D-0A8B0BE02BCC}"/>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Compétitions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 Affiche la liste des compétitions trouvées.</a:t>
              </a:r>
            </a:p>
          </p:txBody>
        </p:sp>
        <p:sp>
          <p:nvSpPr>
            <p:cNvPr id="16" name="Rectangle 15">
              <a:extLst>
                <a:ext uri="{FF2B5EF4-FFF2-40B4-BE49-F238E27FC236}">
                  <a16:creationId xmlns:a16="http://schemas.microsoft.com/office/drawing/2014/main" id="{82AF029D-16E8-6FCA-AF23-DB9D0AC5D9FE}"/>
                </a:ext>
              </a:extLst>
            </p:cNvPr>
            <p:cNvSpPr>
              <a:spLocks noChangeAspect="1"/>
            </p:cNvSpPr>
            <p:nvPr/>
          </p:nvSpPr>
          <p:spPr>
            <a:xfrm>
              <a:off x="5408816" y="2010394"/>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17" name="Connecteur droit 16">
              <a:extLst>
                <a:ext uri="{FF2B5EF4-FFF2-40B4-BE49-F238E27FC236}">
                  <a16:creationId xmlns:a16="http://schemas.microsoft.com/office/drawing/2014/main" id="{1E9EC9BD-7944-F927-CAC9-15D99FDC09A7}"/>
                </a:ext>
              </a:extLst>
            </p:cNvPr>
            <p:cNvCxnSpPr/>
            <p:nvPr/>
          </p:nvCxnSpPr>
          <p:spPr>
            <a:xfrm>
              <a:off x="5346700" y="1876755"/>
              <a:ext cx="0" cy="5544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18" name="Groupe 17">
            <a:extLst>
              <a:ext uri="{FF2B5EF4-FFF2-40B4-BE49-F238E27FC236}">
                <a16:creationId xmlns:a16="http://schemas.microsoft.com/office/drawing/2014/main" id="{74907409-109B-048B-E0EA-B9AB85CC2330}"/>
              </a:ext>
            </a:extLst>
          </p:cNvPr>
          <p:cNvGrpSpPr/>
          <p:nvPr/>
        </p:nvGrpSpPr>
        <p:grpSpPr>
          <a:xfrm>
            <a:off x="1190019" y="4059613"/>
            <a:ext cx="3429376" cy="557747"/>
            <a:chOff x="6718452" y="1719483"/>
            <a:chExt cx="3429376" cy="557747"/>
          </a:xfrm>
        </p:grpSpPr>
        <p:grpSp>
          <p:nvGrpSpPr>
            <p:cNvPr id="19" name="Groupe 18">
              <a:extLst>
                <a:ext uri="{FF2B5EF4-FFF2-40B4-BE49-F238E27FC236}">
                  <a16:creationId xmlns:a16="http://schemas.microsoft.com/office/drawing/2014/main" id="{14E97F74-D046-E77A-3FFB-3E3647ED6441}"/>
                </a:ext>
              </a:extLst>
            </p:cNvPr>
            <p:cNvGrpSpPr/>
            <p:nvPr/>
          </p:nvGrpSpPr>
          <p:grpSpPr>
            <a:xfrm>
              <a:off x="6718452" y="1719483"/>
              <a:ext cx="3429376" cy="557747"/>
              <a:chOff x="5346700" y="1873408"/>
              <a:chExt cx="3429376" cy="557747"/>
            </a:xfrm>
          </p:grpSpPr>
          <p:sp>
            <p:nvSpPr>
              <p:cNvPr id="21" name="Rectangle : coins arrondis 20">
                <a:extLst>
                  <a:ext uri="{FF2B5EF4-FFF2-40B4-BE49-F238E27FC236}">
                    <a16:creationId xmlns:a16="http://schemas.microsoft.com/office/drawing/2014/main" id="{1FF3E1BA-097B-60DA-2399-8780B06AE898}"/>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2" name="Rectangle : coins arrondis 21">
                <a:extLst>
                  <a:ext uri="{FF2B5EF4-FFF2-40B4-BE49-F238E27FC236}">
                    <a16:creationId xmlns:a16="http://schemas.microsoft.com/office/drawing/2014/main" id="{7400ACA3-768A-E2FB-B25F-1A6FE155A188}"/>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Rechercher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Lance la recherche des compétitions TAS sur le réseau local.</a:t>
                </a:r>
              </a:p>
            </p:txBody>
          </p:sp>
          <p:cxnSp>
            <p:nvCxnSpPr>
              <p:cNvPr id="23" name="Connecteur droit 22">
                <a:extLst>
                  <a:ext uri="{FF2B5EF4-FFF2-40B4-BE49-F238E27FC236}">
                    <a16:creationId xmlns:a16="http://schemas.microsoft.com/office/drawing/2014/main" id="{64F853CE-86F9-A8B0-380F-4862C107865C}"/>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20" name="Ellipse 19">
              <a:extLst>
                <a:ext uri="{FF2B5EF4-FFF2-40B4-BE49-F238E27FC236}">
                  <a16:creationId xmlns:a16="http://schemas.microsoft.com/office/drawing/2014/main" id="{A3B479D5-5D89-F876-1FEE-9B1E4716B05C}"/>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2</a:t>
              </a:r>
              <a:endParaRPr lang="fr-FR" sz="1600" b="1" noProof="0" dirty="0"/>
            </a:p>
          </p:txBody>
        </p:sp>
      </p:grpSp>
      <p:grpSp>
        <p:nvGrpSpPr>
          <p:cNvPr id="43" name="Groupe 42">
            <a:extLst>
              <a:ext uri="{FF2B5EF4-FFF2-40B4-BE49-F238E27FC236}">
                <a16:creationId xmlns:a16="http://schemas.microsoft.com/office/drawing/2014/main" id="{946CF655-B2A9-1334-F96C-46B326C2FE27}"/>
              </a:ext>
            </a:extLst>
          </p:cNvPr>
          <p:cNvGrpSpPr/>
          <p:nvPr/>
        </p:nvGrpSpPr>
        <p:grpSpPr>
          <a:xfrm>
            <a:off x="1190019" y="2903677"/>
            <a:ext cx="3429376" cy="649675"/>
            <a:chOff x="6718452" y="1721155"/>
            <a:chExt cx="3429376" cy="649675"/>
          </a:xfrm>
        </p:grpSpPr>
        <p:grpSp>
          <p:nvGrpSpPr>
            <p:cNvPr id="44" name="Groupe 43">
              <a:extLst>
                <a:ext uri="{FF2B5EF4-FFF2-40B4-BE49-F238E27FC236}">
                  <a16:creationId xmlns:a16="http://schemas.microsoft.com/office/drawing/2014/main" id="{AE5F03A9-2920-68E4-2F27-56DEA300DB60}"/>
                </a:ext>
              </a:extLst>
            </p:cNvPr>
            <p:cNvGrpSpPr/>
            <p:nvPr/>
          </p:nvGrpSpPr>
          <p:grpSpPr>
            <a:xfrm>
              <a:off x="6718452" y="1721155"/>
              <a:ext cx="3429376" cy="649675"/>
              <a:chOff x="5346700" y="1875080"/>
              <a:chExt cx="3429376" cy="649675"/>
            </a:xfrm>
          </p:grpSpPr>
          <p:sp>
            <p:nvSpPr>
              <p:cNvPr id="46" name="Rectangle : coins arrondis 45">
                <a:extLst>
                  <a:ext uri="{FF2B5EF4-FFF2-40B4-BE49-F238E27FC236}">
                    <a16:creationId xmlns:a16="http://schemas.microsoft.com/office/drawing/2014/main" id="{EA91FAC9-D742-69B7-65EA-D82B87D6D512}"/>
                  </a:ext>
                </a:extLst>
              </p:cNvPr>
              <p:cNvSpPr/>
              <p:nvPr/>
            </p:nvSpPr>
            <p:spPr>
              <a:xfrm>
                <a:off x="5346701" y="1875080"/>
                <a:ext cx="412231"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47" name="Rectangle : coins arrondis 46">
                <a:extLst>
                  <a:ext uri="{FF2B5EF4-FFF2-40B4-BE49-F238E27FC236}">
                    <a16:creationId xmlns:a16="http://schemas.microsoft.com/office/drawing/2014/main" id="{C3B1D207-8181-8E3A-1506-41D36D46FEA0}"/>
                  </a:ext>
                </a:extLst>
              </p:cNvPr>
              <p:cNvSpPr/>
              <p:nvPr/>
            </p:nvSpPr>
            <p:spPr>
              <a:xfrm>
                <a:off x="5680076" y="1875080"/>
                <a:ext cx="3096000"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Adresse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Adresse IP pour recherche un serveur de compétition spécifique (optionnelle).</a:t>
                </a:r>
              </a:p>
            </p:txBody>
          </p:sp>
          <p:cxnSp>
            <p:nvCxnSpPr>
              <p:cNvPr id="48" name="Connecteur droit 47">
                <a:extLst>
                  <a:ext uri="{FF2B5EF4-FFF2-40B4-BE49-F238E27FC236}">
                    <a16:creationId xmlns:a16="http://schemas.microsoft.com/office/drawing/2014/main" id="{31431E16-C524-9BC7-6905-F9389BD6EEDE}"/>
                  </a:ext>
                </a:extLst>
              </p:cNvPr>
              <p:cNvCxnSpPr>
                <a:cxnSpLocks/>
              </p:cNvCxnSpPr>
              <p:nvPr/>
            </p:nvCxnSpPr>
            <p:spPr>
              <a:xfrm>
                <a:off x="5346700" y="1876755"/>
                <a:ext cx="0" cy="648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45" name="Ellipse 44">
              <a:extLst>
                <a:ext uri="{FF2B5EF4-FFF2-40B4-BE49-F238E27FC236}">
                  <a16:creationId xmlns:a16="http://schemas.microsoft.com/office/drawing/2014/main" id="{30CCFD9A-2AD4-0799-F45A-B2A69CFD84CB}"/>
                </a:ext>
              </a:extLst>
            </p:cNvPr>
            <p:cNvSpPr>
              <a:spLocks noChangeAspect="1"/>
            </p:cNvSpPr>
            <p:nvPr/>
          </p:nvSpPr>
          <p:spPr>
            <a:xfrm>
              <a:off x="6780568" y="1901155"/>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600" b="1" noProof="0" dirty="0"/>
                <a:t>1</a:t>
              </a:r>
            </a:p>
          </p:txBody>
        </p:sp>
      </p:grpSp>
      <p:grpSp>
        <p:nvGrpSpPr>
          <p:cNvPr id="67" name="Groupe 66">
            <a:extLst>
              <a:ext uri="{FF2B5EF4-FFF2-40B4-BE49-F238E27FC236}">
                <a16:creationId xmlns:a16="http://schemas.microsoft.com/office/drawing/2014/main" id="{AF2AE75F-4220-95EB-5B07-0E4A28576131}"/>
              </a:ext>
            </a:extLst>
          </p:cNvPr>
          <p:cNvGrpSpPr/>
          <p:nvPr/>
        </p:nvGrpSpPr>
        <p:grpSpPr>
          <a:xfrm>
            <a:off x="6096000" y="2193949"/>
            <a:ext cx="4772171" cy="3153857"/>
            <a:chOff x="5631999" y="2136403"/>
            <a:chExt cx="4772171" cy="3153857"/>
          </a:xfrm>
        </p:grpSpPr>
        <p:pic>
          <p:nvPicPr>
            <p:cNvPr id="5" name="Image 4">
              <a:extLst>
                <a:ext uri="{FF2B5EF4-FFF2-40B4-BE49-F238E27FC236}">
                  <a16:creationId xmlns:a16="http://schemas.microsoft.com/office/drawing/2014/main" id="{A476A2A6-AFCF-39E4-1024-1DBE6F8CFA73}"/>
                </a:ext>
              </a:extLst>
            </p:cNvPr>
            <p:cNvPicPr>
              <a:picLocks noChangeAspect="1"/>
            </p:cNvPicPr>
            <p:nvPr/>
          </p:nvPicPr>
          <p:blipFill>
            <a:blip r:embed="rId2"/>
            <a:stretch>
              <a:fillRect/>
            </a:stretch>
          </p:blipFill>
          <p:spPr>
            <a:xfrm>
              <a:off x="5631999" y="2489117"/>
              <a:ext cx="4300609" cy="2276793"/>
            </a:xfrm>
            <a:prstGeom prst="rect">
              <a:avLst/>
            </a:prstGeom>
          </p:spPr>
        </p:pic>
        <p:sp>
          <p:nvSpPr>
            <p:cNvPr id="8" name="Rectangle 7">
              <a:extLst>
                <a:ext uri="{FF2B5EF4-FFF2-40B4-BE49-F238E27FC236}">
                  <a16:creationId xmlns:a16="http://schemas.microsoft.com/office/drawing/2014/main" id="{000424AE-1C82-C6DA-CE47-52D2FAC46BCC}"/>
                </a:ext>
              </a:extLst>
            </p:cNvPr>
            <p:cNvSpPr/>
            <p:nvPr/>
          </p:nvSpPr>
          <p:spPr>
            <a:xfrm>
              <a:off x="8957610" y="2910246"/>
              <a:ext cx="777601" cy="190591"/>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0" name="Rectangle 9">
              <a:extLst>
                <a:ext uri="{FF2B5EF4-FFF2-40B4-BE49-F238E27FC236}">
                  <a16:creationId xmlns:a16="http://schemas.microsoft.com/office/drawing/2014/main" id="{CB8E593F-E2A3-09CD-6672-99AB38C2A276}"/>
                </a:ext>
              </a:extLst>
            </p:cNvPr>
            <p:cNvSpPr/>
            <p:nvPr/>
          </p:nvSpPr>
          <p:spPr>
            <a:xfrm>
              <a:off x="5699951" y="3242089"/>
              <a:ext cx="4178135" cy="1467334"/>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2" name="Rectangle 11">
              <a:extLst>
                <a:ext uri="{FF2B5EF4-FFF2-40B4-BE49-F238E27FC236}">
                  <a16:creationId xmlns:a16="http://schemas.microsoft.com/office/drawing/2014/main" id="{AA731DDC-9506-E769-D48D-2E0DCBEB56E1}"/>
                </a:ext>
              </a:extLst>
            </p:cNvPr>
            <p:cNvSpPr/>
            <p:nvPr/>
          </p:nvSpPr>
          <p:spPr>
            <a:xfrm>
              <a:off x="6463430" y="2916557"/>
              <a:ext cx="1230255" cy="178593"/>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4" name="Ellipse 23">
              <a:extLst>
                <a:ext uri="{FF2B5EF4-FFF2-40B4-BE49-F238E27FC236}">
                  <a16:creationId xmlns:a16="http://schemas.microsoft.com/office/drawing/2014/main" id="{757D63EB-A082-47FE-4407-336DF16932C9}"/>
                </a:ext>
              </a:extLst>
            </p:cNvPr>
            <p:cNvSpPr>
              <a:spLocks noChangeAspect="1"/>
            </p:cNvSpPr>
            <p:nvPr/>
          </p:nvSpPr>
          <p:spPr>
            <a:xfrm>
              <a:off x="6934558" y="2136403"/>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a:t>
              </a:r>
              <a:endParaRPr lang="fr-FR" sz="1600" b="1" noProof="0" dirty="0">
                <a:latin typeface="Barlow" panose="00000500000000000000" pitchFamily="2" charset="0"/>
              </a:endParaRPr>
            </a:p>
          </p:txBody>
        </p:sp>
        <p:cxnSp>
          <p:nvCxnSpPr>
            <p:cNvPr id="25" name="Connecteur droit avec flèche 24">
              <a:extLst>
                <a:ext uri="{FF2B5EF4-FFF2-40B4-BE49-F238E27FC236}">
                  <a16:creationId xmlns:a16="http://schemas.microsoft.com/office/drawing/2014/main" id="{82AE130C-3EB3-87B9-2094-15CD4CFCD9FA}"/>
                </a:ext>
              </a:extLst>
            </p:cNvPr>
            <p:cNvCxnSpPr>
              <a:cxnSpLocks/>
              <a:stCxn id="24" idx="4"/>
              <a:endCxn id="12" idx="0"/>
            </p:cNvCxnSpPr>
            <p:nvPr/>
          </p:nvCxnSpPr>
          <p:spPr>
            <a:xfrm>
              <a:off x="7078558" y="2424403"/>
              <a:ext cx="0" cy="492154"/>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2011A283-3B3D-6004-AD3F-379080975D75}"/>
                </a:ext>
              </a:extLst>
            </p:cNvPr>
            <p:cNvSpPr/>
            <p:nvPr/>
          </p:nvSpPr>
          <p:spPr>
            <a:xfrm>
              <a:off x="7639384" y="5002260"/>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33" name="Connecteur droit avec flèche 32">
              <a:extLst>
                <a:ext uri="{FF2B5EF4-FFF2-40B4-BE49-F238E27FC236}">
                  <a16:creationId xmlns:a16="http://schemas.microsoft.com/office/drawing/2014/main" id="{ED1BECEA-2B4D-33DF-002E-33BD6CBCA39E}"/>
                </a:ext>
              </a:extLst>
            </p:cNvPr>
            <p:cNvCxnSpPr>
              <a:cxnSpLocks/>
              <a:stCxn id="32" idx="0"/>
              <a:endCxn id="10" idx="2"/>
            </p:cNvCxnSpPr>
            <p:nvPr/>
          </p:nvCxnSpPr>
          <p:spPr>
            <a:xfrm flipV="1">
              <a:off x="7783384" y="4709423"/>
              <a:ext cx="5635" cy="292837"/>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39" name="Ellipse 38">
              <a:extLst>
                <a:ext uri="{FF2B5EF4-FFF2-40B4-BE49-F238E27FC236}">
                  <a16:creationId xmlns:a16="http://schemas.microsoft.com/office/drawing/2014/main" id="{584EB11E-C08B-5EA1-BA58-1C28BFD0169F}"/>
                </a:ext>
              </a:extLst>
            </p:cNvPr>
            <p:cNvSpPr>
              <a:spLocks noChangeAspect="1"/>
            </p:cNvSpPr>
            <p:nvPr/>
          </p:nvSpPr>
          <p:spPr>
            <a:xfrm>
              <a:off x="10116170" y="2861542"/>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2</a:t>
              </a:r>
              <a:endParaRPr lang="fr-FR" sz="1600" b="1" noProof="0" dirty="0">
                <a:latin typeface="Barlow" panose="00000500000000000000" pitchFamily="2" charset="0"/>
              </a:endParaRPr>
            </a:p>
          </p:txBody>
        </p:sp>
        <p:cxnSp>
          <p:nvCxnSpPr>
            <p:cNvPr id="40" name="Connecteur droit avec flèche 39">
              <a:extLst>
                <a:ext uri="{FF2B5EF4-FFF2-40B4-BE49-F238E27FC236}">
                  <a16:creationId xmlns:a16="http://schemas.microsoft.com/office/drawing/2014/main" id="{18AFDE23-DF20-98D6-D947-7C7557A33CD7}"/>
                </a:ext>
              </a:extLst>
            </p:cNvPr>
            <p:cNvCxnSpPr>
              <a:cxnSpLocks/>
              <a:stCxn id="39" idx="2"/>
              <a:endCxn id="8" idx="3"/>
            </p:cNvCxnSpPr>
            <p:nvPr/>
          </p:nvCxnSpPr>
          <p:spPr>
            <a:xfrm flipH="1">
              <a:off x="9735211" y="3005542"/>
              <a:ext cx="380959" cy="0"/>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67E1C382-2E41-4F75-A541-F0D5712A9134}"/>
                </a:ext>
              </a:extLst>
            </p:cNvPr>
            <p:cNvSpPr/>
            <p:nvPr/>
          </p:nvSpPr>
          <p:spPr>
            <a:xfrm>
              <a:off x="9346411" y="2682949"/>
              <a:ext cx="586198" cy="178593"/>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6" name="Ellipse 55">
              <a:extLst>
                <a:ext uri="{FF2B5EF4-FFF2-40B4-BE49-F238E27FC236}">
                  <a16:creationId xmlns:a16="http://schemas.microsoft.com/office/drawing/2014/main" id="{ABF01D8C-3F49-A13F-FA2A-3B994680C69E}"/>
                </a:ext>
              </a:extLst>
            </p:cNvPr>
            <p:cNvSpPr>
              <a:spLocks noChangeAspect="1"/>
            </p:cNvSpPr>
            <p:nvPr/>
          </p:nvSpPr>
          <p:spPr>
            <a:xfrm>
              <a:off x="9495510" y="2136403"/>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dirty="0">
                  <a:latin typeface="Barlow" panose="00000500000000000000" pitchFamily="2" charset="0"/>
                </a:rPr>
                <a:t>3</a:t>
              </a:r>
              <a:endParaRPr lang="fr-FR" sz="1600" b="1" noProof="0" dirty="0">
                <a:latin typeface="Barlow" panose="00000500000000000000" pitchFamily="2" charset="0"/>
              </a:endParaRPr>
            </a:p>
          </p:txBody>
        </p:sp>
        <p:cxnSp>
          <p:nvCxnSpPr>
            <p:cNvPr id="57" name="Connecteur droit avec flèche 56">
              <a:extLst>
                <a:ext uri="{FF2B5EF4-FFF2-40B4-BE49-F238E27FC236}">
                  <a16:creationId xmlns:a16="http://schemas.microsoft.com/office/drawing/2014/main" id="{75618215-4C4C-DA67-E4FE-0B4707C4C9A3}"/>
                </a:ext>
              </a:extLst>
            </p:cNvPr>
            <p:cNvCxnSpPr>
              <a:cxnSpLocks/>
              <a:stCxn id="56" idx="4"/>
              <a:endCxn id="55" idx="0"/>
            </p:cNvCxnSpPr>
            <p:nvPr/>
          </p:nvCxnSpPr>
          <p:spPr>
            <a:xfrm>
              <a:off x="9639510" y="2424403"/>
              <a:ext cx="0" cy="258546"/>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61" name="Groupe 60">
            <a:extLst>
              <a:ext uri="{FF2B5EF4-FFF2-40B4-BE49-F238E27FC236}">
                <a16:creationId xmlns:a16="http://schemas.microsoft.com/office/drawing/2014/main" id="{91FABA72-6E92-E7F0-2202-DAC8F8D7020A}"/>
              </a:ext>
            </a:extLst>
          </p:cNvPr>
          <p:cNvGrpSpPr/>
          <p:nvPr/>
        </p:nvGrpSpPr>
        <p:grpSpPr>
          <a:xfrm>
            <a:off x="1190019" y="5123622"/>
            <a:ext cx="3429376" cy="557747"/>
            <a:chOff x="6718452" y="1719483"/>
            <a:chExt cx="3429376" cy="557747"/>
          </a:xfrm>
        </p:grpSpPr>
        <p:grpSp>
          <p:nvGrpSpPr>
            <p:cNvPr id="62" name="Groupe 61">
              <a:extLst>
                <a:ext uri="{FF2B5EF4-FFF2-40B4-BE49-F238E27FC236}">
                  <a16:creationId xmlns:a16="http://schemas.microsoft.com/office/drawing/2014/main" id="{C2C1AD0D-0BF1-269F-99EF-344987DBB13B}"/>
                </a:ext>
              </a:extLst>
            </p:cNvPr>
            <p:cNvGrpSpPr/>
            <p:nvPr/>
          </p:nvGrpSpPr>
          <p:grpSpPr>
            <a:xfrm>
              <a:off x="6718452" y="1719483"/>
              <a:ext cx="3429376" cy="557747"/>
              <a:chOff x="5346700" y="1873408"/>
              <a:chExt cx="3429376" cy="557747"/>
            </a:xfrm>
          </p:grpSpPr>
          <p:sp>
            <p:nvSpPr>
              <p:cNvPr id="64" name="Rectangle : coins arrondis 63">
                <a:extLst>
                  <a:ext uri="{FF2B5EF4-FFF2-40B4-BE49-F238E27FC236}">
                    <a16:creationId xmlns:a16="http://schemas.microsoft.com/office/drawing/2014/main" id="{CCCD7EFC-4A6B-3354-C1DB-E4B124C8B02A}"/>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65" name="Rectangle : coins arrondis 64">
                <a:extLst>
                  <a:ext uri="{FF2B5EF4-FFF2-40B4-BE49-F238E27FC236}">
                    <a16:creationId xmlns:a16="http://schemas.microsoft.com/office/drawing/2014/main" id="{18BA61E0-D34F-213B-B6E2-996342790281}"/>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Mode avancé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Affiche les options de recherche avancées.</a:t>
                </a:r>
              </a:p>
            </p:txBody>
          </p:sp>
          <p:cxnSp>
            <p:nvCxnSpPr>
              <p:cNvPr id="66" name="Connecteur droit 65">
                <a:extLst>
                  <a:ext uri="{FF2B5EF4-FFF2-40B4-BE49-F238E27FC236}">
                    <a16:creationId xmlns:a16="http://schemas.microsoft.com/office/drawing/2014/main" id="{47899AA3-79DA-40C1-C325-B184BEDD8079}"/>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63" name="Ellipse 62">
              <a:extLst>
                <a:ext uri="{FF2B5EF4-FFF2-40B4-BE49-F238E27FC236}">
                  <a16:creationId xmlns:a16="http://schemas.microsoft.com/office/drawing/2014/main" id="{B5C0A5AE-2CD7-7F06-0B61-812E4BEAFFAD}"/>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dirty="0"/>
                <a:t>3</a:t>
              </a:r>
              <a:endParaRPr lang="fr-FR" sz="1600" b="1" noProof="0" dirty="0"/>
            </a:p>
          </p:txBody>
        </p:sp>
      </p:grpSp>
    </p:spTree>
    <p:extLst>
      <p:ext uri="{BB962C8B-B14F-4D97-AF65-F5344CB8AC3E}">
        <p14:creationId xmlns:p14="http://schemas.microsoft.com/office/powerpoint/2010/main" val="17637637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51AA81-A5DF-3A18-38B6-020B45588EFC}"/>
              </a:ext>
            </a:extLst>
          </p:cNvPr>
          <p:cNvSpPr>
            <a:spLocks noGrp="1"/>
          </p:cNvSpPr>
          <p:nvPr>
            <p:ph type="title"/>
          </p:nvPr>
        </p:nvSpPr>
        <p:spPr/>
        <p:txBody>
          <a:bodyPr/>
          <a:lstStyle/>
          <a:p>
            <a:r>
              <a:rPr lang="fr-FR" cap="all" noProof="0" dirty="0"/>
              <a:t>é</a:t>
            </a:r>
            <a:r>
              <a:rPr lang="fr-FR" noProof="0" dirty="0"/>
              <a:t>cran de connexion à une compétition (mode avancé)</a:t>
            </a:r>
          </a:p>
        </p:txBody>
      </p:sp>
      <p:sp>
        <p:nvSpPr>
          <p:cNvPr id="4" name="Espace réservé du texte 3">
            <a:extLst>
              <a:ext uri="{FF2B5EF4-FFF2-40B4-BE49-F238E27FC236}">
                <a16:creationId xmlns:a16="http://schemas.microsoft.com/office/drawing/2014/main" id="{6BDCEFA8-59A6-33CC-D69F-6DDA6E4D9636}"/>
              </a:ext>
            </a:extLst>
          </p:cNvPr>
          <p:cNvSpPr>
            <a:spLocks noGrp="1"/>
          </p:cNvSpPr>
          <p:nvPr>
            <p:ph type="body" sz="quarter" idx="15"/>
          </p:nvPr>
        </p:nvSpPr>
        <p:spPr/>
        <p:txBody>
          <a:bodyPr/>
          <a:lstStyle/>
          <a:p>
            <a:r>
              <a:rPr lang="fr-FR" cap="all" noProof="0" dirty="0"/>
              <a:t>é</a:t>
            </a:r>
            <a:r>
              <a:rPr lang="fr-FR" noProof="0" dirty="0"/>
              <a:t>crans &amp; fonctionnalités</a:t>
            </a:r>
          </a:p>
        </p:txBody>
      </p:sp>
      <p:grpSp>
        <p:nvGrpSpPr>
          <p:cNvPr id="6" name="Groupe 5">
            <a:extLst>
              <a:ext uri="{FF2B5EF4-FFF2-40B4-BE49-F238E27FC236}">
                <a16:creationId xmlns:a16="http://schemas.microsoft.com/office/drawing/2014/main" id="{D5F57994-6A22-EF17-C7EC-586580FC8CCF}"/>
              </a:ext>
            </a:extLst>
          </p:cNvPr>
          <p:cNvGrpSpPr/>
          <p:nvPr/>
        </p:nvGrpSpPr>
        <p:grpSpPr>
          <a:xfrm>
            <a:off x="1190019" y="1603449"/>
            <a:ext cx="3429376" cy="557747"/>
            <a:chOff x="5346700" y="1873408"/>
            <a:chExt cx="3429376" cy="557747"/>
          </a:xfrm>
        </p:grpSpPr>
        <p:sp>
          <p:nvSpPr>
            <p:cNvPr id="14" name="Rectangle : coins arrondis 13">
              <a:extLst>
                <a:ext uri="{FF2B5EF4-FFF2-40B4-BE49-F238E27FC236}">
                  <a16:creationId xmlns:a16="http://schemas.microsoft.com/office/drawing/2014/main" id="{4EF8BE09-F72E-42B5-86B1-1B24F495DBD2}"/>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5" name="Rectangle : coins arrondis 14">
              <a:extLst>
                <a:ext uri="{FF2B5EF4-FFF2-40B4-BE49-F238E27FC236}">
                  <a16:creationId xmlns:a16="http://schemas.microsoft.com/office/drawing/2014/main" id="{10DF432B-A20D-1506-CA1D-0A8B0BE02BCC}"/>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Compétitions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 Affiche la liste des compétitions trouvées.</a:t>
              </a:r>
            </a:p>
          </p:txBody>
        </p:sp>
        <p:sp>
          <p:nvSpPr>
            <p:cNvPr id="16" name="Rectangle 15">
              <a:extLst>
                <a:ext uri="{FF2B5EF4-FFF2-40B4-BE49-F238E27FC236}">
                  <a16:creationId xmlns:a16="http://schemas.microsoft.com/office/drawing/2014/main" id="{82AF029D-16E8-6FCA-AF23-DB9D0AC5D9FE}"/>
                </a:ext>
              </a:extLst>
            </p:cNvPr>
            <p:cNvSpPr>
              <a:spLocks noChangeAspect="1"/>
            </p:cNvSpPr>
            <p:nvPr/>
          </p:nvSpPr>
          <p:spPr>
            <a:xfrm>
              <a:off x="5408816" y="2010394"/>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17" name="Connecteur droit 16">
              <a:extLst>
                <a:ext uri="{FF2B5EF4-FFF2-40B4-BE49-F238E27FC236}">
                  <a16:creationId xmlns:a16="http://schemas.microsoft.com/office/drawing/2014/main" id="{1E9EC9BD-7944-F927-CAC9-15D99FDC09A7}"/>
                </a:ext>
              </a:extLst>
            </p:cNvPr>
            <p:cNvCxnSpPr/>
            <p:nvPr/>
          </p:nvCxnSpPr>
          <p:spPr>
            <a:xfrm>
              <a:off x="5346700" y="1876755"/>
              <a:ext cx="0" cy="5544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18" name="Groupe 17">
            <a:extLst>
              <a:ext uri="{FF2B5EF4-FFF2-40B4-BE49-F238E27FC236}">
                <a16:creationId xmlns:a16="http://schemas.microsoft.com/office/drawing/2014/main" id="{74907409-109B-048B-E0EA-B9AB85CC2330}"/>
              </a:ext>
            </a:extLst>
          </p:cNvPr>
          <p:cNvGrpSpPr/>
          <p:nvPr/>
        </p:nvGrpSpPr>
        <p:grpSpPr>
          <a:xfrm>
            <a:off x="1189933" y="3445811"/>
            <a:ext cx="3429376" cy="557747"/>
            <a:chOff x="6718452" y="1719483"/>
            <a:chExt cx="3429376" cy="557747"/>
          </a:xfrm>
        </p:grpSpPr>
        <p:grpSp>
          <p:nvGrpSpPr>
            <p:cNvPr id="19" name="Groupe 18">
              <a:extLst>
                <a:ext uri="{FF2B5EF4-FFF2-40B4-BE49-F238E27FC236}">
                  <a16:creationId xmlns:a16="http://schemas.microsoft.com/office/drawing/2014/main" id="{14E97F74-D046-E77A-3FFB-3E3647ED6441}"/>
                </a:ext>
              </a:extLst>
            </p:cNvPr>
            <p:cNvGrpSpPr/>
            <p:nvPr/>
          </p:nvGrpSpPr>
          <p:grpSpPr>
            <a:xfrm>
              <a:off x="6718452" y="1719483"/>
              <a:ext cx="3429376" cy="557747"/>
              <a:chOff x="5346700" y="1873408"/>
              <a:chExt cx="3429376" cy="557747"/>
            </a:xfrm>
          </p:grpSpPr>
          <p:sp>
            <p:nvSpPr>
              <p:cNvPr id="21" name="Rectangle : coins arrondis 20">
                <a:extLst>
                  <a:ext uri="{FF2B5EF4-FFF2-40B4-BE49-F238E27FC236}">
                    <a16:creationId xmlns:a16="http://schemas.microsoft.com/office/drawing/2014/main" id="{1FF3E1BA-097B-60DA-2399-8780B06AE898}"/>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2" name="Rectangle : coins arrondis 21">
                <a:extLst>
                  <a:ext uri="{FF2B5EF4-FFF2-40B4-BE49-F238E27FC236}">
                    <a16:creationId xmlns:a16="http://schemas.microsoft.com/office/drawing/2014/main" id="{7400ACA3-768A-E2FB-B25F-1A6FE155A188}"/>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Rechercher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Lance la recherche des compétitions TAS sur le réseau local.</a:t>
                </a:r>
              </a:p>
            </p:txBody>
          </p:sp>
          <p:cxnSp>
            <p:nvCxnSpPr>
              <p:cNvPr id="23" name="Connecteur droit 22">
                <a:extLst>
                  <a:ext uri="{FF2B5EF4-FFF2-40B4-BE49-F238E27FC236}">
                    <a16:creationId xmlns:a16="http://schemas.microsoft.com/office/drawing/2014/main" id="{64F853CE-86F9-A8B0-380F-4862C107865C}"/>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20" name="Ellipse 19">
              <a:extLst>
                <a:ext uri="{FF2B5EF4-FFF2-40B4-BE49-F238E27FC236}">
                  <a16:creationId xmlns:a16="http://schemas.microsoft.com/office/drawing/2014/main" id="{A3B479D5-5D89-F876-1FEE-9B1E4716B05C}"/>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2</a:t>
              </a:r>
              <a:endParaRPr lang="fr-FR" sz="1600" b="1" noProof="0" dirty="0"/>
            </a:p>
          </p:txBody>
        </p:sp>
      </p:grpSp>
      <p:grpSp>
        <p:nvGrpSpPr>
          <p:cNvPr id="43" name="Groupe 42">
            <a:extLst>
              <a:ext uri="{FF2B5EF4-FFF2-40B4-BE49-F238E27FC236}">
                <a16:creationId xmlns:a16="http://schemas.microsoft.com/office/drawing/2014/main" id="{946CF655-B2A9-1334-F96C-46B326C2FE27}"/>
              </a:ext>
            </a:extLst>
          </p:cNvPr>
          <p:cNvGrpSpPr/>
          <p:nvPr/>
        </p:nvGrpSpPr>
        <p:grpSpPr>
          <a:xfrm>
            <a:off x="1189933" y="2478666"/>
            <a:ext cx="3429376" cy="649675"/>
            <a:chOff x="6718452" y="1721155"/>
            <a:chExt cx="3429376" cy="649675"/>
          </a:xfrm>
        </p:grpSpPr>
        <p:grpSp>
          <p:nvGrpSpPr>
            <p:cNvPr id="44" name="Groupe 43">
              <a:extLst>
                <a:ext uri="{FF2B5EF4-FFF2-40B4-BE49-F238E27FC236}">
                  <a16:creationId xmlns:a16="http://schemas.microsoft.com/office/drawing/2014/main" id="{AE5F03A9-2920-68E4-2F27-56DEA300DB60}"/>
                </a:ext>
              </a:extLst>
            </p:cNvPr>
            <p:cNvGrpSpPr/>
            <p:nvPr/>
          </p:nvGrpSpPr>
          <p:grpSpPr>
            <a:xfrm>
              <a:off x="6718452" y="1721155"/>
              <a:ext cx="3429376" cy="649675"/>
              <a:chOff x="5346700" y="1875080"/>
              <a:chExt cx="3429376" cy="649675"/>
            </a:xfrm>
          </p:grpSpPr>
          <p:sp>
            <p:nvSpPr>
              <p:cNvPr id="46" name="Rectangle : coins arrondis 45">
                <a:extLst>
                  <a:ext uri="{FF2B5EF4-FFF2-40B4-BE49-F238E27FC236}">
                    <a16:creationId xmlns:a16="http://schemas.microsoft.com/office/drawing/2014/main" id="{EA91FAC9-D742-69B7-65EA-D82B87D6D512}"/>
                  </a:ext>
                </a:extLst>
              </p:cNvPr>
              <p:cNvSpPr/>
              <p:nvPr/>
            </p:nvSpPr>
            <p:spPr>
              <a:xfrm>
                <a:off x="5346701" y="1875080"/>
                <a:ext cx="412231"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47" name="Rectangle : coins arrondis 46">
                <a:extLst>
                  <a:ext uri="{FF2B5EF4-FFF2-40B4-BE49-F238E27FC236}">
                    <a16:creationId xmlns:a16="http://schemas.microsoft.com/office/drawing/2014/main" id="{C3B1D207-8181-8E3A-1506-41D36D46FEA0}"/>
                  </a:ext>
                </a:extLst>
              </p:cNvPr>
              <p:cNvSpPr/>
              <p:nvPr/>
            </p:nvSpPr>
            <p:spPr>
              <a:xfrm>
                <a:off x="5680076" y="1875080"/>
                <a:ext cx="3096000"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Adresse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Adresse IP pour recherche un serveur de compétition spécifique (optionnelle).</a:t>
                </a:r>
              </a:p>
            </p:txBody>
          </p:sp>
          <p:cxnSp>
            <p:nvCxnSpPr>
              <p:cNvPr id="48" name="Connecteur droit 47">
                <a:extLst>
                  <a:ext uri="{FF2B5EF4-FFF2-40B4-BE49-F238E27FC236}">
                    <a16:creationId xmlns:a16="http://schemas.microsoft.com/office/drawing/2014/main" id="{31431E16-C524-9BC7-6905-F9389BD6EEDE}"/>
                  </a:ext>
                </a:extLst>
              </p:cNvPr>
              <p:cNvCxnSpPr>
                <a:cxnSpLocks/>
              </p:cNvCxnSpPr>
              <p:nvPr/>
            </p:nvCxnSpPr>
            <p:spPr>
              <a:xfrm>
                <a:off x="5346700" y="1876755"/>
                <a:ext cx="0" cy="648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45" name="Ellipse 44">
              <a:extLst>
                <a:ext uri="{FF2B5EF4-FFF2-40B4-BE49-F238E27FC236}">
                  <a16:creationId xmlns:a16="http://schemas.microsoft.com/office/drawing/2014/main" id="{30CCFD9A-2AD4-0799-F45A-B2A69CFD84CB}"/>
                </a:ext>
              </a:extLst>
            </p:cNvPr>
            <p:cNvSpPr>
              <a:spLocks noChangeAspect="1"/>
            </p:cNvSpPr>
            <p:nvPr/>
          </p:nvSpPr>
          <p:spPr>
            <a:xfrm>
              <a:off x="6780568" y="1901155"/>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600" b="1" noProof="0" dirty="0"/>
                <a:t>1</a:t>
              </a:r>
            </a:p>
          </p:txBody>
        </p:sp>
      </p:grpSp>
      <p:grpSp>
        <p:nvGrpSpPr>
          <p:cNvPr id="61" name="Groupe 60">
            <a:extLst>
              <a:ext uri="{FF2B5EF4-FFF2-40B4-BE49-F238E27FC236}">
                <a16:creationId xmlns:a16="http://schemas.microsoft.com/office/drawing/2014/main" id="{91FABA72-6E92-E7F0-2202-DAC8F8D7020A}"/>
              </a:ext>
            </a:extLst>
          </p:cNvPr>
          <p:cNvGrpSpPr/>
          <p:nvPr/>
        </p:nvGrpSpPr>
        <p:grpSpPr>
          <a:xfrm>
            <a:off x="1189933" y="4321028"/>
            <a:ext cx="3429376" cy="557747"/>
            <a:chOff x="6718452" y="1719483"/>
            <a:chExt cx="3429376" cy="557747"/>
          </a:xfrm>
        </p:grpSpPr>
        <p:grpSp>
          <p:nvGrpSpPr>
            <p:cNvPr id="62" name="Groupe 61">
              <a:extLst>
                <a:ext uri="{FF2B5EF4-FFF2-40B4-BE49-F238E27FC236}">
                  <a16:creationId xmlns:a16="http://schemas.microsoft.com/office/drawing/2014/main" id="{C2C1AD0D-0BF1-269F-99EF-344987DBB13B}"/>
                </a:ext>
              </a:extLst>
            </p:cNvPr>
            <p:cNvGrpSpPr/>
            <p:nvPr/>
          </p:nvGrpSpPr>
          <p:grpSpPr>
            <a:xfrm>
              <a:off x="6718452" y="1719483"/>
              <a:ext cx="3429376" cy="557747"/>
              <a:chOff x="5346700" y="1873408"/>
              <a:chExt cx="3429376" cy="557747"/>
            </a:xfrm>
          </p:grpSpPr>
          <p:sp>
            <p:nvSpPr>
              <p:cNvPr id="64" name="Rectangle : coins arrondis 63">
                <a:extLst>
                  <a:ext uri="{FF2B5EF4-FFF2-40B4-BE49-F238E27FC236}">
                    <a16:creationId xmlns:a16="http://schemas.microsoft.com/office/drawing/2014/main" id="{CCCD7EFC-4A6B-3354-C1DB-E4B124C8B02A}"/>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65" name="Rectangle : coins arrondis 64">
                <a:extLst>
                  <a:ext uri="{FF2B5EF4-FFF2-40B4-BE49-F238E27FC236}">
                    <a16:creationId xmlns:a16="http://schemas.microsoft.com/office/drawing/2014/main" id="{18BA61E0-D34F-213B-B6E2-996342790281}"/>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Mode avancé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Masque les options de recherche avancées.</a:t>
                </a:r>
              </a:p>
            </p:txBody>
          </p:sp>
          <p:cxnSp>
            <p:nvCxnSpPr>
              <p:cNvPr id="66" name="Connecteur droit 65">
                <a:extLst>
                  <a:ext uri="{FF2B5EF4-FFF2-40B4-BE49-F238E27FC236}">
                    <a16:creationId xmlns:a16="http://schemas.microsoft.com/office/drawing/2014/main" id="{47899AA3-79DA-40C1-C325-B184BEDD8079}"/>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63" name="Ellipse 62">
              <a:extLst>
                <a:ext uri="{FF2B5EF4-FFF2-40B4-BE49-F238E27FC236}">
                  <a16:creationId xmlns:a16="http://schemas.microsoft.com/office/drawing/2014/main" id="{B5C0A5AE-2CD7-7F06-0B61-812E4BEAFFAD}"/>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dirty="0"/>
                <a:t>3</a:t>
              </a:r>
              <a:endParaRPr lang="fr-FR" sz="1600" b="1" noProof="0" dirty="0"/>
            </a:p>
          </p:txBody>
        </p:sp>
      </p:grpSp>
      <p:grpSp>
        <p:nvGrpSpPr>
          <p:cNvPr id="84" name="Groupe 83">
            <a:extLst>
              <a:ext uri="{FF2B5EF4-FFF2-40B4-BE49-F238E27FC236}">
                <a16:creationId xmlns:a16="http://schemas.microsoft.com/office/drawing/2014/main" id="{2B859039-3FCA-071D-A76B-82A68CF4DDFF}"/>
              </a:ext>
            </a:extLst>
          </p:cNvPr>
          <p:cNvGrpSpPr/>
          <p:nvPr/>
        </p:nvGrpSpPr>
        <p:grpSpPr>
          <a:xfrm>
            <a:off x="5642043" y="1529935"/>
            <a:ext cx="5431739" cy="3325689"/>
            <a:chOff x="5689521" y="2006107"/>
            <a:chExt cx="5431739" cy="3325689"/>
          </a:xfrm>
        </p:grpSpPr>
        <p:pic>
          <p:nvPicPr>
            <p:cNvPr id="7" name="Image 6">
              <a:extLst>
                <a:ext uri="{FF2B5EF4-FFF2-40B4-BE49-F238E27FC236}">
                  <a16:creationId xmlns:a16="http://schemas.microsoft.com/office/drawing/2014/main" id="{476D63B2-F67B-C873-908C-6B56F476BA9B}"/>
                </a:ext>
              </a:extLst>
            </p:cNvPr>
            <p:cNvPicPr>
              <a:picLocks noChangeAspect="1"/>
            </p:cNvPicPr>
            <p:nvPr/>
          </p:nvPicPr>
          <p:blipFill>
            <a:blip r:embed="rId2"/>
            <a:stretch>
              <a:fillRect/>
            </a:stretch>
          </p:blipFill>
          <p:spPr>
            <a:xfrm>
              <a:off x="6096000" y="2337949"/>
              <a:ext cx="4618781" cy="2451339"/>
            </a:xfrm>
            <a:prstGeom prst="rect">
              <a:avLst/>
            </a:prstGeom>
          </p:spPr>
        </p:pic>
        <p:sp>
          <p:nvSpPr>
            <p:cNvPr id="8" name="Rectangle 7">
              <a:extLst>
                <a:ext uri="{FF2B5EF4-FFF2-40B4-BE49-F238E27FC236}">
                  <a16:creationId xmlns:a16="http://schemas.microsoft.com/office/drawing/2014/main" id="{000424AE-1C82-C6DA-CE47-52D2FAC46BCC}"/>
                </a:ext>
              </a:extLst>
            </p:cNvPr>
            <p:cNvSpPr/>
            <p:nvPr/>
          </p:nvSpPr>
          <p:spPr>
            <a:xfrm>
              <a:off x="9674700" y="2783511"/>
              <a:ext cx="847250" cy="190591"/>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0" name="Rectangle 9">
              <a:extLst>
                <a:ext uri="{FF2B5EF4-FFF2-40B4-BE49-F238E27FC236}">
                  <a16:creationId xmlns:a16="http://schemas.microsoft.com/office/drawing/2014/main" id="{CB8E593F-E2A3-09CD-6672-99AB38C2A276}"/>
                </a:ext>
              </a:extLst>
            </p:cNvPr>
            <p:cNvSpPr/>
            <p:nvPr/>
          </p:nvSpPr>
          <p:spPr>
            <a:xfrm>
              <a:off x="6163952" y="3299635"/>
              <a:ext cx="4504653" cy="1467334"/>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2" name="Rectangle 11">
              <a:extLst>
                <a:ext uri="{FF2B5EF4-FFF2-40B4-BE49-F238E27FC236}">
                  <a16:creationId xmlns:a16="http://schemas.microsoft.com/office/drawing/2014/main" id="{AA731DDC-9506-E769-D48D-2E0DCBEB56E1}"/>
                </a:ext>
              </a:extLst>
            </p:cNvPr>
            <p:cNvSpPr/>
            <p:nvPr/>
          </p:nvSpPr>
          <p:spPr>
            <a:xfrm>
              <a:off x="6965531" y="2795509"/>
              <a:ext cx="1337888" cy="178593"/>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4" name="Ellipse 23">
              <a:extLst>
                <a:ext uri="{FF2B5EF4-FFF2-40B4-BE49-F238E27FC236}">
                  <a16:creationId xmlns:a16="http://schemas.microsoft.com/office/drawing/2014/main" id="{757D63EB-A082-47FE-4407-336DF16932C9}"/>
                </a:ext>
              </a:extLst>
            </p:cNvPr>
            <p:cNvSpPr>
              <a:spLocks noChangeAspect="1"/>
            </p:cNvSpPr>
            <p:nvPr/>
          </p:nvSpPr>
          <p:spPr>
            <a:xfrm>
              <a:off x="7490475" y="2012416"/>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a:t>
              </a:r>
              <a:endParaRPr lang="fr-FR" sz="1600" b="1" noProof="0" dirty="0">
                <a:latin typeface="Barlow" panose="00000500000000000000" pitchFamily="2" charset="0"/>
              </a:endParaRPr>
            </a:p>
          </p:txBody>
        </p:sp>
        <p:cxnSp>
          <p:nvCxnSpPr>
            <p:cNvPr id="25" name="Connecteur droit avec flèche 24">
              <a:extLst>
                <a:ext uri="{FF2B5EF4-FFF2-40B4-BE49-F238E27FC236}">
                  <a16:creationId xmlns:a16="http://schemas.microsoft.com/office/drawing/2014/main" id="{82AE130C-3EB3-87B9-2094-15CD4CFCD9FA}"/>
                </a:ext>
              </a:extLst>
            </p:cNvPr>
            <p:cNvCxnSpPr>
              <a:cxnSpLocks/>
              <a:stCxn id="24" idx="4"/>
              <a:endCxn id="12" idx="0"/>
            </p:cNvCxnSpPr>
            <p:nvPr/>
          </p:nvCxnSpPr>
          <p:spPr>
            <a:xfrm>
              <a:off x="7634475" y="2300416"/>
              <a:ext cx="0" cy="495093"/>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2011A283-3B3D-6004-AD3F-379080975D75}"/>
                </a:ext>
              </a:extLst>
            </p:cNvPr>
            <p:cNvSpPr/>
            <p:nvPr/>
          </p:nvSpPr>
          <p:spPr>
            <a:xfrm>
              <a:off x="8272278" y="5043796"/>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33" name="Connecteur droit avec flèche 32">
              <a:extLst>
                <a:ext uri="{FF2B5EF4-FFF2-40B4-BE49-F238E27FC236}">
                  <a16:creationId xmlns:a16="http://schemas.microsoft.com/office/drawing/2014/main" id="{ED1BECEA-2B4D-33DF-002E-33BD6CBCA39E}"/>
                </a:ext>
              </a:extLst>
            </p:cNvPr>
            <p:cNvCxnSpPr>
              <a:cxnSpLocks/>
              <a:stCxn id="32" idx="0"/>
              <a:endCxn id="10" idx="2"/>
            </p:cNvCxnSpPr>
            <p:nvPr/>
          </p:nvCxnSpPr>
          <p:spPr>
            <a:xfrm flipV="1">
              <a:off x="8416278" y="4766969"/>
              <a:ext cx="1" cy="276827"/>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39" name="Ellipse 38">
              <a:extLst>
                <a:ext uri="{FF2B5EF4-FFF2-40B4-BE49-F238E27FC236}">
                  <a16:creationId xmlns:a16="http://schemas.microsoft.com/office/drawing/2014/main" id="{584EB11E-C08B-5EA1-BA58-1C28BFD0169F}"/>
                </a:ext>
              </a:extLst>
            </p:cNvPr>
            <p:cNvSpPr>
              <a:spLocks noChangeAspect="1"/>
            </p:cNvSpPr>
            <p:nvPr/>
          </p:nvSpPr>
          <p:spPr>
            <a:xfrm>
              <a:off x="10833260" y="2734807"/>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2</a:t>
              </a:r>
              <a:endParaRPr lang="fr-FR" sz="1600" b="1" noProof="0" dirty="0">
                <a:latin typeface="Barlow" panose="00000500000000000000" pitchFamily="2" charset="0"/>
              </a:endParaRPr>
            </a:p>
          </p:txBody>
        </p:sp>
        <p:cxnSp>
          <p:nvCxnSpPr>
            <p:cNvPr id="40" name="Connecteur droit avec flèche 39">
              <a:extLst>
                <a:ext uri="{FF2B5EF4-FFF2-40B4-BE49-F238E27FC236}">
                  <a16:creationId xmlns:a16="http://schemas.microsoft.com/office/drawing/2014/main" id="{18AFDE23-DF20-98D6-D947-7C7557A33CD7}"/>
                </a:ext>
              </a:extLst>
            </p:cNvPr>
            <p:cNvCxnSpPr>
              <a:cxnSpLocks/>
              <a:stCxn id="39" idx="2"/>
              <a:endCxn id="8" idx="3"/>
            </p:cNvCxnSpPr>
            <p:nvPr/>
          </p:nvCxnSpPr>
          <p:spPr>
            <a:xfrm flipH="1">
              <a:off x="10521950" y="2878807"/>
              <a:ext cx="311310" cy="0"/>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67E1C382-2E41-4F75-A541-F0D5712A9134}"/>
                </a:ext>
              </a:extLst>
            </p:cNvPr>
            <p:cNvSpPr/>
            <p:nvPr/>
          </p:nvSpPr>
          <p:spPr>
            <a:xfrm>
              <a:off x="10128583" y="2552653"/>
              <a:ext cx="586198" cy="178593"/>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6" name="Ellipse 55">
              <a:extLst>
                <a:ext uri="{FF2B5EF4-FFF2-40B4-BE49-F238E27FC236}">
                  <a16:creationId xmlns:a16="http://schemas.microsoft.com/office/drawing/2014/main" id="{ABF01D8C-3F49-A13F-FA2A-3B994680C69E}"/>
                </a:ext>
              </a:extLst>
            </p:cNvPr>
            <p:cNvSpPr>
              <a:spLocks noChangeAspect="1"/>
            </p:cNvSpPr>
            <p:nvPr/>
          </p:nvSpPr>
          <p:spPr>
            <a:xfrm>
              <a:off x="10277682" y="2006107"/>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dirty="0">
                  <a:latin typeface="Barlow" panose="00000500000000000000" pitchFamily="2" charset="0"/>
                </a:rPr>
                <a:t>3</a:t>
              </a:r>
              <a:endParaRPr lang="fr-FR" sz="1600" b="1" noProof="0" dirty="0">
                <a:latin typeface="Barlow" panose="00000500000000000000" pitchFamily="2" charset="0"/>
              </a:endParaRPr>
            </a:p>
          </p:txBody>
        </p:sp>
        <p:cxnSp>
          <p:nvCxnSpPr>
            <p:cNvPr id="57" name="Connecteur droit avec flèche 56">
              <a:extLst>
                <a:ext uri="{FF2B5EF4-FFF2-40B4-BE49-F238E27FC236}">
                  <a16:creationId xmlns:a16="http://schemas.microsoft.com/office/drawing/2014/main" id="{75618215-4C4C-DA67-E4FE-0B4707C4C9A3}"/>
                </a:ext>
              </a:extLst>
            </p:cNvPr>
            <p:cNvCxnSpPr>
              <a:cxnSpLocks/>
              <a:stCxn id="56" idx="4"/>
              <a:endCxn id="55" idx="0"/>
            </p:cNvCxnSpPr>
            <p:nvPr/>
          </p:nvCxnSpPr>
          <p:spPr>
            <a:xfrm>
              <a:off x="10421682" y="2294107"/>
              <a:ext cx="0" cy="258546"/>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CF4F83C4-B1D8-12CD-D51F-93AF6A839B70}"/>
                </a:ext>
              </a:extLst>
            </p:cNvPr>
            <p:cNvSpPr/>
            <p:nvPr/>
          </p:nvSpPr>
          <p:spPr>
            <a:xfrm>
              <a:off x="8591419" y="3007953"/>
              <a:ext cx="900244" cy="178593"/>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8" name="Ellipse 37">
              <a:extLst>
                <a:ext uri="{FF2B5EF4-FFF2-40B4-BE49-F238E27FC236}">
                  <a16:creationId xmlns:a16="http://schemas.microsoft.com/office/drawing/2014/main" id="{A4D6A7DE-9DD1-3B54-5FCC-F20084AD52C6}"/>
                </a:ext>
              </a:extLst>
            </p:cNvPr>
            <p:cNvSpPr>
              <a:spLocks noChangeAspect="1"/>
            </p:cNvSpPr>
            <p:nvPr/>
          </p:nvSpPr>
          <p:spPr>
            <a:xfrm>
              <a:off x="8897541" y="2006107"/>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dirty="0">
                  <a:latin typeface="Barlow" panose="00000500000000000000" pitchFamily="2" charset="0"/>
                </a:rPr>
                <a:t>5</a:t>
              </a:r>
              <a:endParaRPr lang="fr-FR" sz="1600" b="1" noProof="0" dirty="0">
                <a:latin typeface="Barlow" panose="00000500000000000000" pitchFamily="2" charset="0"/>
              </a:endParaRPr>
            </a:p>
          </p:txBody>
        </p:sp>
        <p:cxnSp>
          <p:nvCxnSpPr>
            <p:cNvPr id="41" name="Connecteur droit avec flèche 40">
              <a:extLst>
                <a:ext uri="{FF2B5EF4-FFF2-40B4-BE49-F238E27FC236}">
                  <a16:creationId xmlns:a16="http://schemas.microsoft.com/office/drawing/2014/main" id="{DBF45E8E-4525-25FD-E56F-3069FBABBF72}"/>
                </a:ext>
              </a:extLst>
            </p:cNvPr>
            <p:cNvCxnSpPr>
              <a:cxnSpLocks/>
              <a:stCxn id="38" idx="4"/>
              <a:endCxn id="37" idx="0"/>
            </p:cNvCxnSpPr>
            <p:nvPr/>
          </p:nvCxnSpPr>
          <p:spPr>
            <a:xfrm>
              <a:off x="9041541" y="2294107"/>
              <a:ext cx="0" cy="713846"/>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C0ED6A90-078F-3ED6-4D7D-6A5FE1B32435}"/>
                </a:ext>
              </a:extLst>
            </p:cNvPr>
            <p:cNvSpPr/>
            <p:nvPr/>
          </p:nvSpPr>
          <p:spPr>
            <a:xfrm>
              <a:off x="6965530" y="3014132"/>
              <a:ext cx="1337887" cy="178593"/>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2" name="Ellipse 51">
              <a:extLst>
                <a:ext uri="{FF2B5EF4-FFF2-40B4-BE49-F238E27FC236}">
                  <a16:creationId xmlns:a16="http://schemas.microsoft.com/office/drawing/2014/main" id="{8495A316-98BD-A636-DBD8-31944D0DA470}"/>
                </a:ext>
              </a:extLst>
            </p:cNvPr>
            <p:cNvSpPr>
              <a:spLocks noChangeAspect="1"/>
            </p:cNvSpPr>
            <p:nvPr/>
          </p:nvSpPr>
          <p:spPr>
            <a:xfrm>
              <a:off x="5689521" y="2959429"/>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4</a:t>
              </a:r>
              <a:endParaRPr lang="fr-FR" sz="1600" b="1" noProof="0" dirty="0">
                <a:latin typeface="Barlow" panose="00000500000000000000" pitchFamily="2" charset="0"/>
              </a:endParaRPr>
            </a:p>
          </p:txBody>
        </p:sp>
        <p:cxnSp>
          <p:nvCxnSpPr>
            <p:cNvPr id="53" name="Connecteur droit avec flèche 52">
              <a:extLst>
                <a:ext uri="{FF2B5EF4-FFF2-40B4-BE49-F238E27FC236}">
                  <a16:creationId xmlns:a16="http://schemas.microsoft.com/office/drawing/2014/main" id="{5CB05F87-A85E-8AA3-F795-A75387B930C1}"/>
                </a:ext>
              </a:extLst>
            </p:cNvPr>
            <p:cNvCxnSpPr>
              <a:cxnSpLocks/>
              <a:stCxn id="52" idx="6"/>
              <a:endCxn id="51" idx="1"/>
            </p:cNvCxnSpPr>
            <p:nvPr/>
          </p:nvCxnSpPr>
          <p:spPr>
            <a:xfrm>
              <a:off x="5977521" y="3103429"/>
              <a:ext cx="988009" cy="0"/>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71" name="Groupe 70">
            <a:extLst>
              <a:ext uri="{FF2B5EF4-FFF2-40B4-BE49-F238E27FC236}">
                <a16:creationId xmlns:a16="http://schemas.microsoft.com/office/drawing/2014/main" id="{42923E91-2D10-2B9E-7890-1F92C7D14CBD}"/>
              </a:ext>
            </a:extLst>
          </p:cNvPr>
          <p:cNvGrpSpPr/>
          <p:nvPr/>
        </p:nvGrpSpPr>
        <p:grpSpPr>
          <a:xfrm>
            <a:off x="1777749" y="5314214"/>
            <a:ext cx="3429376" cy="557747"/>
            <a:chOff x="6718452" y="1719483"/>
            <a:chExt cx="3429376" cy="557747"/>
          </a:xfrm>
        </p:grpSpPr>
        <p:grpSp>
          <p:nvGrpSpPr>
            <p:cNvPr id="72" name="Groupe 71">
              <a:extLst>
                <a:ext uri="{FF2B5EF4-FFF2-40B4-BE49-F238E27FC236}">
                  <a16:creationId xmlns:a16="http://schemas.microsoft.com/office/drawing/2014/main" id="{EB40D61A-BD83-0F2E-6FF7-82D660ABF330}"/>
                </a:ext>
              </a:extLst>
            </p:cNvPr>
            <p:cNvGrpSpPr/>
            <p:nvPr/>
          </p:nvGrpSpPr>
          <p:grpSpPr>
            <a:xfrm>
              <a:off x="6718452" y="1719483"/>
              <a:ext cx="3429376" cy="557747"/>
              <a:chOff x="5346700" y="1873408"/>
              <a:chExt cx="3429376" cy="557747"/>
            </a:xfrm>
          </p:grpSpPr>
          <p:sp>
            <p:nvSpPr>
              <p:cNvPr id="74" name="Rectangle : coins arrondis 73">
                <a:extLst>
                  <a:ext uri="{FF2B5EF4-FFF2-40B4-BE49-F238E27FC236}">
                    <a16:creationId xmlns:a16="http://schemas.microsoft.com/office/drawing/2014/main" id="{F6F8588C-00A8-5DF6-B7C6-F6EBA5C8FC96}"/>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75" name="Rectangle : coins arrondis 74">
                <a:extLst>
                  <a:ext uri="{FF2B5EF4-FFF2-40B4-BE49-F238E27FC236}">
                    <a16:creationId xmlns:a16="http://schemas.microsoft.com/office/drawing/2014/main" id="{A533BE2B-D83A-D941-A318-501700BE780C}"/>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Sélection du réseau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Permet de choisir l’interface réseau utilisée pour la recherche.</a:t>
                </a:r>
              </a:p>
            </p:txBody>
          </p:sp>
          <p:cxnSp>
            <p:nvCxnSpPr>
              <p:cNvPr id="76" name="Connecteur droit 75">
                <a:extLst>
                  <a:ext uri="{FF2B5EF4-FFF2-40B4-BE49-F238E27FC236}">
                    <a16:creationId xmlns:a16="http://schemas.microsoft.com/office/drawing/2014/main" id="{882B6DB7-D7C4-5654-AB14-C04E4DA40D6A}"/>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73" name="Ellipse 72">
              <a:extLst>
                <a:ext uri="{FF2B5EF4-FFF2-40B4-BE49-F238E27FC236}">
                  <a16:creationId xmlns:a16="http://schemas.microsoft.com/office/drawing/2014/main" id="{AC600D50-A7B7-5913-F3C8-28EBBA19B129}"/>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4</a:t>
              </a:r>
              <a:endParaRPr lang="fr-FR" sz="1600" b="1" noProof="0" dirty="0"/>
            </a:p>
          </p:txBody>
        </p:sp>
      </p:grpSp>
      <p:grpSp>
        <p:nvGrpSpPr>
          <p:cNvPr id="77" name="Groupe 76">
            <a:extLst>
              <a:ext uri="{FF2B5EF4-FFF2-40B4-BE49-F238E27FC236}">
                <a16:creationId xmlns:a16="http://schemas.microsoft.com/office/drawing/2014/main" id="{4FA3D672-B94A-9A07-DE4E-C7E72413649B}"/>
              </a:ext>
            </a:extLst>
          </p:cNvPr>
          <p:cNvGrpSpPr/>
          <p:nvPr/>
        </p:nvGrpSpPr>
        <p:grpSpPr>
          <a:xfrm>
            <a:off x="6984874" y="5307833"/>
            <a:ext cx="3429376" cy="557747"/>
            <a:chOff x="6718452" y="1719483"/>
            <a:chExt cx="3429376" cy="557747"/>
          </a:xfrm>
        </p:grpSpPr>
        <p:grpSp>
          <p:nvGrpSpPr>
            <p:cNvPr id="78" name="Groupe 77">
              <a:extLst>
                <a:ext uri="{FF2B5EF4-FFF2-40B4-BE49-F238E27FC236}">
                  <a16:creationId xmlns:a16="http://schemas.microsoft.com/office/drawing/2014/main" id="{CDE2C5C2-4347-E164-4BCE-65CF1635A4A5}"/>
                </a:ext>
              </a:extLst>
            </p:cNvPr>
            <p:cNvGrpSpPr/>
            <p:nvPr/>
          </p:nvGrpSpPr>
          <p:grpSpPr>
            <a:xfrm>
              <a:off x="6718452" y="1719483"/>
              <a:ext cx="3429376" cy="557747"/>
              <a:chOff x="5346700" y="1873408"/>
              <a:chExt cx="3429376" cy="557747"/>
            </a:xfrm>
          </p:grpSpPr>
          <p:sp>
            <p:nvSpPr>
              <p:cNvPr id="80" name="Rectangle : coins arrondis 79">
                <a:extLst>
                  <a:ext uri="{FF2B5EF4-FFF2-40B4-BE49-F238E27FC236}">
                    <a16:creationId xmlns:a16="http://schemas.microsoft.com/office/drawing/2014/main" id="{3CDBC1FF-9D1E-1B89-48F3-1241A639A079}"/>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81" name="Rectangle : coins arrondis 80">
                <a:extLst>
                  <a:ext uri="{FF2B5EF4-FFF2-40B4-BE49-F238E27FC236}">
                    <a16:creationId xmlns:a16="http://schemas.microsoft.com/office/drawing/2014/main" id="{2C7A4091-DFEE-CD0D-A977-3867598191FB}"/>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dirty="0">
                    <a:solidFill>
                      <a:schemeClr val="tx1">
                        <a:lumMod val="85000"/>
                        <a:lumOff val="15000"/>
                      </a:schemeClr>
                    </a:solidFill>
                    <a:latin typeface="Barlow" panose="00000500000000000000" pitchFamily="2" charset="0"/>
                    <a:cs typeface="Segoe UI" panose="020B0502040204020203" pitchFamily="34" charset="0"/>
                  </a:rPr>
                  <a:t>Type de recherche</a:t>
                </a:r>
                <a:r>
                  <a:rPr lang="fr-FR" sz="1200" b="1" noProof="0" dirty="0">
                    <a:solidFill>
                      <a:schemeClr val="tx1">
                        <a:lumMod val="85000"/>
                        <a:lumOff val="15000"/>
                      </a:schemeClr>
                    </a:solidFill>
                    <a:latin typeface="Barlow" panose="00000500000000000000" pitchFamily="2" charset="0"/>
                    <a:cs typeface="Segoe UI" panose="020B0502040204020203" pitchFamily="34" charset="0"/>
                  </a:rPr>
                  <a:t>: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Permet de forcer une recherche systématique sans préfiltre de présence sur le réseau (ping).</a:t>
                </a:r>
              </a:p>
            </p:txBody>
          </p:sp>
          <p:cxnSp>
            <p:nvCxnSpPr>
              <p:cNvPr id="82" name="Connecteur droit 81">
                <a:extLst>
                  <a:ext uri="{FF2B5EF4-FFF2-40B4-BE49-F238E27FC236}">
                    <a16:creationId xmlns:a16="http://schemas.microsoft.com/office/drawing/2014/main" id="{C0432924-723E-87E2-DB89-793B16AB51C9}"/>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79" name="Ellipse 78">
              <a:extLst>
                <a:ext uri="{FF2B5EF4-FFF2-40B4-BE49-F238E27FC236}">
                  <a16:creationId xmlns:a16="http://schemas.microsoft.com/office/drawing/2014/main" id="{476B3F88-01BF-7240-919A-A16677FD512D}"/>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600" b="1" noProof="0" dirty="0"/>
                <a:t>5</a:t>
              </a:r>
            </a:p>
          </p:txBody>
        </p:sp>
      </p:grpSp>
      <p:sp>
        <p:nvSpPr>
          <p:cNvPr id="85" name="Espace réservé du texte 2">
            <a:extLst>
              <a:ext uri="{FF2B5EF4-FFF2-40B4-BE49-F238E27FC236}">
                <a16:creationId xmlns:a16="http://schemas.microsoft.com/office/drawing/2014/main" id="{00FABCF7-0EE9-AB72-B97F-C6B63A1801D0}"/>
              </a:ext>
            </a:extLst>
          </p:cNvPr>
          <p:cNvSpPr>
            <a:spLocks noGrp="1"/>
          </p:cNvSpPr>
          <p:nvPr>
            <p:ph type="body" idx="1"/>
          </p:nvPr>
        </p:nvSpPr>
        <p:spPr>
          <a:xfrm>
            <a:off x="14339" y="6050323"/>
            <a:ext cx="11369615" cy="528400"/>
          </a:xfrm>
        </p:spPr>
        <p:txBody>
          <a:bodyPr>
            <a:normAutofit/>
          </a:bodyPr>
          <a:lstStyle/>
          <a:p>
            <a:pPr marL="101598" indent="0">
              <a:buNone/>
            </a:pPr>
            <a:r>
              <a:rPr lang="fr-FR" sz="1400" b="1" i="1" noProof="0" dirty="0"/>
              <a:t>Note</a:t>
            </a:r>
            <a:r>
              <a:rPr lang="fr-FR" sz="1400" i="1" noProof="0" dirty="0"/>
              <a:t> :</a:t>
            </a:r>
          </a:p>
          <a:p>
            <a:pPr>
              <a:buFont typeface="Wingdings" panose="05000000000000000000" pitchFamily="2" charset="2"/>
              <a:buChar char="§"/>
            </a:pPr>
            <a:r>
              <a:rPr lang="fr-FR" sz="1200" i="1" noProof="0" dirty="0"/>
              <a:t>En mode simple (Mode avancé décoché), la recherche se fait sur la 1</a:t>
            </a:r>
            <a:r>
              <a:rPr lang="fr-FR" sz="1200" i="1" baseline="30000" noProof="0" dirty="0"/>
              <a:t>ère</a:t>
            </a:r>
            <a:r>
              <a:rPr lang="fr-FR" sz="1200" i="1" noProof="0" dirty="0"/>
              <a:t> interface réseau du système et avec le préfiltre de présence réseau</a:t>
            </a:r>
          </a:p>
        </p:txBody>
      </p:sp>
    </p:spTree>
    <p:extLst>
      <p:ext uri="{BB962C8B-B14F-4D97-AF65-F5344CB8AC3E}">
        <p14:creationId xmlns:p14="http://schemas.microsoft.com/office/powerpoint/2010/main" val="25968023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6B5FCE-D780-B0B6-5395-37EA36C00F06}"/>
              </a:ext>
            </a:extLst>
          </p:cNvPr>
          <p:cNvSpPr>
            <a:spLocks noGrp="1"/>
          </p:cNvSpPr>
          <p:nvPr>
            <p:ph type="title"/>
          </p:nvPr>
        </p:nvSpPr>
        <p:spPr/>
        <p:txBody>
          <a:bodyPr/>
          <a:lstStyle/>
          <a:p>
            <a:r>
              <a:rPr lang="fr-FR" cap="all" noProof="0" dirty="0"/>
              <a:t>é</a:t>
            </a:r>
            <a:r>
              <a:rPr lang="fr-FR" noProof="0" dirty="0"/>
              <a:t>cran de Configuration Générale</a:t>
            </a:r>
          </a:p>
        </p:txBody>
      </p:sp>
      <p:sp>
        <p:nvSpPr>
          <p:cNvPr id="4" name="Espace réservé du texte 3">
            <a:extLst>
              <a:ext uri="{FF2B5EF4-FFF2-40B4-BE49-F238E27FC236}">
                <a16:creationId xmlns:a16="http://schemas.microsoft.com/office/drawing/2014/main" id="{D3787567-7C0D-F6F2-9A8C-0CB42B172C2A}"/>
              </a:ext>
            </a:extLst>
          </p:cNvPr>
          <p:cNvSpPr>
            <a:spLocks noGrp="1"/>
          </p:cNvSpPr>
          <p:nvPr>
            <p:ph type="body" sz="quarter" idx="15"/>
          </p:nvPr>
        </p:nvSpPr>
        <p:spPr/>
        <p:txBody>
          <a:bodyPr/>
          <a:lstStyle/>
          <a:p>
            <a:r>
              <a:rPr lang="fr-FR" cap="all" noProof="0" dirty="0"/>
              <a:t>é</a:t>
            </a:r>
            <a:r>
              <a:rPr lang="fr-FR" noProof="0" dirty="0"/>
              <a:t>crans &amp; fonctionnalités</a:t>
            </a:r>
          </a:p>
        </p:txBody>
      </p:sp>
      <p:sp>
        <p:nvSpPr>
          <p:cNvPr id="18" name="Espace réservé du texte 2">
            <a:extLst>
              <a:ext uri="{FF2B5EF4-FFF2-40B4-BE49-F238E27FC236}">
                <a16:creationId xmlns:a16="http://schemas.microsoft.com/office/drawing/2014/main" id="{D0C63A6C-DD9C-6997-3B82-4F73787A85C4}"/>
              </a:ext>
            </a:extLst>
          </p:cNvPr>
          <p:cNvSpPr>
            <a:spLocks noGrp="1"/>
          </p:cNvSpPr>
          <p:nvPr>
            <p:ph type="body" idx="1"/>
          </p:nvPr>
        </p:nvSpPr>
        <p:spPr>
          <a:xfrm>
            <a:off x="14338" y="5888654"/>
            <a:ext cx="11369615" cy="782889"/>
          </a:xfrm>
        </p:spPr>
        <p:txBody>
          <a:bodyPr>
            <a:normAutofit/>
          </a:bodyPr>
          <a:lstStyle/>
          <a:p>
            <a:pPr marL="101598" indent="0">
              <a:buNone/>
            </a:pPr>
            <a:r>
              <a:rPr lang="fr-FR" sz="1400" b="1" i="1" noProof="0" dirty="0"/>
              <a:t>Notes</a:t>
            </a:r>
            <a:r>
              <a:rPr lang="fr-FR" sz="1400" i="1" noProof="0" dirty="0"/>
              <a:t> :</a:t>
            </a:r>
          </a:p>
          <a:p>
            <a:pPr>
              <a:buFont typeface="Wingdings" panose="05000000000000000000" pitchFamily="2" charset="2"/>
              <a:buChar char="§"/>
            </a:pPr>
            <a:r>
              <a:rPr lang="fr-FR" sz="1200" i="1" noProof="0" dirty="0"/>
              <a:t>Pour ajouter un logo, ce dernier doit être au format png, avoir une taille maximum de 200x200 et contenir le mot « logo » dans son nom.</a:t>
            </a:r>
          </a:p>
          <a:p>
            <a:pPr>
              <a:buFont typeface="Wingdings" panose="05000000000000000000" pitchFamily="2" charset="2"/>
              <a:buChar char="§"/>
            </a:pPr>
            <a:r>
              <a:rPr lang="fr-FR" sz="1200" i="1" noProof="0" dirty="0"/>
              <a:t>Le répertoire de travail ne doit pas être un répertoire synchronisé type OneDrive, </a:t>
            </a:r>
            <a:r>
              <a:rPr lang="fr-FR" sz="1200" i="1" noProof="0" dirty="0" err="1"/>
              <a:t>pCloud</a:t>
            </a:r>
            <a:r>
              <a:rPr lang="fr-FR" sz="1200" i="1" noProof="0" dirty="0"/>
              <a:t>, </a:t>
            </a:r>
            <a:r>
              <a:rPr lang="fr-FR" sz="1200" i="1" noProof="0" dirty="0" err="1"/>
              <a:t>DropBox</a:t>
            </a:r>
            <a:r>
              <a:rPr lang="fr-FR" sz="1200" i="1" noProof="0" dirty="0"/>
              <a:t>, etc.</a:t>
            </a:r>
          </a:p>
        </p:txBody>
      </p:sp>
      <p:grpSp>
        <p:nvGrpSpPr>
          <p:cNvPr id="27" name="Groupe 26">
            <a:extLst>
              <a:ext uri="{FF2B5EF4-FFF2-40B4-BE49-F238E27FC236}">
                <a16:creationId xmlns:a16="http://schemas.microsoft.com/office/drawing/2014/main" id="{D83A443B-8476-DB09-7C21-42E2E2551E3D}"/>
              </a:ext>
            </a:extLst>
          </p:cNvPr>
          <p:cNvGrpSpPr/>
          <p:nvPr/>
        </p:nvGrpSpPr>
        <p:grpSpPr>
          <a:xfrm>
            <a:off x="6984874" y="1413722"/>
            <a:ext cx="3429376" cy="557747"/>
            <a:chOff x="5346700" y="1873408"/>
            <a:chExt cx="3429376" cy="557747"/>
          </a:xfrm>
        </p:grpSpPr>
        <p:sp>
          <p:nvSpPr>
            <p:cNvPr id="28" name="Rectangle : coins arrondis 27">
              <a:extLst>
                <a:ext uri="{FF2B5EF4-FFF2-40B4-BE49-F238E27FC236}">
                  <a16:creationId xmlns:a16="http://schemas.microsoft.com/office/drawing/2014/main" id="{81D3B083-312B-EA40-6130-E316997DAB1E}"/>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9" name="Rectangle : coins arrondis 28">
              <a:extLst>
                <a:ext uri="{FF2B5EF4-FFF2-40B4-BE49-F238E27FC236}">
                  <a16:creationId xmlns:a16="http://schemas.microsoft.com/office/drawing/2014/main" id="{1680C055-5C67-2F48-D11B-A3279B2F0231}"/>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Répertoire d’export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 Répertoire de travail de l’application.</a:t>
              </a:r>
            </a:p>
          </p:txBody>
        </p:sp>
        <p:sp>
          <p:nvSpPr>
            <p:cNvPr id="30" name="Rectangle 29">
              <a:extLst>
                <a:ext uri="{FF2B5EF4-FFF2-40B4-BE49-F238E27FC236}">
                  <a16:creationId xmlns:a16="http://schemas.microsoft.com/office/drawing/2014/main" id="{9C8A606F-DE1E-0CD6-C26E-6FFDF4DCCBB0}"/>
                </a:ext>
              </a:extLst>
            </p:cNvPr>
            <p:cNvSpPr>
              <a:spLocks noChangeAspect="1"/>
            </p:cNvSpPr>
            <p:nvPr/>
          </p:nvSpPr>
          <p:spPr>
            <a:xfrm>
              <a:off x="5408816" y="2010394"/>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31" name="Connecteur droit 30">
              <a:extLst>
                <a:ext uri="{FF2B5EF4-FFF2-40B4-BE49-F238E27FC236}">
                  <a16:creationId xmlns:a16="http://schemas.microsoft.com/office/drawing/2014/main" id="{7D3F6595-4599-49A0-3C7A-BC8EFE966B45}"/>
                </a:ext>
              </a:extLst>
            </p:cNvPr>
            <p:cNvCxnSpPr/>
            <p:nvPr/>
          </p:nvCxnSpPr>
          <p:spPr>
            <a:xfrm>
              <a:off x="5346700" y="1876755"/>
              <a:ext cx="0" cy="5544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32" name="Groupe 31">
            <a:extLst>
              <a:ext uri="{FF2B5EF4-FFF2-40B4-BE49-F238E27FC236}">
                <a16:creationId xmlns:a16="http://schemas.microsoft.com/office/drawing/2014/main" id="{76093C1E-4790-0370-8155-CFFB218E3F79}"/>
              </a:ext>
            </a:extLst>
          </p:cNvPr>
          <p:cNvGrpSpPr/>
          <p:nvPr/>
        </p:nvGrpSpPr>
        <p:grpSpPr>
          <a:xfrm>
            <a:off x="1777749" y="1516285"/>
            <a:ext cx="3429376" cy="360000"/>
            <a:chOff x="5346700" y="1891328"/>
            <a:chExt cx="3429376" cy="360000"/>
          </a:xfrm>
        </p:grpSpPr>
        <p:sp>
          <p:nvSpPr>
            <p:cNvPr id="33" name="Rectangle : coins arrondis 32">
              <a:extLst>
                <a:ext uri="{FF2B5EF4-FFF2-40B4-BE49-F238E27FC236}">
                  <a16:creationId xmlns:a16="http://schemas.microsoft.com/office/drawing/2014/main" id="{0CB4A1D8-ABDD-BC4D-7B77-A871D9B4B86C}"/>
                </a:ext>
              </a:extLst>
            </p:cNvPr>
            <p:cNvSpPr/>
            <p:nvPr/>
          </p:nvSpPr>
          <p:spPr>
            <a:xfrm>
              <a:off x="5346701" y="1891328"/>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34" name="Rectangle : coins arrondis 33">
              <a:extLst>
                <a:ext uri="{FF2B5EF4-FFF2-40B4-BE49-F238E27FC236}">
                  <a16:creationId xmlns:a16="http://schemas.microsoft.com/office/drawing/2014/main" id="{BA25C190-14E1-DFBA-DCD2-4FD5C7D859BA}"/>
                </a:ext>
              </a:extLst>
            </p:cNvPr>
            <p:cNvSpPr/>
            <p:nvPr/>
          </p:nvSpPr>
          <p:spPr>
            <a:xfrm>
              <a:off x="5680076" y="1891328"/>
              <a:ext cx="3096000"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Logo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 Prévisualisation du logo sélectionné.</a:t>
              </a:r>
            </a:p>
          </p:txBody>
        </p:sp>
        <p:sp>
          <p:nvSpPr>
            <p:cNvPr id="35" name="Rectangle 34">
              <a:extLst>
                <a:ext uri="{FF2B5EF4-FFF2-40B4-BE49-F238E27FC236}">
                  <a16:creationId xmlns:a16="http://schemas.microsoft.com/office/drawing/2014/main" id="{99D1EDD6-A047-0ED9-F17E-DA71C73C1BA3}"/>
                </a:ext>
              </a:extLst>
            </p:cNvPr>
            <p:cNvSpPr>
              <a:spLocks noChangeAspect="1"/>
            </p:cNvSpPr>
            <p:nvPr/>
          </p:nvSpPr>
          <p:spPr>
            <a:xfrm>
              <a:off x="5408816" y="1927328"/>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36" name="Connecteur droit 35">
              <a:extLst>
                <a:ext uri="{FF2B5EF4-FFF2-40B4-BE49-F238E27FC236}">
                  <a16:creationId xmlns:a16="http://schemas.microsoft.com/office/drawing/2014/main" id="{97B2ADBC-2193-F9B6-1839-FFA2E434D79A}"/>
                </a:ext>
              </a:extLst>
            </p:cNvPr>
            <p:cNvCxnSpPr>
              <a:cxnSpLocks/>
            </p:cNvCxnSpPr>
            <p:nvPr/>
          </p:nvCxnSpPr>
          <p:spPr>
            <a:xfrm>
              <a:off x="5346700" y="1891328"/>
              <a:ext cx="0" cy="36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41" name="Groupe 40">
            <a:extLst>
              <a:ext uri="{FF2B5EF4-FFF2-40B4-BE49-F238E27FC236}">
                <a16:creationId xmlns:a16="http://schemas.microsoft.com/office/drawing/2014/main" id="{03F6BC99-B9A3-3499-39B0-BEBAD8D8CA31}"/>
              </a:ext>
            </a:extLst>
          </p:cNvPr>
          <p:cNvGrpSpPr/>
          <p:nvPr/>
        </p:nvGrpSpPr>
        <p:grpSpPr>
          <a:xfrm>
            <a:off x="473007" y="3347223"/>
            <a:ext cx="3429376" cy="649675"/>
            <a:chOff x="6718452" y="1721155"/>
            <a:chExt cx="3429376" cy="649675"/>
          </a:xfrm>
        </p:grpSpPr>
        <p:grpSp>
          <p:nvGrpSpPr>
            <p:cNvPr id="42" name="Groupe 41">
              <a:extLst>
                <a:ext uri="{FF2B5EF4-FFF2-40B4-BE49-F238E27FC236}">
                  <a16:creationId xmlns:a16="http://schemas.microsoft.com/office/drawing/2014/main" id="{692EB267-408D-A778-C5C2-FFAD50B255B7}"/>
                </a:ext>
              </a:extLst>
            </p:cNvPr>
            <p:cNvGrpSpPr/>
            <p:nvPr/>
          </p:nvGrpSpPr>
          <p:grpSpPr>
            <a:xfrm>
              <a:off x="6718452" y="1721155"/>
              <a:ext cx="3429376" cy="649675"/>
              <a:chOff x="5346700" y="1875080"/>
              <a:chExt cx="3429376" cy="649675"/>
            </a:xfrm>
          </p:grpSpPr>
          <p:sp>
            <p:nvSpPr>
              <p:cNvPr id="44" name="Rectangle : coins arrondis 43">
                <a:extLst>
                  <a:ext uri="{FF2B5EF4-FFF2-40B4-BE49-F238E27FC236}">
                    <a16:creationId xmlns:a16="http://schemas.microsoft.com/office/drawing/2014/main" id="{75CAA0BE-457B-FB1A-1BCB-E89155681986}"/>
                  </a:ext>
                </a:extLst>
              </p:cNvPr>
              <p:cNvSpPr/>
              <p:nvPr/>
            </p:nvSpPr>
            <p:spPr>
              <a:xfrm>
                <a:off x="5346701" y="1875080"/>
                <a:ext cx="412231"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45" name="Rectangle : coins arrondis 44">
                <a:extLst>
                  <a:ext uri="{FF2B5EF4-FFF2-40B4-BE49-F238E27FC236}">
                    <a16:creationId xmlns:a16="http://schemas.microsoft.com/office/drawing/2014/main" id="{D14F353A-AB14-1826-AAFC-7BAEBB5282B6}"/>
                  </a:ext>
                </a:extLst>
              </p:cNvPr>
              <p:cNvSpPr/>
              <p:nvPr/>
            </p:nvSpPr>
            <p:spPr>
              <a:xfrm>
                <a:off x="5680076" y="1875080"/>
                <a:ext cx="3096000"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Intitulé commun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Intitulé à afficher à la place du nom de la 1</a:t>
                </a:r>
                <a:r>
                  <a:rPr lang="fr-FR" sz="1200" baseline="30000" noProof="0" dirty="0">
                    <a:solidFill>
                      <a:schemeClr val="tx1">
                        <a:lumMod val="85000"/>
                        <a:lumOff val="15000"/>
                      </a:schemeClr>
                    </a:solidFill>
                    <a:latin typeface="Barlow" panose="00000500000000000000" pitchFamily="2" charset="0"/>
                    <a:cs typeface="Segoe UI" panose="020B0502040204020203" pitchFamily="34" charset="0"/>
                  </a:rPr>
                  <a:t>ère</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 compétition en cas de multi-compétitions (actif si cochée).</a:t>
                </a:r>
              </a:p>
            </p:txBody>
          </p:sp>
          <p:cxnSp>
            <p:nvCxnSpPr>
              <p:cNvPr id="46" name="Connecteur droit 45">
                <a:extLst>
                  <a:ext uri="{FF2B5EF4-FFF2-40B4-BE49-F238E27FC236}">
                    <a16:creationId xmlns:a16="http://schemas.microsoft.com/office/drawing/2014/main" id="{1E48FD0F-3A5A-4ECD-F4DF-364ACDB151CF}"/>
                  </a:ext>
                </a:extLst>
              </p:cNvPr>
              <p:cNvCxnSpPr>
                <a:cxnSpLocks/>
              </p:cNvCxnSpPr>
              <p:nvPr/>
            </p:nvCxnSpPr>
            <p:spPr>
              <a:xfrm>
                <a:off x="5346700" y="1876755"/>
                <a:ext cx="0" cy="648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43" name="Ellipse 42">
              <a:extLst>
                <a:ext uri="{FF2B5EF4-FFF2-40B4-BE49-F238E27FC236}">
                  <a16:creationId xmlns:a16="http://schemas.microsoft.com/office/drawing/2014/main" id="{4D8334C0-6119-330A-CEA1-3325E644C4C8}"/>
                </a:ext>
              </a:extLst>
            </p:cNvPr>
            <p:cNvSpPr>
              <a:spLocks noChangeAspect="1"/>
            </p:cNvSpPr>
            <p:nvPr/>
          </p:nvSpPr>
          <p:spPr>
            <a:xfrm>
              <a:off x="6780568" y="1901155"/>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3</a:t>
              </a:r>
              <a:endParaRPr lang="fr-FR" sz="1600" b="1" noProof="0" dirty="0"/>
            </a:p>
          </p:txBody>
        </p:sp>
      </p:grpSp>
      <p:grpSp>
        <p:nvGrpSpPr>
          <p:cNvPr id="47" name="Groupe 46">
            <a:extLst>
              <a:ext uri="{FF2B5EF4-FFF2-40B4-BE49-F238E27FC236}">
                <a16:creationId xmlns:a16="http://schemas.microsoft.com/office/drawing/2014/main" id="{EC59DACF-AD35-1609-3FB7-80738E59EEC1}"/>
              </a:ext>
            </a:extLst>
          </p:cNvPr>
          <p:cNvGrpSpPr/>
          <p:nvPr/>
        </p:nvGrpSpPr>
        <p:grpSpPr>
          <a:xfrm>
            <a:off x="473007" y="4165509"/>
            <a:ext cx="3429376" cy="557747"/>
            <a:chOff x="6718452" y="1719483"/>
            <a:chExt cx="3429376" cy="557747"/>
          </a:xfrm>
        </p:grpSpPr>
        <p:grpSp>
          <p:nvGrpSpPr>
            <p:cNvPr id="48" name="Groupe 47">
              <a:extLst>
                <a:ext uri="{FF2B5EF4-FFF2-40B4-BE49-F238E27FC236}">
                  <a16:creationId xmlns:a16="http://schemas.microsoft.com/office/drawing/2014/main" id="{3FAE560D-A504-C9EB-4AC0-D44BE200969D}"/>
                </a:ext>
              </a:extLst>
            </p:cNvPr>
            <p:cNvGrpSpPr/>
            <p:nvPr/>
          </p:nvGrpSpPr>
          <p:grpSpPr>
            <a:xfrm>
              <a:off x="6718452" y="1719483"/>
              <a:ext cx="3429376" cy="557747"/>
              <a:chOff x="5346700" y="1873408"/>
              <a:chExt cx="3429376" cy="557747"/>
            </a:xfrm>
          </p:grpSpPr>
          <p:sp>
            <p:nvSpPr>
              <p:cNvPr id="50" name="Rectangle : coins arrondis 49">
                <a:extLst>
                  <a:ext uri="{FF2B5EF4-FFF2-40B4-BE49-F238E27FC236}">
                    <a16:creationId xmlns:a16="http://schemas.microsoft.com/office/drawing/2014/main" id="{A1EA683A-5F3D-B6E3-2254-317EC6A2B3A0}"/>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51" name="Rectangle : coins arrondis 50">
                <a:extLst>
                  <a:ext uri="{FF2B5EF4-FFF2-40B4-BE49-F238E27FC236}">
                    <a16:creationId xmlns:a16="http://schemas.microsoft.com/office/drawing/2014/main" id="{E36AA98B-55A5-31A5-7E31-10E5A23049CC}"/>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Effacer au démarrage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Force le répertoire de travail à être effacé au démarrage de la 1ère génération.</a:t>
                </a:r>
              </a:p>
            </p:txBody>
          </p:sp>
          <p:cxnSp>
            <p:nvCxnSpPr>
              <p:cNvPr id="52" name="Connecteur droit 51">
                <a:extLst>
                  <a:ext uri="{FF2B5EF4-FFF2-40B4-BE49-F238E27FC236}">
                    <a16:creationId xmlns:a16="http://schemas.microsoft.com/office/drawing/2014/main" id="{228AD731-C123-162E-475F-3FCE4AF2D998}"/>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49" name="Ellipse 48">
              <a:extLst>
                <a:ext uri="{FF2B5EF4-FFF2-40B4-BE49-F238E27FC236}">
                  <a16:creationId xmlns:a16="http://schemas.microsoft.com/office/drawing/2014/main" id="{F261363B-1DE2-E99E-6778-7898732AA1A0}"/>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4</a:t>
              </a:r>
              <a:endParaRPr lang="fr-FR" sz="1600" b="1" noProof="0" dirty="0"/>
            </a:p>
          </p:txBody>
        </p:sp>
      </p:grpSp>
      <p:grpSp>
        <p:nvGrpSpPr>
          <p:cNvPr id="53" name="Groupe 52">
            <a:extLst>
              <a:ext uri="{FF2B5EF4-FFF2-40B4-BE49-F238E27FC236}">
                <a16:creationId xmlns:a16="http://schemas.microsoft.com/office/drawing/2014/main" id="{17D5E821-F41E-84CA-8866-A74A6E133317}"/>
              </a:ext>
            </a:extLst>
          </p:cNvPr>
          <p:cNvGrpSpPr/>
          <p:nvPr/>
        </p:nvGrpSpPr>
        <p:grpSpPr>
          <a:xfrm>
            <a:off x="473008" y="2092254"/>
            <a:ext cx="3429375" cy="360000"/>
            <a:chOff x="1076957" y="5514260"/>
            <a:chExt cx="3429375" cy="360000"/>
          </a:xfrm>
        </p:grpSpPr>
        <p:sp>
          <p:nvSpPr>
            <p:cNvPr id="54" name="Rectangle : coins arrondis 53">
              <a:extLst>
                <a:ext uri="{FF2B5EF4-FFF2-40B4-BE49-F238E27FC236}">
                  <a16:creationId xmlns:a16="http://schemas.microsoft.com/office/drawing/2014/main" id="{F20299D6-D7AD-ADEC-A360-33CA0F5EBCEA}"/>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55" name="Rectangle : coins arrondis 54">
              <a:extLst>
                <a:ext uri="{FF2B5EF4-FFF2-40B4-BE49-F238E27FC236}">
                  <a16:creationId xmlns:a16="http://schemas.microsoft.com/office/drawing/2014/main" id="{3EBA2DA5-97EF-7161-F039-01AB290C958D}"/>
                </a:ext>
              </a:extLst>
            </p:cNvPr>
            <p:cNvSpPr/>
            <p:nvPr/>
          </p:nvSpPr>
          <p:spPr>
            <a:xfrm>
              <a:off x="1410332" y="5515015"/>
              <a:ext cx="3096000"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Ajouter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Ajoute un logo dans la liste.</a:t>
              </a:r>
            </a:p>
          </p:txBody>
        </p:sp>
        <p:cxnSp>
          <p:nvCxnSpPr>
            <p:cNvPr id="56" name="Connecteur droit 55">
              <a:extLst>
                <a:ext uri="{FF2B5EF4-FFF2-40B4-BE49-F238E27FC236}">
                  <a16:creationId xmlns:a16="http://schemas.microsoft.com/office/drawing/2014/main" id="{D1C278B0-72FB-4806-3B95-6D7CD765641C}"/>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57" name="Ellipse 56">
              <a:extLst>
                <a:ext uri="{FF2B5EF4-FFF2-40B4-BE49-F238E27FC236}">
                  <a16:creationId xmlns:a16="http://schemas.microsoft.com/office/drawing/2014/main" id="{36868F19-8A91-8F6B-57E2-7D2C65FA6BFA}"/>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600" b="1" noProof="0" dirty="0"/>
                <a:t>1</a:t>
              </a:r>
            </a:p>
          </p:txBody>
        </p:sp>
      </p:grpSp>
      <p:grpSp>
        <p:nvGrpSpPr>
          <p:cNvPr id="63" name="Groupe 62">
            <a:extLst>
              <a:ext uri="{FF2B5EF4-FFF2-40B4-BE49-F238E27FC236}">
                <a16:creationId xmlns:a16="http://schemas.microsoft.com/office/drawing/2014/main" id="{C59A13C7-501F-D2A1-1A15-2FD5A464D4A5}"/>
              </a:ext>
            </a:extLst>
          </p:cNvPr>
          <p:cNvGrpSpPr/>
          <p:nvPr/>
        </p:nvGrpSpPr>
        <p:grpSpPr>
          <a:xfrm>
            <a:off x="473007" y="2620865"/>
            <a:ext cx="3429376" cy="557747"/>
            <a:chOff x="6718452" y="1719483"/>
            <a:chExt cx="3429376" cy="557747"/>
          </a:xfrm>
        </p:grpSpPr>
        <p:grpSp>
          <p:nvGrpSpPr>
            <p:cNvPr id="64" name="Groupe 63">
              <a:extLst>
                <a:ext uri="{FF2B5EF4-FFF2-40B4-BE49-F238E27FC236}">
                  <a16:creationId xmlns:a16="http://schemas.microsoft.com/office/drawing/2014/main" id="{F94B2336-B8C5-8502-CE83-5DAB0933D060}"/>
                </a:ext>
              </a:extLst>
            </p:cNvPr>
            <p:cNvGrpSpPr/>
            <p:nvPr/>
          </p:nvGrpSpPr>
          <p:grpSpPr>
            <a:xfrm>
              <a:off x="6718452" y="1719483"/>
              <a:ext cx="3429376" cy="557747"/>
              <a:chOff x="5346700" y="1873408"/>
              <a:chExt cx="3429376" cy="557747"/>
            </a:xfrm>
          </p:grpSpPr>
          <p:sp>
            <p:nvSpPr>
              <p:cNvPr id="66" name="Rectangle : coins arrondis 65">
                <a:extLst>
                  <a:ext uri="{FF2B5EF4-FFF2-40B4-BE49-F238E27FC236}">
                    <a16:creationId xmlns:a16="http://schemas.microsoft.com/office/drawing/2014/main" id="{32C2BF3C-CEF2-3127-0F00-A84F3BC379E5}"/>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67" name="Rectangle : coins arrondis 66">
                <a:extLst>
                  <a:ext uri="{FF2B5EF4-FFF2-40B4-BE49-F238E27FC236}">
                    <a16:creationId xmlns:a16="http://schemas.microsoft.com/office/drawing/2014/main" id="{7B6BFC38-A14A-470A-CA6C-8B63948B0754}"/>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Sélectionner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Sélectionne le logo affiché en entête.</a:t>
                </a:r>
              </a:p>
            </p:txBody>
          </p:sp>
          <p:cxnSp>
            <p:nvCxnSpPr>
              <p:cNvPr id="68" name="Connecteur droit 67">
                <a:extLst>
                  <a:ext uri="{FF2B5EF4-FFF2-40B4-BE49-F238E27FC236}">
                    <a16:creationId xmlns:a16="http://schemas.microsoft.com/office/drawing/2014/main" id="{851E334A-4B52-4343-08AE-9B6037E00BFF}"/>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65" name="Ellipse 64">
              <a:extLst>
                <a:ext uri="{FF2B5EF4-FFF2-40B4-BE49-F238E27FC236}">
                  <a16:creationId xmlns:a16="http://schemas.microsoft.com/office/drawing/2014/main" id="{4AC61C6D-7BAA-DFD0-C156-4C2F216DC115}"/>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2</a:t>
              </a:r>
              <a:endParaRPr lang="fr-FR" sz="1600" b="1" noProof="0" dirty="0"/>
            </a:p>
          </p:txBody>
        </p:sp>
      </p:grpSp>
      <p:grpSp>
        <p:nvGrpSpPr>
          <p:cNvPr id="87" name="Groupe 86">
            <a:extLst>
              <a:ext uri="{FF2B5EF4-FFF2-40B4-BE49-F238E27FC236}">
                <a16:creationId xmlns:a16="http://schemas.microsoft.com/office/drawing/2014/main" id="{592CD83D-FF78-C5FE-198E-E53C7E263364}"/>
              </a:ext>
            </a:extLst>
          </p:cNvPr>
          <p:cNvGrpSpPr/>
          <p:nvPr/>
        </p:nvGrpSpPr>
        <p:grpSpPr>
          <a:xfrm>
            <a:off x="473007" y="4891867"/>
            <a:ext cx="3429376" cy="557747"/>
            <a:chOff x="6718452" y="1719483"/>
            <a:chExt cx="3429376" cy="557747"/>
          </a:xfrm>
        </p:grpSpPr>
        <p:grpSp>
          <p:nvGrpSpPr>
            <p:cNvPr id="88" name="Groupe 87">
              <a:extLst>
                <a:ext uri="{FF2B5EF4-FFF2-40B4-BE49-F238E27FC236}">
                  <a16:creationId xmlns:a16="http://schemas.microsoft.com/office/drawing/2014/main" id="{F4EA7E3E-F8C5-FB12-A904-3E4106B9B03A}"/>
                </a:ext>
              </a:extLst>
            </p:cNvPr>
            <p:cNvGrpSpPr/>
            <p:nvPr/>
          </p:nvGrpSpPr>
          <p:grpSpPr>
            <a:xfrm>
              <a:off x="6718452" y="1719483"/>
              <a:ext cx="3429376" cy="557747"/>
              <a:chOff x="5346700" y="1873408"/>
              <a:chExt cx="3429376" cy="557747"/>
            </a:xfrm>
          </p:grpSpPr>
          <p:sp>
            <p:nvSpPr>
              <p:cNvPr id="90" name="Rectangle : coins arrondis 89">
                <a:extLst>
                  <a:ext uri="{FF2B5EF4-FFF2-40B4-BE49-F238E27FC236}">
                    <a16:creationId xmlns:a16="http://schemas.microsoft.com/office/drawing/2014/main" id="{14C72075-BE04-4B38-F07E-91745205F4AF}"/>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91" name="Rectangle : coins arrondis 90">
                <a:extLst>
                  <a:ext uri="{FF2B5EF4-FFF2-40B4-BE49-F238E27FC236}">
                    <a16:creationId xmlns:a16="http://schemas.microsoft.com/office/drawing/2014/main" id="{92F5BA80-F227-C36A-27AD-BEDD6C9C3821}"/>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Répertoire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Sélectionne le répertoire de travail de l’application </a:t>
                </a:r>
                <a:r>
                  <a:rPr lang="fr-FR" sz="1100" noProof="0" dirty="0">
                    <a:solidFill>
                      <a:schemeClr val="tx1">
                        <a:lumMod val="85000"/>
                        <a:lumOff val="15000"/>
                      </a:schemeClr>
                    </a:solidFill>
                    <a:latin typeface="Barlow" panose="00000500000000000000" pitchFamily="2" charset="0"/>
                    <a:cs typeface="Segoe UI" panose="020B0502040204020203" pitchFamily="34" charset="0"/>
                  </a:rPr>
                  <a:t>(uniquement si aucune génération ni publication ne sont actives)</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t>
                </a:r>
              </a:p>
            </p:txBody>
          </p:sp>
          <p:cxnSp>
            <p:nvCxnSpPr>
              <p:cNvPr id="92" name="Connecteur droit 91">
                <a:extLst>
                  <a:ext uri="{FF2B5EF4-FFF2-40B4-BE49-F238E27FC236}">
                    <a16:creationId xmlns:a16="http://schemas.microsoft.com/office/drawing/2014/main" id="{DE5F6AF5-22BF-12CF-826A-7C271D3E0FAF}"/>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89" name="Ellipse 88">
              <a:extLst>
                <a:ext uri="{FF2B5EF4-FFF2-40B4-BE49-F238E27FC236}">
                  <a16:creationId xmlns:a16="http://schemas.microsoft.com/office/drawing/2014/main" id="{4CCD70B3-02B0-9A44-A76A-657E4B5B88C4}"/>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5</a:t>
              </a:r>
              <a:endParaRPr lang="fr-FR" sz="1600" b="1" noProof="0" dirty="0"/>
            </a:p>
          </p:txBody>
        </p:sp>
      </p:grpSp>
      <p:grpSp>
        <p:nvGrpSpPr>
          <p:cNvPr id="98" name="Groupe 97">
            <a:extLst>
              <a:ext uri="{FF2B5EF4-FFF2-40B4-BE49-F238E27FC236}">
                <a16:creationId xmlns:a16="http://schemas.microsoft.com/office/drawing/2014/main" id="{A1E954FC-3364-9F54-1899-2F5E3C72DEF7}"/>
              </a:ext>
            </a:extLst>
          </p:cNvPr>
          <p:cNvGrpSpPr/>
          <p:nvPr/>
        </p:nvGrpSpPr>
        <p:grpSpPr>
          <a:xfrm>
            <a:off x="4496842" y="2482963"/>
            <a:ext cx="7428602" cy="3179226"/>
            <a:chOff x="1880475" y="2000412"/>
            <a:chExt cx="7428602" cy="3179226"/>
          </a:xfrm>
        </p:grpSpPr>
        <p:pic>
          <p:nvPicPr>
            <p:cNvPr id="38" name="Image 37">
              <a:extLst>
                <a:ext uri="{FF2B5EF4-FFF2-40B4-BE49-F238E27FC236}">
                  <a16:creationId xmlns:a16="http://schemas.microsoft.com/office/drawing/2014/main" id="{3F77F9FE-1E45-1792-99DA-8D8DAC88C964}"/>
                </a:ext>
              </a:extLst>
            </p:cNvPr>
            <p:cNvPicPr>
              <a:picLocks noChangeAspect="1"/>
            </p:cNvPicPr>
            <p:nvPr/>
          </p:nvPicPr>
          <p:blipFill>
            <a:blip r:embed="rId2"/>
            <a:stretch>
              <a:fillRect/>
            </a:stretch>
          </p:blipFill>
          <p:spPr>
            <a:xfrm>
              <a:off x="2361290" y="2440500"/>
              <a:ext cx="6485966" cy="2324491"/>
            </a:xfrm>
            <a:prstGeom prst="rect">
              <a:avLst/>
            </a:prstGeom>
          </p:spPr>
        </p:pic>
        <p:sp>
          <p:nvSpPr>
            <p:cNvPr id="10" name="Rectangle 9">
              <a:extLst>
                <a:ext uri="{FF2B5EF4-FFF2-40B4-BE49-F238E27FC236}">
                  <a16:creationId xmlns:a16="http://schemas.microsoft.com/office/drawing/2014/main" id="{79AA205A-50F3-C309-75DB-2BA5E0DE0EDC}"/>
                </a:ext>
              </a:extLst>
            </p:cNvPr>
            <p:cNvSpPr/>
            <p:nvPr/>
          </p:nvSpPr>
          <p:spPr>
            <a:xfrm>
              <a:off x="2536031" y="3428999"/>
              <a:ext cx="920667" cy="208217"/>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2" name="Rectangle 11">
              <a:extLst>
                <a:ext uri="{FF2B5EF4-FFF2-40B4-BE49-F238E27FC236}">
                  <a16:creationId xmlns:a16="http://schemas.microsoft.com/office/drawing/2014/main" id="{BF8303EA-2E78-C518-EADE-7968E92F2F4A}"/>
                </a:ext>
              </a:extLst>
            </p:cNvPr>
            <p:cNvSpPr/>
            <p:nvPr/>
          </p:nvSpPr>
          <p:spPr>
            <a:xfrm>
              <a:off x="5634754" y="3403950"/>
              <a:ext cx="3093177" cy="189182"/>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5" name="Rectangle 14">
              <a:extLst>
                <a:ext uri="{FF2B5EF4-FFF2-40B4-BE49-F238E27FC236}">
                  <a16:creationId xmlns:a16="http://schemas.microsoft.com/office/drawing/2014/main" id="{6213D02D-B3C4-591F-7F43-1C865323EE03}"/>
                </a:ext>
              </a:extLst>
            </p:cNvPr>
            <p:cNvSpPr/>
            <p:nvPr/>
          </p:nvSpPr>
          <p:spPr>
            <a:xfrm>
              <a:off x="4321817" y="3071154"/>
              <a:ext cx="897884" cy="890961"/>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6" name="Rectangle 15">
              <a:extLst>
                <a:ext uri="{FF2B5EF4-FFF2-40B4-BE49-F238E27FC236}">
                  <a16:creationId xmlns:a16="http://schemas.microsoft.com/office/drawing/2014/main" id="{3531276E-8425-2DF2-4CFB-58E6BEAD1ECE}"/>
                </a:ext>
              </a:extLst>
            </p:cNvPr>
            <p:cNvSpPr/>
            <p:nvPr/>
          </p:nvSpPr>
          <p:spPr>
            <a:xfrm>
              <a:off x="5763213" y="3691952"/>
              <a:ext cx="734060" cy="235042"/>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9" name="Rectangle 18">
              <a:extLst>
                <a:ext uri="{FF2B5EF4-FFF2-40B4-BE49-F238E27FC236}">
                  <a16:creationId xmlns:a16="http://schemas.microsoft.com/office/drawing/2014/main" id="{B91B8583-3B8B-2CE6-C76D-53902B50D97D}"/>
                </a:ext>
              </a:extLst>
            </p:cNvPr>
            <p:cNvSpPr/>
            <p:nvPr/>
          </p:nvSpPr>
          <p:spPr>
            <a:xfrm>
              <a:off x="3490914" y="3429000"/>
              <a:ext cx="195261" cy="204788"/>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1" name="Rectangle 20">
              <a:extLst>
                <a:ext uri="{FF2B5EF4-FFF2-40B4-BE49-F238E27FC236}">
                  <a16:creationId xmlns:a16="http://schemas.microsoft.com/office/drawing/2014/main" id="{46D06C36-C229-28A7-74B3-C254B61FC670}"/>
                </a:ext>
              </a:extLst>
            </p:cNvPr>
            <p:cNvSpPr/>
            <p:nvPr/>
          </p:nvSpPr>
          <p:spPr>
            <a:xfrm>
              <a:off x="7074091" y="3685045"/>
              <a:ext cx="1212659" cy="220984"/>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 name="Rectangle 2">
              <a:extLst>
                <a:ext uri="{FF2B5EF4-FFF2-40B4-BE49-F238E27FC236}">
                  <a16:creationId xmlns:a16="http://schemas.microsoft.com/office/drawing/2014/main" id="{D3D58A56-BF86-73B8-E8D1-E487B41B8411}"/>
                </a:ext>
              </a:extLst>
            </p:cNvPr>
            <p:cNvSpPr/>
            <p:nvPr/>
          </p:nvSpPr>
          <p:spPr>
            <a:xfrm>
              <a:off x="4626759" y="2000412"/>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5" name="Connecteur droit avec flèche 4">
              <a:extLst>
                <a:ext uri="{FF2B5EF4-FFF2-40B4-BE49-F238E27FC236}">
                  <a16:creationId xmlns:a16="http://schemas.microsoft.com/office/drawing/2014/main" id="{A5240BB1-FADC-0CC7-EC1D-9753B2CB00CD}"/>
                </a:ext>
              </a:extLst>
            </p:cNvPr>
            <p:cNvCxnSpPr>
              <a:cxnSpLocks/>
              <a:stCxn id="3" idx="2"/>
              <a:endCxn id="15" idx="0"/>
            </p:cNvCxnSpPr>
            <p:nvPr/>
          </p:nvCxnSpPr>
          <p:spPr>
            <a:xfrm>
              <a:off x="4770759" y="2288412"/>
              <a:ext cx="0" cy="782742"/>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EA507381-5CFD-DEA8-1D03-FEE11CFB74E1}"/>
                </a:ext>
              </a:extLst>
            </p:cNvPr>
            <p:cNvSpPr/>
            <p:nvPr/>
          </p:nvSpPr>
          <p:spPr>
            <a:xfrm>
              <a:off x="7036228" y="2000412"/>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24" name="Connecteur droit avec flèche 23">
              <a:extLst>
                <a:ext uri="{FF2B5EF4-FFF2-40B4-BE49-F238E27FC236}">
                  <a16:creationId xmlns:a16="http://schemas.microsoft.com/office/drawing/2014/main" id="{9ECC5C31-55A9-98FD-A320-5D4E3D65D5FB}"/>
                </a:ext>
              </a:extLst>
            </p:cNvPr>
            <p:cNvCxnSpPr>
              <a:cxnSpLocks/>
              <a:stCxn id="23" idx="2"/>
              <a:endCxn id="12" idx="0"/>
            </p:cNvCxnSpPr>
            <p:nvPr/>
          </p:nvCxnSpPr>
          <p:spPr>
            <a:xfrm>
              <a:off x="7180228" y="2288412"/>
              <a:ext cx="1115" cy="1115538"/>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6FCDC458-7413-0050-AB31-EEBC97050E06}"/>
                </a:ext>
              </a:extLst>
            </p:cNvPr>
            <p:cNvSpPr/>
            <p:nvPr/>
          </p:nvSpPr>
          <p:spPr>
            <a:xfrm>
              <a:off x="2473515" y="3959378"/>
              <a:ext cx="2441233" cy="429276"/>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69" name="Ellipse 68">
              <a:extLst>
                <a:ext uri="{FF2B5EF4-FFF2-40B4-BE49-F238E27FC236}">
                  <a16:creationId xmlns:a16="http://schemas.microsoft.com/office/drawing/2014/main" id="{8278F0F0-5739-E520-CC85-1A12101CCA2A}"/>
                </a:ext>
              </a:extLst>
            </p:cNvPr>
            <p:cNvSpPr>
              <a:spLocks noChangeAspect="1"/>
            </p:cNvSpPr>
            <p:nvPr/>
          </p:nvSpPr>
          <p:spPr>
            <a:xfrm>
              <a:off x="3456698" y="2000412"/>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a:t>
              </a:r>
              <a:endParaRPr lang="fr-FR" sz="1600" b="1" noProof="0" dirty="0">
                <a:latin typeface="Barlow" panose="00000500000000000000" pitchFamily="2" charset="0"/>
              </a:endParaRPr>
            </a:p>
          </p:txBody>
        </p:sp>
        <p:cxnSp>
          <p:nvCxnSpPr>
            <p:cNvPr id="70" name="Connecteur droit avec flèche 69">
              <a:extLst>
                <a:ext uri="{FF2B5EF4-FFF2-40B4-BE49-F238E27FC236}">
                  <a16:creationId xmlns:a16="http://schemas.microsoft.com/office/drawing/2014/main" id="{61840B03-8D34-AF46-CE14-F8689FE58094}"/>
                </a:ext>
              </a:extLst>
            </p:cNvPr>
            <p:cNvCxnSpPr>
              <a:cxnSpLocks/>
              <a:stCxn id="69" idx="4"/>
              <a:endCxn id="19" idx="0"/>
            </p:cNvCxnSpPr>
            <p:nvPr/>
          </p:nvCxnSpPr>
          <p:spPr>
            <a:xfrm flipH="1">
              <a:off x="3588545" y="2288412"/>
              <a:ext cx="12153" cy="1140588"/>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73" name="Ellipse 72">
              <a:extLst>
                <a:ext uri="{FF2B5EF4-FFF2-40B4-BE49-F238E27FC236}">
                  <a16:creationId xmlns:a16="http://schemas.microsoft.com/office/drawing/2014/main" id="{A6AA8C4E-5514-56F5-D513-F2CEAA3A7E03}"/>
                </a:ext>
              </a:extLst>
            </p:cNvPr>
            <p:cNvSpPr>
              <a:spLocks noChangeAspect="1"/>
            </p:cNvSpPr>
            <p:nvPr/>
          </p:nvSpPr>
          <p:spPr>
            <a:xfrm>
              <a:off x="1880475" y="3389108"/>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2</a:t>
              </a:r>
              <a:endParaRPr lang="fr-FR" sz="1600" b="1" noProof="0" dirty="0">
                <a:latin typeface="Barlow" panose="00000500000000000000" pitchFamily="2" charset="0"/>
              </a:endParaRPr>
            </a:p>
          </p:txBody>
        </p:sp>
        <p:cxnSp>
          <p:nvCxnSpPr>
            <p:cNvPr id="74" name="Connecteur droit avec flèche 73">
              <a:extLst>
                <a:ext uri="{FF2B5EF4-FFF2-40B4-BE49-F238E27FC236}">
                  <a16:creationId xmlns:a16="http://schemas.microsoft.com/office/drawing/2014/main" id="{FBB11F3D-A9BA-96A3-892B-E0C83E5A3A48}"/>
                </a:ext>
              </a:extLst>
            </p:cNvPr>
            <p:cNvCxnSpPr>
              <a:cxnSpLocks/>
              <a:stCxn id="73" idx="6"/>
              <a:endCxn id="10" idx="1"/>
            </p:cNvCxnSpPr>
            <p:nvPr/>
          </p:nvCxnSpPr>
          <p:spPr>
            <a:xfrm>
              <a:off x="2168475" y="3533108"/>
              <a:ext cx="367556" cy="0"/>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78" name="Ellipse 77">
              <a:extLst>
                <a:ext uri="{FF2B5EF4-FFF2-40B4-BE49-F238E27FC236}">
                  <a16:creationId xmlns:a16="http://schemas.microsoft.com/office/drawing/2014/main" id="{EAC0BD26-123A-7DFA-8EDE-FE9F27141FE0}"/>
                </a:ext>
              </a:extLst>
            </p:cNvPr>
            <p:cNvSpPr>
              <a:spLocks noChangeAspect="1"/>
            </p:cNvSpPr>
            <p:nvPr/>
          </p:nvSpPr>
          <p:spPr>
            <a:xfrm>
              <a:off x="1880475" y="4030016"/>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3</a:t>
              </a:r>
              <a:endParaRPr lang="fr-FR" sz="1600" b="1" noProof="0" dirty="0">
                <a:latin typeface="Barlow" panose="00000500000000000000" pitchFamily="2" charset="0"/>
              </a:endParaRPr>
            </a:p>
          </p:txBody>
        </p:sp>
        <p:cxnSp>
          <p:nvCxnSpPr>
            <p:cNvPr id="79" name="Connecteur droit avec flèche 78">
              <a:extLst>
                <a:ext uri="{FF2B5EF4-FFF2-40B4-BE49-F238E27FC236}">
                  <a16:creationId xmlns:a16="http://schemas.microsoft.com/office/drawing/2014/main" id="{EA3CD121-77EE-71A6-B5C4-6D6518B82899}"/>
                </a:ext>
              </a:extLst>
            </p:cNvPr>
            <p:cNvCxnSpPr>
              <a:cxnSpLocks/>
              <a:stCxn id="78" idx="6"/>
              <a:endCxn id="39" idx="1"/>
            </p:cNvCxnSpPr>
            <p:nvPr/>
          </p:nvCxnSpPr>
          <p:spPr>
            <a:xfrm>
              <a:off x="2168475" y="4174016"/>
              <a:ext cx="305040" cy="0"/>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82" name="Ellipse 81">
              <a:extLst>
                <a:ext uri="{FF2B5EF4-FFF2-40B4-BE49-F238E27FC236}">
                  <a16:creationId xmlns:a16="http://schemas.microsoft.com/office/drawing/2014/main" id="{31B9456B-E5AD-359B-A782-031790EB3426}"/>
                </a:ext>
              </a:extLst>
            </p:cNvPr>
            <p:cNvSpPr>
              <a:spLocks noChangeAspect="1"/>
            </p:cNvSpPr>
            <p:nvPr/>
          </p:nvSpPr>
          <p:spPr>
            <a:xfrm>
              <a:off x="9021077" y="363899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4</a:t>
              </a:r>
              <a:endParaRPr lang="fr-FR" sz="1600" b="1" noProof="0" dirty="0">
                <a:latin typeface="Barlow" panose="00000500000000000000" pitchFamily="2" charset="0"/>
              </a:endParaRPr>
            </a:p>
          </p:txBody>
        </p:sp>
        <p:cxnSp>
          <p:nvCxnSpPr>
            <p:cNvPr id="83" name="Connecteur droit avec flèche 82">
              <a:extLst>
                <a:ext uri="{FF2B5EF4-FFF2-40B4-BE49-F238E27FC236}">
                  <a16:creationId xmlns:a16="http://schemas.microsoft.com/office/drawing/2014/main" id="{9400BD1A-FA4A-88A0-9F9C-457767F3284A}"/>
                </a:ext>
              </a:extLst>
            </p:cNvPr>
            <p:cNvCxnSpPr>
              <a:cxnSpLocks/>
              <a:stCxn id="82" idx="2"/>
              <a:endCxn id="21" idx="3"/>
            </p:cNvCxnSpPr>
            <p:nvPr/>
          </p:nvCxnSpPr>
          <p:spPr>
            <a:xfrm flipH="1">
              <a:off x="8286750" y="3782994"/>
              <a:ext cx="734327" cy="12543"/>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93" name="Ellipse 92">
              <a:extLst>
                <a:ext uri="{FF2B5EF4-FFF2-40B4-BE49-F238E27FC236}">
                  <a16:creationId xmlns:a16="http://schemas.microsoft.com/office/drawing/2014/main" id="{4FDEAF2C-0749-BCA7-D570-F2DC54E4A7AC}"/>
                </a:ext>
              </a:extLst>
            </p:cNvPr>
            <p:cNvSpPr>
              <a:spLocks noChangeAspect="1"/>
            </p:cNvSpPr>
            <p:nvPr/>
          </p:nvSpPr>
          <p:spPr>
            <a:xfrm>
              <a:off x="5986243" y="4891638"/>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3</a:t>
              </a:r>
              <a:endParaRPr lang="fr-FR" sz="1600" b="1" noProof="0" dirty="0">
                <a:latin typeface="Barlow" panose="00000500000000000000" pitchFamily="2" charset="0"/>
              </a:endParaRPr>
            </a:p>
          </p:txBody>
        </p:sp>
        <p:cxnSp>
          <p:nvCxnSpPr>
            <p:cNvPr id="94" name="Connecteur droit avec flèche 93">
              <a:extLst>
                <a:ext uri="{FF2B5EF4-FFF2-40B4-BE49-F238E27FC236}">
                  <a16:creationId xmlns:a16="http://schemas.microsoft.com/office/drawing/2014/main" id="{36496A09-6922-D437-63A5-9945FF4A5816}"/>
                </a:ext>
              </a:extLst>
            </p:cNvPr>
            <p:cNvCxnSpPr>
              <a:cxnSpLocks/>
              <a:stCxn id="93" idx="0"/>
              <a:endCxn id="16" idx="2"/>
            </p:cNvCxnSpPr>
            <p:nvPr/>
          </p:nvCxnSpPr>
          <p:spPr>
            <a:xfrm flipV="1">
              <a:off x="6130243" y="3926994"/>
              <a:ext cx="0" cy="964644"/>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98289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51AA81-A5DF-3A18-38B6-020B45588EFC}"/>
              </a:ext>
            </a:extLst>
          </p:cNvPr>
          <p:cNvSpPr>
            <a:spLocks noGrp="1"/>
          </p:cNvSpPr>
          <p:nvPr>
            <p:ph type="title"/>
          </p:nvPr>
        </p:nvSpPr>
        <p:spPr>
          <a:xfrm>
            <a:off x="1040706" y="636996"/>
            <a:ext cx="10798473" cy="528400"/>
          </a:xfrm>
        </p:spPr>
        <p:txBody>
          <a:bodyPr/>
          <a:lstStyle/>
          <a:p>
            <a:r>
              <a:rPr lang="fr-FR" cap="all" noProof="0" dirty="0"/>
              <a:t>é</a:t>
            </a:r>
            <a:r>
              <a:rPr lang="fr-FR" noProof="0" dirty="0"/>
              <a:t>cran de Configuration – génération Coachs &amp; Public (1/2)</a:t>
            </a:r>
          </a:p>
        </p:txBody>
      </p:sp>
      <p:sp>
        <p:nvSpPr>
          <p:cNvPr id="4" name="Espace réservé du texte 3">
            <a:extLst>
              <a:ext uri="{FF2B5EF4-FFF2-40B4-BE49-F238E27FC236}">
                <a16:creationId xmlns:a16="http://schemas.microsoft.com/office/drawing/2014/main" id="{6BDCEFA8-59A6-33CC-D69F-6DDA6E4D9636}"/>
              </a:ext>
            </a:extLst>
          </p:cNvPr>
          <p:cNvSpPr>
            <a:spLocks noGrp="1"/>
          </p:cNvSpPr>
          <p:nvPr>
            <p:ph type="body" sz="quarter" idx="15"/>
          </p:nvPr>
        </p:nvSpPr>
        <p:spPr/>
        <p:txBody>
          <a:bodyPr/>
          <a:lstStyle/>
          <a:p>
            <a:r>
              <a:rPr lang="fr-FR" cap="all" noProof="0" dirty="0"/>
              <a:t>é</a:t>
            </a:r>
            <a:r>
              <a:rPr lang="fr-FR" noProof="0" dirty="0"/>
              <a:t>crans &amp; fonctionnalités</a:t>
            </a:r>
          </a:p>
        </p:txBody>
      </p:sp>
      <p:sp>
        <p:nvSpPr>
          <p:cNvPr id="14" name="Espace réservé du texte 2">
            <a:extLst>
              <a:ext uri="{FF2B5EF4-FFF2-40B4-BE49-F238E27FC236}">
                <a16:creationId xmlns:a16="http://schemas.microsoft.com/office/drawing/2014/main" id="{C5238C37-DE22-EF7D-E138-0BE8C7B02A05}"/>
              </a:ext>
            </a:extLst>
          </p:cNvPr>
          <p:cNvSpPr>
            <a:spLocks noGrp="1"/>
          </p:cNvSpPr>
          <p:nvPr>
            <p:ph type="body" idx="1"/>
          </p:nvPr>
        </p:nvSpPr>
        <p:spPr>
          <a:xfrm>
            <a:off x="45174" y="5874544"/>
            <a:ext cx="11928207" cy="673495"/>
          </a:xfrm>
        </p:spPr>
        <p:txBody>
          <a:bodyPr/>
          <a:lstStyle/>
          <a:p>
            <a:pPr marL="101598" indent="0">
              <a:buNone/>
            </a:pPr>
            <a:r>
              <a:rPr lang="fr-FR" sz="1400" b="1" i="1" noProof="0" dirty="0"/>
              <a:t>Notes</a:t>
            </a:r>
            <a:r>
              <a:rPr lang="fr-FR" sz="1400" i="1" noProof="0" dirty="0"/>
              <a:t> : </a:t>
            </a:r>
            <a:endParaRPr lang="fr-FR" sz="1800" i="1" noProof="0" dirty="0"/>
          </a:p>
          <a:p>
            <a:pPr>
              <a:buFont typeface="Wingdings" panose="05000000000000000000" pitchFamily="2" charset="2"/>
              <a:buChar char="§"/>
            </a:pPr>
            <a:r>
              <a:rPr lang="fr-FR" sz="1200" i="1" noProof="0" dirty="0"/>
              <a:t>Les modifications apportées pendant qu’une génération est active ne seront prises en compte qu’au cycle suivant.</a:t>
            </a:r>
          </a:p>
          <a:p>
            <a:pPr>
              <a:buFont typeface="Wingdings" panose="05000000000000000000" pitchFamily="2" charset="2"/>
              <a:buChar char="§"/>
            </a:pPr>
            <a:r>
              <a:rPr lang="fr-FR" sz="1200" i="1" noProof="0" dirty="0"/>
              <a:t>En passant la souris sur l’icône ( i ), un popup s’affiche pour donner des informations sur le paramètre concerné.</a:t>
            </a:r>
          </a:p>
        </p:txBody>
      </p:sp>
      <p:grpSp>
        <p:nvGrpSpPr>
          <p:cNvPr id="100" name="Groupe 99">
            <a:extLst>
              <a:ext uri="{FF2B5EF4-FFF2-40B4-BE49-F238E27FC236}">
                <a16:creationId xmlns:a16="http://schemas.microsoft.com/office/drawing/2014/main" id="{D5A507DB-03F0-FE7F-BD90-28910EC19EB4}"/>
              </a:ext>
            </a:extLst>
          </p:cNvPr>
          <p:cNvGrpSpPr/>
          <p:nvPr/>
        </p:nvGrpSpPr>
        <p:grpSpPr>
          <a:xfrm>
            <a:off x="423962" y="1358959"/>
            <a:ext cx="3429376" cy="557747"/>
            <a:chOff x="6718452" y="1719483"/>
            <a:chExt cx="3429376" cy="557747"/>
          </a:xfrm>
        </p:grpSpPr>
        <p:grpSp>
          <p:nvGrpSpPr>
            <p:cNvPr id="101" name="Groupe 100">
              <a:extLst>
                <a:ext uri="{FF2B5EF4-FFF2-40B4-BE49-F238E27FC236}">
                  <a16:creationId xmlns:a16="http://schemas.microsoft.com/office/drawing/2014/main" id="{95E61D40-E0C1-64A3-6D2D-704E7551A99F}"/>
                </a:ext>
              </a:extLst>
            </p:cNvPr>
            <p:cNvGrpSpPr/>
            <p:nvPr/>
          </p:nvGrpSpPr>
          <p:grpSpPr>
            <a:xfrm>
              <a:off x="6718452" y="1719483"/>
              <a:ext cx="3429376" cy="557747"/>
              <a:chOff x="5346700" y="1873408"/>
              <a:chExt cx="3429376" cy="557747"/>
            </a:xfrm>
          </p:grpSpPr>
          <p:sp>
            <p:nvSpPr>
              <p:cNvPr id="103" name="Rectangle : coins arrondis 102">
                <a:extLst>
                  <a:ext uri="{FF2B5EF4-FFF2-40B4-BE49-F238E27FC236}">
                    <a16:creationId xmlns:a16="http://schemas.microsoft.com/office/drawing/2014/main" id="{69913454-5F02-EAD8-65E8-DE806ADF17C5}"/>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04" name="Rectangle : coins arrondis 103">
                <a:extLst>
                  <a:ext uri="{FF2B5EF4-FFF2-40B4-BE49-F238E27FC236}">
                    <a16:creationId xmlns:a16="http://schemas.microsoft.com/office/drawing/2014/main" id="{4670B81B-7779-01B2-817C-DDC23536C0B3}"/>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Actualisation du site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Délai (en s) entre 2 générations.</a:t>
                </a:r>
              </a:p>
            </p:txBody>
          </p:sp>
          <p:cxnSp>
            <p:nvCxnSpPr>
              <p:cNvPr id="105" name="Connecteur droit 104">
                <a:extLst>
                  <a:ext uri="{FF2B5EF4-FFF2-40B4-BE49-F238E27FC236}">
                    <a16:creationId xmlns:a16="http://schemas.microsoft.com/office/drawing/2014/main" id="{478BD340-BEF6-97A7-C37F-6121F4603EC7}"/>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02" name="Ellipse 101">
              <a:extLst>
                <a:ext uri="{FF2B5EF4-FFF2-40B4-BE49-F238E27FC236}">
                  <a16:creationId xmlns:a16="http://schemas.microsoft.com/office/drawing/2014/main" id="{FF12E943-E7B6-1A19-19A0-71260D4F8680}"/>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a:t>
              </a:r>
              <a:endParaRPr lang="fr-FR" sz="1600" b="1" noProof="0" dirty="0"/>
            </a:p>
          </p:txBody>
        </p:sp>
      </p:grpSp>
      <p:grpSp>
        <p:nvGrpSpPr>
          <p:cNvPr id="61" name="Groupe 60">
            <a:extLst>
              <a:ext uri="{FF2B5EF4-FFF2-40B4-BE49-F238E27FC236}">
                <a16:creationId xmlns:a16="http://schemas.microsoft.com/office/drawing/2014/main" id="{30EA7DF4-49E0-B3ED-E42C-429649035259}"/>
              </a:ext>
            </a:extLst>
          </p:cNvPr>
          <p:cNvGrpSpPr/>
          <p:nvPr/>
        </p:nvGrpSpPr>
        <p:grpSpPr>
          <a:xfrm>
            <a:off x="423962" y="2067751"/>
            <a:ext cx="3429376" cy="649675"/>
            <a:chOff x="6718452" y="1721155"/>
            <a:chExt cx="3429376" cy="649675"/>
          </a:xfrm>
        </p:grpSpPr>
        <p:grpSp>
          <p:nvGrpSpPr>
            <p:cNvPr id="62" name="Groupe 61">
              <a:extLst>
                <a:ext uri="{FF2B5EF4-FFF2-40B4-BE49-F238E27FC236}">
                  <a16:creationId xmlns:a16="http://schemas.microsoft.com/office/drawing/2014/main" id="{23937785-FBA0-0CEF-936D-2024E576E5B0}"/>
                </a:ext>
              </a:extLst>
            </p:cNvPr>
            <p:cNvGrpSpPr/>
            <p:nvPr/>
          </p:nvGrpSpPr>
          <p:grpSpPr>
            <a:xfrm>
              <a:off x="6718452" y="1721155"/>
              <a:ext cx="3429376" cy="649675"/>
              <a:chOff x="5346700" y="1875080"/>
              <a:chExt cx="3429376" cy="649675"/>
            </a:xfrm>
          </p:grpSpPr>
          <p:sp>
            <p:nvSpPr>
              <p:cNvPr id="64" name="Rectangle : coins arrondis 63">
                <a:extLst>
                  <a:ext uri="{FF2B5EF4-FFF2-40B4-BE49-F238E27FC236}">
                    <a16:creationId xmlns:a16="http://schemas.microsoft.com/office/drawing/2014/main" id="{AFAD9C72-9898-AFBF-6DF0-51F11E8CDB8B}"/>
                  </a:ext>
                </a:extLst>
              </p:cNvPr>
              <p:cNvSpPr/>
              <p:nvPr/>
            </p:nvSpPr>
            <p:spPr>
              <a:xfrm>
                <a:off x="5346701" y="1875080"/>
                <a:ext cx="412231"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65" name="Rectangle : coins arrondis 64">
                <a:extLst>
                  <a:ext uri="{FF2B5EF4-FFF2-40B4-BE49-F238E27FC236}">
                    <a16:creationId xmlns:a16="http://schemas.microsoft.com/office/drawing/2014/main" id="{BC468492-E0AA-E709-772D-61E8E8450362}"/>
                  </a:ext>
                </a:extLst>
              </p:cNvPr>
              <p:cNvSpPr/>
              <p:nvPr/>
            </p:nvSpPr>
            <p:spPr>
              <a:xfrm>
                <a:off x="5680076" y="1875080"/>
                <a:ext cx="3096000"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Actualisation du client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Délai (en s) entre 2 actualisations automatiques pour les utilisateurs.</a:t>
                </a:r>
              </a:p>
            </p:txBody>
          </p:sp>
          <p:cxnSp>
            <p:nvCxnSpPr>
              <p:cNvPr id="66" name="Connecteur droit 65">
                <a:extLst>
                  <a:ext uri="{FF2B5EF4-FFF2-40B4-BE49-F238E27FC236}">
                    <a16:creationId xmlns:a16="http://schemas.microsoft.com/office/drawing/2014/main" id="{321AE2EC-CF3D-968F-9F38-A5EC7664902F}"/>
                  </a:ext>
                </a:extLst>
              </p:cNvPr>
              <p:cNvCxnSpPr>
                <a:cxnSpLocks/>
              </p:cNvCxnSpPr>
              <p:nvPr/>
            </p:nvCxnSpPr>
            <p:spPr>
              <a:xfrm>
                <a:off x="5346700" y="1876755"/>
                <a:ext cx="0" cy="648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63" name="Ellipse 62">
              <a:extLst>
                <a:ext uri="{FF2B5EF4-FFF2-40B4-BE49-F238E27FC236}">
                  <a16:creationId xmlns:a16="http://schemas.microsoft.com/office/drawing/2014/main" id="{ECCF55DF-5E8E-647D-5C40-148DFA939E9C}"/>
                </a:ext>
              </a:extLst>
            </p:cNvPr>
            <p:cNvSpPr>
              <a:spLocks noChangeAspect="1"/>
            </p:cNvSpPr>
            <p:nvPr/>
          </p:nvSpPr>
          <p:spPr>
            <a:xfrm>
              <a:off x="6780568" y="1901155"/>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2</a:t>
              </a:r>
              <a:endParaRPr lang="fr-FR" sz="1600" b="1" noProof="0" dirty="0"/>
            </a:p>
          </p:txBody>
        </p:sp>
      </p:grpSp>
      <p:grpSp>
        <p:nvGrpSpPr>
          <p:cNvPr id="108" name="Groupe 107">
            <a:extLst>
              <a:ext uri="{FF2B5EF4-FFF2-40B4-BE49-F238E27FC236}">
                <a16:creationId xmlns:a16="http://schemas.microsoft.com/office/drawing/2014/main" id="{A039A9F9-78AF-4EFD-3252-6A0772DD1FE5}"/>
              </a:ext>
            </a:extLst>
          </p:cNvPr>
          <p:cNvGrpSpPr/>
          <p:nvPr/>
        </p:nvGrpSpPr>
        <p:grpSpPr>
          <a:xfrm>
            <a:off x="423962" y="2868471"/>
            <a:ext cx="3429376" cy="557747"/>
            <a:chOff x="6718452" y="1719483"/>
            <a:chExt cx="3429376" cy="557747"/>
          </a:xfrm>
        </p:grpSpPr>
        <p:grpSp>
          <p:nvGrpSpPr>
            <p:cNvPr id="109" name="Groupe 108">
              <a:extLst>
                <a:ext uri="{FF2B5EF4-FFF2-40B4-BE49-F238E27FC236}">
                  <a16:creationId xmlns:a16="http://schemas.microsoft.com/office/drawing/2014/main" id="{C0310E76-4A17-4360-8226-0D52B86D80EA}"/>
                </a:ext>
              </a:extLst>
            </p:cNvPr>
            <p:cNvGrpSpPr/>
            <p:nvPr/>
          </p:nvGrpSpPr>
          <p:grpSpPr>
            <a:xfrm>
              <a:off x="6718452" y="1719483"/>
              <a:ext cx="3429376" cy="557747"/>
              <a:chOff x="5346700" y="1873408"/>
              <a:chExt cx="3429376" cy="557747"/>
            </a:xfrm>
          </p:grpSpPr>
          <p:sp>
            <p:nvSpPr>
              <p:cNvPr id="111" name="Rectangle : coins arrondis 110">
                <a:extLst>
                  <a:ext uri="{FF2B5EF4-FFF2-40B4-BE49-F238E27FC236}">
                    <a16:creationId xmlns:a16="http://schemas.microsoft.com/office/drawing/2014/main" id="{825EEC90-96D8-D89A-6A8D-666E66BEFA23}"/>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12" name="Rectangle : coins arrondis 111">
                <a:extLst>
                  <a:ext uri="{FF2B5EF4-FFF2-40B4-BE49-F238E27FC236}">
                    <a16:creationId xmlns:a16="http://schemas.microsoft.com/office/drawing/2014/main" id="{E90C20E5-A459-A22F-950A-ABF674E84E0E}"/>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Affichage des poules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Active l’affichage des poules en colonnes (diagonales sinon).</a:t>
                </a:r>
              </a:p>
            </p:txBody>
          </p:sp>
          <p:cxnSp>
            <p:nvCxnSpPr>
              <p:cNvPr id="113" name="Connecteur droit 112">
                <a:extLst>
                  <a:ext uri="{FF2B5EF4-FFF2-40B4-BE49-F238E27FC236}">
                    <a16:creationId xmlns:a16="http://schemas.microsoft.com/office/drawing/2014/main" id="{41BCE40D-8DDF-3859-3652-D33174117036}"/>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10" name="Ellipse 109">
              <a:extLst>
                <a:ext uri="{FF2B5EF4-FFF2-40B4-BE49-F238E27FC236}">
                  <a16:creationId xmlns:a16="http://schemas.microsoft.com/office/drawing/2014/main" id="{0517FA7E-D096-BAA1-30BB-D7AC90E1BE09}"/>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3</a:t>
              </a:r>
              <a:endParaRPr lang="fr-FR" sz="1600" b="1" noProof="0" dirty="0"/>
            </a:p>
          </p:txBody>
        </p:sp>
      </p:grpSp>
      <p:grpSp>
        <p:nvGrpSpPr>
          <p:cNvPr id="120" name="Groupe 119">
            <a:extLst>
              <a:ext uri="{FF2B5EF4-FFF2-40B4-BE49-F238E27FC236}">
                <a16:creationId xmlns:a16="http://schemas.microsoft.com/office/drawing/2014/main" id="{881CA58C-AEBF-B7A8-33B1-91BF88D273BA}"/>
              </a:ext>
            </a:extLst>
          </p:cNvPr>
          <p:cNvGrpSpPr/>
          <p:nvPr/>
        </p:nvGrpSpPr>
        <p:grpSpPr>
          <a:xfrm>
            <a:off x="423962" y="3577263"/>
            <a:ext cx="3429376" cy="649675"/>
            <a:chOff x="6718452" y="1721155"/>
            <a:chExt cx="3429376" cy="649675"/>
          </a:xfrm>
        </p:grpSpPr>
        <p:grpSp>
          <p:nvGrpSpPr>
            <p:cNvPr id="121" name="Groupe 120">
              <a:extLst>
                <a:ext uri="{FF2B5EF4-FFF2-40B4-BE49-F238E27FC236}">
                  <a16:creationId xmlns:a16="http://schemas.microsoft.com/office/drawing/2014/main" id="{7E0F4892-08CF-C7BD-8CFC-52EB9009A69E}"/>
                </a:ext>
              </a:extLst>
            </p:cNvPr>
            <p:cNvGrpSpPr/>
            <p:nvPr/>
          </p:nvGrpSpPr>
          <p:grpSpPr>
            <a:xfrm>
              <a:off x="6718452" y="1721155"/>
              <a:ext cx="3429376" cy="649675"/>
              <a:chOff x="5346700" y="1875080"/>
              <a:chExt cx="3429376" cy="649675"/>
            </a:xfrm>
          </p:grpSpPr>
          <p:sp>
            <p:nvSpPr>
              <p:cNvPr id="123" name="Rectangle : coins arrondis 122">
                <a:extLst>
                  <a:ext uri="{FF2B5EF4-FFF2-40B4-BE49-F238E27FC236}">
                    <a16:creationId xmlns:a16="http://schemas.microsoft.com/office/drawing/2014/main" id="{7EFDFF1A-B7D3-6A27-CBBD-8BA0596F3CCC}"/>
                  </a:ext>
                </a:extLst>
              </p:cNvPr>
              <p:cNvSpPr/>
              <p:nvPr/>
            </p:nvSpPr>
            <p:spPr>
              <a:xfrm>
                <a:off x="5346701" y="1875080"/>
                <a:ext cx="412231"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24" name="Rectangle : coins arrondis 123">
                <a:extLst>
                  <a:ext uri="{FF2B5EF4-FFF2-40B4-BE49-F238E27FC236}">
                    <a16:creationId xmlns:a16="http://schemas.microsoft.com/office/drawing/2014/main" id="{85DB7BBE-8C75-217D-CC0C-7448FE4723D6}"/>
                  </a:ext>
                </a:extLst>
              </p:cNvPr>
              <p:cNvSpPr/>
              <p:nvPr/>
            </p:nvSpPr>
            <p:spPr>
              <a:xfrm>
                <a:off x="5680076" y="1875080"/>
                <a:ext cx="3096000"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Taille des poules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Active la sélection de l’affichage des poules en colonnes selon leur taille.</a:t>
                </a:r>
              </a:p>
            </p:txBody>
          </p:sp>
          <p:cxnSp>
            <p:nvCxnSpPr>
              <p:cNvPr id="125" name="Connecteur droit 124">
                <a:extLst>
                  <a:ext uri="{FF2B5EF4-FFF2-40B4-BE49-F238E27FC236}">
                    <a16:creationId xmlns:a16="http://schemas.microsoft.com/office/drawing/2014/main" id="{FF93B995-C82F-7764-B30B-B17DA7FF8B7D}"/>
                  </a:ext>
                </a:extLst>
              </p:cNvPr>
              <p:cNvCxnSpPr>
                <a:cxnSpLocks/>
              </p:cNvCxnSpPr>
              <p:nvPr/>
            </p:nvCxnSpPr>
            <p:spPr>
              <a:xfrm>
                <a:off x="5346700" y="1876755"/>
                <a:ext cx="0" cy="648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22" name="Ellipse 121">
              <a:extLst>
                <a:ext uri="{FF2B5EF4-FFF2-40B4-BE49-F238E27FC236}">
                  <a16:creationId xmlns:a16="http://schemas.microsoft.com/office/drawing/2014/main" id="{8A011B8F-6874-6F3F-F2DD-5100112EA891}"/>
                </a:ext>
              </a:extLst>
            </p:cNvPr>
            <p:cNvSpPr>
              <a:spLocks noChangeAspect="1"/>
            </p:cNvSpPr>
            <p:nvPr/>
          </p:nvSpPr>
          <p:spPr>
            <a:xfrm>
              <a:off x="6780568" y="1901155"/>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4</a:t>
              </a:r>
              <a:endParaRPr lang="fr-FR" sz="1600" b="1" noProof="0" dirty="0"/>
            </a:p>
          </p:txBody>
        </p:sp>
      </p:grpSp>
      <p:grpSp>
        <p:nvGrpSpPr>
          <p:cNvPr id="127" name="Groupe 126">
            <a:extLst>
              <a:ext uri="{FF2B5EF4-FFF2-40B4-BE49-F238E27FC236}">
                <a16:creationId xmlns:a16="http://schemas.microsoft.com/office/drawing/2014/main" id="{E3D2BD9F-D1A4-AA00-369A-B0A03D791881}"/>
              </a:ext>
            </a:extLst>
          </p:cNvPr>
          <p:cNvGrpSpPr/>
          <p:nvPr/>
        </p:nvGrpSpPr>
        <p:grpSpPr>
          <a:xfrm>
            <a:off x="423962" y="4377983"/>
            <a:ext cx="3429376" cy="557747"/>
            <a:chOff x="6718452" y="1719483"/>
            <a:chExt cx="3429376" cy="557747"/>
          </a:xfrm>
        </p:grpSpPr>
        <p:grpSp>
          <p:nvGrpSpPr>
            <p:cNvPr id="128" name="Groupe 127">
              <a:extLst>
                <a:ext uri="{FF2B5EF4-FFF2-40B4-BE49-F238E27FC236}">
                  <a16:creationId xmlns:a16="http://schemas.microsoft.com/office/drawing/2014/main" id="{17A7D191-7F17-5B9D-44EF-B252D3312904}"/>
                </a:ext>
              </a:extLst>
            </p:cNvPr>
            <p:cNvGrpSpPr/>
            <p:nvPr/>
          </p:nvGrpSpPr>
          <p:grpSpPr>
            <a:xfrm>
              <a:off x="6718452" y="1719483"/>
              <a:ext cx="3429376" cy="557747"/>
              <a:chOff x="5346700" y="1873408"/>
              <a:chExt cx="3429376" cy="557747"/>
            </a:xfrm>
          </p:grpSpPr>
          <p:sp>
            <p:nvSpPr>
              <p:cNvPr id="130" name="Rectangle : coins arrondis 129">
                <a:extLst>
                  <a:ext uri="{FF2B5EF4-FFF2-40B4-BE49-F238E27FC236}">
                    <a16:creationId xmlns:a16="http://schemas.microsoft.com/office/drawing/2014/main" id="{6D272080-352A-E6CB-2E80-40DB56A429E4}"/>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31" name="Rectangle : coins arrondis 130">
                <a:extLst>
                  <a:ext uri="{FF2B5EF4-FFF2-40B4-BE49-F238E27FC236}">
                    <a16:creationId xmlns:a16="http://schemas.microsoft.com/office/drawing/2014/main" id="{71271957-1588-5FE6-88BB-51F2B52F1FD0}"/>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Se prépare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Active la publication des pages « Prochains combats » et « Se Prépare ».</a:t>
                </a:r>
              </a:p>
            </p:txBody>
          </p:sp>
          <p:cxnSp>
            <p:nvCxnSpPr>
              <p:cNvPr id="132" name="Connecteur droit 131">
                <a:extLst>
                  <a:ext uri="{FF2B5EF4-FFF2-40B4-BE49-F238E27FC236}">
                    <a16:creationId xmlns:a16="http://schemas.microsoft.com/office/drawing/2014/main" id="{C71C9DE2-5BD3-0B5D-375D-4F3B1A1EC095}"/>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29" name="Ellipse 128">
              <a:extLst>
                <a:ext uri="{FF2B5EF4-FFF2-40B4-BE49-F238E27FC236}">
                  <a16:creationId xmlns:a16="http://schemas.microsoft.com/office/drawing/2014/main" id="{563DBA31-BA3D-2400-747D-B912A678A388}"/>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5</a:t>
              </a:r>
              <a:endParaRPr lang="fr-FR" sz="1600" b="1" noProof="0" dirty="0"/>
            </a:p>
          </p:txBody>
        </p:sp>
      </p:grpSp>
      <p:grpSp>
        <p:nvGrpSpPr>
          <p:cNvPr id="133" name="Groupe 132">
            <a:extLst>
              <a:ext uri="{FF2B5EF4-FFF2-40B4-BE49-F238E27FC236}">
                <a16:creationId xmlns:a16="http://schemas.microsoft.com/office/drawing/2014/main" id="{A9906615-7383-2036-782A-A583D82E92D1}"/>
              </a:ext>
            </a:extLst>
          </p:cNvPr>
          <p:cNvGrpSpPr/>
          <p:nvPr/>
        </p:nvGrpSpPr>
        <p:grpSpPr>
          <a:xfrm>
            <a:off x="423962" y="5086774"/>
            <a:ext cx="3429376" cy="649675"/>
            <a:chOff x="6718452" y="1721155"/>
            <a:chExt cx="3429376" cy="649675"/>
          </a:xfrm>
        </p:grpSpPr>
        <p:grpSp>
          <p:nvGrpSpPr>
            <p:cNvPr id="134" name="Groupe 133">
              <a:extLst>
                <a:ext uri="{FF2B5EF4-FFF2-40B4-BE49-F238E27FC236}">
                  <a16:creationId xmlns:a16="http://schemas.microsoft.com/office/drawing/2014/main" id="{8C1FF18D-3940-80AE-AC8B-F24C7168F605}"/>
                </a:ext>
              </a:extLst>
            </p:cNvPr>
            <p:cNvGrpSpPr/>
            <p:nvPr/>
          </p:nvGrpSpPr>
          <p:grpSpPr>
            <a:xfrm>
              <a:off x="6718452" y="1721155"/>
              <a:ext cx="3429376" cy="649675"/>
              <a:chOff x="5346700" y="1875080"/>
              <a:chExt cx="3429376" cy="649675"/>
            </a:xfrm>
          </p:grpSpPr>
          <p:sp>
            <p:nvSpPr>
              <p:cNvPr id="136" name="Rectangle : coins arrondis 135">
                <a:extLst>
                  <a:ext uri="{FF2B5EF4-FFF2-40B4-BE49-F238E27FC236}">
                    <a16:creationId xmlns:a16="http://schemas.microsoft.com/office/drawing/2014/main" id="{69F02689-C4A5-C0EA-A3FE-49F3FF6323E1}"/>
                  </a:ext>
                </a:extLst>
              </p:cNvPr>
              <p:cNvSpPr/>
              <p:nvPr/>
            </p:nvSpPr>
            <p:spPr>
              <a:xfrm>
                <a:off x="5346701" y="1875080"/>
                <a:ext cx="412231"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37" name="Rectangle : coins arrondis 136">
                <a:extLst>
                  <a:ext uri="{FF2B5EF4-FFF2-40B4-BE49-F238E27FC236}">
                    <a16:creationId xmlns:a16="http://schemas.microsoft.com/office/drawing/2014/main" id="{52DFDB4D-0F15-785C-3101-9A7C445F2EC2}"/>
                  </a:ext>
                </a:extLst>
              </p:cNvPr>
              <p:cNvSpPr/>
              <p:nvPr/>
            </p:nvSpPr>
            <p:spPr>
              <a:xfrm>
                <a:off x="5680076" y="1875080"/>
                <a:ext cx="3096000"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Profondeur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Nombre maximum de combats à afficher dans la chambre d’appel (uniquement si Publier Prochains Combats).</a:t>
                </a:r>
              </a:p>
            </p:txBody>
          </p:sp>
          <p:cxnSp>
            <p:nvCxnSpPr>
              <p:cNvPr id="138" name="Connecteur droit 137">
                <a:extLst>
                  <a:ext uri="{FF2B5EF4-FFF2-40B4-BE49-F238E27FC236}">
                    <a16:creationId xmlns:a16="http://schemas.microsoft.com/office/drawing/2014/main" id="{D1AF447F-37F4-58A7-378E-1E22C1AD55DF}"/>
                  </a:ext>
                </a:extLst>
              </p:cNvPr>
              <p:cNvCxnSpPr>
                <a:cxnSpLocks/>
              </p:cNvCxnSpPr>
              <p:nvPr/>
            </p:nvCxnSpPr>
            <p:spPr>
              <a:xfrm>
                <a:off x="5346700" y="1876755"/>
                <a:ext cx="0" cy="648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35" name="Ellipse 134">
              <a:extLst>
                <a:ext uri="{FF2B5EF4-FFF2-40B4-BE49-F238E27FC236}">
                  <a16:creationId xmlns:a16="http://schemas.microsoft.com/office/drawing/2014/main" id="{386629DA-11F0-2199-7A61-8FD9AD666AB9}"/>
                </a:ext>
              </a:extLst>
            </p:cNvPr>
            <p:cNvSpPr>
              <a:spLocks noChangeAspect="1"/>
            </p:cNvSpPr>
            <p:nvPr/>
          </p:nvSpPr>
          <p:spPr>
            <a:xfrm>
              <a:off x="6780568" y="1901155"/>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6</a:t>
              </a:r>
              <a:endParaRPr lang="fr-FR" sz="1600" b="1" noProof="0" dirty="0"/>
            </a:p>
          </p:txBody>
        </p:sp>
      </p:grpSp>
      <p:grpSp>
        <p:nvGrpSpPr>
          <p:cNvPr id="139" name="Groupe 138">
            <a:extLst>
              <a:ext uri="{FF2B5EF4-FFF2-40B4-BE49-F238E27FC236}">
                <a16:creationId xmlns:a16="http://schemas.microsoft.com/office/drawing/2014/main" id="{4B133A55-796B-0479-FE6E-894A13567572}"/>
              </a:ext>
            </a:extLst>
          </p:cNvPr>
          <p:cNvGrpSpPr/>
          <p:nvPr/>
        </p:nvGrpSpPr>
        <p:grpSpPr>
          <a:xfrm>
            <a:off x="8286656" y="5132738"/>
            <a:ext cx="3429376" cy="557747"/>
            <a:chOff x="6718452" y="1719483"/>
            <a:chExt cx="3429376" cy="557747"/>
          </a:xfrm>
        </p:grpSpPr>
        <p:grpSp>
          <p:nvGrpSpPr>
            <p:cNvPr id="140" name="Groupe 139">
              <a:extLst>
                <a:ext uri="{FF2B5EF4-FFF2-40B4-BE49-F238E27FC236}">
                  <a16:creationId xmlns:a16="http://schemas.microsoft.com/office/drawing/2014/main" id="{E42A5219-43E3-753D-3E69-F7C8591A0DD5}"/>
                </a:ext>
              </a:extLst>
            </p:cNvPr>
            <p:cNvGrpSpPr/>
            <p:nvPr/>
          </p:nvGrpSpPr>
          <p:grpSpPr>
            <a:xfrm>
              <a:off x="6718452" y="1719483"/>
              <a:ext cx="3429376" cy="557747"/>
              <a:chOff x="5346700" y="1873408"/>
              <a:chExt cx="3429376" cy="557747"/>
            </a:xfrm>
          </p:grpSpPr>
          <p:sp>
            <p:nvSpPr>
              <p:cNvPr id="142" name="Rectangle : coins arrondis 141">
                <a:extLst>
                  <a:ext uri="{FF2B5EF4-FFF2-40B4-BE49-F238E27FC236}">
                    <a16:creationId xmlns:a16="http://schemas.microsoft.com/office/drawing/2014/main" id="{A8BB8A8C-8739-6609-ACB0-D5C2F8851278}"/>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43" name="Rectangle : coins arrondis 142">
                <a:extLst>
                  <a:ext uri="{FF2B5EF4-FFF2-40B4-BE49-F238E27FC236}">
                    <a16:creationId xmlns:a16="http://schemas.microsoft.com/office/drawing/2014/main" id="{E8A43EF3-E6A7-C8DE-7910-46D472D78209}"/>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Affectation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Active la publication de la page d’affectation des tapis.</a:t>
                </a:r>
              </a:p>
            </p:txBody>
          </p:sp>
          <p:cxnSp>
            <p:nvCxnSpPr>
              <p:cNvPr id="144" name="Connecteur droit 143">
                <a:extLst>
                  <a:ext uri="{FF2B5EF4-FFF2-40B4-BE49-F238E27FC236}">
                    <a16:creationId xmlns:a16="http://schemas.microsoft.com/office/drawing/2014/main" id="{12B4C7E3-F57D-7DBA-0987-045EC0E50BA5}"/>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41" name="Ellipse 140">
              <a:extLst>
                <a:ext uri="{FF2B5EF4-FFF2-40B4-BE49-F238E27FC236}">
                  <a16:creationId xmlns:a16="http://schemas.microsoft.com/office/drawing/2014/main" id="{3CECCCC8-6981-9B17-AFB8-A4EE99893850}"/>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8</a:t>
              </a:r>
              <a:endParaRPr lang="fr-FR" sz="1600" b="1" noProof="0" dirty="0"/>
            </a:p>
          </p:txBody>
        </p:sp>
      </p:grpSp>
      <p:grpSp>
        <p:nvGrpSpPr>
          <p:cNvPr id="145" name="Groupe 144">
            <a:extLst>
              <a:ext uri="{FF2B5EF4-FFF2-40B4-BE49-F238E27FC236}">
                <a16:creationId xmlns:a16="http://schemas.microsoft.com/office/drawing/2014/main" id="{36743571-92F5-B622-E7F0-5F1AB2671C82}"/>
              </a:ext>
            </a:extLst>
          </p:cNvPr>
          <p:cNvGrpSpPr/>
          <p:nvPr/>
        </p:nvGrpSpPr>
        <p:grpSpPr>
          <a:xfrm>
            <a:off x="4381312" y="5086774"/>
            <a:ext cx="3429376" cy="649675"/>
            <a:chOff x="6718452" y="1721155"/>
            <a:chExt cx="3429376" cy="649675"/>
          </a:xfrm>
        </p:grpSpPr>
        <p:grpSp>
          <p:nvGrpSpPr>
            <p:cNvPr id="146" name="Groupe 145">
              <a:extLst>
                <a:ext uri="{FF2B5EF4-FFF2-40B4-BE49-F238E27FC236}">
                  <a16:creationId xmlns:a16="http://schemas.microsoft.com/office/drawing/2014/main" id="{502CEC63-CBC7-1061-FB9A-14D4BB476D29}"/>
                </a:ext>
              </a:extLst>
            </p:cNvPr>
            <p:cNvGrpSpPr/>
            <p:nvPr/>
          </p:nvGrpSpPr>
          <p:grpSpPr>
            <a:xfrm>
              <a:off x="6718452" y="1721155"/>
              <a:ext cx="3429376" cy="649675"/>
              <a:chOff x="5346700" y="1875080"/>
              <a:chExt cx="3429376" cy="649675"/>
            </a:xfrm>
          </p:grpSpPr>
          <p:sp>
            <p:nvSpPr>
              <p:cNvPr id="148" name="Rectangle : coins arrondis 147">
                <a:extLst>
                  <a:ext uri="{FF2B5EF4-FFF2-40B4-BE49-F238E27FC236}">
                    <a16:creationId xmlns:a16="http://schemas.microsoft.com/office/drawing/2014/main" id="{900E268E-5258-FCEA-29E8-8ACE2654379C}"/>
                  </a:ext>
                </a:extLst>
              </p:cNvPr>
              <p:cNvSpPr/>
              <p:nvPr/>
            </p:nvSpPr>
            <p:spPr>
              <a:xfrm>
                <a:off x="5346701" y="1875080"/>
                <a:ext cx="412231"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49" name="Rectangle : coins arrondis 148">
                <a:extLst>
                  <a:ext uri="{FF2B5EF4-FFF2-40B4-BE49-F238E27FC236}">
                    <a16:creationId xmlns:a16="http://schemas.microsoft.com/office/drawing/2014/main" id="{076161FE-5941-044E-CA23-0E074419C96C}"/>
                  </a:ext>
                </a:extLst>
              </p:cNvPr>
              <p:cNvSpPr/>
              <p:nvPr/>
            </p:nvSpPr>
            <p:spPr>
              <a:xfrm>
                <a:off x="5680076" y="1875080"/>
                <a:ext cx="3096000"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Message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Message affiché en entête des pages de la chambre d’appel </a:t>
                </a:r>
                <a:r>
                  <a:rPr lang="fr-FR" sz="1100" noProof="0" dirty="0">
                    <a:solidFill>
                      <a:schemeClr val="tx1">
                        <a:lumMod val="85000"/>
                        <a:lumOff val="15000"/>
                      </a:schemeClr>
                    </a:solidFill>
                    <a:latin typeface="Barlow" panose="00000500000000000000" pitchFamily="2" charset="0"/>
                    <a:cs typeface="Segoe UI" panose="020B0502040204020203" pitchFamily="34" charset="0"/>
                  </a:rPr>
                  <a:t>(uniquement si Publier Prochains Combats)</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t>
                </a:r>
              </a:p>
            </p:txBody>
          </p:sp>
          <p:cxnSp>
            <p:nvCxnSpPr>
              <p:cNvPr id="150" name="Connecteur droit 149">
                <a:extLst>
                  <a:ext uri="{FF2B5EF4-FFF2-40B4-BE49-F238E27FC236}">
                    <a16:creationId xmlns:a16="http://schemas.microsoft.com/office/drawing/2014/main" id="{98921EDF-E9C6-D3E9-8585-0AEB728D9B42}"/>
                  </a:ext>
                </a:extLst>
              </p:cNvPr>
              <p:cNvCxnSpPr>
                <a:cxnSpLocks/>
              </p:cNvCxnSpPr>
              <p:nvPr/>
            </p:nvCxnSpPr>
            <p:spPr>
              <a:xfrm>
                <a:off x="5346700" y="1876755"/>
                <a:ext cx="0" cy="648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47" name="Ellipse 146">
              <a:extLst>
                <a:ext uri="{FF2B5EF4-FFF2-40B4-BE49-F238E27FC236}">
                  <a16:creationId xmlns:a16="http://schemas.microsoft.com/office/drawing/2014/main" id="{33CD0BDA-1D3A-C723-5318-50788DFCDC44}"/>
                </a:ext>
              </a:extLst>
            </p:cNvPr>
            <p:cNvSpPr>
              <a:spLocks noChangeAspect="1"/>
            </p:cNvSpPr>
            <p:nvPr/>
          </p:nvSpPr>
          <p:spPr>
            <a:xfrm>
              <a:off x="6780568" y="1901155"/>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7</a:t>
              </a:r>
              <a:endParaRPr lang="fr-FR" sz="1600" b="1" noProof="0" dirty="0"/>
            </a:p>
          </p:txBody>
        </p:sp>
      </p:grpSp>
      <p:grpSp>
        <p:nvGrpSpPr>
          <p:cNvPr id="234" name="Groupe 233">
            <a:extLst>
              <a:ext uri="{FF2B5EF4-FFF2-40B4-BE49-F238E27FC236}">
                <a16:creationId xmlns:a16="http://schemas.microsoft.com/office/drawing/2014/main" id="{C586CD10-EA34-6051-4E72-25DAD46C3A34}"/>
              </a:ext>
            </a:extLst>
          </p:cNvPr>
          <p:cNvGrpSpPr/>
          <p:nvPr/>
        </p:nvGrpSpPr>
        <p:grpSpPr>
          <a:xfrm>
            <a:off x="4793544" y="1358959"/>
            <a:ext cx="6193973" cy="3316018"/>
            <a:chOff x="5114688" y="1858638"/>
            <a:chExt cx="6193973" cy="3316018"/>
          </a:xfrm>
        </p:grpSpPr>
        <p:pic>
          <p:nvPicPr>
            <p:cNvPr id="5" name="Image 4">
              <a:extLst>
                <a:ext uri="{FF2B5EF4-FFF2-40B4-BE49-F238E27FC236}">
                  <a16:creationId xmlns:a16="http://schemas.microsoft.com/office/drawing/2014/main" id="{D4F5E58A-0619-9F7C-8F40-900DFF7C9F12}"/>
                </a:ext>
              </a:extLst>
            </p:cNvPr>
            <p:cNvPicPr>
              <a:picLocks noChangeAspect="1"/>
            </p:cNvPicPr>
            <p:nvPr/>
          </p:nvPicPr>
          <p:blipFill>
            <a:blip r:embed="rId2"/>
            <a:stretch>
              <a:fillRect/>
            </a:stretch>
          </p:blipFill>
          <p:spPr>
            <a:xfrm>
              <a:off x="5741793" y="2232696"/>
              <a:ext cx="5566868" cy="2941960"/>
            </a:xfrm>
            <a:prstGeom prst="rect">
              <a:avLst/>
            </a:prstGeom>
          </p:spPr>
        </p:pic>
        <p:sp>
          <p:nvSpPr>
            <p:cNvPr id="15" name="Rectangle 14">
              <a:extLst>
                <a:ext uri="{FF2B5EF4-FFF2-40B4-BE49-F238E27FC236}">
                  <a16:creationId xmlns:a16="http://schemas.microsoft.com/office/drawing/2014/main" id="{E9153225-C288-7FCC-F388-73E38547448A}"/>
                </a:ext>
              </a:extLst>
            </p:cNvPr>
            <p:cNvSpPr/>
            <p:nvPr/>
          </p:nvSpPr>
          <p:spPr>
            <a:xfrm>
              <a:off x="5873897" y="3169862"/>
              <a:ext cx="1595329" cy="155575"/>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2" name="Rectangle 41">
              <a:extLst>
                <a:ext uri="{FF2B5EF4-FFF2-40B4-BE49-F238E27FC236}">
                  <a16:creationId xmlns:a16="http://schemas.microsoft.com/office/drawing/2014/main" id="{392E24C3-B309-9334-FCD7-BBD75428814D}"/>
                </a:ext>
              </a:extLst>
            </p:cNvPr>
            <p:cNvSpPr/>
            <p:nvPr/>
          </p:nvSpPr>
          <p:spPr>
            <a:xfrm>
              <a:off x="7138380" y="2859639"/>
              <a:ext cx="747114" cy="235042"/>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9" name="Rectangle 48">
              <a:extLst>
                <a:ext uri="{FF2B5EF4-FFF2-40B4-BE49-F238E27FC236}">
                  <a16:creationId xmlns:a16="http://schemas.microsoft.com/office/drawing/2014/main" id="{E625D191-2E31-5529-9351-E007755704D5}"/>
                </a:ext>
              </a:extLst>
            </p:cNvPr>
            <p:cNvSpPr/>
            <p:nvPr/>
          </p:nvSpPr>
          <p:spPr>
            <a:xfrm>
              <a:off x="9794315" y="2862340"/>
              <a:ext cx="747114" cy="235042"/>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0" name="Rectangle 49">
              <a:extLst>
                <a:ext uri="{FF2B5EF4-FFF2-40B4-BE49-F238E27FC236}">
                  <a16:creationId xmlns:a16="http://schemas.microsoft.com/office/drawing/2014/main" id="{1E57437B-90B0-1ED4-58EA-64407BB78E64}"/>
                </a:ext>
              </a:extLst>
            </p:cNvPr>
            <p:cNvSpPr/>
            <p:nvPr/>
          </p:nvSpPr>
          <p:spPr>
            <a:xfrm>
              <a:off x="6104397" y="4167066"/>
              <a:ext cx="2224496" cy="235042"/>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1" name="Rectangle 50">
              <a:extLst>
                <a:ext uri="{FF2B5EF4-FFF2-40B4-BE49-F238E27FC236}">
                  <a16:creationId xmlns:a16="http://schemas.microsoft.com/office/drawing/2014/main" id="{68DF92B2-1BEE-757A-5590-EE08ABAF9EE2}"/>
                </a:ext>
              </a:extLst>
            </p:cNvPr>
            <p:cNvSpPr/>
            <p:nvPr/>
          </p:nvSpPr>
          <p:spPr>
            <a:xfrm>
              <a:off x="5873897" y="3549752"/>
              <a:ext cx="1486308" cy="182086"/>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9" name="Rectangle 8">
              <a:extLst>
                <a:ext uri="{FF2B5EF4-FFF2-40B4-BE49-F238E27FC236}">
                  <a16:creationId xmlns:a16="http://schemas.microsoft.com/office/drawing/2014/main" id="{4D4F3FE2-510F-CED8-151C-ED5C69A87CA9}"/>
                </a:ext>
              </a:extLst>
            </p:cNvPr>
            <p:cNvSpPr/>
            <p:nvPr/>
          </p:nvSpPr>
          <p:spPr>
            <a:xfrm>
              <a:off x="6038480" y="3338223"/>
              <a:ext cx="2224496" cy="155575"/>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0" name="Rectangle 9">
              <a:extLst>
                <a:ext uri="{FF2B5EF4-FFF2-40B4-BE49-F238E27FC236}">
                  <a16:creationId xmlns:a16="http://schemas.microsoft.com/office/drawing/2014/main" id="{109D0BBB-BE8B-0ECE-2C1C-56337EE5FA15}"/>
                </a:ext>
              </a:extLst>
            </p:cNvPr>
            <p:cNvSpPr/>
            <p:nvPr/>
          </p:nvSpPr>
          <p:spPr>
            <a:xfrm>
              <a:off x="7647026" y="3752953"/>
              <a:ext cx="615950" cy="217010"/>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2" name="Rectangle 11">
              <a:extLst>
                <a:ext uri="{FF2B5EF4-FFF2-40B4-BE49-F238E27FC236}">
                  <a16:creationId xmlns:a16="http://schemas.microsoft.com/office/drawing/2014/main" id="{D71978A2-426C-28A1-518D-D14DD88B67A2}"/>
                </a:ext>
              </a:extLst>
            </p:cNvPr>
            <p:cNvSpPr/>
            <p:nvPr/>
          </p:nvSpPr>
          <p:spPr>
            <a:xfrm>
              <a:off x="5873897" y="4499038"/>
              <a:ext cx="1337219" cy="165935"/>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3" name="Ellipse 12">
              <a:extLst>
                <a:ext uri="{FF2B5EF4-FFF2-40B4-BE49-F238E27FC236}">
                  <a16:creationId xmlns:a16="http://schemas.microsoft.com/office/drawing/2014/main" id="{6F358817-5390-2F8F-2737-5862864ECD8D}"/>
                </a:ext>
              </a:extLst>
            </p:cNvPr>
            <p:cNvSpPr>
              <a:spLocks noChangeAspect="1"/>
            </p:cNvSpPr>
            <p:nvPr/>
          </p:nvSpPr>
          <p:spPr>
            <a:xfrm>
              <a:off x="7367937" y="1862416"/>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a:t>
              </a:r>
              <a:endParaRPr lang="fr-FR" sz="1600" b="1" noProof="0" dirty="0">
                <a:latin typeface="Barlow" panose="00000500000000000000" pitchFamily="2" charset="0"/>
              </a:endParaRPr>
            </a:p>
          </p:txBody>
        </p:sp>
        <p:cxnSp>
          <p:nvCxnSpPr>
            <p:cNvPr id="18" name="Connecteur droit avec flèche 17">
              <a:extLst>
                <a:ext uri="{FF2B5EF4-FFF2-40B4-BE49-F238E27FC236}">
                  <a16:creationId xmlns:a16="http://schemas.microsoft.com/office/drawing/2014/main" id="{D81587AA-B997-2BA7-49A6-81D91132EE27}"/>
                </a:ext>
              </a:extLst>
            </p:cNvPr>
            <p:cNvCxnSpPr>
              <a:cxnSpLocks/>
              <a:stCxn id="13" idx="4"/>
              <a:endCxn id="42" idx="0"/>
            </p:cNvCxnSpPr>
            <p:nvPr/>
          </p:nvCxnSpPr>
          <p:spPr>
            <a:xfrm>
              <a:off x="7511937" y="2150416"/>
              <a:ext cx="0" cy="709223"/>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24" name="Ellipse 23">
              <a:extLst>
                <a:ext uri="{FF2B5EF4-FFF2-40B4-BE49-F238E27FC236}">
                  <a16:creationId xmlns:a16="http://schemas.microsoft.com/office/drawing/2014/main" id="{186E6100-3362-41E5-A6CC-66684C4AE5CE}"/>
                </a:ext>
              </a:extLst>
            </p:cNvPr>
            <p:cNvSpPr>
              <a:spLocks noChangeAspect="1"/>
            </p:cNvSpPr>
            <p:nvPr/>
          </p:nvSpPr>
          <p:spPr>
            <a:xfrm>
              <a:off x="10023872" y="1858638"/>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2</a:t>
              </a:r>
              <a:endParaRPr lang="fr-FR" sz="1600" b="1" noProof="0" dirty="0">
                <a:latin typeface="Barlow" panose="00000500000000000000" pitchFamily="2" charset="0"/>
              </a:endParaRPr>
            </a:p>
          </p:txBody>
        </p:sp>
        <p:cxnSp>
          <p:nvCxnSpPr>
            <p:cNvPr id="31" name="Connecteur droit avec flèche 30">
              <a:extLst>
                <a:ext uri="{FF2B5EF4-FFF2-40B4-BE49-F238E27FC236}">
                  <a16:creationId xmlns:a16="http://schemas.microsoft.com/office/drawing/2014/main" id="{FBCDDC62-0363-5C02-3D06-16CCE2607829}"/>
                </a:ext>
              </a:extLst>
            </p:cNvPr>
            <p:cNvCxnSpPr>
              <a:cxnSpLocks/>
              <a:stCxn id="24" idx="4"/>
              <a:endCxn id="49" idx="0"/>
            </p:cNvCxnSpPr>
            <p:nvPr/>
          </p:nvCxnSpPr>
          <p:spPr>
            <a:xfrm>
              <a:off x="10167872" y="2146638"/>
              <a:ext cx="0" cy="715702"/>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67" name="Ellipse 66">
              <a:extLst>
                <a:ext uri="{FF2B5EF4-FFF2-40B4-BE49-F238E27FC236}">
                  <a16:creationId xmlns:a16="http://schemas.microsoft.com/office/drawing/2014/main" id="{6B9F5450-C26D-CFD2-2496-016457E78E06}"/>
                </a:ext>
              </a:extLst>
            </p:cNvPr>
            <p:cNvSpPr>
              <a:spLocks noChangeAspect="1"/>
            </p:cNvSpPr>
            <p:nvPr/>
          </p:nvSpPr>
          <p:spPr>
            <a:xfrm>
              <a:off x="5406589" y="310881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3</a:t>
              </a:r>
              <a:endParaRPr lang="fr-FR" sz="1600" b="1" noProof="0" dirty="0">
                <a:latin typeface="Barlow" panose="00000500000000000000" pitchFamily="2" charset="0"/>
              </a:endParaRPr>
            </a:p>
          </p:txBody>
        </p:sp>
        <p:cxnSp>
          <p:nvCxnSpPr>
            <p:cNvPr id="68" name="Connecteur droit avec flèche 67">
              <a:extLst>
                <a:ext uri="{FF2B5EF4-FFF2-40B4-BE49-F238E27FC236}">
                  <a16:creationId xmlns:a16="http://schemas.microsoft.com/office/drawing/2014/main" id="{E66A9F6E-6E52-6322-6BB5-5D8C4C485D28}"/>
                </a:ext>
              </a:extLst>
            </p:cNvPr>
            <p:cNvCxnSpPr>
              <a:cxnSpLocks/>
              <a:stCxn id="67" idx="6"/>
              <a:endCxn id="15" idx="1"/>
            </p:cNvCxnSpPr>
            <p:nvPr/>
          </p:nvCxnSpPr>
          <p:spPr>
            <a:xfrm flipV="1">
              <a:off x="5694589" y="3247650"/>
              <a:ext cx="179308" cy="5164"/>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73" name="Ellipse 72">
              <a:extLst>
                <a:ext uri="{FF2B5EF4-FFF2-40B4-BE49-F238E27FC236}">
                  <a16:creationId xmlns:a16="http://schemas.microsoft.com/office/drawing/2014/main" id="{8DD26B31-8F84-5A6C-49D1-C959F7227783}"/>
                </a:ext>
              </a:extLst>
            </p:cNvPr>
            <p:cNvSpPr>
              <a:spLocks noChangeAspect="1"/>
            </p:cNvSpPr>
            <p:nvPr/>
          </p:nvSpPr>
          <p:spPr>
            <a:xfrm>
              <a:off x="5114688" y="327203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4</a:t>
              </a:r>
              <a:endParaRPr lang="fr-FR" sz="1600" b="1" noProof="0" dirty="0">
                <a:latin typeface="Barlow" panose="00000500000000000000" pitchFamily="2" charset="0"/>
              </a:endParaRPr>
            </a:p>
          </p:txBody>
        </p:sp>
        <p:cxnSp>
          <p:nvCxnSpPr>
            <p:cNvPr id="74" name="Connecteur droit avec flèche 73">
              <a:extLst>
                <a:ext uri="{FF2B5EF4-FFF2-40B4-BE49-F238E27FC236}">
                  <a16:creationId xmlns:a16="http://schemas.microsoft.com/office/drawing/2014/main" id="{70A94AA6-F984-1B7F-3928-795EAF8B3EB9}"/>
                </a:ext>
              </a:extLst>
            </p:cNvPr>
            <p:cNvCxnSpPr>
              <a:cxnSpLocks/>
              <a:stCxn id="73" idx="6"/>
              <a:endCxn id="9" idx="1"/>
            </p:cNvCxnSpPr>
            <p:nvPr/>
          </p:nvCxnSpPr>
          <p:spPr>
            <a:xfrm flipV="1">
              <a:off x="5402688" y="3416011"/>
              <a:ext cx="635792" cy="23"/>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75" name="Ellipse 74">
              <a:extLst>
                <a:ext uri="{FF2B5EF4-FFF2-40B4-BE49-F238E27FC236}">
                  <a16:creationId xmlns:a16="http://schemas.microsoft.com/office/drawing/2014/main" id="{E70E37A9-B68C-67E8-A58D-AE3078CDFECD}"/>
                </a:ext>
              </a:extLst>
            </p:cNvPr>
            <p:cNvSpPr>
              <a:spLocks noChangeAspect="1"/>
            </p:cNvSpPr>
            <p:nvPr/>
          </p:nvSpPr>
          <p:spPr>
            <a:xfrm>
              <a:off x="5402688" y="3496913"/>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5</a:t>
              </a:r>
              <a:endParaRPr lang="fr-FR" sz="1600" b="1" noProof="0" dirty="0">
                <a:latin typeface="Barlow" panose="00000500000000000000" pitchFamily="2" charset="0"/>
              </a:endParaRPr>
            </a:p>
          </p:txBody>
        </p:sp>
        <p:cxnSp>
          <p:nvCxnSpPr>
            <p:cNvPr id="76" name="Connecteur droit avec flèche 75">
              <a:extLst>
                <a:ext uri="{FF2B5EF4-FFF2-40B4-BE49-F238E27FC236}">
                  <a16:creationId xmlns:a16="http://schemas.microsoft.com/office/drawing/2014/main" id="{C9572F27-D4B3-64AC-4130-7996814F350E}"/>
                </a:ext>
              </a:extLst>
            </p:cNvPr>
            <p:cNvCxnSpPr>
              <a:cxnSpLocks/>
              <a:stCxn id="75" idx="6"/>
              <a:endCxn id="51" idx="1"/>
            </p:cNvCxnSpPr>
            <p:nvPr/>
          </p:nvCxnSpPr>
          <p:spPr>
            <a:xfrm flipV="1">
              <a:off x="5690688" y="3640795"/>
              <a:ext cx="183209" cy="118"/>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77" name="Ellipse 76">
              <a:extLst>
                <a:ext uri="{FF2B5EF4-FFF2-40B4-BE49-F238E27FC236}">
                  <a16:creationId xmlns:a16="http://schemas.microsoft.com/office/drawing/2014/main" id="{9E3830AC-9B16-9E97-9860-E033060504A3}"/>
                </a:ext>
              </a:extLst>
            </p:cNvPr>
            <p:cNvSpPr>
              <a:spLocks noChangeAspect="1"/>
            </p:cNvSpPr>
            <p:nvPr/>
          </p:nvSpPr>
          <p:spPr>
            <a:xfrm>
              <a:off x="5402688" y="4143622"/>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7</a:t>
              </a:r>
              <a:endParaRPr lang="fr-FR" sz="1600" b="1" noProof="0" dirty="0">
                <a:latin typeface="Barlow" panose="00000500000000000000" pitchFamily="2" charset="0"/>
              </a:endParaRPr>
            </a:p>
          </p:txBody>
        </p:sp>
        <p:cxnSp>
          <p:nvCxnSpPr>
            <p:cNvPr id="78" name="Connecteur droit avec flèche 77">
              <a:extLst>
                <a:ext uri="{FF2B5EF4-FFF2-40B4-BE49-F238E27FC236}">
                  <a16:creationId xmlns:a16="http://schemas.microsoft.com/office/drawing/2014/main" id="{028DCC52-3FAA-2236-201B-B6ED5E01DB51}"/>
                </a:ext>
              </a:extLst>
            </p:cNvPr>
            <p:cNvCxnSpPr>
              <a:cxnSpLocks/>
              <a:stCxn id="77" idx="6"/>
              <a:endCxn id="50" idx="1"/>
            </p:cNvCxnSpPr>
            <p:nvPr/>
          </p:nvCxnSpPr>
          <p:spPr>
            <a:xfrm flipV="1">
              <a:off x="5690688" y="4284587"/>
              <a:ext cx="413709" cy="3035"/>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79" name="Ellipse 78">
              <a:extLst>
                <a:ext uri="{FF2B5EF4-FFF2-40B4-BE49-F238E27FC236}">
                  <a16:creationId xmlns:a16="http://schemas.microsoft.com/office/drawing/2014/main" id="{DDDBC305-428C-2583-EA0D-C2D74AE01AC1}"/>
                </a:ext>
              </a:extLst>
            </p:cNvPr>
            <p:cNvSpPr>
              <a:spLocks noChangeAspect="1"/>
            </p:cNvSpPr>
            <p:nvPr/>
          </p:nvSpPr>
          <p:spPr>
            <a:xfrm>
              <a:off x="5402483" y="4450961"/>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8</a:t>
              </a:r>
              <a:endParaRPr lang="fr-FR" sz="1600" b="1" noProof="0" dirty="0">
                <a:latin typeface="Barlow" panose="00000500000000000000" pitchFamily="2" charset="0"/>
              </a:endParaRPr>
            </a:p>
          </p:txBody>
        </p:sp>
        <p:cxnSp>
          <p:nvCxnSpPr>
            <p:cNvPr id="80" name="Connecteur droit avec flèche 79">
              <a:extLst>
                <a:ext uri="{FF2B5EF4-FFF2-40B4-BE49-F238E27FC236}">
                  <a16:creationId xmlns:a16="http://schemas.microsoft.com/office/drawing/2014/main" id="{37B94A80-72D1-65D3-72F2-D4130EB982F3}"/>
                </a:ext>
              </a:extLst>
            </p:cNvPr>
            <p:cNvCxnSpPr>
              <a:cxnSpLocks/>
              <a:stCxn id="79" idx="6"/>
              <a:endCxn id="12" idx="1"/>
            </p:cNvCxnSpPr>
            <p:nvPr/>
          </p:nvCxnSpPr>
          <p:spPr>
            <a:xfrm flipV="1">
              <a:off x="5690483" y="4582006"/>
              <a:ext cx="183414" cy="12955"/>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81" name="Ellipse 80">
              <a:extLst>
                <a:ext uri="{FF2B5EF4-FFF2-40B4-BE49-F238E27FC236}">
                  <a16:creationId xmlns:a16="http://schemas.microsoft.com/office/drawing/2014/main" id="{58D52932-4EFD-409B-D1B6-97C4543AA256}"/>
                </a:ext>
              </a:extLst>
            </p:cNvPr>
            <p:cNvSpPr>
              <a:spLocks noChangeAspect="1"/>
            </p:cNvSpPr>
            <p:nvPr/>
          </p:nvSpPr>
          <p:spPr>
            <a:xfrm>
              <a:off x="5119020" y="3735441"/>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6</a:t>
              </a:r>
              <a:endParaRPr lang="fr-FR" sz="1600" b="1" noProof="0" dirty="0">
                <a:latin typeface="Barlow" panose="00000500000000000000" pitchFamily="2" charset="0"/>
              </a:endParaRPr>
            </a:p>
          </p:txBody>
        </p:sp>
        <p:cxnSp>
          <p:nvCxnSpPr>
            <p:cNvPr id="82" name="Connecteur droit avec flèche 81">
              <a:extLst>
                <a:ext uri="{FF2B5EF4-FFF2-40B4-BE49-F238E27FC236}">
                  <a16:creationId xmlns:a16="http://schemas.microsoft.com/office/drawing/2014/main" id="{75721FED-254E-4D42-CD01-D86E287FA0A7}"/>
                </a:ext>
              </a:extLst>
            </p:cNvPr>
            <p:cNvCxnSpPr>
              <a:cxnSpLocks/>
              <a:stCxn id="81" idx="6"/>
              <a:endCxn id="10" idx="1"/>
            </p:cNvCxnSpPr>
            <p:nvPr/>
          </p:nvCxnSpPr>
          <p:spPr>
            <a:xfrm flipV="1">
              <a:off x="5407020" y="3861458"/>
              <a:ext cx="2240006" cy="0"/>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334817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51AA81-A5DF-3A18-38B6-020B45588EFC}"/>
              </a:ext>
            </a:extLst>
          </p:cNvPr>
          <p:cNvSpPr>
            <a:spLocks noGrp="1"/>
          </p:cNvSpPr>
          <p:nvPr>
            <p:ph type="title"/>
          </p:nvPr>
        </p:nvSpPr>
        <p:spPr>
          <a:xfrm>
            <a:off x="954442" y="637943"/>
            <a:ext cx="10798473" cy="528400"/>
          </a:xfrm>
        </p:spPr>
        <p:txBody>
          <a:bodyPr/>
          <a:lstStyle/>
          <a:p>
            <a:r>
              <a:rPr lang="fr-FR" cap="all" noProof="0" dirty="0"/>
              <a:t>é</a:t>
            </a:r>
            <a:r>
              <a:rPr lang="fr-FR" noProof="0" dirty="0"/>
              <a:t>cran de Configuration – génération Coachs &amp; Public (2/2)</a:t>
            </a:r>
          </a:p>
        </p:txBody>
      </p:sp>
      <p:sp>
        <p:nvSpPr>
          <p:cNvPr id="4" name="Espace réservé du texte 3">
            <a:extLst>
              <a:ext uri="{FF2B5EF4-FFF2-40B4-BE49-F238E27FC236}">
                <a16:creationId xmlns:a16="http://schemas.microsoft.com/office/drawing/2014/main" id="{6BDCEFA8-59A6-33CC-D69F-6DDA6E4D9636}"/>
              </a:ext>
            </a:extLst>
          </p:cNvPr>
          <p:cNvSpPr>
            <a:spLocks noGrp="1"/>
          </p:cNvSpPr>
          <p:nvPr>
            <p:ph type="body" sz="quarter" idx="15"/>
          </p:nvPr>
        </p:nvSpPr>
        <p:spPr/>
        <p:txBody>
          <a:bodyPr/>
          <a:lstStyle/>
          <a:p>
            <a:r>
              <a:rPr lang="fr-FR" cap="all" noProof="0" dirty="0"/>
              <a:t>é</a:t>
            </a:r>
            <a:r>
              <a:rPr lang="fr-FR" noProof="0" dirty="0"/>
              <a:t>crans &amp; fonctionnalités</a:t>
            </a:r>
          </a:p>
        </p:txBody>
      </p:sp>
      <p:sp>
        <p:nvSpPr>
          <p:cNvPr id="14" name="Espace réservé du texte 2">
            <a:extLst>
              <a:ext uri="{FF2B5EF4-FFF2-40B4-BE49-F238E27FC236}">
                <a16:creationId xmlns:a16="http://schemas.microsoft.com/office/drawing/2014/main" id="{C5238C37-DE22-EF7D-E138-0BE8C7B02A05}"/>
              </a:ext>
            </a:extLst>
          </p:cNvPr>
          <p:cNvSpPr>
            <a:spLocks noGrp="1"/>
          </p:cNvSpPr>
          <p:nvPr>
            <p:ph type="body" idx="1"/>
          </p:nvPr>
        </p:nvSpPr>
        <p:spPr>
          <a:xfrm>
            <a:off x="45174" y="5874544"/>
            <a:ext cx="11928207" cy="673495"/>
          </a:xfrm>
        </p:spPr>
        <p:txBody>
          <a:bodyPr/>
          <a:lstStyle/>
          <a:p>
            <a:pPr marL="101598" indent="0">
              <a:buNone/>
            </a:pPr>
            <a:r>
              <a:rPr lang="fr-FR" sz="1400" b="1" i="1" noProof="0" dirty="0"/>
              <a:t>Notes</a:t>
            </a:r>
            <a:r>
              <a:rPr lang="fr-FR" sz="1400" i="1" noProof="0" dirty="0"/>
              <a:t> : </a:t>
            </a:r>
            <a:endParaRPr lang="fr-FR" sz="1800" i="1" noProof="0" dirty="0"/>
          </a:p>
          <a:p>
            <a:pPr>
              <a:buFont typeface="Wingdings" panose="05000000000000000000" pitchFamily="2" charset="2"/>
              <a:buChar char="§"/>
            </a:pPr>
            <a:r>
              <a:rPr lang="fr-FR" sz="1200" i="1" noProof="0" dirty="0"/>
              <a:t>Les modifications apportées pendant qu’une génération est active ne seront prises en compte qu’au cycle suivant.</a:t>
            </a:r>
          </a:p>
          <a:p>
            <a:pPr>
              <a:buFont typeface="Wingdings" panose="05000000000000000000" pitchFamily="2" charset="2"/>
              <a:buChar char="§"/>
            </a:pPr>
            <a:r>
              <a:rPr lang="fr-FR" sz="1200" i="1" noProof="0" dirty="0"/>
              <a:t>En passant la souris sur l’icône ( i ), un popup s’affiche pour donner des informations sur le paramètre concerné.</a:t>
            </a:r>
          </a:p>
        </p:txBody>
      </p:sp>
      <p:pic>
        <p:nvPicPr>
          <p:cNvPr id="6" name="Image 5">
            <a:extLst>
              <a:ext uri="{FF2B5EF4-FFF2-40B4-BE49-F238E27FC236}">
                <a16:creationId xmlns:a16="http://schemas.microsoft.com/office/drawing/2014/main" id="{97570CD1-1869-A38B-36B8-13414B1EC916}"/>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24802" b="28173" l="28930" r="32190"/>
                    </a14:imgEffect>
                  </a14:imgLayer>
                </a14:imgProps>
              </a:ext>
            </a:extLst>
          </a:blip>
          <a:srcRect l="28522" t="24381" r="67402" b="71406"/>
          <a:stretch>
            <a:fillRect/>
          </a:stretch>
        </p:blipFill>
        <p:spPr>
          <a:xfrm flipH="1">
            <a:off x="13292919" y="2744519"/>
            <a:ext cx="213496" cy="251403"/>
          </a:xfrm>
          <a:prstGeom prst="rect">
            <a:avLst/>
          </a:prstGeom>
        </p:spPr>
      </p:pic>
      <p:grpSp>
        <p:nvGrpSpPr>
          <p:cNvPr id="157" name="Groupe 156">
            <a:extLst>
              <a:ext uri="{FF2B5EF4-FFF2-40B4-BE49-F238E27FC236}">
                <a16:creationId xmlns:a16="http://schemas.microsoft.com/office/drawing/2014/main" id="{2B37C4CF-8E98-33F5-ADCD-F614CC0DD4EF}"/>
              </a:ext>
            </a:extLst>
          </p:cNvPr>
          <p:cNvGrpSpPr/>
          <p:nvPr/>
        </p:nvGrpSpPr>
        <p:grpSpPr>
          <a:xfrm>
            <a:off x="813679" y="1491554"/>
            <a:ext cx="3429376" cy="557747"/>
            <a:chOff x="6718452" y="1719483"/>
            <a:chExt cx="3429376" cy="557747"/>
          </a:xfrm>
        </p:grpSpPr>
        <p:grpSp>
          <p:nvGrpSpPr>
            <p:cNvPr id="158" name="Groupe 157">
              <a:extLst>
                <a:ext uri="{FF2B5EF4-FFF2-40B4-BE49-F238E27FC236}">
                  <a16:creationId xmlns:a16="http://schemas.microsoft.com/office/drawing/2014/main" id="{34799D73-45AB-B84F-7977-3D892E221490}"/>
                </a:ext>
              </a:extLst>
            </p:cNvPr>
            <p:cNvGrpSpPr/>
            <p:nvPr/>
          </p:nvGrpSpPr>
          <p:grpSpPr>
            <a:xfrm>
              <a:off x="6718452" y="1719483"/>
              <a:ext cx="3429376" cy="557747"/>
              <a:chOff x="5346700" y="1873408"/>
              <a:chExt cx="3429376" cy="557747"/>
            </a:xfrm>
          </p:grpSpPr>
          <p:sp>
            <p:nvSpPr>
              <p:cNvPr id="160" name="Rectangle : coins arrondis 159">
                <a:extLst>
                  <a:ext uri="{FF2B5EF4-FFF2-40B4-BE49-F238E27FC236}">
                    <a16:creationId xmlns:a16="http://schemas.microsoft.com/office/drawing/2014/main" id="{45114AA9-C450-3EA6-D021-00298E70136C}"/>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61" name="Rectangle : coins arrondis 160">
                <a:extLst>
                  <a:ext uri="{FF2B5EF4-FFF2-40B4-BE49-F238E27FC236}">
                    <a16:creationId xmlns:a16="http://schemas.microsoft.com/office/drawing/2014/main" id="{3095FE96-C546-317B-8541-6FE922DB5BC8}"/>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Actualisation par défaut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Si coché, active l’actualisation du client par défaut.</a:t>
                </a:r>
              </a:p>
            </p:txBody>
          </p:sp>
          <p:cxnSp>
            <p:nvCxnSpPr>
              <p:cNvPr id="162" name="Connecteur droit 161">
                <a:extLst>
                  <a:ext uri="{FF2B5EF4-FFF2-40B4-BE49-F238E27FC236}">
                    <a16:creationId xmlns:a16="http://schemas.microsoft.com/office/drawing/2014/main" id="{7E6DDE9E-D1CC-F254-EDCE-58E1C2E3525E}"/>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59" name="Ellipse 158">
              <a:extLst>
                <a:ext uri="{FF2B5EF4-FFF2-40B4-BE49-F238E27FC236}">
                  <a16:creationId xmlns:a16="http://schemas.microsoft.com/office/drawing/2014/main" id="{8B55AD09-B347-7F44-7173-F89B49EBBFA4}"/>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9</a:t>
              </a:r>
              <a:endParaRPr lang="fr-FR" sz="1600" b="1" noProof="0" dirty="0"/>
            </a:p>
          </p:txBody>
        </p:sp>
      </p:grpSp>
      <p:grpSp>
        <p:nvGrpSpPr>
          <p:cNvPr id="3" name="Groupe 2">
            <a:extLst>
              <a:ext uri="{FF2B5EF4-FFF2-40B4-BE49-F238E27FC236}">
                <a16:creationId xmlns:a16="http://schemas.microsoft.com/office/drawing/2014/main" id="{C67493DA-61FF-5B43-139C-C07F7F9F3FFA}"/>
              </a:ext>
            </a:extLst>
          </p:cNvPr>
          <p:cNvGrpSpPr/>
          <p:nvPr/>
        </p:nvGrpSpPr>
        <p:grpSpPr>
          <a:xfrm>
            <a:off x="5321296" y="1858778"/>
            <a:ext cx="6253071" cy="2941960"/>
            <a:chOff x="2745304" y="1944415"/>
            <a:chExt cx="6253071" cy="2941960"/>
          </a:xfrm>
        </p:grpSpPr>
        <p:pic>
          <p:nvPicPr>
            <p:cNvPr id="5" name="Image 4">
              <a:extLst>
                <a:ext uri="{FF2B5EF4-FFF2-40B4-BE49-F238E27FC236}">
                  <a16:creationId xmlns:a16="http://schemas.microsoft.com/office/drawing/2014/main" id="{D4F5E58A-0619-9F7C-8F40-900DFF7C9F12}"/>
                </a:ext>
              </a:extLst>
            </p:cNvPr>
            <p:cNvPicPr>
              <a:picLocks noChangeAspect="1"/>
            </p:cNvPicPr>
            <p:nvPr/>
          </p:nvPicPr>
          <p:blipFill>
            <a:blip r:embed="rId4"/>
            <a:stretch>
              <a:fillRect/>
            </a:stretch>
          </p:blipFill>
          <p:spPr>
            <a:xfrm>
              <a:off x="2745304" y="1944415"/>
              <a:ext cx="5566868" cy="2941960"/>
            </a:xfrm>
            <a:prstGeom prst="rect">
              <a:avLst/>
            </a:prstGeom>
          </p:spPr>
        </p:pic>
        <p:sp>
          <p:nvSpPr>
            <p:cNvPr id="19" name="Rectangle 18">
              <a:extLst>
                <a:ext uri="{FF2B5EF4-FFF2-40B4-BE49-F238E27FC236}">
                  <a16:creationId xmlns:a16="http://schemas.microsoft.com/office/drawing/2014/main" id="{9CCE19E7-ED1D-8F5D-49AC-DBB65BBBC6C1}"/>
                </a:ext>
              </a:extLst>
            </p:cNvPr>
            <p:cNvSpPr/>
            <p:nvPr/>
          </p:nvSpPr>
          <p:spPr>
            <a:xfrm flipH="1">
              <a:off x="5483774" y="2861752"/>
              <a:ext cx="1670785" cy="195232"/>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2" name="Rectangle 51">
              <a:extLst>
                <a:ext uri="{FF2B5EF4-FFF2-40B4-BE49-F238E27FC236}">
                  <a16:creationId xmlns:a16="http://schemas.microsoft.com/office/drawing/2014/main" id="{7696FB3D-A0E1-12E7-2FDC-671007968BDC}"/>
                </a:ext>
              </a:extLst>
            </p:cNvPr>
            <p:cNvSpPr/>
            <p:nvPr/>
          </p:nvSpPr>
          <p:spPr>
            <a:xfrm flipH="1">
              <a:off x="5479795" y="3284013"/>
              <a:ext cx="1205913" cy="159544"/>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3" name="Rectangle 52">
              <a:extLst>
                <a:ext uri="{FF2B5EF4-FFF2-40B4-BE49-F238E27FC236}">
                  <a16:creationId xmlns:a16="http://schemas.microsoft.com/office/drawing/2014/main" id="{71614B84-A0A5-AA11-FCAB-E17EA539F808}"/>
                </a:ext>
              </a:extLst>
            </p:cNvPr>
            <p:cNvSpPr/>
            <p:nvPr/>
          </p:nvSpPr>
          <p:spPr>
            <a:xfrm flipH="1">
              <a:off x="5669764" y="3482871"/>
              <a:ext cx="1015944" cy="148806"/>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4" name="Rectangle 53">
              <a:extLst>
                <a:ext uri="{FF2B5EF4-FFF2-40B4-BE49-F238E27FC236}">
                  <a16:creationId xmlns:a16="http://schemas.microsoft.com/office/drawing/2014/main" id="{15632ED1-A554-CC8C-F5C6-0690CD6CABA3}"/>
                </a:ext>
              </a:extLst>
            </p:cNvPr>
            <p:cNvSpPr/>
            <p:nvPr/>
          </p:nvSpPr>
          <p:spPr>
            <a:xfrm flipH="1">
              <a:off x="5669765" y="3662850"/>
              <a:ext cx="1318026" cy="142657"/>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5" name="Rectangle 54">
              <a:extLst>
                <a:ext uri="{FF2B5EF4-FFF2-40B4-BE49-F238E27FC236}">
                  <a16:creationId xmlns:a16="http://schemas.microsoft.com/office/drawing/2014/main" id="{0FEB7E60-21A1-0B96-A4C5-DD072130EF2D}"/>
                </a:ext>
              </a:extLst>
            </p:cNvPr>
            <p:cNvSpPr/>
            <p:nvPr/>
          </p:nvSpPr>
          <p:spPr>
            <a:xfrm flipH="1">
              <a:off x="5669764" y="3836471"/>
              <a:ext cx="2287533" cy="138106"/>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6" name="Rectangle 55">
              <a:extLst>
                <a:ext uri="{FF2B5EF4-FFF2-40B4-BE49-F238E27FC236}">
                  <a16:creationId xmlns:a16="http://schemas.microsoft.com/office/drawing/2014/main" id="{0ABB9F11-3096-40E0-B9BB-88BE32CB50D7}"/>
                </a:ext>
              </a:extLst>
            </p:cNvPr>
            <p:cNvSpPr/>
            <p:nvPr/>
          </p:nvSpPr>
          <p:spPr>
            <a:xfrm flipH="1">
              <a:off x="5668511" y="4007934"/>
              <a:ext cx="1670787" cy="145236"/>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7" name="Rectangle 56">
              <a:extLst>
                <a:ext uri="{FF2B5EF4-FFF2-40B4-BE49-F238E27FC236}">
                  <a16:creationId xmlns:a16="http://schemas.microsoft.com/office/drawing/2014/main" id="{05B51E8D-4FC7-2A36-EE93-AA6B6A0A6DB9}"/>
                </a:ext>
              </a:extLst>
            </p:cNvPr>
            <p:cNvSpPr/>
            <p:nvPr/>
          </p:nvSpPr>
          <p:spPr>
            <a:xfrm flipH="1">
              <a:off x="5479795" y="4208305"/>
              <a:ext cx="1117811" cy="183795"/>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63" name="Ellipse 162">
              <a:extLst>
                <a:ext uri="{FF2B5EF4-FFF2-40B4-BE49-F238E27FC236}">
                  <a16:creationId xmlns:a16="http://schemas.microsoft.com/office/drawing/2014/main" id="{20ED75DB-4E87-2A48-5424-B40E5FD99EFA}"/>
                </a:ext>
              </a:extLst>
            </p:cNvPr>
            <p:cNvSpPr>
              <a:spLocks noChangeAspect="1"/>
            </p:cNvSpPr>
            <p:nvPr/>
          </p:nvSpPr>
          <p:spPr>
            <a:xfrm>
              <a:off x="8351859" y="2815368"/>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9</a:t>
              </a:r>
              <a:endParaRPr lang="fr-FR" sz="1600" b="1" noProof="0" dirty="0">
                <a:latin typeface="Barlow" panose="00000500000000000000" pitchFamily="2" charset="0"/>
              </a:endParaRPr>
            </a:p>
          </p:txBody>
        </p:sp>
        <p:cxnSp>
          <p:nvCxnSpPr>
            <p:cNvPr id="164" name="Connecteur droit avec flèche 163">
              <a:extLst>
                <a:ext uri="{FF2B5EF4-FFF2-40B4-BE49-F238E27FC236}">
                  <a16:creationId xmlns:a16="http://schemas.microsoft.com/office/drawing/2014/main" id="{B1BE6392-9D4F-581A-8685-74C8E1466708}"/>
                </a:ext>
              </a:extLst>
            </p:cNvPr>
            <p:cNvCxnSpPr>
              <a:cxnSpLocks/>
              <a:stCxn id="163" idx="2"/>
              <a:endCxn id="19" idx="1"/>
            </p:cNvCxnSpPr>
            <p:nvPr/>
          </p:nvCxnSpPr>
          <p:spPr>
            <a:xfrm flipH="1">
              <a:off x="7154559" y="2959368"/>
              <a:ext cx="1197300" cy="0"/>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67" name="Ellipse 166">
              <a:extLst>
                <a:ext uri="{FF2B5EF4-FFF2-40B4-BE49-F238E27FC236}">
                  <a16:creationId xmlns:a16="http://schemas.microsoft.com/office/drawing/2014/main" id="{E6A2DD90-DDD6-B48E-B19F-31D5A9ED1627}"/>
                </a:ext>
              </a:extLst>
            </p:cNvPr>
            <p:cNvSpPr>
              <a:spLocks noChangeAspect="1"/>
            </p:cNvSpPr>
            <p:nvPr/>
          </p:nvSpPr>
          <p:spPr>
            <a:xfrm>
              <a:off x="8350415" y="3223433"/>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10</a:t>
              </a:r>
              <a:endParaRPr lang="fr-FR" sz="1600" b="1" noProof="0" dirty="0">
                <a:latin typeface="Barlow" panose="00000500000000000000" pitchFamily="2" charset="0"/>
              </a:endParaRPr>
            </a:p>
          </p:txBody>
        </p:sp>
        <p:cxnSp>
          <p:nvCxnSpPr>
            <p:cNvPr id="168" name="Connecteur droit avec flèche 167">
              <a:extLst>
                <a:ext uri="{FF2B5EF4-FFF2-40B4-BE49-F238E27FC236}">
                  <a16:creationId xmlns:a16="http://schemas.microsoft.com/office/drawing/2014/main" id="{69B74031-D696-7894-18CE-9326D1674594}"/>
                </a:ext>
              </a:extLst>
            </p:cNvPr>
            <p:cNvCxnSpPr>
              <a:cxnSpLocks/>
              <a:stCxn id="167" idx="2"/>
              <a:endCxn id="52" idx="1"/>
            </p:cNvCxnSpPr>
            <p:nvPr/>
          </p:nvCxnSpPr>
          <p:spPr>
            <a:xfrm flipH="1" flipV="1">
              <a:off x="6685708" y="3363785"/>
              <a:ext cx="1664707" cy="3648"/>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69" name="Ellipse 168">
              <a:extLst>
                <a:ext uri="{FF2B5EF4-FFF2-40B4-BE49-F238E27FC236}">
                  <a16:creationId xmlns:a16="http://schemas.microsoft.com/office/drawing/2014/main" id="{A385606B-A4B5-F920-1FAB-389F38C4965F}"/>
                </a:ext>
              </a:extLst>
            </p:cNvPr>
            <p:cNvSpPr>
              <a:spLocks noChangeAspect="1"/>
            </p:cNvSpPr>
            <p:nvPr/>
          </p:nvSpPr>
          <p:spPr>
            <a:xfrm>
              <a:off x="8683021" y="3401456"/>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11</a:t>
              </a:r>
              <a:endParaRPr lang="fr-FR" sz="1600" b="1" noProof="0" dirty="0">
                <a:latin typeface="Barlow" panose="00000500000000000000" pitchFamily="2" charset="0"/>
              </a:endParaRPr>
            </a:p>
          </p:txBody>
        </p:sp>
        <p:cxnSp>
          <p:nvCxnSpPr>
            <p:cNvPr id="170" name="Connecteur droit avec flèche 169">
              <a:extLst>
                <a:ext uri="{FF2B5EF4-FFF2-40B4-BE49-F238E27FC236}">
                  <a16:creationId xmlns:a16="http://schemas.microsoft.com/office/drawing/2014/main" id="{B1BC815C-B621-6881-551F-6B87B1B5CC35}"/>
                </a:ext>
              </a:extLst>
            </p:cNvPr>
            <p:cNvCxnSpPr>
              <a:cxnSpLocks/>
              <a:stCxn id="169" idx="2"/>
              <a:endCxn id="53" idx="1"/>
            </p:cNvCxnSpPr>
            <p:nvPr/>
          </p:nvCxnSpPr>
          <p:spPr>
            <a:xfrm flipH="1">
              <a:off x="6685708" y="3545456"/>
              <a:ext cx="1997313" cy="0"/>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71" name="Ellipse 170">
              <a:extLst>
                <a:ext uri="{FF2B5EF4-FFF2-40B4-BE49-F238E27FC236}">
                  <a16:creationId xmlns:a16="http://schemas.microsoft.com/office/drawing/2014/main" id="{B902E154-ACF7-3D1E-DFE8-438F015A12C9}"/>
                </a:ext>
              </a:extLst>
            </p:cNvPr>
            <p:cNvSpPr>
              <a:spLocks noChangeAspect="1"/>
            </p:cNvSpPr>
            <p:nvPr/>
          </p:nvSpPr>
          <p:spPr>
            <a:xfrm>
              <a:off x="8345609" y="3584647"/>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12</a:t>
              </a:r>
              <a:endParaRPr lang="fr-FR" sz="1600" b="1" noProof="0" dirty="0">
                <a:latin typeface="Barlow" panose="00000500000000000000" pitchFamily="2" charset="0"/>
              </a:endParaRPr>
            </a:p>
          </p:txBody>
        </p:sp>
        <p:cxnSp>
          <p:nvCxnSpPr>
            <p:cNvPr id="172" name="Connecteur droit avec flèche 171">
              <a:extLst>
                <a:ext uri="{FF2B5EF4-FFF2-40B4-BE49-F238E27FC236}">
                  <a16:creationId xmlns:a16="http://schemas.microsoft.com/office/drawing/2014/main" id="{BCB38D7B-057E-C576-8002-A450B5A5545C}"/>
                </a:ext>
              </a:extLst>
            </p:cNvPr>
            <p:cNvCxnSpPr>
              <a:cxnSpLocks/>
              <a:stCxn id="171" idx="2"/>
              <a:endCxn id="54" idx="1"/>
            </p:cNvCxnSpPr>
            <p:nvPr/>
          </p:nvCxnSpPr>
          <p:spPr>
            <a:xfrm flipH="1">
              <a:off x="6987791" y="3728647"/>
              <a:ext cx="1357818" cy="0"/>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73" name="Ellipse 172">
              <a:extLst>
                <a:ext uri="{FF2B5EF4-FFF2-40B4-BE49-F238E27FC236}">
                  <a16:creationId xmlns:a16="http://schemas.microsoft.com/office/drawing/2014/main" id="{49EFB556-43E5-55BF-0A1A-39361C767921}"/>
                </a:ext>
              </a:extLst>
            </p:cNvPr>
            <p:cNvSpPr>
              <a:spLocks noChangeAspect="1"/>
            </p:cNvSpPr>
            <p:nvPr/>
          </p:nvSpPr>
          <p:spPr>
            <a:xfrm>
              <a:off x="8682418" y="376121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13</a:t>
              </a:r>
              <a:endParaRPr lang="fr-FR" sz="1600" b="1" noProof="0" dirty="0">
                <a:latin typeface="Barlow" panose="00000500000000000000" pitchFamily="2" charset="0"/>
              </a:endParaRPr>
            </a:p>
          </p:txBody>
        </p:sp>
        <p:cxnSp>
          <p:nvCxnSpPr>
            <p:cNvPr id="174" name="Connecteur droit avec flèche 173">
              <a:extLst>
                <a:ext uri="{FF2B5EF4-FFF2-40B4-BE49-F238E27FC236}">
                  <a16:creationId xmlns:a16="http://schemas.microsoft.com/office/drawing/2014/main" id="{62D94235-2E09-0ED5-36C5-BFDB7C2480D0}"/>
                </a:ext>
              </a:extLst>
            </p:cNvPr>
            <p:cNvCxnSpPr>
              <a:cxnSpLocks/>
              <a:stCxn id="173" idx="2"/>
              <a:endCxn id="55" idx="1"/>
            </p:cNvCxnSpPr>
            <p:nvPr/>
          </p:nvCxnSpPr>
          <p:spPr>
            <a:xfrm flipH="1">
              <a:off x="7957297" y="3905214"/>
              <a:ext cx="725121" cy="310"/>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75" name="Ellipse 174">
              <a:extLst>
                <a:ext uri="{FF2B5EF4-FFF2-40B4-BE49-F238E27FC236}">
                  <a16:creationId xmlns:a16="http://schemas.microsoft.com/office/drawing/2014/main" id="{3B7B392C-A02C-1615-BB0D-8C642B671DE0}"/>
                </a:ext>
              </a:extLst>
            </p:cNvPr>
            <p:cNvSpPr>
              <a:spLocks noChangeAspect="1"/>
            </p:cNvSpPr>
            <p:nvPr/>
          </p:nvSpPr>
          <p:spPr>
            <a:xfrm>
              <a:off x="8350415" y="394139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14</a:t>
              </a:r>
              <a:endParaRPr lang="fr-FR" sz="1600" b="1" noProof="0" dirty="0">
                <a:latin typeface="Barlow" panose="00000500000000000000" pitchFamily="2" charset="0"/>
              </a:endParaRPr>
            </a:p>
          </p:txBody>
        </p:sp>
        <p:cxnSp>
          <p:nvCxnSpPr>
            <p:cNvPr id="176" name="Connecteur droit avec flèche 175">
              <a:extLst>
                <a:ext uri="{FF2B5EF4-FFF2-40B4-BE49-F238E27FC236}">
                  <a16:creationId xmlns:a16="http://schemas.microsoft.com/office/drawing/2014/main" id="{C187797E-08D3-BC75-0C19-6028503D4EB1}"/>
                </a:ext>
              </a:extLst>
            </p:cNvPr>
            <p:cNvCxnSpPr>
              <a:cxnSpLocks/>
              <a:stCxn id="175" idx="2"/>
              <a:endCxn id="56" idx="1"/>
            </p:cNvCxnSpPr>
            <p:nvPr/>
          </p:nvCxnSpPr>
          <p:spPr>
            <a:xfrm flipH="1" flipV="1">
              <a:off x="7339298" y="4080552"/>
              <a:ext cx="1011117" cy="4838"/>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77" name="Ellipse 176">
              <a:extLst>
                <a:ext uri="{FF2B5EF4-FFF2-40B4-BE49-F238E27FC236}">
                  <a16:creationId xmlns:a16="http://schemas.microsoft.com/office/drawing/2014/main" id="{996F90C2-6BEC-69D8-792B-813F364FFD51}"/>
                </a:ext>
              </a:extLst>
            </p:cNvPr>
            <p:cNvSpPr>
              <a:spLocks noChangeAspect="1"/>
            </p:cNvSpPr>
            <p:nvPr/>
          </p:nvSpPr>
          <p:spPr>
            <a:xfrm>
              <a:off x="8710375" y="4156202"/>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15</a:t>
              </a:r>
              <a:endParaRPr lang="fr-FR" sz="1600" b="1" noProof="0" dirty="0">
                <a:latin typeface="Barlow" panose="00000500000000000000" pitchFamily="2" charset="0"/>
              </a:endParaRPr>
            </a:p>
          </p:txBody>
        </p:sp>
        <p:cxnSp>
          <p:nvCxnSpPr>
            <p:cNvPr id="178" name="Connecteur droit avec flèche 177">
              <a:extLst>
                <a:ext uri="{FF2B5EF4-FFF2-40B4-BE49-F238E27FC236}">
                  <a16:creationId xmlns:a16="http://schemas.microsoft.com/office/drawing/2014/main" id="{729C6D1F-D547-1C6D-91D4-69DF47BF4F4B}"/>
                </a:ext>
              </a:extLst>
            </p:cNvPr>
            <p:cNvCxnSpPr>
              <a:cxnSpLocks/>
            </p:cNvCxnSpPr>
            <p:nvPr/>
          </p:nvCxnSpPr>
          <p:spPr>
            <a:xfrm flipH="1">
              <a:off x="6597606" y="4296963"/>
              <a:ext cx="2112769" cy="1"/>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197" name="Groupe 196">
            <a:extLst>
              <a:ext uri="{FF2B5EF4-FFF2-40B4-BE49-F238E27FC236}">
                <a16:creationId xmlns:a16="http://schemas.microsoft.com/office/drawing/2014/main" id="{2A2DC0B6-7DC2-DACF-C665-80CF77B7826F}"/>
              </a:ext>
            </a:extLst>
          </p:cNvPr>
          <p:cNvGrpSpPr/>
          <p:nvPr/>
        </p:nvGrpSpPr>
        <p:grpSpPr>
          <a:xfrm>
            <a:off x="813679" y="2203525"/>
            <a:ext cx="3429376" cy="557747"/>
            <a:chOff x="6718452" y="1719483"/>
            <a:chExt cx="3429376" cy="557747"/>
          </a:xfrm>
        </p:grpSpPr>
        <p:grpSp>
          <p:nvGrpSpPr>
            <p:cNvPr id="198" name="Groupe 197">
              <a:extLst>
                <a:ext uri="{FF2B5EF4-FFF2-40B4-BE49-F238E27FC236}">
                  <a16:creationId xmlns:a16="http://schemas.microsoft.com/office/drawing/2014/main" id="{D50A622C-D2A9-E550-C77D-524471B6871D}"/>
                </a:ext>
              </a:extLst>
            </p:cNvPr>
            <p:cNvGrpSpPr/>
            <p:nvPr/>
          </p:nvGrpSpPr>
          <p:grpSpPr>
            <a:xfrm>
              <a:off x="6718452" y="1719483"/>
              <a:ext cx="3429376" cy="557747"/>
              <a:chOff x="5346700" y="1873408"/>
              <a:chExt cx="3429376" cy="557747"/>
            </a:xfrm>
          </p:grpSpPr>
          <p:sp>
            <p:nvSpPr>
              <p:cNvPr id="200" name="Rectangle : coins arrondis 199">
                <a:extLst>
                  <a:ext uri="{FF2B5EF4-FFF2-40B4-BE49-F238E27FC236}">
                    <a16:creationId xmlns:a16="http://schemas.microsoft.com/office/drawing/2014/main" id="{97894009-ED9C-F5C9-E923-9193A67CDBC6}"/>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01" name="Rectangle : coins arrondis 200">
                <a:extLst>
                  <a:ext uri="{FF2B5EF4-FFF2-40B4-BE49-F238E27FC236}">
                    <a16:creationId xmlns:a16="http://schemas.microsoft.com/office/drawing/2014/main" id="{04E5AD96-8378-0744-F650-9861FAB96E01}"/>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Engagements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Active l’affichage des judokas engagés.</a:t>
                </a:r>
              </a:p>
            </p:txBody>
          </p:sp>
          <p:cxnSp>
            <p:nvCxnSpPr>
              <p:cNvPr id="202" name="Connecteur droit 201">
                <a:extLst>
                  <a:ext uri="{FF2B5EF4-FFF2-40B4-BE49-F238E27FC236}">
                    <a16:creationId xmlns:a16="http://schemas.microsoft.com/office/drawing/2014/main" id="{9E2FFE94-8687-0958-1EC3-15429397ABF8}"/>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99" name="Ellipse 198">
              <a:extLst>
                <a:ext uri="{FF2B5EF4-FFF2-40B4-BE49-F238E27FC236}">
                  <a16:creationId xmlns:a16="http://schemas.microsoft.com/office/drawing/2014/main" id="{1E78FDE6-4A75-FBFC-410E-3CA36A0FC341}"/>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10</a:t>
              </a:r>
              <a:endParaRPr lang="fr-FR" sz="1600" b="1" noProof="0" dirty="0"/>
            </a:p>
          </p:txBody>
        </p:sp>
      </p:grpSp>
      <p:grpSp>
        <p:nvGrpSpPr>
          <p:cNvPr id="203" name="Groupe 202">
            <a:extLst>
              <a:ext uri="{FF2B5EF4-FFF2-40B4-BE49-F238E27FC236}">
                <a16:creationId xmlns:a16="http://schemas.microsoft.com/office/drawing/2014/main" id="{99347739-354B-588B-8FCC-5A30E25623AE}"/>
              </a:ext>
            </a:extLst>
          </p:cNvPr>
          <p:cNvGrpSpPr/>
          <p:nvPr/>
        </p:nvGrpSpPr>
        <p:grpSpPr>
          <a:xfrm>
            <a:off x="813679" y="2915496"/>
            <a:ext cx="3429376" cy="557747"/>
            <a:chOff x="6718452" y="1719483"/>
            <a:chExt cx="3429376" cy="557747"/>
          </a:xfrm>
        </p:grpSpPr>
        <p:grpSp>
          <p:nvGrpSpPr>
            <p:cNvPr id="204" name="Groupe 203">
              <a:extLst>
                <a:ext uri="{FF2B5EF4-FFF2-40B4-BE49-F238E27FC236}">
                  <a16:creationId xmlns:a16="http://schemas.microsoft.com/office/drawing/2014/main" id="{C3F1F88C-E92B-55B0-0972-BC7A9837402F}"/>
                </a:ext>
              </a:extLst>
            </p:cNvPr>
            <p:cNvGrpSpPr/>
            <p:nvPr/>
          </p:nvGrpSpPr>
          <p:grpSpPr>
            <a:xfrm>
              <a:off x="6718452" y="1719483"/>
              <a:ext cx="3429376" cy="557747"/>
              <a:chOff x="5346700" y="1873408"/>
              <a:chExt cx="3429376" cy="557747"/>
            </a:xfrm>
          </p:grpSpPr>
          <p:sp>
            <p:nvSpPr>
              <p:cNvPr id="206" name="Rectangle : coins arrondis 205">
                <a:extLst>
                  <a:ext uri="{FF2B5EF4-FFF2-40B4-BE49-F238E27FC236}">
                    <a16:creationId xmlns:a16="http://schemas.microsoft.com/office/drawing/2014/main" id="{4BB2E893-6D04-1792-7C07-21928F4CED64}"/>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07" name="Rectangle : coins arrondis 206">
                <a:extLst>
                  <a:ext uri="{FF2B5EF4-FFF2-40B4-BE49-F238E27FC236}">
                    <a16:creationId xmlns:a16="http://schemas.microsoft.com/office/drawing/2014/main" id="{5F0B6F9F-A1A1-CA46-A6D9-434EF0C7611C}"/>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Absents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Affiche tous les judokas engagés (présents &amp; absents).</a:t>
                </a:r>
              </a:p>
            </p:txBody>
          </p:sp>
          <p:cxnSp>
            <p:nvCxnSpPr>
              <p:cNvPr id="208" name="Connecteur droit 207">
                <a:extLst>
                  <a:ext uri="{FF2B5EF4-FFF2-40B4-BE49-F238E27FC236}">
                    <a16:creationId xmlns:a16="http://schemas.microsoft.com/office/drawing/2014/main" id="{DA99E404-586A-98F8-14E6-C27E0F2EB09D}"/>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205" name="Ellipse 204">
              <a:extLst>
                <a:ext uri="{FF2B5EF4-FFF2-40B4-BE49-F238E27FC236}">
                  <a16:creationId xmlns:a16="http://schemas.microsoft.com/office/drawing/2014/main" id="{442606BE-72D8-729E-2DF7-AFAFED9BB3BF}"/>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11</a:t>
              </a:r>
              <a:endParaRPr lang="fr-FR" sz="1600" b="1" noProof="0" dirty="0"/>
            </a:p>
          </p:txBody>
        </p:sp>
      </p:grpSp>
      <p:grpSp>
        <p:nvGrpSpPr>
          <p:cNvPr id="209" name="Groupe 208">
            <a:extLst>
              <a:ext uri="{FF2B5EF4-FFF2-40B4-BE49-F238E27FC236}">
                <a16:creationId xmlns:a16="http://schemas.microsoft.com/office/drawing/2014/main" id="{99E96782-8899-9A15-1339-9B7328148207}"/>
              </a:ext>
            </a:extLst>
          </p:cNvPr>
          <p:cNvGrpSpPr/>
          <p:nvPr/>
        </p:nvGrpSpPr>
        <p:grpSpPr>
          <a:xfrm>
            <a:off x="813679" y="3627467"/>
            <a:ext cx="3429376" cy="557747"/>
            <a:chOff x="6718452" y="1719483"/>
            <a:chExt cx="3429376" cy="557747"/>
          </a:xfrm>
        </p:grpSpPr>
        <p:grpSp>
          <p:nvGrpSpPr>
            <p:cNvPr id="210" name="Groupe 209">
              <a:extLst>
                <a:ext uri="{FF2B5EF4-FFF2-40B4-BE49-F238E27FC236}">
                  <a16:creationId xmlns:a16="http://schemas.microsoft.com/office/drawing/2014/main" id="{844473DA-39F6-7D4D-04F4-8F66A8551432}"/>
                </a:ext>
              </a:extLst>
            </p:cNvPr>
            <p:cNvGrpSpPr/>
            <p:nvPr/>
          </p:nvGrpSpPr>
          <p:grpSpPr>
            <a:xfrm>
              <a:off x="6718452" y="1719483"/>
              <a:ext cx="3429376" cy="557747"/>
              <a:chOff x="5346700" y="1873408"/>
              <a:chExt cx="3429376" cy="557747"/>
            </a:xfrm>
          </p:grpSpPr>
          <p:sp>
            <p:nvSpPr>
              <p:cNvPr id="212" name="Rectangle : coins arrondis 211">
                <a:extLst>
                  <a:ext uri="{FF2B5EF4-FFF2-40B4-BE49-F238E27FC236}">
                    <a16:creationId xmlns:a16="http://schemas.microsoft.com/office/drawing/2014/main" id="{93355E5F-D5C4-6CA6-7611-64B6E974DDAF}"/>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13" name="Rectangle : coins arrondis 212">
                <a:extLst>
                  <a:ext uri="{FF2B5EF4-FFF2-40B4-BE49-F238E27FC236}">
                    <a16:creationId xmlns:a16="http://schemas.microsoft.com/office/drawing/2014/main" id="{F0125B7E-8771-3C7C-23D9-B2A3B39DF812}"/>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Tous les combats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Affiche tous les combats des judokas (terminés &amp; à venir).</a:t>
                </a:r>
              </a:p>
            </p:txBody>
          </p:sp>
          <p:cxnSp>
            <p:nvCxnSpPr>
              <p:cNvPr id="214" name="Connecteur droit 213">
                <a:extLst>
                  <a:ext uri="{FF2B5EF4-FFF2-40B4-BE49-F238E27FC236}">
                    <a16:creationId xmlns:a16="http://schemas.microsoft.com/office/drawing/2014/main" id="{A726972E-F232-F1A5-D396-ABCE37BA015C}"/>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211" name="Ellipse 210">
              <a:extLst>
                <a:ext uri="{FF2B5EF4-FFF2-40B4-BE49-F238E27FC236}">
                  <a16:creationId xmlns:a16="http://schemas.microsoft.com/office/drawing/2014/main" id="{B2798C65-CAC4-3EFA-39CC-FAC4F5250242}"/>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12</a:t>
              </a:r>
              <a:endParaRPr lang="fr-FR" sz="1600" b="1" noProof="0" dirty="0"/>
            </a:p>
          </p:txBody>
        </p:sp>
      </p:grpSp>
      <p:grpSp>
        <p:nvGrpSpPr>
          <p:cNvPr id="215" name="Groupe 214">
            <a:extLst>
              <a:ext uri="{FF2B5EF4-FFF2-40B4-BE49-F238E27FC236}">
                <a16:creationId xmlns:a16="http://schemas.microsoft.com/office/drawing/2014/main" id="{3D0F39F0-7FA6-64F3-98EC-282CD7996DA5}"/>
              </a:ext>
            </a:extLst>
          </p:cNvPr>
          <p:cNvGrpSpPr/>
          <p:nvPr/>
        </p:nvGrpSpPr>
        <p:grpSpPr>
          <a:xfrm>
            <a:off x="813679" y="4339438"/>
            <a:ext cx="3429376" cy="557747"/>
            <a:chOff x="6718452" y="1719483"/>
            <a:chExt cx="3429376" cy="557747"/>
          </a:xfrm>
        </p:grpSpPr>
        <p:grpSp>
          <p:nvGrpSpPr>
            <p:cNvPr id="216" name="Groupe 215">
              <a:extLst>
                <a:ext uri="{FF2B5EF4-FFF2-40B4-BE49-F238E27FC236}">
                  <a16:creationId xmlns:a16="http://schemas.microsoft.com/office/drawing/2014/main" id="{4BC64BD3-DD69-1D97-1E87-0CC19064146E}"/>
                </a:ext>
              </a:extLst>
            </p:cNvPr>
            <p:cNvGrpSpPr/>
            <p:nvPr/>
          </p:nvGrpSpPr>
          <p:grpSpPr>
            <a:xfrm>
              <a:off x="6718452" y="1719483"/>
              <a:ext cx="3429376" cy="557747"/>
              <a:chOff x="5346700" y="1873408"/>
              <a:chExt cx="3429376" cy="557747"/>
            </a:xfrm>
          </p:grpSpPr>
          <p:sp>
            <p:nvSpPr>
              <p:cNvPr id="218" name="Rectangle : coins arrondis 217">
                <a:extLst>
                  <a:ext uri="{FF2B5EF4-FFF2-40B4-BE49-F238E27FC236}">
                    <a16:creationId xmlns:a16="http://schemas.microsoft.com/office/drawing/2014/main" id="{C15349C1-D03F-864E-C237-40F12B49D2B1}"/>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19" name="Rectangle : coins arrondis 218">
                <a:extLst>
                  <a:ext uri="{FF2B5EF4-FFF2-40B4-BE49-F238E27FC236}">
                    <a16:creationId xmlns:a16="http://schemas.microsoft.com/office/drawing/2014/main" id="{2251AC4C-905E-69A1-07AD-3E2E71A1FEB4}"/>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Scores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Affiche les scores dans l’ordre Gagnant/Perdant</a:t>
                </a:r>
                <a:r>
                  <a:rPr lang="fr-FR" sz="1100" noProof="0" dirty="0">
                    <a:solidFill>
                      <a:schemeClr val="tx1">
                        <a:lumMod val="85000"/>
                        <a:lumOff val="15000"/>
                      </a:schemeClr>
                    </a:solidFill>
                    <a:latin typeface="Barlow" panose="00000500000000000000" pitchFamily="2" charset="0"/>
                    <a:cs typeface="Segoe UI" panose="020B0502040204020203" pitchFamily="34" charset="0"/>
                  </a:rPr>
                  <a:t> (sinon 1</a:t>
                </a:r>
                <a:r>
                  <a:rPr lang="fr-FR" sz="1100" baseline="30000" noProof="0" dirty="0">
                    <a:solidFill>
                      <a:schemeClr val="tx1">
                        <a:lumMod val="85000"/>
                        <a:lumOff val="15000"/>
                      </a:schemeClr>
                    </a:solidFill>
                    <a:latin typeface="Barlow" panose="00000500000000000000" pitchFamily="2" charset="0"/>
                    <a:cs typeface="Segoe UI" panose="020B0502040204020203" pitchFamily="34" charset="0"/>
                  </a:rPr>
                  <a:t>er</a:t>
                </a:r>
                <a:r>
                  <a:rPr lang="fr-FR" sz="1100" noProof="0" dirty="0">
                    <a:solidFill>
                      <a:schemeClr val="tx1">
                        <a:lumMod val="85000"/>
                        <a:lumOff val="15000"/>
                      </a:schemeClr>
                    </a:solidFill>
                    <a:latin typeface="Barlow" panose="00000500000000000000" pitchFamily="2" charset="0"/>
                    <a:cs typeface="Segoe UI" panose="020B0502040204020203" pitchFamily="34" charset="0"/>
                  </a:rPr>
                  <a:t>/2</a:t>
                </a:r>
                <a:r>
                  <a:rPr lang="fr-FR" sz="1100" baseline="30000" noProof="0" dirty="0">
                    <a:solidFill>
                      <a:schemeClr val="tx1">
                        <a:lumMod val="85000"/>
                        <a:lumOff val="15000"/>
                      </a:schemeClr>
                    </a:solidFill>
                    <a:latin typeface="Barlow" panose="00000500000000000000" pitchFamily="2" charset="0"/>
                    <a:cs typeface="Segoe UI" panose="020B0502040204020203" pitchFamily="34" charset="0"/>
                  </a:rPr>
                  <a:t>nd</a:t>
                </a:r>
                <a:r>
                  <a:rPr lang="fr-FR" sz="1100" noProof="0" dirty="0">
                    <a:solidFill>
                      <a:schemeClr val="tx1">
                        <a:lumMod val="85000"/>
                        <a:lumOff val="15000"/>
                      </a:schemeClr>
                    </a:solidFill>
                    <a:latin typeface="Barlow" panose="00000500000000000000" pitchFamily="2" charset="0"/>
                    <a:cs typeface="Segoe UI" panose="020B0502040204020203" pitchFamily="34" charset="0"/>
                  </a:rPr>
                  <a:t> judoka)</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t>
                </a:r>
              </a:p>
            </p:txBody>
          </p:sp>
          <p:cxnSp>
            <p:nvCxnSpPr>
              <p:cNvPr id="220" name="Connecteur droit 219">
                <a:extLst>
                  <a:ext uri="{FF2B5EF4-FFF2-40B4-BE49-F238E27FC236}">
                    <a16:creationId xmlns:a16="http://schemas.microsoft.com/office/drawing/2014/main" id="{22ECDF2F-DA95-747F-CFFE-382D8EB60904}"/>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217" name="Ellipse 216">
              <a:extLst>
                <a:ext uri="{FF2B5EF4-FFF2-40B4-BE49-F238E27FC236}">
                  <a16:creationId xmlns:a16="http://schemas.microsoft.com/office/drawing/2014/main" id="{0DC724B9-10C2-D1C6-270C-7E1ACB88D8D8}"/>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13</a:t>
              </a:r>
              <a:endParaRPr lang="fr-FR" sz="1600" b="1" noProof="0" dirty="0"/>
            </a:p>
          </p:txBody>
        </p:sp>
      </p:grpSp>
      <p:grpSp>
        <p:nvGrpSpPr>
          <p:cNvPr id="221" name="Groupe 220">
            <a:extLst>
              <a:ext uri="{FF2B5EF4-FFF2-40B4-BE49-F238E27FC236}">
                <a16:creationId xmlns:a16="http://schemas.microsoft.com/office/drawing/2014/main" id="{7AF3B3A2-B6B8-AE56-0C89-437445952304}"/>
              </a:ext>
            </a:extLst>
          </p:cNvPr>
          <p:cNvGrpSpPr/>
          <p:nvPr/>
        </p:nvGrpSpPr>
        <p:grpSpPr>
          <a:xfrm>
            <a:off x="813679" y="5051407"/>
            <a:ext cx="3429376" cy="557747"/>
            <a:chOff x="6718452" y="1719483"/>
            <a:chExt cx="3429376" cy="557747"/>
          </a:xfrm>
        </p:grpSpPr>
        <p:grpSp>
          <p:nvGrpSpPr>
            <p:cNvPr id="222" name="Groupe 221">
              <a:extLst>
                <a:ext uri="{FF2B5EF4-FFF2-40B4-BE49-F238E27FC236}">
                  <a16:creationId xmlns:a16="http://schemas.microsoft.com/office/drawing/2014/main" id="{FED23BF2-6CBA-910F-5CEA-4894964242D2}"/>
                </a:ext>
              </a:extLst>
            </p:cNvPr>
            <p:cNvGrpSpPr/>
            <p:nvPr/>
          </p:nvGrpSpPr>
          <p:grpSpPr>
            <a:xfrm>
              <a:off x="6718452" y="1719483"/>
              <a:ext cx="3429376" cy="557747"/>
              <a:chOff x="5346700" y="1873408"/>
              <a:chExt cx="3429376" cy="557747"/>
            </a:xfrm>
          </p:grpSpPr>
          <p:sp>
            <p:nvSpPr>
              <p:cNvPr id="224" name="Rectangle : coins arrondis 223">
                <a:extLst>
                  <a:ext uri="{FF2B5EF4-FFF2-40B4-BE49-F238E27FC236}">
                    <a16:creationId xmlns:a16="http://schemas.microsoft.com/office/drawing/2014/main" id="{F1AC0067-DFCE-8BD3-D0EA-FB544DB63F61}"/>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25" name="Rectangle : coins arrondis 224">
                <a:extLst>
                  <a:ext uri="{FF2B5EF4-FFF2-40B4-BE49-F238E27FC236}">
                    <a16:creationId xmlns:a16="http://schemas.microsoft.com/office/drawing/2014/main" id="{17B9F2C1-1245-4158-0BDF-0FF515F64BC3}"/>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Position des combats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Affiche la position du combat (8</a:t>
                </a:r>
                <a:r>
                  <a:rPr lang="fr-FR" sz="1200" baseline="30000" noProof="0" dirty="0">
                    <a:solidFill>
                      <a:schemeClr val="tx1">
                        <a:lumMod val="85000"/>
                        <a:lumOff val="15000"/>
                      </a:schemeClr>
                    </a:solidFill>
                    <a:latin typeface="Barlow" panose="00000500000000000000" pitchFamily="2" charset="0"/>
                    <a:cs typeface="Segoe UI" panose="020B0502040204020203" pitchFamily="34" charset="0"/>
                  </a:rPr>
                  <a:t>ème</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 …).</a:t>
                </a:r>
              </a:p>
            </p:txBody>
          </p:sp>
          <p:cxnSp>
            <p:nvCxnSpPr>
              <p:cNvPr id="226" name="Connecteur droit 225">
                <a:extLst>
                  <a:ext uri="{FF2B5EF4-FFF2-40B4-BE49-F238E27FC236}">
                    <a16:creationId xmlns:a16="http://schemas.microsoft.com/office/drawing/2014/main" id="{0D55C69E-1201-66A2-D913-875479556D18}"/>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223" name="Ellipse 222">
              <a:extLst>
                <a:ext uri="{FF2B5EF4-FFF2-40B4-BE49-F238E27FC236}">
                  <a16:creationId xmlns:a16="http://schemas.microsoft.com/office/drawing/2014/main" id="{7D38B7D8-0067-074E-2BBB-650EB3CB8007}"/>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14</a:t>
              </a:r>
              <a:endParaRPr lang="fr-FR" sz="1600" b="1" noProof="0" dirty="0"/>
            </a:p>
          </p:txBody>
        </p:sp>
      </p:grpSp>
      <p:grpSp>
        <p:nvGrpSpPr>
          <p:cNvPr id="227" name="Groupe 226">
            <a:extLst>
              <a:ext uri="{FF2B5EF4-FFF2-40B4-BE49-F238E27FC236}">
                <a16:creationId xmlns:a16="http://schemas.microsoft.com/office/drawing/2014/main" id="{E35F7407-2A08-C244-76B5-6F474111E3EA}"/>
              </a:ext>
            </a:extLst>
          </p:cNvPr>
          <p:cNvGrpSpPr/>
          <p:nvPr/>
        </p:nvGrpSpPr>
        <p:grpSpPr>
          <a:xfrm>
            <a:off x="6529815" y="5056814"/>
            <a:ext cx="3429376" cy="557747"/>
            <a:chOff x="6718452" y="1719483"/>
            <a:chExt cx="3429376" cy="557747"/>
          </a:xfrm>
        </p:grpSpPr>
        <p:grpSp>
          <p:nvGrpSpPr>
            <p:cNvPr id="228" name="Groupe 227">
              <a:extLst>
                <a:ext uri="{FF2B5EF4-FFF2-40B4-BE49-F238E27FC236}">
                  <a16:creationId xmlns:a16="http://schemas.microsoft.com/office/drawing/2014/main" id="{1199378F-7ABA-D5CA-9D25-141E9362C483}"/>
                </a:ext>
              </a:extLst>
            </p:cNvPr>
            <p:cNvGrpSpPr/>
            <p:nvPr/>
          </p:nvGrpSpPr>
          <p:grpSpPr>
            <a:xfrm>
              <a:off x="6718452" y="1719483"/>
              <a:ext cx="3429376" cy="557747"/>
              <a:chOff x="5346700" y="1873408"/>
              <a:chExt cx="3429376" cy="557747"/>
            </a:xfrm>
          </p:grpSpPr>
          <p:sp>
            <p:nvSpPr>
              <p:cNvPr id="230" name="Rectangle : coins arrondis 229">
                <a:extLst>
                  <a:ext uri="{FF2B5EF4-FFF2-40B4-BE49-F238E27FC236}">
                    <a16:creationId xmlns:a16="http://schemas.microsoft.com/office/drawing/2014/main" id="{2E7503B9-01C2-B1D1-1D41-60300A7BBFB4}"/>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31" name="Rectangle : coins arrondis 230">
                <a:extLst>
                  <a:ext uri="{FF2B5EF4-FFF2-40B4-BE49-F238E27FC236}">
                    <a16:creationId xmlns:a16="http://schemas.microsoft.com/office/drawing/2014/main" id="{EE222D59-1246-DB04-E55D-A1E4CF03E88A}"/>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Statistiques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Active l’affichage des statistiques.</a:t>
                </a:r>
              </a:p>
            </p:txBody>
          </p:sp>
          <p:cxnSp>
            <p:nvCxnSpPr>
              <p:cNvPr id="232" name="Connecteur droit 231">
                <a:extLst>
                  <a:ext uri="{FF2B5EF4-FFF2-40B4-BE49-F238E27FC236}">
                    <a16:creationId xmlns:a16="http://schemas.microsoft.com/office/drawing/2014/main" id="{553BED1E-31C4-6D07-DEC3-D30BFF7176A8}"/>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229" name="Ellipse 228">
              <a:extLst>
                <a:ext uri="{FF2B5EF4-FFF2-40B4-BE49-F238E27FC236}">
                  <a16:creationId xmlns:a16="http://schemas.microsoft.com/office/drawing/2014/main" id="{01F12BE4-319D-F793-ED99-8FEBC3E0ADC1}"/>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15</a:t>
              </a:r>
              <a:endParaRPr lang="fr-FR" sz="1600" b="1" noProof="0" dirty="0"/>
            </a:p>
          </p:txBody>
        </p:sp>
      </p:grpSp>
    </p:spTree>
    <p:extLst>
      <p:ext uri="{BB962C8B-B14F-4D97-AF65-F5344CB8AC3E}">
        <p14:creationId xmlns:p14="http://schemas.microsoft.com/office/powerpoint/2010/main" val="32359334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Espace réservé du texte 2">
            <a:extLst>
              <a:ext uri="{FF2B5EF4-FFF2-40B4-BE49-F238E27FC236}">
                <a16:creationId xmlns:a16="http://schemas.microsoft.com/office/drawing/2014/main" id="{EE569269-FE7F-4B1B-706D-9B64C79E08EA}"/>
              </a:ext>
            </a:extLst>
          </p:cNvPr>
          <p:cNvSpPr txBox="1">
            <a:spLocks/>
          </p:cNvSpPr>
          <p:nvPr/>
        </p:nvSpPr>
        <p:spPr>
          <a:xfrm>
            <a:off x="0" y="5888690"/>
            <a:ext cx="11369615" cy="782889"/>
          </a:xfrm>
          <a:prstGeom prst="rect">
            <a:avLst/>
          </a:prstGeom>
        </p:spPr>
        <p:txBody>
          <a:bodyPr spcFirstLastPara="1" wrap="square" lIns="0" tIns="0" rIns="0" bIns="0" anchor="t" anchorCtr="0">
            <a:normAutofit/>
          </a:bodyPr>
          <a:lstStyle>
            <a:lvl1pPr marL="609585" marR="0" lvl="0" indent="-507987" algn="l" defTabSz="914400" rtl="0" eaLnBrk="1" fontAlgn="auto" latinLnBrk="0" hangingPunct="1">
              <a:lnSpc>
                <a:spcPct val="115000"/>
              </a:lnSpc>
              <a:spcBef>
                <a:spcPts val="0"/>
              </a:spcBef>
              <a:spcAft>
                <a:spcPts val="0"/>
              </a:spcAft>
              <a:buClr>
                <a:schemeClr val="tx1">
                  <a:lumMod val="50000"/>
                  <a:lumOff val="50000"/>
                </a:schemeClr>
              </a:buClr>
              <a:buSzPts val="2400"/>
              <a:buFont typeface="Inria Sans Light"/>
              <a:buChar char="▸"/>
              <a:tabLst/>
              <a:defRPr sz="2000" kern="1200">
                <a:solidFill>
                  <a:schemeClr val="tx1">
                    <a:lumMod val="85000"/>
                    <a:lumOff val="15000"/>
                  </a:schemeClr>
                </a:solidFill>
                <a:latin typeface="Barlow"/>
                <a:ea typeface="+mn-ea"/>
                <a:cs typeface="+mn-cs"/>
              </a:defRPr>
            </a:lvl1pPr>
            <a:lvl2pPr marL="1219170" lvl="1" indent="-507987" algn="l" defTabSz="914400" rtl="0" eaLnBrk="1" latinLnBrk="0" hangingPunct="1">
              <a:lnSpc>
                <a:spcPct val="90000"/>
              </a:lnSpc>
              <a:spcBef>
                <a:spcPts val="800"/>
              </a:spcBef>
              <a:spcAft>
                <a:spcPts val="0"/>
              </a:spcAft>
              <a:buSzPts val="2400"/>
              <a:buFont typeface="Arial" panose="020B0604020202020204" pitchFamily="34" charset="0"/>
              <a:buChar char="▹"/>
              <a:defRPr sz="2400" kern="1200">
                <a:solidFill>
                  <a:schemeClr val="tx1"/>
                </a:solidFill>
                <a:latin typeface="+mn-lt"/>
                <a:ea typeface="+mn-ea"/>
                <a:cs typeface="+mn-cs"/>
              </a:defRPr>
            </a:lvl2pPr>
            <a:lvl3pPr marL="1828754" lvl="2" indent="-507987" algn="l" defTabSz="914400" rtl="0" eaLnBrk="1" latinLnBrk="0" hangingPunct="1">
              <a:lnSpc>
                <a:spcPct val="90000"/>
              </a:lnSpc>
              <a:spcBef>
                <a:spcPts val="800"/>
              </a:spcBef>
              <a:spcAft>
                <a:spcPts val="0"/>
              </a:spcAft>
              <a:buSzPts val="2400"/>
              <a:buFont typeface="Arial" panose="020B0604020202020204" pitchFamily="34" charset="0"/>
              <a:buChar char="■"/>
              <a:defRPr sz="2000" kern="1200">
                <a:solidFill>
                  <a:schemeClr val="tx1"/>
                </a:solidFill>
                <a:latin typeface="+mn-lt"/>
                <a:ea typeface="+mn-ea"/>
                <a:cs typeface="+mn-cs"/>
              </a:defRPr>
            </a:lvl3pPr>
            <a:lvl4pPr marL="2438339" lvl="3" indent="-507987" algn="l" defTabSz="914400" rtl="0" eaLnBrk="1" latinLnBrk="0" hangingPunct="1">
              <a:lnSpc>
                <a:spcPct val="90000"/>
              </a:lnSpc>
              <a:spcBef>
                <a:spcPts val="800"/>
              </a:spcBef>
              <a:spcAft>
                <a:spcPts val="0"/>
              </a:spcAft>
              <a:buSzPts val="2400"/>
              <a:buFont typeface="Arial" panose="020B0604020202020204" pitchFamily="34" charset="0"/>
              <a:buChar char="●"/>
              <a:defRPr sz="1800" kern="1200">
                <a:solidFill>
                  <a:schemeClr val="tx1"/>
                </a:solidFill>
                <a:latin typeface="+mn-lt"/>
                <a:ea typeface="+mn-ea"/>
                <a:cs typeface="+mn-cs"/>
              </a:defRPr>
            </a:lvl4pPr>
            <a:lvl5pPr marL="3047924" lvl="4" indent="-507987" algn="l" defTabSz="914400" rtl="0" eaLnBrk="1" latinLnBrk="0" hangingPunct="1">
              <a:lnSpc>
                <a:spcPct val="90000"/>
              </a:lnSpc>
              <a:spcBef>
                <a:spcPts val="800"/>
              </a:spcBef>
              <a:spcAft>
                <a:spcPts val="0"/>
              </a:spcAft>
              <a:buSzPts val="2400"/>
              <a:buFont typeface="Arial" panose="020B0604020202020204" pitchFamily="34" charset="0"/>
              <a:buChar char="○"/>
              <a:defRPr sz="1800" kern="1200">
                <a:solidFill>
                  <a:schemeClr val="tx1"/>
                </a:solidFill>
                <a:latin typeface="+mn-lt"/>
                <a:ea typeface="+mn-ea"/>
                <a:cs typeface="+mn-cs"/>
              </a:defRPr>
            </a:lvl5pPr>
            <a:lvl6pPr marL="3657509" lvl="5" indent="-507987" algn="l" defTabSz="914400" rtl="0" eaLnBrk="1" latinLnBrk="0" hangingPunct="1">
              <a:lnSpc>
                <a:spcPct val="90000"/>
              </a:lnSpc>
              <a:spcBef>
                <a:spcPts val="800"/>
              </a:spcBef>
              <a:spcAft>
                <a:spcPts val="0"/>
              </a:spcAft>
              <a:buSzPts val="2400"/>
              <a:buFont typeface="Arial" panose="020B0604020202020204" pitchFamily="34" charset="0"/>
              <a:buChar char="■"/>
              <a:defRPr sz="1800" kern="1200">
                <a:solidFill>
                  <a:schemeClr val="tx1"/>
                </a:solidFill>
                <a:latin typeface="+mn-lt"/>
                <a:ea typeface="+mn-ea"/>
                <a:cs typeface="+mn-cs"/>
              </a:defRPr>
            </a:lvl6pPr>
            <a:lvl7pPr marL="4267093" lvl="6" indent="-507987" algn="l" defTabSz="914400" rtl="0" eaLnBrk="1" latinLnBrk="0" hangingPunct="1">
              <a:lnSpc>
                <a:spcPct val="90000"/>
              </a:lnSpc>
              <a:spcBef>
                <a:spcPts val="800"/>
              </a:spcBef>
              <a:spcAft>
                <a:spcPts val="0"/>
              </a:spcAft>
              <a:buSzPts val="2400"/>
              <a:buFont typeface="Arial" panose="020B0604020202020204" pitchFamily="34" charset="0"/>
              <a:buChar char="●"/>
              <a:defRPr sz="1800" kern="1200">
                <a:solidFill>
                  <a:schemeClr val="tx1"/>
                </a:solidFill>
                <a:latin typeface="+mn-lt"/>
                <a:ea typeface="+mn-ea"/>
                <a:cs typeface="+mn-cs"/>
              </a:defRPr>
            </a:lvl7pPr>
            <a:lvl8pPr marL="4876678" lvl="7" indent="-507987" algn="l" defTabSz="914400" rtl="0" eaLnBrk="1" latinLnBrk="0" hangingPunct="1">
              <a:lnSpc>
                <a:spcPct val="90000"/>
              </a:lnSpc>
              <a:spcBef>
                <a:spcPts val="800"/>
              </a:spcBef>
              <a:spcAft>
                <a:spcPts val="0"/>
              </a:spcAft>
              <a:buSzPts val="2400"/>
              <a:buFont typeface="Arial" panose="020B0604020202020204" pitchFamily="34" charset="0"/>
              <a:buChar char="○"/>
              <a:defRPr sz="1800" kern="1200">
                <a:solidFill>
                  <a:schemeClr val="tx1"/>
                </a:solidFill>
                <a:latin typeface="+mn-lt"/>
                <a:ea typeface="+mn-ea"/>
                <a:cs typeface="+mn-cs"/>
              </a:defRPr>
            </a:lvl8pPr>
            <a:lvl9pPr marL="5486263" lvl="8" indent="-507987" algn="l" defTabSz="914400" rtl="0" eaLnBrk="1" latinLnBrk="0" hangingPunct="1">
              <a:lnSpc>
                <a:spcPct val="90000"/>
              </a:lnSpc>
              <a:spcBef>
                <a:spcPts val="800"/>
              </a:spcBef>
              <a:spcAft>
                <a:spcPts val="800"/>
              </a:spcAft>
              <a:buSzPts val="2400"/>
              <a:buFont typeface="Arial" panose="020B0604020202020204" pitchFamily="34" charset="0"/>
              <a:buChar char="■"/>
              <a:defRPr sz="1800" kern="1200">
                <a:solidFill>
                  <a:schemeClr val="tx1"/>
                </a:solidFill>
                <a:latin typeface="+mn-lt"/>
                <a:ea typeface="+mn-ea"/>
                <a:cs typeface="+mn-cs"/>
              </a:defRPr>
            </a:lvl9pPr>
          </a:lstStyle>
          <a:p>
            <a:pPr marL="101598" indent="0">
              <a:buFont typeface="Inria Sans Light"/>
              <a:buNone/>
            </a:pPr>
            <a:r>
              <a:rPr lang="fr-FR" sz="1400" b="1" i="1" noProof="0" dirty="0"/>
              <a:t>Notes</a:t>
            </a:r>
            <a:r>
              <a:rPr lang="fr-FR" sz="1400" i="1" noProof="0" dirty="0"/>
              <a:t> :</a:t>
            </a:r>
          </a:p>
          <a:p>
            <a:pPr>
              <a:buFont typeface="Wingdings" panose="05000000000000000000" pitchFamily="2" charset="2"/>
              <a:buChar char="§"/>
            </a:pPr>
            <a:r>
              <a:rPr lang="fr-FR" sz="1200" i="1" noProof="0" dirty="0"/>
              <a:t>Il faut cliquer dans la case du tableau pour basculer celle-ci en mode édition et pouvoir modifier les valeurs affichées. </a:t>
            </a:r>
          </a:p>
          <a:p>
            <a:pPr>
              <a:buFont typeface="Wingdings" panose="05000000000000000000" pitchFamily="2" charset="2"/>
              <a:buChar char="§"/>
            </a:pPr>
            <a:r>
              <a:rPr lang="fr-FR" sz="1200" i="1" noProof="0" dirty="0"/>
              <a:t>L’écran d’appel (notamment </a:t>
            </a:r>
            <a:r>
              <a:rPr lang="fr-FR" sz="1200" i="1" noProof="0" dirty="0" err="1"/>
              <a:t>SmartTV</a:t>
            </a:r>
            <a:r>
              <a:rPr lang="fr-FR" sz="1200" i="1" noProof="0" dirty="0"/>
              <a:t>) doit pouvoir exécuter des scripts Javascript pour que l’ajustement automatique fonctionne.</a:t>
            </a:r>
          </a:p>
        </p:txBody>
      </p:sp>
      <p:sp>
        <p:nvSpPr>
          <p:cNvPr id="2" name="Titre 1">
            <a:extLst>
              <a:ext uri="{FF2B5EF4-FFF2-40B4-BE49-F238E27FC236}">
                <a16:creationId xmlns:a16="http://schemas.microsoft.com/office/drawing/2014/main" id="{EC51AA81-A5DF-3A18-38B6-020B45588EFC}"/>
              </a:ext>
            </a:extLst>
          </p:cNvPr>
          <p:cNvSpPr>
            <a:spLocks noGrp="1"/>
          </p:cNvSpPr>
          <p:nvPr>
            <p:ph type="title"/>
          </p:nvPr>
        </p:nvSpPr>
        <p:spPr>
          <a:xfrm>
            <a:off x="939027" y="639201"/>
            <a:ext cx="10973881" cy="528400"/>
          </a:xfrm>
        </p:spPr>
        <p:txBody>
          <a:bodyPr/>
          <a:lstStyle/>
          <a:p>
            <a:r>
              <a:rPr lang="fr-FR" cap="all" noProof="0" dirty="0"/>
              <a:t>é</a:t>
            </a:r>
            <a:r>
              <a:rPr lang="fr-FR" noProof="0" dirty="0"/>
              <a:t>cran de Configuration – génération Chambre d’appel</a:t>
            </a:r>
          </a:p>
        </p:txBody>
      </p:sp>
      <p:sp>
        <p:nvSpPr>
          <p:cNvPr id="4" name="Espace réservé du texte 3">
            <a:extLst>
              <a:ext uri="{FF2B5EF4-FFF2-40B4-BE49-F238E27FC236}">
                <a16:creationId xmlns:a16="http://schemas.microsoft.com/office/drawing/2014/main" id="{6BDCEFA8-59A6-33CC-D69F-6DDA6E4D9636}"/>
              </a:ext>
            </a:extLst>
          </p:cNvPr>
          <p:cNvSpPr>
            <a:spLocks noGrp="1"/>
          </p:cNvSpPr>
          <p:nvPr>
            <p:ph type="body" sz="quarter" idx="15"/>
          </p:nvPr>
        </p:nvSpPr>
        <p:spPr/>
        <p:txBody>
          <a:bodyPr/>
          <a:lstStyle/>
          <a:p>
            <a:r>
              <a:rPr lang="fr-FR" cap="all" noProof="0" dirty="0"/>
              <a:t>é</a:t>
            </a:r>
            <a:r>
              <a:rPr lang="fr-FR" noProof="0" dirty="0"/>
              <a:t>crans &amp; fonctionnalités</a:t>
            </a:r>
          </a:p>
        </p:txBody>
      </p:sp>
      <p:grpSp>
        <p:nvGrpSpPr>
          <p:cNvPr id="24" name="Groupe 23">
            <a:extLst>
              <a:ext uri="{FF2B5EF4-FFF2-40B4-BE49-F238E27FC236}">
                <a16:creationId xmlns:a16="http://schemas.microsoft.com/office/drawing/2014/main" id="{0B92D93F-E7BA-672E-4314-03FD5C670567}"/>
              </a:ext>
            </a:extLst>
          </p:cNvPr>
          <p:cNvGrpSpPr/>
          <p:nvPr/>
        </p:nvGrpSpPr>
        <p:grpSpPr>
          <a:xfrm>
            <a:off x="8450534" y="5611412"/>
            <a:ext cx="3429376" cy="360000"/>
            <a:chOff x="5346700" y="1891328"/>
            <a:chExt cx="3429376" cy="360000"/>
          </a:xfrm>
        </p:grpSpPr>
        <p:sp>
          <p:nvSpPr>
            <p:cNvPr id="25" name="Rectangle : coins arrondis 24">
              <a:extLst>
                <a:ext uri="{FF2B5EF4-FFF2-40B4-BE49-F238E27FC236}">
                  <a16:creationId xmlns:a16="http://schemas.microsoft.com/office/drawing/2014/main" id="{6E23B4D7-E195-3158-4823-69C9A183827B}"/>
                </a:ext>
              </a:extLst>
            </p:cNvPr>
            <p:cNvSpPr/>
            <p:nvPr/>
          </p:nvSpPr>
          <p:spPr>
            <a:xfrm>
              <a:off x="5346701" y="1891328"/>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30" name="Rectangle : coins arrondis 29">
              <a:extLst>
                <a:ext uri="{FF2B5EF4-FFF2-40B4-BE49-F238E27FC236}">
                  <a16:creationId xmlns:a16="http://schemas.microsoft.com/office/drawing/2014/main" id="{7B2B69C8-47EF-90B7-7A73-FA27D53D1DEC}"/>
                </a:ext>
              </a:extLst>
            </p:cNvPr>
            <p:cNvSpPr/>
            <p:nvPr/>
          </p:nvSpPr>
          <p:spPr>
            <a:xfrm>
              <a:off x="5680076" y="1891328"/>
              <a:ext cx="3096000"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ID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 N° de l’écran (automatique).</a:t>
              </a:r>
            </a:p>
          </p:txBody>
        </p:sp>
        <p:sp>
          <p:nvSpPr>
            <p:cNvPr id="31" name="Rectangle 30">
              <a:extLst>
                <a:ext uri="{FF2B5EF4-FFF2-40B4-BE49-F238E27FC236}">
                  <a16:creationId xmlns:a16="http://schemas.microsoft.com/office/drawing/2014/main" id="{980BFEFC-5854-FEDB-A68B-7F687E13B355}"/>
                </a:ext>
              </a:extLst>
            </p:cNvPr>
            <p:cNvSpPr>
              <a:spLocks noChangeAspect="1"/>
            </p:cNvSpPr>
            <p:nvPr/>
          </p:nvSpPr>
          <p:spPr>
            <a:xfrm>
              <a:off x="5408816" y="1927328"/>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32" name="Connecteur droit 31">
              <a:extLst>
                <a:ext uri="{FF2B5EF4-FFF2-40B4-BE49-F238E27FC236}">
                  <a16:creationId xmlns:a16="http://schemas.microsoft.com/office/drawing/2014/main" id="{E104CB5A-E737-D55B-09A4-F5EBEECF7627}"/>
                </a:ext>
              </a:extLst>
            </p:cNvPr>
            <p:cNvCxnSpPr>
              <a:cxnSpLocks/>
            </p:cNvCxnSpPr>
            <p:nvPr/>
          </p:nvCxnSpPr>
          <p:spPr>
            <a:xfrm>
              <a:off x="5346700" y="1891328"/>
              <a:ext cx="0" cy="36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88" name="Groupe 87">
            <a:extLst>
              <a:ext uri="{FF2B5EF4-FFF2-40B4-BE49-F238E27FC236}">
                <a16:creationId xmlns:a16="http://schemas.microsoft.com/office/drawing/2014/main" id="{2D4C3AD9-AB19-24B2-4303-3FD850B7B040}"/>
              </a:ext>
            </a:extLst>
          </p:cNvPr>
          <p:cNvGrpSpPr/>
          <p:nvPr/>
        </p:nvGrpSpPr>
        <p:grpSpPr>
          <a:xfrm>
            <a:off x="458553" y="1152209"/>
            <a:ext cx="3429376" cy="557747"/>
            <a:chOff x="6718452" y="1719483"/>
            <a:chExt cx="3429376" cy="557747"/>
          </a:xfrm>
        </p:grpSpPr>
        <p:grpSp>
          <p:nvGrpSpPr>
            <p:cNvPr id="89" name="Groupe 88">
              <a:extLst>
                <a:ext uri="{FF2B5EF4-FFF2-40B4-BE49-F238E27FC236}">
                  <a16:creationId xmlns:a16="http://schemas.microsoft.com/office/drawing/2014/main" id="{8DD5F9C6-D678-F11A-935A-C168725086EC}"/>
                </a:ext>
              </a:extLst>
            </p:cNvPr>
            <p:cNvGrpSpPr/>
            <p:nvPr/>
          </p:nvGrpSpPr>
          <p:grpSpPr>
            <a:xfrm>
              <a:off x="6718452" y="1719483"/>
              <a:ext cx="3429376" cy="557747"/>
              <a:chOff x="5346700" y="1873408"/>
              <a:chExt cx="3429376" cy="557747"/>
            </a:xfrm>
          </p:grpSpPr>
          <p:sp>
            <p:nvSpPr>
              <p:cNvPr id="91" name="Rectangle : coins arrondis 90">
                <a:extLst>
                  <a:ext uri="{FF2B5EF4-FFF2-40B4-BE49-F238E27FC236}">
                    <a16:creationId xmlns:a16="http://schemas.microsoft.com/office/drawing/2014/main" id="{5E7DE627-0FAF-A7DB-2E77-C8712B0B669F}"/>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92" name="Rectangle : coins arrondis 91">
                <a:extLst>
                  <a:ext uri="{FF2B5EF4-FFF2-40B4-BE49-F238E27FC236}">
                    <a16:creationId xmlns:a16="http://schemas.microsoft.com/office/drawing/2014/main" id="{7F8DCFC5-D84B-AA95-50FE-DCEF8906CB96}"/>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Déroulement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Délai de déroulement (en s) des pages.</a:t>
                </a:r>
              </a:p>
            </p:txBody>
          </p:sp>
          <p:cxnSp>
            <p:nvCxnSpPr>
              <p:cNvPr id="93" name="Connecteur droit 92">
                <a:extLst>
                  <a:ext uri="{FF2B5EF4-FFF2-40B4-BE49-F238E27FC236}">
                    <a16:creationId xmlns:a16="http://schemas.microsoft.com/office/drawing/2014/main" id="{8387DBD7-3663-FCCA-6689-3BDB67F8F126}"/>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90" name="Ellipse 89">
              <a:extLst>
                <a:ext uri="{FF2B5EF4-FFF2-40B4-BE49-F238E27FC236}">
                  <a16:creationId xmlns:a16="http://schemas.microsoft.com/office/drawing/2014/main" id="{89C493AC-AF26-9DC3-51BB-9F8E5F9CD7E6}"/>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a:t>
              </a:r>
              <a:endParaRPr lang="fr-FR" sz="1600" b="1" noProof="0" dirty="0"/>
            </a:p>
          </p:txBody>
        </p:sp>
      </p:grpSp>
      <p:grpSp>
        <p:nvGrpSpPr>
          <p:cNvPr id="94" name="Groupe 93">
            <a:extLst>
              <a:ext uri="{FF2B5EF4-FFF2-40B4-BE49-F238E27FC236}">
                <a16:creationId xmlns:a16="http://schemas.microsoft.com/office/drawing/2014/main" id="{D40878A0-61B3-351B-859C-B927F8C2061B}"/>
              </a:ext>
            </a:extLst>
          </p:cNvPr>
          <p:cNvGrpSpPr/>
          <p:nvPr/>
        </p:nvGrpSpPr>
        <p:grpSpPr>
          <a:xfrm>
            <a:off x="4459468" y="1152209"/>
            <a:ext cx="3429376" cy="557747"/>
            <a:chOff x="6718452" y="1719483"/>
            <a:chExt cx="3429376" cy="557747"/>
          </a:xfrm>
        </p:grpSpPr>
        <p:grpSp>
          <p:nvGrpSpPr>
            <p:cNvPr id="95" name="Groupe 94">
              <a:extLst>
                <a:ext uri="{FF2B5EF4-FFF2-40B4-BE49-F238E27FC236}">
                  <a16:creationId xmlns:a16="http://schemas.microsoft.com/office/drawing/2014/main" id="{A606BA98-E413-0C58-0670-864471993687}"/>
                </a:ext>
              </a:extLst>
            </p:cNvPr>
            <p:cNvGrpSpPr/>
            <p:nvPr/>
          </p:nvGrpSpPr>
          <p:grpSpPr>
            <a:xfrm>
              <a:off x="6718452" y="1719483"/>
              <a:ext cx="3429376" cy="557747"/>
              <a:chOff x="5346700" y="1873408"/>
              <a:chExt cx="3429376" cy="557747"/>
            </a:xfrm>
          </p:grpSpPr>
          <p:sp>
            <p:nvSpPr>
              <p:cNvPr id="97" name="Rectangle : coins arrondis 96">
                <a:extLst>
                  <a:ext uri="{FF2B5EF4-FFF2-40B4-BE49-F238E27FC236}">
                    <a16:creationId xmlns:a16="http://schemas.microsoft.com/office/drawing/2014/main" id="{53B4CF98-185C-6A3C-4761-B58DF5A66526}"/>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98" name="Rectangle : coins arrondis 97">
                <a:extLst>
                  <a:ext uri="{FF2B5EF4-FFF2-40B4-BE49-F238E27FC236}">
                    <a16:creationId xmlns:a16="http://schemas.microsoft.com/office/drawing/2014/main" id="{016B17A0-1D79-F83D-150B-B82DD26CAA39}"/>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Profondeur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Nombre de combats à prendre en compte dans la file d’attente.</a:t>
                </a:r>
              </a:p>
            </p:txBody>
          </p:sp>
          <p:cxnSp>
            <p:nvCxnSpPr>
              <p:cNvPr id="99" name="Connecteur droit 98">
                <a:extLst>
                  <a:ext uri="{FF2B5EF4-FFF2-40B4-BE49-F238E27FC236}">
                    <a16:creationId xmlns:a16="http://schemas.microsoft.com/office/drawing/2014/main" id="{747BDCFC-625D-3A3E-A261-19693EDFA042}"/>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96" name="Ellipse 95">
              <a:extLst>
                <a:ext uri="{FF2B5EF4-FFF2-40B4-BE49-F238E27FC236}">
                  <a16:creationId xmlns:a16="http://schemas.microsoft.com/office/drawing/2014/main" id="{267694D6-BE8C-03FD-78F2-FDAD9AD531C0}"/>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2</a:t>
              </a:r>
              <a:endParaRPr lang="fr-FR" sz="1600" b="1" noProof="0" dirty="0"/>
            </a:p>
          </p:txBody>
        </p:sp>
      </p:grpSp>
      <p:grpSp>
        <p:nvGrpSpPr>
          <p:cNvPr id="106" name="Groupe 105">
            <a:extLst>
              <a:ext uri="{FF2B5EF4-FFF2-40B4-BE49-F238E27FC236}">
                <a16:creationId xmlns:a16="http://schemas.microsoft.com/office/drawing/2014/main" id="{A11087F1-B05D-AB79-0959-49017CF47A03}"/>
              </a:ext>
            </a:extLst>
          </p:cNvPr>
          <p:cNvGrpSpPr/>
          <p:nvPr/>
        </p:nvGrpSpPr>
        <p:grpSpPr>
          <a:xfrm>
            <a:off x="8450534" y="1251082"/>
            <a:ext cx="3537372" cy="360000"/>
            <a:chOff x="1076957" y="5514260"/>
            <a:chExt cx="3537372" cy="360000"/>
          </a:xfrm>
        </p:grpSpPr>
        <p:sp>
          <p:nvSpPr>
            <p:cNvPr id="107" name="Rectangle : coins arrondis 106">
              <a:extLst>
                <a:ext uri="{FF2B5EF4-FFF2-40B4-BE49-F238E27FC236}">
                  <a16:creationId xmlns:a16="http://schemas.microsoft.com/office/drawing/2014/main" id="{DB2A2DA9-E7C5-901C-56D9-AD17A5F4C2BF}"/>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08" name="Rectangle : coins arrondis 107">
              <a:extLst>
                <a:ext uri="{FF2B5EF4-FFF2-40B4-BE49-F238E27FC236}">
                  <a16:creationId xmlns:a16="http://schemas.microsoft.com/office/drawing/2014/main" id="{88350AE0-9D3A-0D23-7ADD-6C522FFF8AF8}"/>
                </a:ext>
              </a:extLst>
            </p:cNvPr>
            <p:cNvSpPr/>
            <p:nvPr/>
          </p:nvSpPr>
          <p:spPr>
            <a:xfrm>
              <a:off x="1410329" y="5515015"/>
              <a:ext cx="3204000"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Ins="36000"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Actualisation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Délai (en s) entre 2 générations.</a:t>
              </a:r>
            </a:p>
          </p:txBody>
        </p:sp>
        <p:cxnSp>
          <p:nvCxnSpPr>
            <p:cNvPr id="109" name="Connecteur droit 108">
              <a:extLst>
                <a:ext uri="{FF2B5EF4-FFF2-40B4-BE49-F238E27FC236}">
                  <a16:creationId xmlns:a16="http://schemas.microsoft.com/office/drawing/2014/main" id="{F30C741E-9CEB-7AAF-D602-061D9AD3E486}"/>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110" name="Ellipse 109">
              <a:extLst>
                <a:ext uri="{FF2B5EF4-FFF2-40B4-BE49-F238E27FC236}">
                  <a16:creationId xmlns:a16="http://schemas.microsoft.com/office/drawing/2014/main" id="{1048B992-8060-AED4-C5CF-60816003DAD0}"/>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600" b="1" noProof="0" dirty="0"/>
                <a:t>3</a:t>
              </a:r>
            </a:p>
          </p:txBody>
        </p:sp>
      </p:grpSp>
      <p:grpSp>
        <p:nvGrpSpPr>
          <p:cNvPr id="159" name="Groupe 158">
            <a:extLst>
              <a:ext uri="{FF2B5EF4-FFF2-40B4-BE49-F238E27FC236}">
                <a16:creationId xmlns:a16="http://schemas.microsoft.com/office/drawing/2014/main" id="{ED7A37EF-2CA8-7E36-C9C7-825EEB4E61E6}"/>
              </a:ext>
            </a:extLst>
          </p:cNvPr>
          <p:cNvGrpSpPr/>
          <p:nvPr/>
        </p:nvGrpSpPr>
        <p:grpSpPr>
          <a:xfrm>
            <a:off x="8450534" y="5171022"/>
            <a:ext cx="3542573" cy="360000"/>
            <a:chOff x="1076957" y="5514260"/>
            <a:chExt cx="3542573" cy="360000"/>
          </a:xfrm>
        </p:grpSpPr>
        <p:sp>
          <p:nvSpPr>
            <p:cNvPr id="160" name="Rectangle : coins arrondis 159">
              <a:extLst>
                <a:ext uri="{FF2B5EF4-FFF2-40B4-BE49-F238E27FC236}">
                  <a16:creationId xmlns:a16="http://schemas.microsoft.com/office/drawing/2014/main" id="{75FC290A-1D57-4899-1EAD-DEFB3E7F0549}"/>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61" name="Rectangle : coins arrondis 160">
              <a:extLst>
                <a:ext uri="{FF2B5EF4-FFF2-40B4-BE49-F238E27FC236}">
                  <a16:creationId xmlns:a16="http://schemas.microsoft.com/office/drawing/2014/main" id="{A087E842-CA64-2942-A4DF-DE4E1D443047}"/>
                </a:ext>
              </a:extLst>
            </p:cNvPr>
            <p:cNvSpPr/>
            <p:nvPr/>
          </p:nvSpPr>
          <p:spPr>
            <a:xfrm>
              <a:off x="1410331" y="5515015"/>
              <a:ext cx="3209199"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Ins="36000"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Supprimer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Supprime l’écran d’appel.</a:t>
              </a:r>
            </a:p>
          </p:txBody>
        </p:sp>
        <p:cxnSp>
          <p:nvCxnSpPr>
            <p:cNvPr id="162" name="Connecteur droit 161">
              <a:extLst>
                <a:ext uri="{FF2B5EF4-FFF2-40B4-BE49-F238E27FC236}">
                  <a16:creationId xmlns:a16="http://schemas.microsoft.com/office/drawing/2014/main" id="{203DA37A-A68D-16CC-F2CD-F1AF6426C643}"/>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163" name="Ellipse 162">
              <a:extLst>
                <a:ext uri="{FF2B5EF4-FFF2-40B4-BE49-F238E27FC236}">
                  <a16:creationId xmlns:a16="http://schemas.microsoft.com/office/drawing/2014/main" id="{8DD59D3C-D7CE-3929-9266-1A5A82122657}"/>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14</a:t>
              </a:r>
              <a:endParaRPr lang="fr-FR" sz="1600" b="1" noProof="0" dirty="0"/>
            </a:p>
          </p:txBody>
        </p:sp>
      </p:grpSp>
      <p:grpSp>
        <p:nvGrpSpPr>
          <p:cNvPr id="164" name="Groupe 163">
            <a:extLst>
              <a:ext uri="{FF2B5EF4-FFF2-40B4-BE49-F238E27FC236}">
                <a16:creationId xmlns:a16="http://schemas.microsoft.com/office/drawing/2014/main" id="{7E379353-5F13-E523-BEE4-5051C6AF6598}"/>
              </a:ext>
            </a:extLst>
          </p:cNvPr>
          <p:cNvGrpSpPr/>
          <p:nvPr/>
        </p:nvGrpSpPr>
        <p:grpSpPr>
          <a:xfrm>
            <a:off x="4458063" y="1772672"/>
            <a:ext cx="3542573" cy="360000"/>
            <a:chOff x="1076957" y="5514260"/>
            <a:chExt cx="3542573" cy="360000"/>
          </a:xfrm>
        </p:grpSpPr>
        <p:sp>
          <p:nvSpPr>
            <p:cNvPr id="165" name="Rectangle : coins arrondis 164">
              <a:extLst>
                <a:ext uri="{FF2B5EF4-FFF2-40B4-BE49-F238E27FC236}">
                  <a16:creationId xmlns:a16="http://schemas.microsoft.com/office/drawing/2014/main" id="{65ADD934-64D4-35D8-AA61-811D9FF41838}"/>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66" name="Rectangle : coins arrondis 165">
              <a:extLst>
                <a:ext uri="{FF2B5EF4-FFF2-40B4-BE49-F238E27FC236}">
                  <a16:creationId xmlns:a16="http://schemas.microsoft.com/office/drawing/2014/main" id="{82D8DC8D-300B-E62A-2E6C-D32799EF1CE8}"/>
                </a:ext>
              </a:extLst>
            </p:cNvPr>
            <p:cNvSpPr/>
            <p:nvPr/>
          </p:nvSpPr>
          <p:spPr>
            <a:xfrm>
              <a:off x="1410331" y="5515015"/>
              <a:ext cx="3209199"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Ins="36000"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Réseau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Adresse IP/Nom d’hôte de l’écran.</a:t>
              </a:r>
            </a:p>
          </p:txBody>
        </p:sp>
        <p:cxnSp>
          <p:nvCxnSpPr>
            <p:cNvPr id="167" name="Connecteur droit 166">
              <a:extLst>
                <a:ext uri="{FF2B5EF4-FFF2-40B4-BE49-F238E27FC236}">
                  <a16:creationId xmlns:a16="http://schemas.microsoft.com/office/drawing/2014/main" id="{A32AEB2F-E409-6ACC-0F04-B549B71C8F4B}"/>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168" name="Ellipse 167">
              <a:extLst>
                <a:ext uri="{FF2B5EF4-FFF2-40B4-BE49-F238E27FC236}">
                  <a16:creationId xmlns:a16="http://schemas.microsoft.com/office/drawing/2014/main" id="{B0234402-CB8F-2811-6F70-A37FA2D9E06B}"/>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600" b="1" noProof="0" dirty="0"/>
                <a:t>5</a:t>
              </a:r>
            </a:p>
          </p:txBody>
        </p:sp>
      </p:grpSp>
      <p:grpSp>
        <p:nvGrpSpPr>
          <p:cNvPr id="170" name="Groupe 169">
            <a:extLst>
              <a:ext uri="{FF2B5EF4-FFF2-40B4-BE49-F238E27FC236}">
                <a16:creationId xmlns:a16="http://schemas.microsoft.com/office/drawing/2014/main" id="{5E49185B-F00B-B805-0085-A6BA2F8A0166}"/>
              </a:ext>
            </a:extLst>
          </p:cNvPr>
          <p:cNvGrpSpPr/>
          <p:nvPr/>
        </p:nvGrpSpPr>
        <p:grpSpPr>
          <a:xfrm>
            <a:off x="8450534" y="1664274"/>
            <a:ext cx="3429376" cy="557747"/>
            <a:chOff x="6718452" y="1719483"/>
            <a:chExt cx="3429376" cy="557747"/>
          </a:xfrm>
        </p:grpSpPr>
        <p:grpSp>
          <p:nvGrpSpPr>
            <p:cNvPr id="171" name="Groupe 170">
              <a:extLst>
                <a:ext uri="{FF2B5EF4-FFF2-40B4-BE49-F238E27FC236}">
                  <a16:creationId xmlns:a16="http://schemas.microsoft.com/office/drawing/2014/main" id="{159D1824-A251-23E3-BA14-58028AA17663}"/>
                </a:ext>
              </a:extLst>
            </p:cNvPr>
            <p:cNvGrpSpPr/>
            <p:nvPr/>
          </p:nvGrpSpPr>
          <p:grpSpPr>
            <a:xfrm>
              <a:off x="6718452" y="1719483"/>
              <a:ext cx="3429376" cy="557747"/>
              <a:chOff x="5346700" y="1873408"/>
              <a:chExt cx="3429376" cy="557747"/>
            </a:xfrm>
          </p:grpSpPr>
          <p:sp>
            <p:nvSpPr>
              <p:cNvPr id="173" name="Rectangle : coins arrondis 172">
                <a:extLst>
                  <a:ext uri="{FF2B5EF4-FFF2-40B4-BE49-F238E27FC236}">
                    <a16:creationId xmlns:a16="http://schemas.microsoft.com/office/drawing/2014/main" id="{8DCE253E-8ED5-246D-C4DC-AB1CAD69949D}"/>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74" name="Rectangle : coins arrondis 173">
                <a:extLst>
                  <a:ext uri="{FF2B5EF4-FFF2-40B4-BE49-F238E27FC236}">
                    <a16:creationId xmlns:a16="http://schemas.microsoft.com/office/drawing/2014/main" id="{A992C2D9-D97C-D041-A8D0-46F6D69AEBB5}"/>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Recherche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Affiche la recherche d’équipements sur le réseau.</a:t>
                </a:r>
              </a:p>
            </p:txBody>
          </p:sp>
          <p:cxnSp>
            <p:nvCxnSpPr>
              <p:cNvPr id="175" name="Connecteur droit 174">
                <a:extLst>
                  <a:ext uri="{FF2B5EF4-FFF2-40B4-BE49-F238E27FC236}">
                    <a16:creationId xmlns:a16="http://schemas.microsoft.com/office/drawing/2014/main" id="{C81D5BF5-C1D9-52E8-740E-239785D026BC}"/>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72" name="Ellipse 171">
              <a:extLst>
                <a:ext uri="{FF2B5EF4-FFF2-40B4-BE49-F238E27FC236}">
                  <a16:creationId xmlns:a16="http://schemas.microsoft.com/office/drawing/2014/main" id="{AC0F6DE7-4339-A9B3-C3BA-2C8C7DFFE129}"/>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6</a:t>
              </a:r>
              <a:endParaRPr lang="fr-FR" sz="1600" b="1" noProof="0" dirty="0"/>
            </a:p>
          </p:txBody>
        </p:sp>
      </p:grpSp>
      <p:grpSp>
        <p:nvGrpSpPr>
          <p:cNvPr id="176" name="Groupe 175">
            <a:extLst>
              <a:ext uri="{FF2B5EF4-FFF2-40B4-BE49-F238E27FC236}">
                <a16:creationId xmlns:a16="http://schemas.microsoft.com/office/drawing/2014/main" id="{40B5B9EB-80AE-4B49-19FF-3A284327CDEC}"/>
              </a:ext>
            </a:extLst>
          </p:cNvPr>
          <p:cNvGrpSpPr/>
          <p:nvPr/>
        </p:nvGrpSpPr>
        <p:grpSpPr>
          <a:xfrm>
            <a:off x="458553" y="2145630"/>
            <a:ext cx="3429376" cy="557747"/>
            <a:chOff x="6718452" y="1719483"/>
            <a:chExt cx="3429376" cy="557747"/>
          </a:xfrm>
        </p:grpSpPr>
        <p:grpSp>
          <p:nvGrpSpPr>
            <p:cNvPr id="177" name="Groupe 176">
              <a:extLst>
                <a:ext uri="{FF2B5EF4-FFF2-40B4-BE49-F238E27FC236}">
                  <a16:creationId xmlns:a16="http://schemas.microsoft.com/office/drawing/2014/main" id="{4FF9FE0C-2445-D98C-8F50-6DB399EE7236}"/>
                </a:ext>
              </a:extLst>
            </p:cNvPr>
            <p:cNvGrpSpPr/>
            <p:nvPr/>
          </p:nvGrpSpPr>
          <p:grpSpPr>
            <a:xfrm>
              <a:off x="6718452" y="1719483"/>
              <a:ext cx="3429376" cy="557747"/>
              <a:chOff x="5346700" y="1873408"/>
              <a:chExt cx="3429376" cy="557747"/>
            </a:xfrm>
          </p:grpSpPr>
          <p:sp>
            <p:nvSpPr>
              <p:cNvPr id="179" name="Rectangle : coins arrondis 178">
                <a:extLst>
                  <a:ext uri="{FF2B5EF4-FFF2-40B4-BE49-F238E27FC236}">
                    <a16:creationId xmlns:a16="http://schemas.microsoft.com/office/drawing/2014/main" id="{9ABDD90A-F8BC-E548-D5C3-71F02FC19D29}"/>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80" name="Rectangle : coins arrondis 179">
                <a:extLst>
                  <a:ext uri="{FF2B5EF4-FFF2-40B4-BE49-F238E27FC236}">
                    <a16:creationId xmlns:a16="http://schemas.microsoft.com/office/drawing/2014/main" id="{08930C87-7FC4-D95D-B7A0-EE2F95B47679}"/>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Combats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Nombre de combats affichés par page.</a:t>
                </a:r>
              </a:p>
            </p:txBody>
          </p:sp>
          <p:cxnSp>
            <p:nvCxnSpPr>
              <p:cNvPr id="181" name="Connecteur droit 180">
                <a:extLst>
                  <a:ext uri="{FF2B5EF4-FFF2-40B4-BE49-F238E27FC236}">
                    <a16:creationId xmlns:a16="http://schemas.microsoft.com/office/drawing/2014/main" id="{82B97522-6D62-0BEC-CFC5-07A0D15FB1B7}"/>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78" name="Ellipse 177">
              <a:extLst>
                <a:ext uri="{FF2B5EF4-FFF2-40B4-BE49-F238E27FC236}">
                  <a16:creationId xmlns:a16="http://schemas.microsoft.com/office/drawing/2014/main" id="{EC2D565C-9817-BFFF-6EC0-E039B2DD38C0}"/>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7</a:t>
              </a:r>
              <a:endParaRPr lang="fr-FR" sz="1600" b="1" noProof="0" dirty="0"/>
            </a:p>
          </p:txBody>
        </p:sp>
      </p:grpSp>
      <p:grpSp>
        <p:nvGrpSpPr>
          <p:cNvPr id="182" name="Groupe 181">
            <a:extLst>
              <a:ext uri="{FF2B5EF4-FFF2-40B4-BE49-F238E27FC236}">
                <a16:creationId xmlns:a16="http://schemas.microsoft.com/office/drawing/2014/main" id="{34D7D0DF-AA6B-836C-A83E-CE9C2E290EC1}"/>
              </a:ext>
            </a:extLst>
          </p:cNvPr>
          <p:cNvGrpSpPr/>
          <p:nvPr/>
        </p:nvGrpSpPr>
        <p:grpSpPr>
          <a:xfrm>
            <a:off x="458553" y="2741214"/>
            <a:ext cx="3429376" cy="557747"/>
            <a:chOff x="6718452" y="1719483"/>
            <a:chExt cx="3429376" cy="557747"/>
          </a:xfrm>
        </p:grpSpPr>
        <p:grpSp>
          <p:nvGrpSpPr>
            <p:cNvPr id="183" name="Groupe 182">
              <a:extLst>
                <a:ext uri="{FF2B5EF4-FFF2-40B4-BE49-F238E27FC236}">
                  <a16:creationId xmlns:a16="http://schemas.microsoft.com/office/drawing/2014/main" id="{48A77488-F4F9-6375-CCBA-96961B1C3C81}"/>
                </a:ext>
              </a:extLst>
            </p:cNvPr>
            <p:cNvGrpSpPr/>
            <p:nvPr/>
          </p:nvGrpSpPr>
          <p:grpSpPr>
            <a:xfrm>
              <a:off x="6718452" y="1719483"/>
              <a:ext cx="3429376" cy="557747"/>
              <a:chOff x="5346700" y="1873408"/>
              <a:chExt cx="3429376" cy="557747"/>
            </a:xfrm>
          </p:grpSpPr>
          <p:sp>
            <p:nvSpPr>
              <p:cNvPr id="185" name="Rectangle : coins arrondis 184">
                <a:extLst>
                  <a:ext uri="{FF2B5EF4-FFF2-40B4-BE49-F238E27FC236}">
                    <a16:creationId xmlns:a16="http://schemas.microsoft.com/office/drawing/2014/main" id="{341E5117-11BA-B9DE-D931-8406CD35BFCE}"/>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86" name="Rectangle : coins arrondis 185">
                <a:extLst>
                  <a:ext uri="{FF2B5EF4-FFF2-40B4-BE49-F238E27FC236}">
                    <a16:creationId xmlns:a16="http://schemas.microsoft.com/office/drawing/2014/main" id="{B71BF623-670D-B15B-A8E6-6A0723D35DB3}"/>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Disposition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Disposition des tapis sur l’écran (Ligne x Colonne).</a:t>
                </a:r>
              </a:p>
            </p:txBody>
          </p:sp>
          <p:cxnSp>
            <p:nvCxnSpPr>
              <p:cNvPr id="187" name="Connecteur droit 186">
                <a:extLst>
                  <a:ext uri="{FF2B5EF4-FFF2-40B4-BE49-F238E27FC236}">
                    <a16:creationId xmlns:a16="http://schemas.microsoft.com/office/drawing/2014/main" id="{D14D684B-E72C-2870-0CC7-2AF43A299E9E}"/>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84" name="Ellipse 183">
              <a:extLst>
                <a:ext uri="{FF2B5EF4-FFF2-40B4-BE49-F238E27FC236}">
                  <a16:creationId xmlns:a16="http://schemas.microsoft.com/office/drawing/2014/main" id="{E77620DD-88C1-8A9A-D243-3E4D6BD348B5}"/>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8</a:t>
              </a:r>
              <a:endParaRPr lang="fr-FR" sz="1600" b="1" noProof="0" dirty="0"/>
            </a:p>
          </p:txBody>
        </p:sp>
      </p:grpSp>
      <p:grpSp>
        <p:nvGrpSpPr>
          <p:cNvPr id="188" name="Groupe 187">
            <a:extLst>
              <a:ext uri="{FF2B5EF4-FFF2-40B4-BE49-F238E27FC236}">
                <a16:creationId xmlns:a16="http://schemas.microsoft.com/office/drawing/2014/main" id="{E66DAEFD-E2EA-F88B-1AD8-D3BD600D982E}"/>
              </a:ext>
            </a:extLst>
          </p:cNvPr>
          <p:cNvGrpSpPr/>
          <p:nvPr/>
        </p:nvGrpSpPr>
        <p:grpSpPr>
          <a:xfrm>
            <a:off x="458553" y="3336798"/>
            <a:ext cx="3429376" cy="557747"/>
            <a:chOff x="6718452" y="1719483"/>
            <a:chExt cx="3429376" cy="557747"/>
          </a:xfrm>
        </p:grpSpPr>
        <p:grpSp>
          <p:nvGrpSpPr>
            <p:cNvPr id="189" name="Groupe 188">
              <a:extLst>
                <a:ext uri="{FF2B5EF4-FFF2-40B4-BE49-F238E27FC236}">
                  <a16:creationId xmlns:a16="http://schemas.microsoft.com/office/drawing/2014/main" id="{D28DA368-8EC2-840C-5BB8-E258193B1E95}"/>
                </a:ext>
              </a:extLst>
            </p:cNvPr>
            <p:cNvGrpSpPr/>
            <p:nvPr/>
          </p:nvGrpSpPr>
          <p:grpSpPr>
            <a:xfrm>
              <a:off x="6718452" y="1719483"/>
              <a:ext cx="3429376" cy="557747"/>
              <a:chOff x="5346700" y="1873408"/>
              <a:chExt cx="3429376" cy="557747"/>
            </a:xfrm>
          </p:grpSpPr>
          <p:sp>
            <p:nvSpPr>
              <p:cNvPr id="191" name="Rectangle : coins arrondis 190">
                <a:extLst>
                  <a:ext uri="{FF2B5EF4-FFF2-40B4-BE49-F238E27FC236}">
                    <a16:creationId xmlns:a16="http://schemas.microsoft.com/office/drawing/2014/main" id="{29524067-5564-CD0C-D4AD-9B547B84002F}"/>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92" name="Rectangle : coins arrondis 191">
                <a:extLst>
                  <a:ext uri="{FF2B5EF4-FFF2-40B4-BE49-F238E27FC236}">
                    <a16:creationId xmlns:a16="http://schemas.microsoft.com/office/drawing/2014/main" id="{FDDDEA87-56A0-8246-15A0-83B5C266D682}"/>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Orientation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Orientation de l’affichage des tapis.</a:t>
                </a:r>
              </a:p>
            </p:txBody>
          </p:sp>
          <p:cxnSp>
            <p:nvCxnSpPr>
              <p:cNvPr id="193" name="Connecteur droit 192">
                <a:extLst>
                  <a:ext uri="{FF2B5EF4-FFF2-40B4-BE49-F238E27FC236}">
                    <a16:creationId xmlns:a16="http://schemas.microsoft.com/office/drawing/2014/main" id="{59735E08-35A6-AA12-1AC0-353D7DE04831}"/>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90" name="Ellipse 189">
              <a:extLst>
                <a:ext uri="{FF2B5EF4-FFF2-40B4-BE49-F238E27FC236}">
                  <a16:creationId xmlns:a16="http://schemas.microsoft.com/office/drawing/2014/main" id="{92FC78B3-2021-73D9-366C-AEC845CEBF7A}"/>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9</a:t>
              </a:r>
              <a:endParaRPr lang="fr-FR" sz="1600" b="1" noProof="0" dirty="0"/>
            </a:p>
          </p:txBody>
        </p:sp>
      </p:grpSp>
      <p:grpSp>
        <p:nvGrpSpPr>
          <p:cNvPr id="194" name="Groupe 193">
            <a:extLst>
              <a:ext uri="{FF2B5EF4-FFF2-40B4-BE49-F238E27FC236}">
                <a16:creationId xmlns:a16="http://schemas.microsoft.com/office/drawing/2014/main" id="{D4D65DCF-836C-808D-BBAA-2E92306C834D}"/>
              </a:ext>
            </a:extLst>
          </p:cNvPr>
          <p:cNvGrpSpPr/>
          <p:nvPr/>
        </p:nvGrpSpPr>
        <p:grpSpPr>
          <a:xfrm>
            <a:off x="458553" y="3932382"/>
            <a:ext cx="3429376" cy="557747"/>
            <a:chOff x="6718452" y="1719483"/>
            <a:chExt cx="3429376" cy="557747"/>
          </a:xfrm>
        </p:grpSpPr>
        <p:grpSp>
          <p:nvGrpSpPr>
            <p:cNvPr id="195" name="Groupe 194">
              <a:extLst>
                <a:ext uri="{FF2B5EF4-FFF2-40B4-BE49-F238E27FC236}">
                  <a16:creationId xmlns:a16="http://schemas.microsoft.com/office/drawing/2014/main" id="{3E1349A4-1C7A-9CF0-69BA-06D97E5DECF1}"/>
                </a:ext>
              </a:extLst>
            </p:cNvPr>
            <p:cNvGrpSpPr/>
            <p:nvPr/>
          </p:nvGrpSpPr>
          <p:grpSpPr>
            <a:xfrm>
              <a:off x="6718452" y="1719483"/>
              <a:ext cx="3429376" cy="557747"/>
              <a:chOff x="5346700" y="1873408"/>
              <a:chExt cx="3429376" cy="557747"/>
            </a:xfrm>
          </p:grpSpPr>
          <p:sp>
            <p:nvSpPr>
              <p:cNvPr id="197" name="Rectangle : coins arrondis 196">
                <a:extLst>
                  <a:ext uri="{FF2B5EF4-FFF2-40B4-BE49-F238E27FC236}">
                    <a16:creationId xmlns:a16="http://schemas.microsoft.com/office/drawing/2014/main" id="{58A1CD7D-2F6F-A935-A72D-6AF0DC0A3569}"/>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98" name="Rectangle : coins arrondis 197">
                <a:extLst>
                  <a:ext uri="{FF2B5EF4-FFF2-40B4-BE49-F238E27FC236}">
                    <a16:creationId xmlns:a16="http://schemas.microsoft.com/office/drawing/2014/main" id="{5F439969-A92B-44D7-2D48-E327517F6B4C}"/>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Ins="72000"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Orientation combats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Orientation de l’affichage des combats </a:t>
                </a:r>
                <a:r>
                  <a:rPr lang="fr-FR" sz="1100" noProof="0" dirty="0">
                    <a:solidFill>
                      <a:schemeClr val="tx1">
                        <a:lumMod val="85000"/>
                        <a:lumOff val="15000"/>
                      </a:schemeClr>
                    </a:solidFill>
                    <a:latin typeface="Barlow" panose="00000500000000000000" pitchFamily="2" charset="0"/>
                    <a:cs typeface="Segoe UI" panose="020B0502040204020203" pitchFamily="34" charset="0"/>
                  </a:rPr>
                  <a:t>(sauf si automatique)</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t>
                </a:r>
              </a:p>
            </p:txBody>
          </p:sp>
          <p:cxnSp>
            <p:nvCxnSpPr>
              <p:cNvPr id="199" name="Connecteur droit 198">
                <a:extLst>
                  <a:ext uri="{FF2B5EF4-FFF2-40B4-BE49-F238E27FC236}">
                    <a16:creationId xmlns:a16="http://schemas.microsoft.com/office/drawing/2014/main" id="{95586268-6625-4C25-E837-7572C168E5C5}"/>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96" name="Ellipse 195">
              <a:extLst>
                <a:ext uri="{FF2B5EF4-FFF2-40B4-BE49-F238E27FC236}">
                  <a16:creationId xmlns:a16="http://schemas.microsoft.com/office/drawing/2014/main" id="{5BD6037D-FF76-54F1-D737-3B068CD7F3DC}"/>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10</a:t>
              </a:r>
              <a:endParaRPr lang="fr-FR" sz="1600" b="1" noProof="0" dirty="0"/>
            </a:p>
          </p:txBody>
        </p:sp>
      </p:grpSp>
      <p:grpSp>
        <p:nvGrpSpPr>
          <p:cNvPr id="200" name="Groupe 199">
            <a:extLst>
              <a:ext uri="{FF2B5EF4-FFF2-40B4-BE49-F238E27FC236}">
                <a16:creationId xmlns:a16="http://schemas.microsoft.com/office/drawing/2014/main" id="{98E11C51-E581-AC42-D5AB-07500A772408}"/>
              </a:ext>
            </a:extLst>
          </p:cNvPr>
          <p:cNvGrpSpPr/>
          <p:nvPr/>
        </p:nvGrpSpPr>
        <p:grpSpPr>
          <a:xfrm>
            <a:off x="458553" y="5123550"/>
            <a:ext cx="3429376" cy="649675"/>
            <a:chOff x="6718452" y="1721155"/>
            <a:chExt cx="3429376" cy="649675"/>
          </a:xfrm>
        </p:grpSpPr>
        <p:grpSp>
          <p:nvGrpSpPr>
            <p:cNvPr id="201" name="Groupe 200">
              <a:extLst>
                <a:ext uri="{FF2B5EF4-FFF2-40B4-BE49-F238E27FC236}">
                  <a16:creationId xmlns:a16="http://schemas.microsoft.com/office/drawing/2014/main" id="{7F3FF0BB-2D5A-7D92-B65D-935EBF0DB5CA}"/>
                </a:ext>
              </a:extLst>
            </p:cNvPr>
            <p:cNvGrpSpPr/>
            <p:nvPr/>
          </p:nvGrpSpPr>
          <p:grpSpPr>
            <a:xfrm>
              <a:off x="6718452" y="1721155"/>
              <a:ext cx="3429376" cy="649675"/>
              <a:chOff x="5346700" y="1875080"/>
              <a:chExt cx="3429376" cy="649675"/>
            </a:xfrm>
          </p:grpSpPr>
          <p:sp>
            <p:nvSpPr>
              <p:cNvPr id="203" name="Rectangle : coins arrondis 202">
                <a:extLst>
                  <a:ext uri="{FF2B5EF4-FFF2-40B4-BE49-F238E27FC236}">
                    <a16:creationId xmlns:a16="http://schemas.microsoft.com/office/drawing/2014/main" id="{868B6CFD-0E00-A86B-EB10-ED5BC7BECE70}"/>
                  </a:ext>
                </a:extLst>
              </p:cNvPr>
              <p:cNvSpPr/>
              <p:nvPr/>
            </p:nvSpPr>
            <p:spPr>
              <a:xfrm>
                <a:off x="5346701" y="1875080"/>
                <a:ext cx="412231"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04" name="Rectangle : coins arrondis 203">
                <a:extLst>
                  <a:ext uri="{FF2B5EF4-FFF2-40B4-BE49-F238E27FC236}">
                    <a16:creationId xmlns:a16="http://schemas.microsoft.com/office/drawing/2014/main" id="{649E8834-A9A1-6506-3B2C-0E827E7B1B9A}"/>
                  </a:ext>
                </a:extLst>
              </p:cNvPr>
              <p:cNvSpPr/>
              <p:nvPr/>
            </p:nvSpPr>
            <p:spPr>
              <a:xfrm>
                <a:off x="5680076" y="1875080"/>
                <a:ext cx="3096000"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Ajustement automatique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Active l’ajustement automatique de la taille des textes par l’écran d’appel.</a:t>
                </a:r>
              </a:p>
            </p:txBody>
          </p:sp>
          <p:cxnSp>
            <p:nvCxnSpPr>
              <p:cNvPr id="205" name="Connecteur droit 204">
                <a:extLst>
                  <a:ext uri="{FF2B5EF4-FFF2-40B4-BE49-F238E27FC236}">
                    <a16:creationId xmlns:a16="http://schemas.microsoft.com/office/drawing/2014/main" id="{5E44E532-888B-D058-7D10-F898FF638FFC}"/>
                  </a:ext>
                </a:extLst>
              </p:cNvPr>
              <p:cNvCxnSpPr>
                <a:cxnSpLocks/>
              </p:cNvCxnSpPr>
              <p:nvPr/>
            </p:nvCxnSpPr>
            <p:spPr>
              <a:xfrm>
                <a:off x="5346700" y="1876755"/>
                <a:ext cx="0" cy="648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202" name="Ellipse 201">
              <a:extLst>
                <a:ext uri="{FF2B5EF4-FFF2-40B4-BE49-F238E27FC236}">
                  <a16:creationId xmlns:a16="http://schemas.microsoft.com/office/drawing/2014/main" id="{3AB78AF1-767F-11F5-F5C1-9B18F9E2E77A}"/>
                </a:ext>
              </a:extLst>
            </p:cNvPr>
            <p:cNvSpPr>
              <a:spLocks noChangeAspect="1"/>
            </p:cNvSpPr>
            <p:nvPr/>
          </p:nvSpPr>
          <p:spPr>
            <a:xfrm>
              <a:off x="6780568" y="1901155"/>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12</a:t>
              </a:r>
              <a:endParaRPr lang="fr-FR" sz="1600" b="1" noProof="0" dirty="0"/>
            </a:p>
          </p:txBody>
        </p:sp>
      </p:grpSp>
      <p:grpSp>
        <p:nvGrpSpPr>
          <p:cNvPr id="206" name="Groupe 205">
            <a:extLst>
              <a:ext uri="{FF2B5EF4-FFF2-40B4-BE49-F238E27FC236}">
                <a16:creationId xmlns:a16="http://schemas.microsoft.com/office/drawing/2014/main" id="{9D82CCFF-09F9-97CC-879F-6F015B3ACCF7}"/>
              </a:ext>
            </a:extLst>
          </p:cNvPr>
          <p:cNvGrpSpPr/>
          <p:nvPr/>
        </p:nvGrpSpPr>
        <p:grpSpPr>
          <a:xfrm>
            <a:off x="4460666" y="5199007"/>
            <a:ext cx="3542573" cy="360000"/>
            <a:chOff x="1076957" y="5514260"/>
            <a:chExt cx="3542573" cy="360000"/>
          </a:xfrm>
        </p:grpSpPr>
        <p:sp>
          <p:nvSpPr>
            <p:cNvPr id="207" name="Rectangle : coins arrondis 206">
              <a:extLst>
                <a:ext uri="{FF2B5EF4-FFF2-40B4-BE49-F238E27FC236}">
                  <a16:creationId xmlns:a16="http://schemas.microsoft.com/office/drawing/2014/main" id="{1341B76B-FF86-9736-ED3D-6B25766C683A}"/>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08" name="Rectangle : coins arrondis 207">
              <a:extLst>
                <a:ext uri="{FF2B5EF4-FFF2-40B4-BE49-F238E27FC236}">
                  <a16:creationId xmlns:a16="http://schemas.microsoft.com/office/drawing/2014/main" id="{3A535165-F838-115E-E392-5E3C80ABC844}"/>
                </a:ext>
              </a:extLst>
            </p:cNvPr>
            <p:cNvSpPr/>
            <p:nvPr/>
          </p:nvSpPr>
          <p:spPr>
            <a:xfrm>
              <a:off x="1410331" y="5515015"/>
              <a:ext cx="3209199"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Ins="36000"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Tapis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Sélectionne les tapis à afficher.</a:t>
              </a:r>
            </a:p>
          </p:txBody>
        </p:sp>
        <p:cxnSp>
          <p:nvCxnSpPr>
            <p:cNvPr id="209" name="Connecteur droit 208">
              <a:extLst>
                <a:ext uri="{FF2B5EF4-FFF2-40B4-BE49-F238E27FC236}">
                  <a16:creationId xmlns:a16="http://schemas.microsoft.com/office/drawing/2014/main" id="{3A03A2C9-1932-164E-F534-29FF02C09896}"/>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210" name="Ellipse 209">
              <a:extLst>
                <a:ext uri="{FF2B5EF4-FFF2-40B4-BE49-F238E27FC236}">
                  <a16:creationId xmlns:a16="http://schemas.microsoft.com/office/drawing/2014/main" id="{3F2EC926-C51C-9F1B-CED5-67B692768452}"/>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600" b="1" noProof="0" dirty="0"/>
                <a:t>13</a:t>
              </a:r>
            </a:p>
          </p:txBody>
        </p:sp>
      </p:grpSp>
      <p:grpSp>
        <p:nvGrpSpPr>
          <p:cNvPr id="217" name="Groupe 216">
            <a:extLst>
              <a:ext uri="{FF2B5EF4-FFF2-40B4-BE49-F238E27FC236}">
                <a16:creationId xmlns:a16="http://schemas.microsoft.com/office/drawing/2014/main" id="{06645C2C-6ADF-24B5-17A6-FB0E59E99256}"/>
              </a:ext>
            </a:extLst>
          </p:cNvPr>
          <p:cNvGrpSpPr/>
          <p:nvPr/>
        </p:nvGrpSpPr>
        <p:grpSpPr>
          <a:xfrm>
            <a:off x="4460666" y="5632722"/>
            <a:ext cx="3542573" cy="360000"/>
            <a:chOff x="1076957" y="5514260"/>
            <a:chExt cx="3542573" cy="360000"/>
          </a:xfrm>
        </p:grpSpPr>
        <p:sp>
          <p:nvSpPr>
            <p:cNvPr id="218" name="Rectangle : coins arrondis 217">
              <a:extLst>
                <a:ext uri="{FF2B5EF4-FFF2-40B4-BE49-F238E27FC236}">
                  <a16:creationId xmlns:a16="http://schemas.microsoft.com/office/drawing/2014/main" id="{E94D3601-EE5F-E879-34C3-F1FC58CF4CBC}"/>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19" name="Rectangle : coins arrondis 218">
              <a:extLst>
                <a:ext uri="{FF2B5EF4-FFF2-40B4-BE49-F238E27FC236}">
                  <a16:creationId xmlns:a16="http://schemas.microsoft.com/office/drawing/2014/main" id="{D195044C-0164-89AC-192A-31F0B1575E0D}"/>
                </a:ext>
              </a:extLst>
            </p:cNvPr>
            <p:cNvSpPr/>
            <p:nvPr/>
          </p:nvSpPr>
          <p:spPr>
            <a:xfrm>
              <a:off x="1410331" y="5515015"/>
              <a:ext cx="3209199"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Ins="36000"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Ajouter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Ajoute un nouvel écran d’appel.</a:t>
              </a:r>
            </a:p>
          </p:txBody>
        </p:sp>
        <p:cxnSp>
          <p:nvCxnSpPr>
            <p:cNvPr id="220" name="Connecteur droit 219">
              <a:extLst>
                <a:ext uri="{FF2B5EF4-FFF2-40B4-BE49-F238E27FC236}">
                  <a16:creationId xmlns:a16="http://schemas.microsoft.com/office/drawing/2014/main" id="{4A0CF674-6556-B582-B31F-C5CCED33802B}"/>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221" name="Ellipse 220">
              <a:extLst>
                <a:ext uri="{FF2B5EF4-FFF2-40B4-BE49-F238E27FC236}">
                  <a16:creationId xmlns:a16="http://schemas.microsoft.com/office/drawing/2014/main" id="{8D6790C1-45D7-EAAC-4673-BF74392655F5}"/>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600" b="1" noProof="0" dirty="0"/>
                <a:t>15</a:t>
              </a:r>
            </a:p>
          </p:txBody>
        </p:sp>
      </p:grpSp>
      <p:grpSp>
        <p:nvGrpSpPr>
          <p:cNvPr id="222" name="Groupe 221">
            <a:extLst>
              <a:ext uri="{FF2B5EF4-FFF2-40B4-BE49-F238E27FC236}">
                <a16:creationId xmlns:a16="http://schemas.microsoft.com/office/drawing/2014/main" id="{16141F6A-C654-9A93-D9E6-5985D5E7272D}"/>
              </a:ext>
            </a:extLst>
          </p:cNvPr>
          <p:cNvGrpSpPr/>
          <p:nvPr/>
        </p:nvGrpSpPr>
        <p:grpSpPr>
          <a:xfrm>
            <a:off x="458553" y="1747793"/>
            <a:ext cx="3429374" cy="360000"/>
            <a:chOff x="1076957" y="5514260"/>
            <a:chExt cx="3429374" cy="360000"/>
          </a:xfrm>
        </p:grpSpPr>
        <p:sp>
          <p:nvSpPr>
            <p:cNvPr id="223" name="Rectangle : coins arrondis 222">
              <a:extLst>
                <a:ext uri="{FF2B5EF4-FFF2-40B4-BE49-F238E27FC236}">
                  <a16:creationId xmlns:a16="http://schemas.microsoft.com/office/drawing/2014/main" id="{14D66091-1DB6-6FF4-AAF6-25BE474A2671}"/>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24" name="Rectangle : coins arrondis 223">
              <a:extLst>
                <a:ext uri="{FF2B5EF4-FFF2-40B4-BE49-F238E27FC236}">
                  <a16:creationId xmlns:a16="http://schemas.microsoft.com/office/drawing/2014/main" id="{9522F5FC-7FED-D79F-03E3-6C451AFBF463}"/>
                </a:ext>
              </a:extLst>
            </p:cNvPr>
            <p:cNvSpPr/>
            <p:nvPr/>
          </p:nvSpPr>
          <p:spPr>
            <a:xfrm>
              <a:off x="1410331" y="5515015"/>
              <a:ext cx="3096000"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Ins="36000"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Description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Description de l’écran.</a:t>
              </a:r>
            </a:p>
          </p:txBody>
        </p:sp>
        <p:cxnSp>
          <p:nvCxnSpPr>
            <p:cNvPr id="225" name="Connecteur droit 224">
              <a:extLst>
                <a:ext uri="{FF2B5EF4-FFF2-40B4-BE49-F238E27FC236}">
                  <a16:creationId xmlns:a16="http://schemas.microsoft.com/office/drawing/2014/main" id="{230A097E-37F6-4EE8-0111-8393A23880E8}"/>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226" name="Ellipse 225">
              <a:extLst>
                <a:ext uri="{FF2B5EF4-FFF2-40B4-BE49-F238E27FC236}">
                  <a16:creationId xmlns:a16="http://schemas.microsoft.com/office/drawing/2014/main" id="{40EC4E93-8345-E12F-1DC9-2457566DED47}"/>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600" b="1" noProof="0" dirty="0"/>
                <a:t>4</a:t>
              </a:r>
            </a:p>
          </p:txBody>
        </p:sp>
      </p:grpSp>
      <p:grpSp>
        <p:nvGrpSpPr>
          <p:cNvPr id="85" name="Groupe 84">
            <a:extLst>
              <a:ext uri="{FF2B5EF4-FFF2-40B4-BE49-F238E27FC236}">
                <a16:creationId xmlns:a16="http://schemas.microsoft.com/office/drawing/2014/main" id="{3F472448-90F1-B94A-A296-88F6338EA1E1}"/>
              </a:ext>
            </a:extLst>
          </p:cNvPr>
          <p:cNvGrpSpPr/>
          <p:nvPr/>
        </p:nvGrpSpPr>
        <p:grpSpPr>
          <a:xfrm>
            <a:off x="4100976" y="2434085"/>
            <a:ext cx="7972841" cy="2754731"/>
            <a:chOff x="4100976" y="2434085"/>
            <a:chExt cx="7972841" cy="2754731"/>
          </a:xfrm>
        </p:grpSpPr>
        <p:pic>
          <p:nvPicPr>
            <p:cNvPr id="5" name="Image 4">
              <a:extLst>
                <a:ext uri="{FF2B5EF4-FFF2-40B4-BE49-F238E27FC236}">
                  <a16:creationId xmlns:a16="http://schemas.microsoft.com/office/drawing/2014/main" id="{C276706D-929D-E9F6-FAF4-013988BB84C3}"/>
                </a:ext>
              </a:extLst>
            </p:cNvPr>
            <p:cNvPicPr>
              <a:picLocks noChangeAspect="1"/>
            </p:cNvPicPr>
            <p:nvPr/>
          </p:nvPicPr>
          <p:blipFill>
            <a:blip r:embed="rId2"/>
            <a:srcRect t="22697"/>
            <a:stretch>
              <a:fillRect/>
            </a:stretch>
          </p:blipFill>
          <p:spPr>
            <a:xfrm>
              <a:off x="4478755" y="2434085"/>
              <a:ext cx="7132220" cy="2525648"/>
            </a:xfrm>
            <a:prstGeom prst="rect">
              <a:avLst/>
            </a:prstGeom>
          </p:spPr>
        </p:pic>
        <p:sp>
          <p:nvSpPr>
            <p:cNvPr id="8" name="Rectangle 7">
              <a:extLst>
                <a:ext uri="{FF2B5EF4-FFF2-40B4-BE49-F238E27FC236}">
                  <a16:creationId xmlns:a16="http://schemas.microsoft.com/office/drawing/2014/main" id="{C3439464-4227-042B-FE8E-D5D3BCA0611B}"/>
                </a:ext>
              </a:extLst>
            </p:cNvPr>
            <p:cNvSpPr/>
            <p:nvPr/>
          </p:nvSpPr>
          <p:spPr>
            <a:xfrm>
              <a:off x="5921961" y="3052298"/>
              <a:ext cx="727693" cy="202764"/>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3" name="Rectangle 22">
              <a:extLst>
                <a:ext uri="{FF2B5EF4-FFF2-40B4-BE49-F238E27FC236}">
                  <a16:creationId xmlns:a16="http://schemas.microsoft.com/office/drawing/2014/main" id="{7DD8DC5B-F36C-2A33-B7C1-B60D2C0E1110}"/>
                </a:ext>
              </a:extLst>
            </p:cNvPr>
            <p:cNvSpPr/>
            <p:nvPr/>
          </p:nvSpPr>
          <p:spPr>
            <a:xfrm>
              <a:off x="7890372" y="3031814"/>
              <a:ext cx="691651" cy="235042"/>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3" name="Rectangle 42">
              <a:extLst>
                <a:ext uri="{FF2B5EF4-FFF2-40B4-BE49-F238E27FC236}">
                  <a16:creationId xmlns:a16="http://schemas.microsoft.com/office/drawing/2014/main" id="{E011B8FB-C0E1-BF5B-EB60-DD15EE2BF667}"/>
                </a:ext>
              </a:extLst>
            </p:cNvPr>
            <p:cNvSpPr/>
            <p:nvPr/>
          </p:nvSpPr>
          <p:spPr>
            <a:xfrm>
              <a:off x="10061271" y="3031814"/>
              <a:ext cx="691651" cy="235042"/>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5" name="Rectangle 44">
              <a:extLst>
                <a:ext uri="{FF2B5EF4-FFF2-40B4-BE49-F238E27FC236}">
                  <a16:creationId xmlns:a16="http://schemas.microsoft.com/office/drawing/2014/main" id="{B5CA122C-1F01-9436-6F14-5C5CD010091A}"/>
                </a:ext>
              </a:extLst>
            </p:cNvPr>
            <p:cNvSpPr/>
            <p:nvPr/>
          </p:nvSpPr>
          <p:spPr>
            <a:xfrm>
              <a:off x="11290794" y="3690962"/>
              <a:ext cx="218675" cy="235042"/>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ED490FBD-D6A6-C5E8-A3C7-35909D782BDC}"/>
                </a:ext>
              </a:extLst>
            </p:cNvPr>
            <p:cNvSpPr/>
            <p:nvPr/>
          </p:nvSpPr>
          <p:spPr>
            <a:xfrm>
              <a:off x="11266519" y="4247391"/>
              <a:ext cx="162118" cy="201065"/>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8" name="Rectangle 47">
              <a:extLst>
                <a:ext uri="{FF2B5EF4-FFF2-40B4-BE49-F238E27FC236}">
                  <a16:creationId xmlns:a16="http://schemas.microsoft.com/office/drawing/2014/main" id="{C1D4C8DB-A77D-D43F-9723-A448F78BFB82}"/>
                </a:ext>
              </a:extLst>
            </p:cNvPr>
            <p:cNvSpPr/>
            <p:nvPr/>
          </p:nvSpPr>
          <p:spPr>
            <a:xfrm>
              <a:off x="10167691" y="4249929"/>
              <a:ext cx="1035886" cy="201065"/>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9" name="Rectangle 48">
              <a:extLst>
                <a:ext uri="{FF2B5EF4-FFF2-40B4-BE49-F238E27FC236}">
                  <a16:creationId xmlns:a16="http://schemas.microsoft.com/office/drawing/2014/main" id="{7E345849-027F-6806-FD5B-63BCBA550CF2}"/>
                </a:ext>
              </a:extLst>
            </p:cNvPr>
            <p:cNvSpPr/>
            <p:nvPr/>
          </p:nvSpPr>
          <p:spPr>
            <a:xfrm>
              <a:off x="9576316" y="4250053"/>
              <a:ext cx="554132" cy="201065"/>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4" name="Rectangle 53">
              <a:extLst>
                <a:ext uri="{FF2B5EF4-FFF2-40B4-BE49-F238E27FC236}">
                  <a16:creationId xmlns:a16="http://schemas.microsoft.com/office/drawing/2014/main" id="{7C42CB3A-0C03-D163-76F1-16E96ACD2DC9}"/>
                </a:ext>
              </a:extLst>
            </p:cNvPr>
            <p:cNvSpPr/>
            <p:nvPr/>
          </p:nvSpPr>
          <p:spPr>
            <a:xfrm>
              <a:off x="4654563" y="4249929"/>
              <a:ext cx="172416" cy="179985"/>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7" name="Rectangle 56">
              <a:extLst>
                <a:ext uri="{FF2B5EF4-FFF2-40B4-BE49-F238E27FC236}">
                  <a16:creationId xmlns:a16="http://schemas.microsoft.com/office/drawing/2014/main" id="{51FD15D9-6CBB-A2D7-9E40-CFE463B43B93}"/>
                </a:ext>
              </a:extLst>
            </p:cNvPr>
            <p:cNvSpPr/>
            <p:nvPr/>
          </p:nvSpPr>
          <p:spPr>
            <a:xfrm>
              <a:off x="8423622" y="4246089"/>
              <a:ext cx="527843" cy="201064"/>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8" name="Rectangle 57">
              <a:extLst>
                <a:ext uri="{FF2B5EF4-FFF2-40B4-BE49-F238E27FC236}">
                  <a16:creationId xmlns:a16="http://schemas.microsoft.com/office/drawing/2014/main" id="{BB224670-4A6D-3056-02CB-810C5CCF2184}"/>
                </a:ext>
              </a:extLst>
            </p:cNvPr>
            <p:cNvSpPr/>
            <p:nvPr/>
          </p:nvSpPr>
          <p:spPr>
            <a:xfrm>
              <a:off x="6625271" y="4245740"/>
              <a:ext cx="206535" cy="201065"/>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61" name="Rectangle 60">
              <a:extLst>
                <a:ext uri="{FF2B5EF4-FFF2-40B4-BE49-F238E27FC236}">
                  <a16:creationId xmlns:a16="http://schemas.microsoft.com/office/drawing/2014/main" id="{CCD88DAF-04E6-3EB0-B3CE-4AA18A68B3D1}"/>
                </a:ext>
              </a:extLst>
            </p:cNvPr>
            <p:cNvSpPr/>
            <p:nvPr/>
          </p:nvSpPr>
          <p:spPr>
            <a:xfrm>
              <a:off x="7378050" y="4246856"/>
              <a:ext cx="546708" cy="201065"/>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62" name="Rectangle 61">
              <a:extLst>
                <a:ext uri="{FF2B5EF4-FFF2-40B4-BE49-F238E27FC236}">
                  <a16:creationId xmlns:a16="http://schemas.microsoft.com/office/drawing/2014/main" id="{5F56848B-6E41-E718-BC7B-5D8F796E383F}"/>
                </a:ext>
              </a:extLst>
            </p:cNvPr>
            <p:cNvSpPr/>
            <p:nvPr/>
          </p:nvSpPr>
          <p:spPr>
            <a:xfrm>
              <a:off x="6873645" y="4246089"/>
              <a:ext cx="435266" cy="201065"/>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63" name="Rectangle 62">
              <a:extLst>
                <a:ext uri="{FF2B5EF4-FFF2-40B4-BE49-F238E27FC236}">
                  <a16:creationId xmlns:a16="http://schemas.microsoft.com/office/drawing/2014/main" id="{195A1684-A5D8-57FE-F96D-8C24CAC35496}"/>
                </a:ext>
              </a:extLst>
            </p:cNvPr>
            <p:cNvSpPr/>
            <p:nvPr/>
          </p:nvSpPr>
          <p:spPr>
            <a:xfrm>
              <a:off x="7966193" y="4246089"/>
              <a:ext cx="407280" cy="201065"/>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64" name="Rectangle 63">
              <a:extLst>
                <a:ext uri="{FF2B5EF4-FFF2-40B4-BE49-F238E27FC236}">
                  <a16:creationId xmlns:a16="http://schemas.microsoft.com/office/drawing/2014/main" id="{A4E47900-D96D-21A1-748E-E2C7F6F0AC94}"/>
                </a:ext>
              </a:extLst>
            </p:cNvPr>
            <p:cNvSpPr/>
            <p:nvPr/>
          </p:nvSpPr>
          <p:spPr>
            <a:xfrm>
              <a:off x="4873369" y="4241941"/>
              <a:ext cx="579694" cy="201065"/>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65" name="Rectangle 64">
              <a:extLst>
                <a:ext uri="{FF2B5EF4-FFF2-40B4-BE49-F238E27FC236}">
                  <a16:creationId xmlns:a16="http://schemas.microsoft.com/office/drawing/2014/main" id="{A28A4AAE-192B-7DA4-C46B-654612BF07BB}"/>
                </a:ext>
              </a:extLst>
            </p:cNvPr>
            <p:cNvSpPr/>
            <p:nvPr/>
          </p:nvSpPr>
          <p:spPr>
            <a:xfrm>
              <a:off x="5501182" y="4242866"/>
              <a:ext cx="1078211" cy="201065"/>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3" name="Rectangle 32">
              <a:extLst>
                <a:ext uri="{FF2B5EF4-FFF2-40B4-BE49-F238E27FC236}">
                  <a16:creationId xmlns:a16="http://schemas.microsoft.com/office/drawing/2014/main" id="{F359D619-F4FA-8E62-7184-91EB21948F37}"/>
                </a:ext>
              </a:extLst>
            </p:cNvPr>
            <p:cNvSpPr/>
            <p:nvPr/>
          </p:nvSpPr>
          <p:spPr>
            <a:xfrm>
              <a:off x="4100976" y="4195922"/>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34" name="Connecteur droit avec flèche 33">
              <a:extLst>
                <a:ext uri="{FF2B5EF4-FFF2-40B4-BE49-F238E27FC236}">
                  <a16:creationId xmlns:a16="http://schemas.microsoft.com/office/drawing/2014/main" id="{9839DF5D-29D7-A73F-209B-05862DB3FA3D}"/>
                </a:ext>
              </a:extLst>
            </p:cNvPr>
            <p:cNvCxnSpPr>
              <a:cxnSpLocks/>
              <a:stCxn id="33" idx="3"/>
              <a:endCxn id="54" idx="1"/>
            </p:cNvCxnSpPr>
            <p:nvPr/>
          </p:nvCxnSpPr>
          <p:spPr>
            <a:xfrm>
              <a:off x="4388976" y="4339922"/>
              <a:ext cx="265587" cy="0"/>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39" name="Ellipse 38">
              <a:extLst>
                <a:ext uri="{FF2B5EF4-FFF2-40B4-BE49-F238E27FC236}">
                  <a16:creationId xmlns:a16="http://schemas.microsoft.com/office/drawing/2014/main" id="{D2E4B7A0-F151-577A-D143-C951A4FF28B5}"/>
                </a:ext>
              </a:extLst>
            </p:cNvPr>
            <p:cNvSpPr>
              <a:spLocks noChangeAspect="1"/>
            </p:cNvSpPr>
            <p:nvPr/>
          </p:nvSpPr>
          <p:spPr>
            <a:xfrm>
              <a:off x="6141808" y="2525655"/>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a:t>
              </a:r>
              <a:endParaRPr lang="fr-FR" sz="1600" b="1" noProof="0" dirty="0">
                <a:latin typeface="Barlow" panose="00000500000000000000" pitchFamily="2" charset="0"/>
              </a:endParaRPr>
            </a:p>
          </p:txBody>
        </p:sp>
        <p:cxnSp>
          <p:nvCxnSpPr>
            <p:cNvPr id="40" name="Connecteur droit avec flèche 39">
              <a:extLst>
                <a:ext uri="{FF2B5EF4-FFF2-40B4-BE49-F238E27FC236}">
                  <a16:creationId xmlns:a16="http://schemas.microsoft.com/office/drawing/2014/main" id="{3B66AABF-BD7B-CC62-D634-45D06AB2F58D}"/>
                </a:ext>
              </a:extLst>
            </p:cNvPr>
            <p:cNvCxnSpPr>
              <a:cxnSpLocks/>
              <a:stCxn id="39" idx="4"/>
              <a:endCxn id="8" idx="0"/>
            </p:cNvCxnSpPr>
            <p:nvPr/>
          </p:nvCxnSpPr>
          <p:spPr>
            <a:xfrm>
              <a:off x="6285808" y="2813655"/>
              <a:ext cx="0" cy="238643"/>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47" name="Ellipse 46">
              <a:extLst>
                <a:ext uri="{FF2B5EF4-FFF2-40B4-BE49-F238E27FC236}">
                  <a16:creationId xmlns:a16="http://schemas.microsoft.com/office/drawing/2014/main" id="{B0B19715-EC6F-636E-625C-714ACF473A74}"/>
                </a:ext>
              </a:extLst>
            </p:cNvPr>
            <p:cNvSpPr>
              <a:spLocks noChangeAspect="1"/>
            </p:cNvSpPr>
            <p:nvPr/>
          </p:nvSpPr>
          <p:spPr>
            <a:xfrm>
              <a:off x="8092198" y="2520999"/>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2</a:t>
              </a:r>
              <a:endParaRPr lang="fr-FR" sz="1600" b="1" noProof="0" dirty="0">
                <a:latin typeface="Barlow" panose="00000500000000000000" pitchFamily="2" charset="0"/>
              </a:endParaRPr>
            </a:p>
          </p:txBody>
        </p:sp>
        <p:cxnSp>
          <p:nvCxnSpPr>
            <p:cNvPr id="50" name="Connecteur droit avec flèche 49">
              <a:extLst>
                <a:ext uri="{FF2B5EF4-FFF2-40B4-BE49-F238E27FC236}">
                  <a16:creationId xmlns:a16="http://schemas.microsoft.com/office/drawing/2014/main" id="{77731685-DC6C-D0BB-65A7-867228DA8FAB}"/>
                </a:ext>
              </a:extLst>
            </p:cNvPr>
            <p:cNvCxnSpPr>
              <a:cxnSpLocks/>
              <a:stCxn id="47" idx="4"/>
              <a:endCxn id="23" idx="0"/>
            </p:cNvCxnSpPr>
            <p:nvPr/>
          </p:nvCxnSpPr>
          <p:spPr>
            <a:xfrm>
              <a:off x="8236198" y="2808999"/>
              <a:ext cx="0" cy="222815"/>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59" name="Ellipse 58">
              <a:extLst>
                <a:ext uri="{FF2B5EF4-FFF2-40B4-BE49-F238E27FC236}">
                  <a16:creationId xmlns:a16="http://schemas.microsoft.com/office/drawing/2014/main" id="{A1A16FCE-86BD-FE09-CC61-C92F5FC06E37}"/>
                </a:ext>
              </a:extLst>
            </p:cNvPr>
            <p:cNvSpPr>
              <a:spLocks noChangeAspect="1"/>
            </p:cNvSpPr>
            <p:nvPr/>
          </p:nvSpPr>
          <p:spPr>
            <a:xfrm>
              <a:off x="10263096" y="2520999"/>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3</a:t>
              </a:r>
              <a:endParaRPr lang="fr-FR" sz="1600" b="1" noProof="0" dirty="0">
                <a:latin typeface="Barlow" panose="00000500000000000000" pitchFamily="2" charset="0"/>
              </a:endParaRPr>
            </a:p>
          </p:txBody>
        </p:sp>
        <p:cxnSp>
          <p:nvCxnSpPr>
            <p:cNvPr id="60" name="Connecteur droit avec flèche 59">
              <a:extLst>
                <a:ext uri="{FF2B5EF4-FFF2-40B4-BE49-F238E27FC236}">
                  <a16:creationId xmlns:a16="http://schemas.microsoft.com/office/drawing/2014/main" id="{DED3FCA8-AC78-49FB-6684-80FA0D95A98A}"/>
                </a:ext>
              </a:extLst>
            </p:cNvPr>
            <p:cNvCxnSpPr>
              <a:cxnSpLocks/>
              <a:stCxn id="59" idx="4"/>
              <a:endCxn id="43" idx="0"/>
            </p:cNvCxnSpPr>
            <p:nvPr/>
          </p:nvCxnSpPr>
          <p:spPr>
            <a:xfrm>
              <a:off x="10407096" y="2808999"/>
              <a:ext cx="1" cy="222815"/>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11" name="Ellipse 110">
              <a:extLst>
                <a:ext uri="{FF2B5EF4-FFF2-40B4-BE49-F238E27FC236}">
                  <a16:creationId xmlns:a16="http://schemas.microsoft.com/office/drawing/2014/main" id="{45A0B918-CAED-4452-9402-249217AC24EA}"/>
                </a:ext>
              </a:extLst>
            </p:cNvPr>
            <p:cNvSpPr>
              <a:spLocks noChangeAspect="1"/>
            </p:cNvSpPr>
            <p:nvPr/>
          </p:nvSpPr>
          <p:spPr>
            <a:xfrm>
              <a:off x="5020945" y="4592939"/>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4</a:t>
              </a:r>
              <a:endParaRPr lang="fr-FR" sz="1600" b="1" noProof="0" dirty="0">
                <a:latin typeface="Barlow" panose="00000500000000000000" pitchFamily="2" charset="0"/>
              </a:endParaRPr>
            </a:p>
          </p:txBody>
        </p:sp>
        <p:cxnSp>
          <p:nvCxnSpPr>
            <p:cNvPr id="112" name="Connecteur droit avec flèche 111">
              <a:extLst>
                <a:ext uri="{FF2B5EF4-FFF2-40B4-BE49-F238E27FC236}">
                  <a16:creationId xmlns:a16="http://schemas.microsoft.com/office/drawing/2014/main" id="{A8856C07-DF69-0953-ACA0-AC18352721DD}"/>
                </a:ext>
              </a:extLst>
            </p:cNvPr>
            <p:cNvCxnSpPr>
              <a:cxnSpLocks/>
              <a:stCxn id="111" idx="0"/>
              <a:endCxn id="64" idx="2"/>
            </p:cNvCxnSpPr>
            <p:nvPr/>
          </p:nvCxnSpPr>
          <p:spPr>
            <a:xfrm flipH="1" flipV="1">
              <a:off x="5163216" y="4443006"/>
              <a:ext cx="1729" cy="149933"/>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15" name="Ellipse 114">
              <a:extLst>
                <a:ext uri="{FF2B5EF4-FFF2-40B4-BE49-F238E27FC236}">
                  <a16:creationId xmlns:a16="http://schemas.microsoft.com/office/drawing/2014/main" id="{84AA2F80-0302-EDDA-2218-E658A7A2D230}"/>
                </a:ext>
              </a:extLst>
            </p:cNvPr>
            <p:cNvSpPr>
              <a:spLocks noChangeAspect="1"/>
            </p:cNvSpPr>
            <p:nvPr/>
          </p:nvSpPr>
          <p:spPr>
            <a:xfrm>
              <a:off x="5896288" y="4592939"/>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5</a:t>
              </a:r>
              <a:endParaRPr lang="fr-FR" sz="1600" b="1" noProof="0" dirty="0">
                <a:latin typeface="Barlow" panose="00000500000000000000" pitchFamily="2" charset="0"/>
              </a:endParaRPr>
            </a:p>
          </p:txBody>
        </p:sp>
        <p:cxnSp>
          <p:nvCxnSpPr>
            <p:cNvPr id="116" name="Connecteur droit avec flèche 115">
              <a:extLst>
                <a:ext uri="{FF2B5EF4-FFF2-40B4-BE49-F238E27FC236}">
                  <a16:creationId xmlns:a16="http://schemas.microsoft.com/office/drawing/2014/main" id="{E0FB1B3C-22E4-D4BC-D4D5-22FABB3AD35C}"/>
                </a:ext>
              </a:extLst>
            </p:cNvPr>
            <p:cNvCxnSpPr>
              <a:cxnSpLocks/>
              <a:stCxn id="115" idx="0"/>
              <a:endCxn id="65" idx="2"/>
            </p:cNvCxnSpPr>
            <p:nvPr/>
          </p:nvCxnSpPr>
          <p:spPr>
            <a:xfrm flipV="1">
              <a:off x="6040288" y="4443931"/>
              <a:ext cx="0" cy="149008"/>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17" name="Ellipse 116">
              <a:extLst>
                <a:ext uri="{FF2B5EF4-FFF2-40B4-BE49-F238E27FC236}">
                  <a16:creationId xmlns:a16="http://schemas.microsoft.com/office/drawing/2014/main" id="{50CC91D7-2E9A-18EF-ECA5-845FF350113B}"/>
                </a:ext>
              </a:extLst>
            </p:cNvPr>
            <p:cNvSpPr>
              <a:spLocks noChangeAspect="1"/>
            </p:cNvSpPr>
            <p:nvPr/>
          </p:nvSpPr>
          <p:spPr>
            <a:xfrm>
              <a:off x="6584539" y="4592939"/>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6</a:t>
              </a:r>
              <a:endParaRPr lang="fr-FR" sz="1600" b="1" noProof="0" dirty="0">
                <a:latin typeface="Barlow" panose="00000500000000000000" pitchFamily="2" charset="0"/>
              </a:endParaRPr>
            </a:p>
          </p:txBody>
        </p:sp>
        <p:cxnSp>
          <p:nvCxnSpPr>
            <p:cNvPr id="118" name="Connecteur droit avec flèche 117">
              <a:extLst>
                <a:ext uri="{FF2B5EF4-FFF2-40B4-BE49-F238E27FC236}">
                  <a16:creationId xmlns:a16="http://schemas.microsoft.com/office/drawing/2014/main" id="{BE213E2A-A718-AF4F-27FB-592FB4659953}"/>
                </a:ext>
              </a:extLst>
            </p:cNvPr>
            <p:cNvCxnSpPr>
              <a:cxnSpLocks/>
              <a:stCxn id="117" idx="0"/>
              <a:endCxn id="58" idx="2"/>
            </p:cNvCxnSpPr>
            <p:nvPr/>
          </p:nvCxnSpPr>
          <p:spPr>
            <a:xfrm flipV="1">
              <a:off x="6728539" y="4446805"/>
              <a:ext cx="0" cy="146134"/>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19" name="Ellipse 118">
              <a:extLst>
                <a:ext uri="{FF2B5EF4-FFF2-40B4-BE49-F238E27FC236}">
                  <a16:creationId xmlns:a16="http://schemas.microsoft.com/office/drawing/2014/main" id="{88FC4134-4535-8FAB-2F7B-54FCC3126F18}"/>
                </a:ext>
              </a:extLst>
            </p:cNvPr>
            <p:cNvSpPr>
              <a:spLocks noChangeAspect="1"/>
            </p:cNvSpPr>
            <p:nvPr/>
          </p:nvSpPr>
          <p:spPr>
            <a:xfrm>
              <a:off x="6947278" y="4900816"/>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7</a:t>
              </a:r>
              <a:endParaRPr lang="fr-FR" sz="1600" b="1" noProof="0" dirty="0">
                <a:latin typeface="Barlow" panose="00000500000000000000" pitchFamily="2" charset="0"/>
              </a:endParaRPr>
            </a:p>
          </p:txBody>
        </p:sp>
        <p:cxnSp>
          <p:nvCxnSpPr>
            <p:cNvPr id="120" name="Connecteur droit avec flèche 119">
              <a:extLst>
                <a:ext uri="{FF2B5EF4-FFF2-40B4-BE49-F238E27FC236}">
                  <a16:creationId xmlns:a16="http://schemas.microsoft.com/office/drawing/2014/main" id="{94EA7805-A566-D28D-A1D3-BF1AAE639FB5}"/>
                </a:ext>
              </a:extLst>
            </p:cNvPr>
            <p:cNvCxnSpPr>
              <a:cxnSpLocks/>
              <a:stCxn id="119" idx="0"/>
              <a:endCxn id="62" idx="2"/>
            </p:cNvCxnSpPr>
            <p:nvPr/>
          </p:nvCxnSpPr>
          <p:spPr>
            <a:xfrm flipV="1">
              <a:off x="7091278" y="4447154"/>
              <a:ext cx="0" cy="453662"/>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21" name="Ellipse 120">
              <a:extLst>
                <a:ext uri="{FF2B5EF4-FFF2-40B4-BE49-F238E27FC236}">
                  <a16:creationId xmlns:a16="http://schemas.microsoft.com/office/drawing/2014/main" id="{D13BF281-991D-A560-185B-F5ED0926A8D4}"/>
                </a:ext>
              </a:extLst>
            </p:cNvPr>
            <p:cNvSpPr>
              <a:spLocks noChangeAspect="1"/>
            </p:cNvSpPr>
            <p:nvPr/>
          </p:nvSpPr>
          <p:spPr>
            <a:xfrm>
              <a:off x="7507404" y="4592939"/>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8</a:t>
              </a:r>
              <a:endParaRPr lang="fr-FR" sz="1600" b="1" noProof="0" dirty="0">
                <a:latin typeface="Barlow" panose="00000500000000000000" pitchFamily="2" charset="0"/>
              </a:endParaRPr>
            </a:p>
          </p:txBody>
        </p:sp>
        <p:cxnSp>
          <p:nvCxnSpPr>
            <p:cNvPr id="122" name="Connecteur droit avec flèche 121">
              <a:extLst>
                <a:ext uri="{FF2B5EF4-FFF2-40B4-BE49-F238E27FC236}">
                  <a16:creationId xmlns:a16="http://schemas.microsoft.com/office/drawing/2014/main" id="{61AE69E2-6DBE-EDBD-CDF2-5DA92015F38A}"/>
                </a:ext>
              </a:extLst>
            </p:cNvPr>
            <p:cNvCxnSpPr>
              <a:cxnSpLocks/>
              <a:stCxn id="121" idx="0"/>
              <a:endCxn id="61" idx="2"/>
            </p:cNvCxnSpPr>
            <p:nvPr/>
          </p:nvCxnSpPr>
          <p:spPr>
            <a:xfrm flipV="1">
              <a:off x="7651404" y="4447921"/>
              <a:ext cx="0" cy="145018"/>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23" name="Ellipse 122">
              <a:extLst>
                <a:ext uri="{FF2B5EF4-FFF2-40B4-BE49-F238E27FC236}">
                  <a16:creationId xmlns:a16="http://schemas.microsoft.com/office/drawing/2014/main" id="{A67017A3-7EAA-44A9-E360-98170FE78FB3}"/>
                </a:ext>
              </a:extLst>
            </p:cNvPr>
            <p:cNvSpPr>
              <a:spLocks noChangeAspect="1"/>
            </p:cNvSpPr>
            <p:nvPr/>
          </p:nvSpPr>
          <p:spPr>
            <a:xfrm>
              <a:off x="8025833" y="4592939"/>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9</a:t>
              </a:r>
              <a:endParaRPr lang="fr-FR" sz="1600" b="1" noProof="0" dirty="0">
                <a:latin typeface="Barlow" panose="00000500000000000000" pitchFamily="2" charset="0"/>
              </a:endParaRPr>
            </a:p>
          </p:txBody>
        </p:sp>
        <p:cxnSp>
          <p:nvCxnSpPr>
            <p:cNvPr id="124" name="Connecteur droit avec flèche 123">
              <a:extLst>
                <a:ext uri="{FF2B5EF4-FFF2-40B4-BE49-F238E27FC236}">
                  <a16:creationId xmlns:a16="http://schemas.microsoft.com/office/drawing/2014/main" id="{89448791-42C6-20F9-35B3-CA65ED7E183F}"/>
                </a:ext>
              </a:extLst>
            </p:cNvPr>
            <p:cNvCxnSpPr>
              <a:cxnSpLocks/>
              <a:stCxn id="123" idx="0"/>
              <a:endCxn id="63" idx="2"/>
            </p:cNvCxnSpPr>
            <p:nvPr/>
          </p:nvCxnSpPr>
          <p:spPr>
            <a:xfrm flipV="1">
              <a:off x="8169833" y="4447154"/>
              <a:ext cx="0" cy="145785"/>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25" name="Ellipse 124">
              <a:extLst>
                <a:ext uri="{FF2B5EF4-FFF2-40B4-BE49-F238E27FC236}">
                  <a16:creationId xmlns:a16="http://schemas.microsoft.com/office/drawing/2014/main" id="{7D813289-9017-892F-345B-70800B6E7E62}"/>
                </a:ext>
              </a:extLst>
            </p:cNvPr>
            <p:cNvSpPr>
              <a:spLocks noChangeAspect="1"/>
            </p:cNvSpPr>
            <p:nvPr/>
          </p:nvSpPr>
          <p:spPr>
            <a:xfrm>
              <a:off x="8543544" y="4593392"/>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10</a:t>
              </a:r>
              <a:endParaRPr lang="fr-FR" sz="1600" b="1" noProof="0" dirty="0">
                <a:latin typeface="Barlow" panose="00000500000000000000" pitchFamily="2" charset="0"/>
              </a:endParaRPr>
            </a:p>
          </p:txBody>
        </p:sp>
        <p:cxnSp>
          <p:nvCxnSpPr>
            <p:cNvPr id="126" name="Connecteur droit avec flèche 125">
              <a:extLst>
                <a:ext uri="{FF2B5EF4-FFF2-40B4-BE49-F238E27FC236}">
                  <a16:creationId xmlns:a16="http://schemas.microsoft.com/office/drawing/2014/main" id="{6B934AF8-5AE8-3D0D-EBD4-A1A179FAE963}"/>
                </a:ext>
              </a:extLst>
            </p:cNvPr>
            <p:cNvCxnSpPr>
              <a:cxnSpLocks/>
              <a:stCxn id="125" idx="0"/>
              <a:endCxn id="57" idx="2"/>
            </p:cNvCxnSpPr>
            <p:nvPr/>
          </p:nvCxnSpPr>
          <p:spPr>
            <a:xfrm flipV="1">
              <a:off x="8687544" y="4447153"/>
              <a:ext cx="0" cy="146239"/>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27" name="Ellipse 126">
              <a:extLst>
                <a:ext uri="{FF2B5EF4-FFF2-40B4-BE49-F238E27FC236}">
                  <a16:creationId xmlns:a16="http://schemas.microsoft.com/office/drawing/2014/main" id="{F31FF56A-507C-E09E-4174-B2B27EEA3960}"/>
                </a:ext>
              </a:extLst>
            </p:cNvPr>
            <p:cNvSpPr>
              <a:spLocks noChangeAspect="1"/>
            </p:cNvSpPr>
            <p:nvPr/>
          </p:nvSpPr>
          <p:spPr>
            <a:xfrm>
              <a:off x="9709119" y="4593392"/>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12</a:t>
              </a:r>
              <a:endParaRPr lang="fr-FR" sz="1600" b="1" noProof="0" dirty="0">
                <a:latin typeface="Barlow" panose="00000500000000000000" pitchFamily="2" charset="0"/>
              </a:endParaRPr>
            </a:p>
          </p:txBody>
        </p:sp>
        <p:cxnSp>
          <p:nvCxnSpPr>
            <p:cNvPr id="128" name="Connecteur droit avec flèche 127">
              <a:extLst>
                <a:ext uri="{FF2B5EF4-FFF2-40B4-BE49-F238E27FC236}">
                  <a16:creationId xmlns:a16="http://schemas.microsoft.com/office/drawing/2014/main" id="{72DCDBF2-A8C1-72EE-922C-DACB77E2C137}"/>
                </a:ext>
              </a:extLst>
            </p:cNvPr>
            <p:cNvCxnSpPr>
              <a:cxnSpLocks/>
              <a:stCxn id="127" idx="0"/>
              <a:endCxn id="49" idx="2"/>
            </p:cNvCxnSpPr>
            <p:nvPr/>
          </p:nvCxnSpPr>
          <p:spPr>
            <a:xfrm flipV="1">
              <a:off x="9853119" y="4451118"/>
              <a:ext cx="263" cy="142274"/>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29" name="Ellipse 128">
              <a:extLst>
                <a:ext uri="{FF2B5EF4-FFF2-40B4-BE49-F238E27FC236}">
                  <a16:creationId xmlns:a16="http://schemas.microsoft.com/office/drawing/2014/main" id="{8D8E6AF9-4CC8-AA4C-CCA9-59363AE5F954}"/>
                </a:ext>
              </a:extLst>
            </p:cNvPr>
            <p:cNvSpPr>
              <a:spLocks noChangeAspect="1"/>
            </p:cNvSpPr>
            <p:nvPr/>
          </p:nvSpPr>
          <p:spPr>
            <a:xfrm>
              <a:off x="10541634" y="4593392"/>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13</a:t>
              </a:r>
              <a:endParaRPr lang="fr-FR" sz="1600" b="1" noProof="0" dirty="0">
                <a:latin typeface="Barlow" panose="00000500000000000000" pitchFamily="2" charset="0"/>
              </a:endParaRPr>
            </a:p>
          </p:txBody>
        </p:sp>
        <p:cxnSp>
          <p:nvCxnSpPr>
            <p:cNvPr id="130" name="Connecteur droit avec flèche 129">
              <a:extLst>
                <a:ext uri="{FF2B5EF4-FFF2-40B4-BE49-F238E27FC236}">
                  <a16:creationId xmlns:a16="http://schemas.microsoft.com/office/drawing/2014/main" id="{8FCA84B9-E4A1-7F80-EBEB-1ECB39587245}"/>
                </a:ext>
              </a:extLst>
            </p:cNvPr>
            <p:cNvCxnSpPr>
              <a:cxnSpLocks/>
              <a:stCxn id="129" idx="0"/>
              <a:endCxn id="48" idx="2"/>
            </p:cNvCxnSpPr>
            <p:nvPr/>
          </p:nvCxnSpPr>
          <p:spPr>
            <a:xfrm flipV="1">
              <a:off x="10685634" y="4450994"/>
              <a:ext cx="0" cy="142398"/>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31" name="Ellipse 130">
              <a:extLst>
                <a:ext uri="{FF2B5EF4-FFF2-40B4-BE49-F238E27FC236}">
                  <a16:creationId xmlns:a16="http://schemas.microsoft.com/office/drawing/2014/main" id="{35C3FBCE-E010-DC02-1BEE-A718BBCD36C2}"/>
                </a:ext>
              </a:extLst>
            </p:cNvPr>
            <p:cNvSpPr>
              <a:spLocks noChangeAspect="1"/>
            </p:cNvSpPr>
            <p:nvPr/>
          </p:nvSpPr>
          <p:spPr>
            <a:xfrm>
              <a:off x="11203578" y="4593392"/>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600" b="1" noProof="0" dirty="0">
                  <a:latin typeface="Barlow" panose="00000500000000000000" pitchFamily="2" charset="0"/>
                </a:rPr>
                <a:t>14</a:t>
              </a:r>
            </a:p>
          </p:txBody>
        </p:sp>
        <p:cxnSp>
          <p:nvCxnSpPr>
            <p:cNvPr id="132" name="Connecteur droit avec flèche 131">
              <a:extLst>
                <a:ext uri="{FF2B5EF4-FFF2-40B4-BE49-F238E27FC236}">
                  <a16:creationId xmlns:a16="http://schemas.microsoft.com/office/drawing/2014/main" id="{CB373D76-A0A9-4CB3-4A73-580DA92BBC01}"/>
                </a:ext>
              </a:extLst>
            </p:cNvPr>
            <p:cNvCxnSpPr>
              <a:cxnSpLocks/>
              <a:stCxn id="131" idx="0"/>
              <a:endCxn id="46" idx="2"/>
            </p:cNvCxnSpPr>
            <p:nvPr/>
          </p:nvCxnSpPr>
          <p:spPr>
            <a:xfrm flipV="1">
              <a:off x="11347578" y="4448456"/>
              <a:ext cx="0" cy="144936"/>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211" name="Ellipse 210">
              <a:extLst>
                <a:ext uri="{FF2B5EF4-FFF2-40B4-BE49-F238E27FC236}">
                  <a16:creationId xmlns:a16="http://schemas.microsoft.com/office/drawing/2014/main" id="{00F03214-F8E9-D726-529F-C8D553B84EB9}"/>
                </a:ext>
              </a:extLst>
            </p:cNvPr>
            <p:cNvSpPr>
              <a:spLocks noChangeAspect="1"/>
            </p:cNvSpPr>
            <p:nvPr/>
          </p:nvSpPr>
          <p:spPr>
            <a:xfrm>
              <a:off x="11785817" y="3664483"/>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15</a:t>
              </a:r>
              <a:endParaRPr lang="fr-FR" sz="1600" b="1" noProof="0" dirty="0">
                <a:latin typeface="Barlow" panose="00000500000000000000" pitchFamily="2" charset="0"/>
              </a:endParaRPr>
            </a:p>
          </p:txBody>
        </p:sp>
        <p:cxnSp>
          <p:nvCxnSpPr>
            <p:cNvPr id="212" name="Connecteur droit avec flèche 211">
              <a:extLst>
                <a:ext uri="{FF2B5EF4-FFF2-40B4-BE49-F238E27FC236}">
                  <a16:creationId xmlns:a16="http://schemas.microsoft.com/office/drawing/2014/main" id="{52F35BBC-8596-85E4-D2AC-D26EF65DF294}"/>
                </a:ext>
              </a:extLst>
            </p:cNvPr>
            <p:cNvCxnSpPr>
              <a:cxnSpLocks/>
              <a:stCxn id="211" idx="2"/>
              <a:endCxn id="45" idx="3"/>
            </p:cNvCxnSpPr>
            <p:nvPr/>
          </p:nvCxnSpPr>
          <p:spPr>
            <a:xfrm flipH="1">
              <a:off x="11509469" y="3808483"/>
              <a:ext cx="276348" cy="0"/>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9FFD5995-9A2F-A775-4620-288D67F61936}"/>
                </a:ext>
              </a:extLst>
            </p:cNvPr>
            <p:cNvSpPr/>
            <p:nvPr/>
          </p:nvSpPr>
          <p:spPr>
            <a:xfrm>
              <a:off x="9000378" y="4246089"/>
              <a:ext cx="530794" cy="201064"/>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9" name="Ellipse 28">
              <a:extLst>
                <a:ext uri="{FF2B5EF4-FFF2-40B4-BE49-F238E27FC236}">
                  <a16:creationId xmlns:a16="http://schemas.microsoft.com/office/drawing/2014/main" id="{EBBF2293-EB52-2EA8-86AF-67F8603C2C6B}"/>
                </a:ext>
              </a:extLst>
            </p:cNvPr>
            <p:cNvSpPr>
              <a:spLocks noChangeAspect="1"/>
            </p:cNvSpPr>
            <p:nvPr/>
          </p:nvSpPr>
          <p:spPr>
            <a:xfrm>
              <a:off x="9121775" y="4593392"/>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11</a:t>
              </a:r>
              <a:endParaRPr lang="fr-FR" sz="1600" b="1" noProof="0" dirty="0">
                <a:latin typeface="Barlow" panose="00000500000000000000" pitchFamily="2" charset="0"/>
              </a:endParaRPr>
            </a:p>
          </p:txBody>
        </p:sp>
        <p:cxnSp>
          <p:nvCxnSpPr>
            <p:cNvPr id="35" name="Connecteur droit avec flèche 34">
              <a:extLst>
                <a:ext uri="{FF2B5EF4-FFF2-40B4-BE49-F238E27FC236}">
                  <a16:creationId xmlns:a16="http://schemas.microsoft.com/office/drawing/2014/main" id="{3D00D8C6-7045-CBCD-73F6-C20BE5BAF9AB}"/>
                </a:ext>
              </a:extLst>
            </p:cNvPr>
            <p:cNvCxnSpPr>
              <a:cxnSpLocks/>
              <a:stCxn id="29" idx="0"/>
              <a:endCxn id="28" idx="2"/>
            </p:cNvCxnSpPr>
            <p:nvPr/>
          </p:nvCxnSpPr>
          <p:spPr>
            <a:xfrm flipV="1">
              <a:off x="9265775" y="4447153"/>
              <a:ext cx="0" cy="146239"/>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79" name="Groupe 78">
            <a:extLst>
              <a:ext uri="{FF2B5EF4-FFF2-40B4-BE49-F238E27FC236}">
                <a16:creationId xmlns:a16="http://schemas.microsoft.com/office/drawing/2014/main" id="{5FA3C2B0-C3ED-552C-5992-FAF4E97C8286}"/>
              </a:ext>
            </a:extLst>
          </p:cNvPr>
          <p:cNvGrpSpPr/>
          <p:nvPr/>
        </p:nvGrpSpPr>
        <p:grpSpPr>
          <a:xfrm>
            <a:off x="458553" y="4527966"/>
            <a:ext cx="3429376" cy="557747"/>
            <a:chOff x="6718452" y="1719483"/>
            <a:chExt cx="3429376" cy="557747"/>
          </a:xfrm>
        </p:grpSpPr>
        <p:grpSp>
          <p:nvGrpSpPr>
            <p:cNvPr id="80" name="Groupe 79">
              <a:extLst>
                <a:ext uri="{FF2B5EF4-FFF2-40B4-BE49-F238E27FC236}">
                  <a16:creationId xmlns:a16="http://schemas.microsoft.com/office/drawing/2014/main" id="{E8E91DDD-81BD-522E-0BC4-0B9198CF8F90}"/>
                </a:ext>
              </a:extLst>
            </p:cNvPr>
            <p:cNvGrpSpPr/>
            <p:nvPr/>
          </p:nvGrpSpPr>
          <p:grpSpPr>
            <a:xfrm>
              <a:off x="6718452" y="1719483"/>
              <a:ext cx="3429376" cy="557747"/>
              <a:chOff x="5346700" y="1873408"/>
              <a:chExt cx="3429376" cy="557747"/>
            </a:xfrm>
          </p:grpSpPr>
          <p:sp>
            <p:nvSpPr>
              <p:cNvPr id="82" name="Rectangle : coins arrondis 81">
                <a:extLst>
                  <a:ext uri="{FF2B5EF4-FFF2-40B4-BE49-F238E27FC236}">
                    <a16:creationId xmlns:a16="http://schemas.microsoft.com/office/drawing/2014/main" id="{26D082F8-BF9D-40CD-D5D6-274370AB14A3}"/>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83" name="Rectangle : coins arrondis 82">
                <a:extLst>
                  <a:ext uri="{FF2B5EF4-FFF2-40B4-BE49-F238E27FC236}">
                    <a16:creationId xmlns:a16="http://schemas.microsoft.com/office/drawing/2014/main" id="{6E244335-ED8B-753D-F5C6-6458E181CF35}"/>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Ins="72000"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Catégories d'âge: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Affiche la catégorie d'âge dans le cartouche du combat.</a:t>
                </a:r>
              </a:p>
            </p:txBody>
          </p:sp>
          <p:cxnSp>
            <p:nvCxnSpPr>
              <p:cNvPr id="84" name="Connecteur droit 83">
                <a:extLst>
                  <a:ext uri="{FF2B5EF4-FFF2-40B4-BE49-F238E27FC236}">
                    <a16:creationId xmlns:a16="http://schemas.microsoft.com/office/drawing/2014/main" id="{318D7473-1A49-932B-1E8F-5E7859109443}"/>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81" name="Ellipse 80">
              <a:extLst>
                <a:ext uri="{FF2B5EF4-FFF2-40B4-BE49-F238E27FC236}">
                  <a16:creationId xmlns:a16="http://schemas.microsoft.com/office/drawing/2014/main" id="{738AFADB-E50A-F600-4986-599D6E0339E3}"/>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11</a:t>
              </a:r>
              <a:endParaRPr lang="fr-FR" sz="1600" b="1" noProof="0" dirty="0"/>
            </a:p>
          </p:txBody>
        </p:sp>
      </p:grpSp>
    </p:spTree>
    <p:extLst>
      <p:ext uri="{BB962C8B-B14F-4D97-AF65-F5344CB8AC3E}">
        <p14:creationId xmlns:p14="http://schemas.microsoft.com/office/powerpoint/2010/main" val="37025131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51AA81-A5DF-3A18-38B6-020B45588EFC}"/>
              </a:ext>
            </a:extLst>
          </p:cNvPr>
          <p:cNvSpPr>
            <a:spLocks noGrp="1"/>
          </p:cNvSpPr>
          <p:nvPr>
            <p:ph type="title"/>
          </p:nvPr>
        </p:nvSpPr>
        <p:spPr>
          <a:xfrm>
            <a:off x="982242" y="633980"/>
            <a:ext cx="10922118" cy="528400"/>
          </a:xfrm>
        </p:spPr>
        <p:txBody>
          <a:bodyPr/>
          <a:lstStyle/>
          <a:p>
            <a:r>
              <a:rPr lang="fr-FR" cap="all" noProof="0" dirty="0"/>
              <a:t>é</a:t>
            </a:r>
            <a:r>
              <a:rPr lang="fr-FR" noProof="0" dirty="0"/>
              <a:t>cran de Configuration – Recherche d’équipements </a:t>
            </a:r>
          </a:p>
        </p:txBody>
      </p:sp>
      <p:sp>
        <p:nvSpPr>
          <p:cNvPr id="4" name="Espace réservé du texte 3">
            <a:extLst>
              <a:ext uri="{FF2B5EF4-FFF2-40B4-BE49-F238E27FC236}">
                <a16:creationId xmlns:a16="http://schemas.microsoft.com/office/drawing/2014/main" id="{6BDCEFA8-59A6-33CC-D69F-6DDA6E4D9636}"/>
              </a:ext>
            </a:extLst>
          </p:cNvPr>
          <p:cNvSpPr>
            <a:spLocks noGrp="1"/>
          </p:cNvSpPr>
          <p:nvPr>
            <p:ph type="body" sz="quarter" idx="15"/>
          </p:nvPr>
        </p:nvSpPr>
        <p:spPr/>
        <p:txBody>
          <a:bodyPr/>
          <a:lstStyle/>
          <a:p>
            <a:r>
              <a:rPr lang="fr-FR" cap="all" noProof="0" dirty="0"/>
              <a:t>é</a:t>
            </a:r>
            <a:r>
              <a:rPr lang="fr-FR" noProof="0" dirty="0"/>
              <a:t>crans &amp; fonctionnalités</a:t>
            </a:r>
          </a:p>
        </p:txBody>
      </p:sp>
      <p:sp>
        <p:nvSpPr>
          <p:cNvPr id="39" name="ZoneTexte 38">
            <a:extLst>
              <a:ext uri="{FF2B5EF4-FFF2-40B4-BE49-F238E27FC236}">
                <a16:creationId xmlns:a16="http://schemas.microsoft.com/office/drawing/2014/main" id="{BB393407-BC91-70D6-CED7-FC16418FBB60}"/>
              </a:ext>
            </a:extLst>
          </p:cNvPr>
          <p:cNvSpPr txBox="1"/>
          <p:nvPr/>
        </p:nvSpPr>
        <p:spPr>
          <a:xfrm>
            <a:off x="-107150" y="6234932"/>
            <a:ext cx="11537963" cy="400110"/>
          </a:xfrm>
          <a:prstGeom prst="rect">
            <a:avLst/>
          </a:prstGeom>
          <a:noFill/>
        </p:spPr>
        <p:txBody>
          <a:bodyPr wrap="square">
            <a:spAutoFit/>
          </a:bodyPr>
          <a:lstStyle/>
          <a:p>
            <a:pPr marL="101598" indent="0">
              <a:buNone/>
            </a:pPr>
            <a:r>
              <a:rPr lang="fr-FR" sz="1400" b="1" i="1" noProof="0" dirty="0"/>
              <a:t>Note</a:t>
            </a:r>
            <a:r>
              <a:rPr lang="fr-FR" sz="1400" i="1" noProof="0" dirty="0"/>
              <a:t> :</a:t>
            </a:r>
            <a:r>
              <a:rPr lang="fr-FR" sz="2000" i="1" noProof="0" dirty="0"/>
              <a:t> </a:t>
            </a:r>
            <a:r>
              <a:rPr lang="fr-FR" sz="1200" i="1" noProof="0" dirty="0">
                <a:solidFill>
                  <a:schemeClr val="tx1">
                    <a:lumMod val="85000"/>
                    <a:lumOff val="15000"/>
                  </a:schemeClr>
                </a:solidFill>
                <a:latin typeface="Barlow"/>
              </a:rPr>
              <a:t>Le type de l’équipement est déduit des caractéristiques réseaux détectés et peut dont être erroné.</a:t>
            </a:r>
          </a:p>
        </p:txBody>
      </p:sp>
      <p:grpSp>
        <p:nvGrpSpPr>
          <p:cNvPr id="59" name="Groupe 58">
            <a:extLst>
              <a:ext uri="{FF2B5EF4-FFF2-40B4-BE49-F238E27FC236}">
                <a16:creationId xmlns:a16="http://schemas.microsoft.com/office/drawing/2014/main" id="{A2E538D1-CA02-6ECA-F9B5-269E98319ECC}"/>
              </a:ext>
            </a:extLst>
          </p:cNvPr>
          <p:cNvGrpSpPr/>
          <p:nvPr/>
        </p:nvGrpSpPr>
        <p:grpSpPr>
          <a:xfrm>
            <a:off x="8286656" y="1394800"/>
            <a:ext cx="3429376" cy="360000"/>
            <a:chOff x="5346700" y="1891328"/>
            <a:chExt cx="3429376" cy="360000"/>
          </a:xfrm>
        </p:grpSpPr>
        <p:sp>
          <p:nvSpPr>
            <p:cNvPr id="60" name="Rectangle : coins arrondis 59">
              <a:extLst>
                <a:ext uri="{FF2B5EF4-FFF2-40B4-BE49-F238E27FC236}">
                  <a16:creationId xmlns:a16="http://schemas.microsoft.com/office/drawing/2014/main" id="{5385E7EB-3A6A-4AF8-D790-75A5847693AF}"/>
                </a:ext>
              </a:extLst>
            </p:cNvPr>
            <p:cNvSpPr/>
            <p:nvPr/>
          </p:nvSpPr>
          <p:spPr>
            <a:xfrm>
              <a:off x="5346701" y="1891328"/>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61" name="Rectangle : coins arrondis 60">
              <a:extLst>
                <a:ext uri="{FF2B5EF4-FFF2-40B4-BE49-F238E27FC236}">
                  <a16:creationId xmlns:a16="http://schemas.microsoft.com/office/drawing/2014/main" id="{1C1CD219-3F24-8575-856C-D90D4F29CCF1}"/>
                </a:ext>
              </a:extLst>
            </p:cNvPr>
            <p:cNvSpPr/>
            <p:nvPr/>
          </p:nvSpPr>
          <p:spPr>
            <a:xfrm>
              <a:off x="5680076" y="1891328"/>
              <a:ext cx="3096000"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err="1">
                  <a:solidFill>
                    <a:schemeClr val="tx1">
                      <a:lumMod val="85000"/>
                      <a:lumOff val="15000"/>
                    </a:schemeClr>
                  </a:solidFill>
                  <a:latin typeface="Barlow" panose="00000500000000000000" pitchFamily="2" charset="0"/>
                  <a:cs typeface="Segoe UI" panose="020B0502040204020203" pitchFamily="34" charset="0"/>
                </a:rPr>
                <a:t>Hostname</a:t>
              </a:r>
              <a:r>
                <a:rPr lang="fr-FR" sz="1200" b="1" noProof="0" dirty="0">
                  <a:solidFill>
                    <a:schemeClr val="tx1">
                      <a:lumMod val="85000"/>
                      <a:lumOff val="15000"/>
                    </a:schemeClr>
                  </a:solidFill>
                  <a:latin typeface="Barlow" panose="00000500000000000000" pitchFamily="2" charset="0"/>
                  <a:cs typeface="Segoe UI" panose="020B0502040204020203" pitchFamily="34" charset="0"/>
                </a:rPr>
                <a:t>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Nom d’hôte de l’équipement.</a:t>
              </a:r>
            </a:p>
          </p:txBody>
        </p:sp>
        <p:sp>
          <p:nvSpPr>
            <p:cNvPr id="62" name="Rectangle 61">
              <a:extLst>
                <a:ext uri="{FF2B5EF4-FFF2-40B4-BE49-F238E27FC236}">
                  <a16:creationId xmlns:a16="http://schemas.microsoft.com/office/drawing/2014/main" id="{1404FF16-5681-8D94-1964-D52522BDEED1}"/>
                </a:ext>
              </a:extLst>
            </p:cNvPr>
            <p:cNvSpPr>
              <a:spLocks noChangeAspect="1"/>
            </p:cNvSpPr>
            <p:nvPr/>
          </p:nvSpPr>
          <p:spPr>
            <a:xfrm>
              <a:off x="5408816" y="1927328"/>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C</a:t>
              </a:r>
            </a:p>
          </p:txBody>
        </p:sp>
        <p:cxnSp>
          <p:nvCxnSpPr>
            <p:cNvPr id="63" name="Connecteur droit 62">
              <a:extLst>
                <a:ext uri="{FF2B5EF4-FFF2-40B4-BE49-F238E27FC236}">
                  <a16:creationId xmlns:a16="http://schemas.microsoft.com/office/drawing/2014/main" id="{1E24BB6D-B6F5-2882-2D50-FD012A094F2C}"/>
                </a:ext>
              </a:extLst>
            </p:cNvPr>
            <p:cNvCxnSpPr>
              <a:cxnSpLocks/>
            </p:cNvCxnSpPr>
            <p:nvPr/>
          </p:nvCxnSpPr>
          <p:spPr>
            <a:xfrm>
              <a:off x="5346700" y="1891328"/>
              <a:ext cx="0" cy="36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69" name="Groupe 68">
            <a:extLst>
              <a:ext uri="{FF2B5EF4-FFF2-40B4-BE49-F238E27FC236}">
                <a16:creationId xmlns:a16="http://schemas.microsoft.com/office/drawing/2014/main" id="{165AB8DD-2DF8-8C26-DC65-84EED43AA94A}"/>
              </a:ext>
            </a:extLst>
          </p:cNvPr>
          <p:cNvGrpSpPr/>
          <p:nvPr/>
        </p:nvGrpSpPr>
        <p:grpSpPr>
          <a:xfrm>
            <a:off x="462556" y="1295927"/>
            <a:ext cx="3429376" cy="557747"/>
            <a:chOff x="5346700" y="1873408"/>
            <a:chExt cx="3429376" cy="557747"/>
          </a:xfrm>
        </p:grpSpPr>
        <p:sp>
          <p:nvSpPr>
            <p:cNvPr id="70" name="Rectangle : coins arrondis 69">
              <a:extLst>
                <a:ext uri="{FF2B5EF4-FFF2-40B4-BE49-F238E27FC236}">
                  <a16:creationId xmlns:a16="http://schemas.microsoft.com/office/drawing/2014/main" id="{9658DAD6-EC7D-BD53-02FE-E754AF12A6D2}"/>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71" name="Rectangle : coins arrondis 70">
              <a:extLst>
                <a:ext uri="{FF2B5EF4-FFF2-40B4-BE49-F238E27FC236}">
                  <a16:creationId xmlns:a16="http://schemas.microsoft.com/office/drawing/2014/main" id="{80863017-CCC6-8390-EA23-95EF0364B3B1}"/>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Réseau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Information sur le réseau sélectionné.</a:t>
              </a:r>
            </a:p>
          </p:txBody>
        </p:sp>
        <p:sp>
          <p:nvSpPr>
            <p:cNvPr id="72" name="Rectangle 71">
              <a:extLst>
                <a:ext uri="{FF2B5EF4-FFF2-40B4-BE49-F238E27FC236}">
                  <a16:creationId xmlns:a16="http://schemas.microsoft.com/office/drawing/2014/main" id="{9B143A8B-295D-AC7D-76C1-F42F8A011AAD}"/>
                </a:ext>
              </a:extLst>
            </p:cNvPr>
            <p:cNvSpPr>
              <a:spLocks noChangeAspect="1"/>
            </p:cNvSpPr>
            <p:nvPr/>
          </p:nvSpPr>
          <p:spPr>
            <a:xfrm>
              <a:off x="5408816" y="2010394"/>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73" name="Connecteur droit 72">
              <a:extLst>
                <a:ext uri="{FF2B5EF4-FFF2-40B4-BE49-F238E27FC236}">
                  <a16:creationId xmlns:a16="http://schemas.microsoft.com/office/drawing/2014/main" id="{108D53CF-2427-A418-708F-101D6224CAA5}"/>
                </a:ext>
              </a:extLst>
            </p:cNvPr>
            <p:cNvCxnSpPr/>
            <p:nvPr/>
          </p:nvCxnSpPr>
          <p:spPr>
            <a:xfrm>
              <a:off x="5346700" y="1876755"/>
              <a:ext cx="0" cy="5544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74" name="Groupe 73">
            <a:extLst>
              <a:ext uri="{FF2B5EF4-FFF2-40B4-BE49-F238E27FC236}">
                <a16:creationId xmlns:a16="http://schemas.microsoft.com/office/drawing/2014/main" id="{A4F5C3C4-C24B-BF33-A3B5-948205A7CA96}"/>
              </a:ext>
            </a:extLst>
          </p:cNvPr>
          <p:cNvGrpSpPr/>
          <p:nvPr/>
        </p:nvGrpSpPr>
        <p:grpSpPr>
          <a:xfrm>
            <a:off x="462556" y="2657554"/>
            <a:ext cx="3429376" cy="557747"/>
            <a:chOff x="5346700" y="1873408"/>
            <a:chExt cx="3429376" cy="557747"/>
          </a:xfrm>
        </p:grpSpPr>
        <p:sp>
          <p:nvSpPr>
            <p:cNvPr id="75" name="Rectangle : coins arrondis 74">
              <a:extLst>
                <a:ext uri="{FF2B5EF4-FFF2-40B4-BE49-F238E27FC236}">
                  <a16:creationId xmlns:a16="http://schemas.microsoft.com/office/drawing/2014/main" id="{1AAB8817-6C95-8BD4-CA7E-BF7D22A01F0E}"/>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76" name="Rectangle : coins arrondis 75">
              <a:extLst>
                <a:ext uri="{FF2B5EF4-FFF2-40B4-BE49-F238E27FC236}">
                  <a16:creationId xmlns:a16="http://schemas.microsoft.com/office/drawing/2014/main" id="{A77A1CF2-1617-2413-86C5-D2EC40A355A0}"/>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Adresse mac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Adresse MAC de la carte de l’équipement.</a:t>
              </a:r>
            </a:p>
          </p:txBody>
        </p:sp>
        <p:sp>
          <p:nvSpPr>
            <p:cNvPr id="77" name="Rectangle 76">
              <a:extLst>
                <a:ext uri="{FF2B5EF4-FFF2-40B4-BE49-F238E27FC236}">
                  <a16:creationId xmlns:a16="http://schemas.microsoft.com/office/drawing/2014/main" id="{03A5FE91-92FE-9F03-378B-56641EE9DBBB}"/>
                </a:ext>
              </a:extLst>
            </p:cNvPr>
            <p:cNvSpPr>
              <a:spLocks noChangeAspect="1"/>
            </p:cNvSpPr>
            <p:nvPr/>
          </p:nvSpPr>
          <p:spPr>
            <a:xfrm>
              <a:off x="5408816" y="2010394"/>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E</a:t>
              </a:r>
            </a:p>
          </p:txBody>
        </p:sp>
        <p:cxnSp>
          <p:nvCxnSpPr>
            <p:cNvPr id="78" name="Connecteur droit 77">
              <a:extLst>
                <a:ext uri="{FF2B5EF4-FFF2-40B4-BE49-F238E27FC236}">
                  <a16:creationId xmlns:a16="http://schemas.microsoft.com/office/drawing/2014/main" id="{57FDFA7C-DF26-E7B0-C18C-50571359B1B7}"/>
                </a:ext>
              </a:extLst>
            </p:cNvPr>
            <p:cNvCxnSpPr/>
            <p:nvPr/>
          </p:nvCxnSpPr>
          <p:spPr>
            <a:xfrm>
              <a:off x="5346700" y="1876755"/>
              <a:ext cx="0" cy="5544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79" name="Groupe 78">
            <a:extLst>
              <a:ext uri="{FF2B5EF4-FFF2-40B4-BE49-F238E27FC236}">
                <a16:creationId xmlns:a16="http://schemas.microsoft.com/office/drawing/2014/main" id="{6BB30D39-A8A2-EF80-039A-1CB60FF837BA}"/>
              </a:ext>
            </a:extLst>
          </p:cNvPr>
          <p:cNvGrpSpPr/>
          <p:nvPr/>
        </p:nvGrpSpPr>
        <p:grpSpPr>
          <a:xfrm>
            <a:off x="462556" y="2075614"/>
            <a:ext cx="3429376" cy="360000"/>
            <a:chOff x="5346700" y="1891328"/>
            <a:chExt cx="3429376" cy="360000"/>
          </a:xfrm>
        </p:grpSpPr>
        <p:sp>
          <p:nvSpPr>
            <p:cNvPr id="80" name="Rectangle : coins arrondis 79">
              <a:extLst>
                <a:ext uri="{FF2B5EF4-FFF2-40B4-BE49-F238E27FC236}">
                  <a16:creationId xmlns:a16="http://schemas.microsoft.com/office/drawing/2014/main" id="{5D6C215C-0F3E-DCCB-B7BA-7A65DCCF8AAF}"/>
                </a:ext>
              </a:extLst>
            </p:cNvPr>
            <p:cNvSpPr/>
            <p:nvPr/>
          </p:nvSpPr>
          <p:spPr>
            <a:xfrm>
              <a:off x="5346701" y="1891328"/>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81" name="Rectangle : coins arrondis 80">
              <a:extLst>
                <a:ext uri="{FF2B5EF4-FFF2-40B4-BE49-F238E27FC236}">
                  <a16:creationId xmlns:a16="http://schemas.microsoft.com/office/drawing/2014/main" id="{DBFA0483-967C-0B39-6E47-B3E69FE8C72C}"/>
                </a:ext>
              </a:extLst>
            </p:cNvPr>
            <p:cNvSpPr/>
            <p:nvPr/>
          </p:nvSpPr>
          <p:spPr>
            <a:xfrm>
              <a:off x="5680076" y="1891328"/>
              <a:ext cx="3096000"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Type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Type déduit de l’équipement.</a:t>
              </a:r>
            </a:p>
          </p:txBody>
        </p:sp>
        <p:sp>
          <p:nvSpPr>
            <p:cNvPr id="82" name="Rectangle 81">
              <a:extLst>
                <a:ext uri="{FF2B5EF4-FFF2-40B4-BE49-F238E27FC236}">
                  <a16:creationId xmlns:a16="http://schemas.microsoft.com/office/drawing/2014/main" id="{376073AD-1C20-0FED-4EDA-CF9DDE884BFC}"/>
                </a:ext>
              </a:extLst>
            </p:cNvPr>
            <p:cNvSpPr>
              <a:spLocks noChangeAspect="1"/>
            </p:cNvSpPr>
            <p:nvPr/>
          </p:nvSpPr>
          <p:spPr>
            <a:xfrm>
              <a:off x="5408816" y="1927328"/>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D</a:t>
              </a:r>
            </a:p>
          </p:txBody>
        </p:sp>
        <p:cxnSp>
          <p:nvCxnSpPr>
            <p:cNvPr id="83" name="Connecteur droit 82">
              <a:extLst>
                <a:ext uri="{FF2B5EF4-FFF2-40B4-BE49-F238E27FC236}">
                  <a16:creationId xmlns:a16="http://schemas.microsoft.com/office/drawing/2014/main" id="{FAD02854-809C-9529-8C07-36CA8211FF5C}"/>
                </a:ext>
              </a:extLst>
            </p:cNvPr>
            <p:cNvCxnSpPr>
              <a:cxnSpLocks/>
            </p:cNvCxnSpPr>
            <p:nvPr/>
          </p:nvCxnSpPr>
          <p:spPr>
            <a:xfrm>
              <a:off x="5346700" y="1891328"/>
              <a:ext cx="0" cy="36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115" name="Groupe 114">
            <a:extLst>
              <a:ext uri="{FF2B5EF4-FFF2-40B4-BE49-F238E27FC236}">
                <a16:creationId xmlns:a16="http://schemas.microsoft.com/office/drawing/2014/main" id="{8A98BF01-3C05-1DE5-F9B7-F033E36811E9}"/>
              </a:ext>
            </a:extLst>
          </p:cNvPr>
          <p:cNvGrpSpPr/>
          <p:nvPr/>
        </p:nvGrpSpPr>
        <p:grpSpPr>
          <a:xfrm>
            <a:off x="462556" y="3437241"/>
            <a:ext cx="3429376" cy="557747"/>
            <a:chOff x="6718452" y="1719483"/>
            <a:chExt cx="3429376" cy="557747"/>
          </a:xfrm>
        </p:grpSpPr>
        <p:grpSp>
          <p:nvGrpSpPr>
            <p:cNvPr id="116" name="Groupe 115">
              <a:extLst>
                <a:ext uri="{FF2B5EF4-FFF2-40B4-BE49-F238E27FC236}">
                  <a16:creationId xmlns:a16="http://schemas.microsoft.com/office/drawing/2014/main" id="{207FFA1E-9CBE-3B60-08E7-5DFCC69DD72F}"/>
                </a:ext>
              </a:extLst>
            </p:cNvPr>
            <p:cNvGrpSpPr/>
            <p:nvPr/>
          </p:nvGrpSpPr>
          <p:grpSpPr>
            <a:xfrm>
              <a:off x="6718452" y="1719483"/>
              <a:ext cx="3429376" cy="557747"/>
              <a:chOff x="5346700" y="1873408"/>
              <a:chExt cx="3429376" cy="557747"/>
            </a:xfrm>
          </p:grpSpPr>
          <p:sp>
            <p:nvSpPr>
              <p:cNvPr id="118" name="Rectangle : coins arrondis 117">
                <a:extLst>
                  <a:ext uri="{FF2B5EF4-FFF2-40B4-BE49-F238E27FC236}">
                    <a16:creationId xmlns:a16="http://schemas.microsoft.com/office/drawing/2014/main" id="{2987A1A0-9751-5B4F-A294-8C381B677777}"/>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19" name="Rectangle : coins arrondis 118">
                <a:extLst>
                  <a:ext uri="{FF2B5EF4-FFF2-40B4-BE49-F238E27FC236}">
                    <a16:creationId xmlns:a16="http://schemas.microsoft.com/office/drawing/2014/main" id="{030D5708-8FCF-17AB-A3C0-BD56C7203AAF}"/>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Interface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Sélectionne l’interface à scanner.</a:t>
                </a:r>
              </a:p>
            </p:txBody>
          </p:sp>
          <p:cxnSp>
            <p:nvCxnSpPr>
              <p:cNvPr id="120" name="Connecteur droit 119">
                <a:extLst>
                  <a:ext uri="{FF2B5EF4-FFF2-40B4-BE49-F238E27FC236}">
                    <a16:creationId xmlns:a16="http://schemas.microsoft.com/office/drawing/2014/main" id="{7AD5A000-C8BC-8F75-B3E5-4003F1FF6AEF}"/>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17" name="Ellipse 116">
              <a:extLst>
                <a:ext uri="{FF2B5EF4-FFF2-40B4-BE49-F238E27FC236}">
                  <a16:creationId xmlns:a16="http://schemas.microsoft.com/office/drawing/2014/main" id="{CC57898A-86C2-8113-450D-21219D031E0C}"/>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a:t>
              </a:r>
              <a:endParaRPr lang="fr-FR" sz="1600" b="1" noProof="0" dirty="0"/>
            </a:p>
          </p:txBody>
        </p:sp>
      </p:grpSp>
      <p:grpSp>
        <p:nvGrpSpPr>
          <p:cNvPr id="126" name="Groupe 125">
            <a:extLst>
              <a:ext uri="{FF2B5EF4-FFF2-40B4-BE49-F238E27FC236}">
                <a16:creationId xmlns:a16="http://schemas.microsoft.com/office/drawing/2014/main" id="{235C517C-7373-B5D0-FA6E-3E42FE4B2765}"/>
              </a:ext>
            </a:extLst>
          </p:cNvPr>
          <p:cNvGrpSpPr/>
          <p:nvPr/>
        </p:nvGrpSpPr>
        <p:grpSpPr>
          <a:xfrm>
            <a:off x="462556" y="4216928"/>
            <a:ext cx="3429376" cy="557747"/>
            <a:chOff x="6718452" y="1719483"/>
            <a:chExt cx="3429376" cy="557747"/>
          </a:xfrm>
        </p:grpSpPr>
        <p:grpSp>
          <p:nvGrpSpPr>
            <p:cNvPr id="127" name="Groupe 126">
              <a:extLst>
                <a:ext uri="{FF2B5EF4-FFF2-40B4-BE49-F238E27FC236}">
                  <a16:creationId xmlns:a16="http://schemas.microsoft.com/office/drawing/2014/main" id="{891B0C7D-D4C8-79FF-CB69-5092DB902462}"/>
                </a:ext>
              </a:extLst>
            </p:cNvPr>
            <p:cNvGrpSpPr/>
            <p:nvPr/>
          </p:nvGrpSpPr>
          <p:grpSpPr>
            <a:xfrm>
              <a:off x="6718452" y="1719483"/>
              <a:ext cx="3429376" cy="557747"/>
              <a:chOff x="5346700" y="1873408"/>
              <a:chExt cx="3429376" cy="557747"/>
            </a:xfrm>
          </p:grpSpPr>
          <p:sp>
            <p:nvSpPr>
              <p:cNvPr id="129" name="Rectangle : coins arrondis 128">
                <a:extLst>
                  <a:ext uri="{FF2B5EF4-FFF2-40B4-BE49-F238E27FC236}">
                    <a16:creationId xmlns:a16="http://schemas.microsoft.com/office/drawing/2014/main" id="{64375EFE-AA37-0945-F16F-F0B4CCEE09D5}"/>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30" name="Rectangle : coins arrondis 129">
                <a:extLst>
                  <a:ext uri="{FF2B5EF4-FFF2-40B4-BE49-F238E27FC236}">
                    <a16:creationId xmlns:a16="http://schemas.microsoft.com/office/drawing/2014/main" id="{0956815E-5F86-F24A-A253-2499701C3C93}"/>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Rechercher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Lance la recherche d’équipements.</a:t>
                </a:r>
              </a:p>
            </p:txBody>
          </p:sp>
          <p:cxnSp>
            <p:nvCxnSpPr>
              <p:cNvPr id="131" name="Connecteur droit 130">
                <a:extLst>
                  <a:ext uri="{FF2B5EF4-FFF2-40B4-BE49-F238E27FC236}">
                    <a16:creationId xmlns:a16="http://schemas.microsoft.com/office/drawing/2014/main" id="{D938F4D2-C50C-5F39-320B-CABC5C85AA4A}"/>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28" name="Ellipse 127">
              <a:extLst>
                <a:ext uri="{FF2B5EF4-FFF2-40B4-BE49-F238E27FC236}">
                  <a16:creationId xmlns:a16="http://schemas.microsoft.com/office/drawing/2014/main" id="{9B818A90-8977-1B1A-1A09-EA750B20BF2C}"/>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2</a:t>
              </a:r>
              <a:endParaRPr lang="fr-FR" sz="1600" b="1" noProof="0" dirty="0"/>
            </a:p>
          </p:txBody>
        </p:sp>
      </p:grpSp>
      <p:grpSp>
        <p:nvGrpSpPr>
          <p:cNvPr id="132" name="Groupe 131">
            <a:extLst>
              <a:ext uri="{FF2B5EF4-FFF2-40B4-BE49-F238E27FC236}">
                <a16:creationId xmlns:a16="http://schemas.microsoft.com/office/drawing/2014/main" id="{9DFB33DB-ACEE-A5FF-9E07-B00729CCEC93}"/>
              </a:ext>
            </a:extLst>
          </p:cNvPr>
          <p:cNvGrpSpPr/>
          <p:nvPr/>
        </p:nvGrpSpPr>
        <p:grpSpPr>
          <a:xfrm>
            <a:off x="462556" y="4996615"/>
            <a:ext cx="3429376" cy="557747"/>
            <a:chOff x="6718452" y="1719483"/>
            <a:chExt cx="3429376" cy="557747"/>
          </a:xfrm>
        </p:grpSpPr>
        <p:grpSp>
          <p:nvGrpSpPr>
            <p:cNvPr id="133" name="Groupe 132">
              <a:extLst>
                <a:ext uri="{FF2B5EF4-FFF2-40B4-BE49-F238E27FC236}">
                  <a16:creationId xmlns:a16="http://schemas.microsoft.com/office/drawing/2014/main" id="{B1C5BD4C-B74E-0D01-C2E0-56D22AE85A99}"/>
                </a:ext>
              </a:extLst>
            </p:cNvPr>
            <p:cNvGrpSpPr/>
            <p:nvPr/>
          </p:nvGrpSpPr>
          <p:grpSpPr>
            <a:xfrm>
              <a:off x="6718452" y="1719483"/>
              <a:ext cx="3429376" cy="557747"/>
              <a:chOff x="5346700" y="1873408"/>
              <a:chExt cx="3429376" cy="557747"/>
            </a:xfrm>
          </p:grpSpPr>
          <p:sp>
            <p:nvSpPr>
              <p:cNvPr id="135" name="Rectangle : coins arrondis 134">
                <a:extLst>
                  <a:ext uri="{FF2B5EF4-FFF2-40B4-BE49-F238E27FC236}">
                    <a16:creationId xmlns:a16="http://schemas.microsoft.com/office/drawing/2014/main" id="{6D8D78A6-8100-83B8-9CBC-0938FFDE9C16}"/>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36" name="Rectangle : coins arrondis 135">
                <a:extLst>
                  <a:ext uri="{FF2B5EF4-FFF2-40B4-BE49-F238E27FC236}">
                    <a16:creationId xmlns:a16="http://schemas.microsoft.com/office/drawing/2014/main" id="{48076132-958D-5F27-2CC9-0D7566A5CA14}"/>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Arrêter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Arrête la recherche d’équipements (si en cours).</a:t>
                </a:r>
              </a:p>
            </p:txBody>
          </p:sp>
          <p:cxnSp>
            <p:nvCxnSpPr>
              <p:cNvPr id="137" name="Connecteur droit 136">
                <a:extLst>
                  <a:ext uri="{FF2B5EF4-FFF2-40B4-BE49-F238E27FC236}">
                    <a16:creationId xmlns:a16="http://schemas.microsoft.com/office/drawing/2014/main" id="{C5C8DC5D-8518-B8A6-7353-A24AF737F9FB}"/>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34" name="Ellipse 133">
              <a:extLst>
                <a:ext uri="{FF2B5EF4-FFF2-40B4-BE49-F238E27FC236}">
                  <a16:creationId xmlns:a16="http://schemas.microsoft.com/office/drawing/2014/main" id="{F82BAE94-7B35-C180-6336-D567B7B36A03}"/>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3</a:t>
              </a:r>
              <a:endParaRPr lang="fr-FR" sz="1600" b="1" noProof="0" dirty="0"/>
            </a:p>
          </p:txBody>
        </p:sp>
      </p:grpSp>
      <p:grpSp>
        <p:nvGrpSpPr>
          <p:cNvPr id="138" name="Groupe 137">
            <a:extLst>
              <a:ext uri="{FF2B5EF4-FFF2-40B4-BE49-F238E27FC236}">
                <a16:creationId xmlns:a16="http://schemas.microsoft.com/office/drawing/2014/main" id="{8D748F40-7EB6-EF5F-F01F-9ECE1497FB0E}"/>
              </a:ext>
            </a:extLst>
          </p:cNvPr>
          <p:cNvGrpSpPr/>
          <p:nvPr/>
        </p:nvGrpSpPr>
        <p:grpSpPr>
          <a:xfrm>
            <a:off x="462556" y="5776300"/>
            <a:ext cx="3429374" cy="360000"/>
            <a:chOff x="1076957" y="5514260"/>
            <a:chExt cx="3429374" cy="360000"/>
          </a:xfrm>
        </p:grpSpPr>
        <p:sp>
          <p:nvSpPr>
            <p:cNvPr id="139" name="Rectangle : coins arrondis 138">
              <a:extLst>
                <a:ext uri="{FF2B5EF4-FFF2-40B4-BE49-F238E27FC236}">
                  <a16:creationId xmlns:a16="http://schemas.microsoft.com/office/drawing/2014/main" id="{3D310C11-B01E-1057-021D-3FA5975556AB}"/>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40" name="Rectangle : coins arrondis 139">
              <a:extLst>
                <a:ext uri="{FF2B5EF4-FFF2-40B4-BE49-F238E27FC236}">
                  <a16:creationId xmlns:a16="http://schemas.microsoft.com/office/drawing/2014/main" id="{BE8EEE23-49A0-B127-7DF5-E390D409DE76}"/>
                </a:ext>
              </a:extLst>
            </p:cNvPr>
            <p:cNvSpPr/>
            <p:nvPr/>
          </p:nvSpPr>
          <p:spPr>
            <a:xfrm>
              <a:off x="1410331" y="5515015"/>
              <a:ext cx="3096000"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Ins="36000"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Sélection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Sélectionne un équipement.</a:t>
              </a:r>
            </a:p>
          </p:txBody>
        </p:sp>
        <p:cxnSp>
          <p:nvCxnSpPr>
            <p:cNvPr id="141" name="Connecteur droit 140">
              <a:extLst>
                <a:ext uri="{FF2B5EF4-FFF2-40B4-BE49-F238E27FC236}">
                  <a16:creationId xmlns:a16="http://schemas.microsoft.com/office/drawing/2014/main" id="{3AE3E9CD-E23D-05DC-23BC-CA64B1B5891E}"/>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142" name="Ellipse 141">
              <a:extLst>
                <a:ext uri="{FF2B5EF4-FFF2-40B4-BE49-F238E27FC236}">
                  <a16:creationId xmlns:a16="http://schemas.microsoft.com/office/drawing/2014/main" id="{B53A29C0-7086-DA6F-1CC1-812509EB6863}"/>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600" b="1" noProof="0" dirty="0"/>
                <a:t>4</a:t>
              </a:r>
            </a:p>
          </p:txBody>
        </p:sp>
      </p:grpSp>
      <p:grpSp>
        <p:nvGrpSpPr>
          <p:cNvPr id="165" name="Groupe 164">
            <a:extLst>
              <a:ext uri="{FF2B5EF4-FFF2-40B4-BE49-F238E27FC236}">
                <a16:creationId xmlns:a16="http://schemas.microsoft.com/office/drawing/2014/main" id="{63343534-89E4-4033-544C-02C5F1EC21CB}"/>
              </a:ext>
            </a:extLst>
          </p:cNvPr>
          <p:cNvGrpSpPr/>
          <p:nvPr/>
        </p:nvGrpSpPr>
        <p:grpSpPr>
          <a:xfrm>
            <a:off x="5182108" y="1867378"/>
            <a:ext cx="5290601" cy="3704215"/>
            <a:chOff x="3377482" y="1748849"/>
            <a:chExt cx="5290601" cy="3704215"/>
          </a:xfrm>
        </p:grpSpPr>
        <p:pic>
          <p:nvPicPr>
            <p:cNvPr id="31" name="Image 30">
              <a:extLst>
                <a:ext uri="{FF2B5EF4-FFF2-40B4-BE49-F238E27FC236}">
                  <a16:creationId xmlns:a16="http://schemas.microsoft.com/office/drawing/2014/main" id="{C7387CBE-8AB8-9973-93C2-B518A2D7356D}"/>
                </a:ext>
              </a:extLst>
            </p:cNvPr>
            <p:cNvPicPr>
              <a:picLocks noChangeAspect="1"/>
            </p:cNvPicPr>
            <p:nvPr/>
          </p:nvPicPr>
          <p:blipFill>
            <a:blip r:embed="rId2"/>
            <a:stretch>
              <a:fillRect/>
            </a:stretch>
          </p:blipFill>
          <p:spPr>
            <a:xfrm>
              <a:off x="3781753" y="1918940"/>
              <a:ext cx="4482059" cy="3130980"/>
            </a:xfrm>
            <a:prstGeom prst="rect">
              <a:avLst/>
            </a:prstGeom>
          </p:spPr>
        </p:pic>
        <p:sp>
          <p:nvSpPr>
            <p:cNvPr id="15" name="Rectangle 14">
              <a:extLst>
                <a:ext uri="{FF2B5EF4-FFF2-40B4-BE49-F238E27FC236}">
                  <a16:creationId xmlns:a16="http://schemas.microsoft.com/office/drawing/2014/main" id="{26B49485-7BC6-6F10-5232-6F61478DB371}"/>
                </a:ext>
              </a:extLst>
            </p:cNvPr>
            <p:cNvSpPr/>
            <p:nvPr/>
          </p:nvSpPr>
          <p:spPr>
            <a:xfrm>
              <a:off x="5457824" y="4783931"/>
              <a:ext cx="548045" cy="201040"/>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7" name="Rectangle 16">
              <a:extLst>
                <a:ext uri="{FF2B5EF4-FFF2-40B4-BE49-F238E27FC236}">
                  <a16:creationId xmlns:a16="http://schemas.microsoft.com/office/drawing/2014/main" id="{DC0F730F-9019-F9ED-5E5B-934349C181D9}"/>
                </a:ext>
              </a:extLst>
            </p:cNvPr>
            <p:cNvSpPr/>
            <p:nvPr/>
          </p:nvSpPr>
          <p:spPr>
            <a:xfrm>
              <a:off x="4088874" y="3350525"/>
              <a:ext cx="586451" cy="160936"/>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0" name="Rectangle 19">
              <a:extLst>
                <a:ext uri="{FF2B5EF4-FFF2-40B4-BE49-F238E27FC236}">
                  <a16:creationId xmlns:a16="http://schemas.microsoft.com/office/drawing/2014/main" id="{0061C9EA-91E8-100F-45B3-6EF6020CF3A5}"/>
                </a:ext>
              </a:extLst>
            </p:cNvPr>
            <p:cNvSpPr/>
            <p:nvPr/>
          </p:nvSpPr>
          <p:spPr>
            <a:xfrm>
              <a:off x="4392682" y="2411682"/>
              <a:ext cx="2831078" cy="186262"/>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2" name="Rectangle 21">
              <a:extLst>
                <a:ext uri="{FF2B5EF4-FFF2-40B4-BE49-F238E27FC236}">
                  <a16:creationId xmlns:a16="http://schemas.microsoft.com/office/drawing/2014/main" id="{0CAF02E3-789A-F6AE-D6B8-4AEAA56C6F61}"/>
                </a:ext>
              </a:extLst>
            </p:cNvPr>
            <p:cNvSpPr/>
            <p:nvPr/>
          </p:nvSpPr>
          <p:spPr>
            <a:xfrm>
              <a:off x="3911600" y="2895600"/>
              <a:ext cx="661146" cy="212924"/>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4" name="Rectangle 23">
              <a:extLst>
                <a:ext uri="{FF2B5EF4-FFF2-40B4-BE49-F238E27FC236}">
                  <a16:creationId xmlns:a16="http://schemas.microsoft.com/office/drawing/2014/main" id="{C282BC4B-5C5F-B6E8-2259-9EDB31EC06AC}"/>
                </a:ext>
              </a:extLst>
            </p:cNvPr>
            <p:cNvSpPr/>
            <p:nvPr/>
          </p:nvSpPr>
          <p:spPr>
            <a:xfrm>
              <a:off x="4982548" y="2634658"/>
              <a:ext cx="1137265" cy="107527"/>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1" name="Rectangle 10">
              <a:extLst>
                <a:ext uri="{FF2B5EF4-FFF2-40B4-BE49-F238E27FC236}">
                  <a16:creationId xmlns:a16="http://schemas.microsoft.com/office/drawing/2014/main" id="{CDD969C9-C5AD-3E33-5D81-3B62D97C8254}"/>
                </a:ext>
              </a:extLst>
            </p:cNvPr>
            <p:cNvSpPr/>
            <p:nvPr/>
          </p:nvSpPr>
          <p:spPr>
            <a:xfrm>
              <a:off x="3903663" y="3352285"/>
              <a:ext cx="158750" cy="160935"/>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8" name="Rectangle 27">
              <a:extLst>
                <a:ext uri="{FF2B5EF4-FFF2-40B4-BE49-F238E27FC236}">
                  <a16:creationId xmlns:a16="http://schemas.microsoft.com/office/drawing/2014/main" id="{961BEC41-2F3A-1EEE-179C-8209F757A4F5}"/>
                </a:ext>
              </a:extLst>
            </p:cNvPr>
            <p:cNvSpPr/>
            <p:nvPr/>
          </p:nvSpPr>
          <p:spPr>
            <a:xfrm>
              <a:off x="4638675" y="2895600"/>
              <a:ext cx="523876" cy="212924"/>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9" name="Rectangle 28">
              <a:extLst>
                <a:ext uri="{FF2B5EF4-FFF2-40B4-BE49-F238E27FC236}">
                  <a16:creationId xmlns:a16="http://schemas.microsoft.com/office/drawing/2014/main" id="{568A48D4-67BD-378A-C1F4-1F20CEAFAB37}"/>
                </a:ext>
              </a:extLst>
            </p:cNvPr>
            <p:cNvSpPr/>
            <p:nvPr/>
          </p:nvSpPr>
          <p:spPr>
            <a:xfrm>
              <a:off x="6076950" y="4783931"/>
              <a:ext cx="535782" cy="200506"/>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2" name="Rectangle 31">
              <a:extLst>
                <a:ext uri="{FF2B5EF4-FFF2-40B4-BE49-F238E27FC236}">
                  <a16:creationId xmlns:a16="http://schemas.microsoft.com/office/drawing/2014/main" id="{48FAE1FC-8219-7DA4-6817-EC7EDB53BFFB}"/>
                </a:ext>
              </a:extLst>
            </p:cNvPr>
            <p:cNvSpPr/>
            <p:nvPr/>
          </p:nvSpPr>
          <p:spPr>
            <a:xfrm>
              <a:off x="4708025" y="3352284"/>
              <a:ext cx="866481" cy="160936"/>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3" name="Rectangle 32">
              <a:extLst>
                <a:ext uri="{FF2B5EF4-FFF2-40B4-BE49-F238E27FC236}">
                  <a16:creationId xmlns:a16="http://schemas.microsoft.com/office/drawing/2014/main" id="{DCE04C5A-120A-8B7D-B205-BF8F2A2CF2E2}"/>
                </a:ext>
              </a:extLst>
            </p:cNvPr>
            <p:cNvSpPr/>
            <p:nvPr/>
          </p:nvSpPr>
          <p:spPr>
            <a:xfrm>
              <a:off x="5603087" y="3350525"/>
              <a:ext cx="909632" cy="160936"/>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4" name="Rectangle 33">
              <a:extLst>
                <a:ext uri="{FF2B5EF4-FFF2-40B4-BE49-F238E27FC236}">
                  <a16:creationId xmlns:a16="http://schemas.microsoft.com/office/drawing/2014/main" id="{08219BE1-2316-297F-8ED3-D7A55E48893A}"/>
                </a:ext>
              </a:extLst>
            </p:cNvPr>
            <p:cNvSpPr/>
            <p:nvPr/>
          </p:nvSpPr>
          <p:spPr>
            <a:xfrm>
              <a:off x="6541300" y="3350525"/>
              <a:ext cx="682460" cy="160936"/>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2" name="Rectangle 11">
              <a:extLst>
                <a:ext uri="{FF2B5EF4-FFF2-40B4-BE49-F238E27FC236}">
                  <a16:creationId xmlns:a16="http://schemas.microsoft.com/office/drawing/2014/main" id="{22C6ED89-3A02-0465-794B-BAC5AA0923B7}"/>
                </a:ext>
              </a:extLst>
            </p:cNvPr>
            <p:cNvSpPr/>
            <p:nvPr/>
          </p:nvSpPr>
          <p:spPr>
            <a:xfrm>
              <a:off x="4238099" y="3735106"/>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13" name="Connecteur droit avec flèche 12">
              <a:extLst>
                <a:ext uri="{FF2B5EF4-FFF2-40B4-BE49-F238E27FC236}">
                  <a16:creationId xmlns:a16="http://schemas.microsoft.com/office/drawing/2014/main" id="{BF0881BE-BE1F-7155-CD40-688208F5EF11}"/>
                </a:ext>
              </a:extLst>
            </p:cNvPr>
            <p:cNvCxnSpPr>
              <a:cxnSpLocks/>
              <a:stCxn id="12" idx="0"/>
              <a:endCxn id="17" idx="2"/>
            </p:cNvCxnSpPr>
            <p:nvPr/>
          </p:nvCxnSpPr>
          <p:spPr>
            <a:xfrm flipV="1">
              <a:off x="4382099" y="3511461"/>
              <a:ext cx="1" cy="223645"/>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0230FE0F-DEA6-7220-6710-529C8D2B48CF}"/>
                </a:ext>
              </a:extLst>
            </p:cNvPr>
            <p:cNvSpPr/>
            <p:nvPr/>
          </p:nvSpPr>
          <p:spPr>
            <a:xfrm>
              <a:off x="4997266" y="3732874"/>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C</a:t>
              </a:r>
            </a:p>
          </p:txBody>
        </p:sp>
        <p:cxnSp>
          <p:nvCxnSpPr>
            <p:cNvPr id="42" name="Connecteur droit avec flèche 41">
              <a:extLst>
                <a:ext uri="{FF2B5EF4-FFF2-40B4-BE49-F238E27FC236}">
                  <a16:creationId xmlns:a16="http://schemas.microsoft.com/office/drawing/2014/main" id="{9F7A8842-1599-5F9C-AD07-93982D3274BE}"/>
                </a:ext>
              </a:extLst>
            </p:cNvPr>
            <p:cNvCxnSpPr>
              <a:cxnSpLocks/>
              <a:stCxn id="41" idx="0"/>
              <a:endCxn id="32" idx="2"/>
            </p:cNvCxnSpPr>
            <p:nvPr/>
          </p:nvCxnSpPr>
          <p:spPr>
            <a:xfrm flipV="1">
              <a:off x="5141266" y="3513220"/>
              <a:ext cx="0" cy="219654"/>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4CD33A29-F39A-234D-E6F4-4826D104A004}"/>
                </a:ext>
              </a:extLst>
            </p:cNvPr>
            <p:cNvSpPr/>
            <p:nvPr/>
          </p:nvSpPr>
          <p:spPr>
            <a:xfrm>
              <a:off x="5913903" y="3733662"/>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D</a:t>
              </a:r>
            </a:p>
          </p:txBody>
        </p:sp>
        <p:cxnSp>
          <p:nvCxnSpPr>
            <p:cNvPr id="44" name="Connecteur droit avec flèche 43">
              <a:extLst>
                <a:ext uri="{FF2B5EF4-FFF2-40B4-BE49-F238E27FC236}">
                  <a16:creationId xmlns:a16="http://schemas.microsoft.com/office/drawing/2014/main" id="{D4B01E81-9624-3C2D-57E2-7692EE033059}"/>
                </a:ext>
              </a:extLst>
            </p:cNvPr>
            <p:cNvCxnSpPr>
              <a:cxnSpLocks/>
              <a:stCxn id="43" idx="0"/>
              <a:endCxn id="33" idx="2"/>
            </p:cNvCxnSpPr>
            <p:nvPr/>
          </p:nvCxnSpPr>
          <p:spPr>
            <a:xfrm flipV="1">
              <a:off x="6057903" y="3511461"/>
              <a:ext cx="0" cy="222201"/>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A5CF2F53-90F5-7E32-135E-A9B99A896EF5}"/>
                </a:ext>
              </a:extLst>
            </p:cNvPr>
            <p:cNvSpPr/>
            <p:nvPr/>
          </p:nvSpPr>
          <p:spPr>
            <a:xfrm>
              <a:off x="6739617" y="3733662"/>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E</a:t>
              </a:r>
            </a:p>
          </p:txBody>
        </p:sp>
        <p:cxnSp>
          <p:nvCxnSpPr>
            <p:cNvPr id="46" name="Connecteur droit avec flèche 45">
              <a:extLst>
                <a:ext uri="{FF2B5EF4-FFF2-40B4-BE49-F238E27FC236}">
                  <a16:creationId xmlns:a16="http://schemas.microsoft.com/office/drawing/2014/main" id="{14E8BA73-55B0-AC9F-5682-E772160C14FB}"/>
                </a:ext>
              </a:extLst>
            </p:cNvPr>
            <p:cNvCxnSpPr>
              <a:cxnSpLocks/>
              <a:stCxn id="45" idx="0"/>
              <a:endCxn id="34" idx="2"/>
            </p:cNvCxnSpPr>
            <p:nvPr/>
          </p:nvCxnSpPr>
          <p:spPr>
            <a:xfrm flipH="1" flipV="1">
              <a:off x="6882530" y="3511461"/>
              <a:ext cx="1087" cy="222201"/>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CC181AC4-BA73-5353-3B6F-1EEC5637A3E2}"/>
                </a:ext>
              </a:extLst>
            </p:cNvPr>
            <p:cNvSpPr/>
            <p:nvPr/>
          </p:nvSpPr>
          <p:spPr>
            <a:xfrm>
              <a:off x="8380083" y="2544421"/>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54" name="Connecteur droit avec flèche 53">
              <a:extLst>
                <a:ext uri="{FF2B5EF4-FFF2-40B4-BE49-F238E27FC236}">
                  <a16:creationId xmlns:a16="http://schemas.microsoft.com/office/drawing/2014/main" id="{D03B8350-D27D-81B1-4F00-68FD8BD087C7}"/>
                </a:ext>
              </a:extLst>
            </p:cNvPr>
            <p:cNvCxnSpPr>
              <a:cxnSpLocks/>
            </p:cNvCxnSpPr>
            <p:nvPr/>
          </p:nvCxnSpPr>
          <p:spPr>
            <a:xfrm flipH="1">
              <a:off x="6119813" y="2676089"/>
              <a:ext cx="2260270" cy="1"/>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84" name="Ellipse 83">
              <a:extLst>
                <a:ext uri="{FF2B5EF4-FFF2-40B4-BE49-F238E27FC236}">
                  <a16:creationId xmlns:a16="http://schemas.microsoft.com/office/drawing/2014/main" id="{CEDECE61-BCEF-F9B4-762C-98706D035FAF}"/>
                </a:ext>
              </a:extLst>
            </p:cNvPr>
            <p:cNvSpPr>
              <a:spLocks noChangeAspect="1"/>
            </p:cNvSpPr>
            <p:nvPr/>
          </p:nvSpPr>
          <p:spPr>
            <a:xfrm>
              <a:off x="5661832" y="1748849"/>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a:t>
              </a:r>
              <a:endParaRPr lang="fr-FR" sz="1600" b="1" noProof="0" dirty="0">
                <a:latin typeface="Barlow" panose="00000500000000000000" pitchFamily="2" charset="0"/>
              </a:endParaRPr>
            </a:p>
          </p:txBody>
        </p:sp>
        <p:cxnSp>
          <p:nvCxnSpPr>
            <p:cNvPr id="85" name="Connecteur droit avec flèche 84">
              <a:extLst>
                <a:ext uri="{FF2B5EF4-FFF2-40B4-BE49-F238E27FC236}">
                  <a16:creationId xmlns:a16="http://schemas.microsoft.com/office/drawing/2014/main" id="{F539AD4B-AD23-B6E0-1360-CED113B056DF}"/>
                </a:ext>
              </a:extLst>
            </p:cNvPr>
            <p:cNvCxnSpPr>
              <a:cxnSpLocks/>
              <a:stCxn id="84" idx="4"/>
              <a:endCxn id="20" idx="0"/>
            </p:cNvCxnSpPr>
            <p:nvPr/>
          </p:nvCxnSpPr>
          <p:spPr>
            <a:xfrm>
              <a:off x="5805832" y="2036849"/>
              <a:ext cx="2389" cy="374833"/>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89" name="Ellipse 88">
              <a:extLst>
                <a:ext uri="{FF2B5EF4-FFF2-40B4-BE49-F238E27FC236}">
                  <a16:creationId xmlns:a16="http://schemas.microsoft.com/office/drawing/2014/main" id="{7A585C81-4C2E-1B4C-AFDE-C09919D92264}"/>
                </a:ext>
              </a:extLst>
            </p:cNvPr>
            <p:cNvSpPr>
              <a:spLocks noChangeAspect="1"/>
            </p:cNvSpPr>
            <p:nvPr/>
          </p:nvSpPr>
          <p:spPr>
            <a:xfrm>
              <a:off x="3377482" y="2854835"/>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2</a:t>
              </a:r>
              <a:endParaRPr lang="fr-FR" sz="1600" b="1" noProof="0" dirty="0">
                <a:latin typeface="Barlow" panose="00000500000000000000" pitchFamily="2" charset="0"/>
              </a:endParaRPr>
            </a:p>
          </p:txBody>
        </p:sp>
        <p:cxnSp>
          <p:nvCxnSpPr>
            <p:cNvPr id="90" name="Connecteur droit avec flèche 89">
              <a:extLst>
                <a:ext uri="{FF2B5EF4-FFF2-40B4-BE49-F238E27FC236}">
                  <a16:creationId xmlns:a16="http://schemas.microsoft.com/office/drawing/2014/main" id="{27E2E550-60F8-F770-5732-FDEA2131D8DF}"/>
                </a:ext>
              </a:extLst>
            </p:cNvPr>
            <p:cNvCxnSpPr>
              <a:cxnSpLocks/>
              <a:stCxn id="89" idx="6"/>
              <a:endCxn id="22" idx="1"/>
            </p:cNvCxnSpPr>
            <p:nvPr/>
          </p:nvCxnSpPr>
          <p:spPr>
            <a:xfrm>
              <a:off x="3665482" y="2998835"/>
              <a:ext cx="246118" cy="3227"/>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94" name="Ellipse 93">
              <a:extLst>
                <a:ext uri="{FF2B5EF4-FFF2-40B4-BE49-F238E27FC236}">
                  <a16:creationId xmlns:a16="http://schemas.microsoft.com/office/drawing/2014/main" id="{94683B37-8F57-29E9-F2C4-8EC642BFF68C}"/>
                </a:ext>
              </a:extLst>
            </p:cNvPr>
            <p:cNvSpPr>
              <a:spLocks noChangeAspect="1"/>
            </p:cNvSpPr>
            <p:nvPr/>
          </p:nvSpPr>
          <p:spPr>
            <a:xfrm>
              <a:off x="5427188" y="2864405"/>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3</a:t>
              </a:r>
              <a:endParaRPr lang="fr-FR" sz="1600" b="1" noProof="0" dirty="0">
                <a:latin typeface="Barlow" panose="00000500000000000000" pitchFamily="2" charset="0"/>
              </a:endParaRPr>
            </a:p>
          </p:txBody>
        </p:sp>
        <p:cxnSp>
          <p:nvCxnSpPr>
            <p:cNvPr id="95" name="Connecteur droit avec flèche 94">
              <a:extLst>
                <a:ext uri="{FF2B5EF4-FFF2-40B4-BE49-F238E27FC236}">
                  <a16:creationId xmlns:a16="http://schemas.microsoft.com/office/drawing/2014/main" id="{CCEE7870-FCAD-604C-0F87-C8F845ADECC2}"/>
                </a:ext>
              </a:extLst>
            </p:cNvPr>
            <p:cNvCxnSpPr>
              <a:cxnSpLocks/>
              <a:stCxn id="94" idx="2"/>
              <a:endCxn id="28" idx="3"/>
            </p:cNvCxnSpPr>
            <p:nvPr/>
          </p:nvCxnSpPr>
          <p:spPr>
            <a:xfrm flipH="1" flipV="1">
              <a:off x="5162551" y="3002062"/>
              <a:ext cx="264637" cy="6343"/>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05" name="Ellipse 104">
              <a:extLst>
                <a:ext uri="{FF2B5EF4-FFF2-40B4-BE49-F238E27FC236}">
                  <a16:creationId xmlns:a16="http://schemas.microsoft.com/office/drawing/2014/main" id="{07B961E9-E5E6-329F-F081-E1CC2F3443E4}"/>
                </a:ext>
              </a:extLst>
            </p:cNvPr>
            <p:cNvSpPr>
              <a:spLocks noChangeAspect="1"/>
            </p:cNvSpPr>
            <p:nvPr/>
          </p:nvSpPr>
          <p:spPr>
            <a:xfrm>
              <a:off x="5587847" y="5156243"/>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5</a:t>
              </a:r>
              <a:endParaRPr lang="fr-FR" sz="1600" b="1" noProof="0" dirty="0">
                <a:latin typeface="Barlow" panose="00000500000000000000" pitchFamily="2" charset="0"/>
              </a:endParaRPr>
            </a:p>
          </p:txBody>
        </p:sp>
        <p:cxnSp>
          <p:nvCxnSpPr>
            <p:cNvPr id="106" name="Connecteur droit avec flèche 105">
              <a:extLst>
                <a:ext uri="{FF2B5EF4-FFF2-40B4-BE49-F238E27FC236}">
                  <a16:creationId xmlns:a16="http://schemas.microsoft.com/office/drawing/2014/main" id="{51786734-B111-77F3-B424-F1859A114A21}"/>
                </a:ext>
              </a:extLst>
            </p:cNvPr>
            <p:cNvCxnSpPr>
              <a:cxnSpLocks/>
              <a:stCxn id="105" idx="0"/>
              <a:endCxn id="15" idx="2"/>
            </p:cNvCxnSpPr>
            <p:nvPr/>
          </p:nvCxnSpPr>
          <p:spPr>
            <a:xfrm flipV="1">
              <a:off x="5731847" y="4984971"/>
              <a:ext cx="0" cy="171272"/>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10" name="Ellipse 109">
              <a:extLst>
                <a:ext uri="{FF2B5EF4-FFF2-40B4-BE49-F238E27FC236}">
                  <a16:creationId xmlns:a16="http://schemas.microsoft.com/office/drawing/2014/main" id="{2C368B4C-0372-FCAC-6F33-C41F5A88618D}"/>
                </a:ext>
              </a:extLst>
            </p:cNvPr>
            <p:cNvSpPr>
              <a:spLocks noChangeAspect="1"/>
            </p:cNvSpPr>
            <p:nvPr/>
          </p:nvSpPr>
          <p:spPr>
            <a:xfrm>
              <a:off x="6201903" y="516506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6</a:t>
              </a:r>
              <a:endParaRPr lang="fr-FR" sz="1600" b="1" noProof="0" dirty="0">
                <a:latin typeface="Barlow" panose="00000500000000000000" pitchFamily="2" charset="0"/>
              </a:endParaRPr>
            </a:p>
          </p:txBody>
        </p:sp>
        <p:cxnSp>
          <p:nvCxnSpPr>
            <p:cNvPr id="111" name="Connecteur droit avec flèche 110">
              <a:extLst>
                <a:ext uri="{FF2B5EF4-FFF2-40B4-BE49-F238E27FC236}">
                  <a16:creationId xmlns:a16="http://schemas.microsoft.com/office/drawing/2014/main" id="{307150E6-D540-FBA2-3885-0F30A4122F02}"/>
                </a:ext>
              </a:extLst>
            </p:cNvPr>
            <p:cNvCxnSpPr>
              <a:cxnSpLocks/>
              <a:stCxn id="110" idx="0"/>
              <a:endCxn id="29" idx="2"/>
            </p:cNvCxnSpPr>
            <p:nvPr/>
          </p:nvCxnSpPr>
          <p:spPr>
            <a:xfrm flipH="1" flipV="1">
              <a:off x="6344841" y="4984437"/>
              <a:ext cx="1062" cy="180627"/>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43" name="Ellipse 142">
              <a:extLst>
                <a:ext uri="{FF2B5EF4-FFF2-40B4-BE49-F238E27FC236}">
                  <a16:creationId xmlns:a16="http://schemas.microsoft.com/office/drawing/2014/main" id="{6635E0A6-B49C-361A-D95D-3B9CFD0CD5FB}"/>
                </a:ext>
              </a:extLst>
            </p:cNvPr>
            <p:cNvSpPr>
              <a:spLocks noChangeAspect="1"/>
            </p:cNvSpPr>
            <p:nvPr/>
          </p:nvSpPr>
          <p:spPr>
            <a:xfrm>
              <a:off x="3380080" y="3290338"/>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4</a:t>
              </a:r>
              <a:endParaRPr lang="fr-FR" sz="1600" b="1" noProof="0" dirty="0">
                <a:latin typeface="Barlow" panose="00000500000000000000" pitchFamily="2" charset="0"/>
              </a:endParaRPr>
            </a:p>
          </p:txBody>
        </p:sp>
        <p:cxnSp>
          <p:nvCxnSpPr>
            <p:cNvPr id="144" name="Connecteur droit avec flèche 143">
              <a:extLst>
                <a:ext uri="{FF2B5EF4-FFF2-40B4-BE49-F238E27FC236}">
                  <a16:creationId xmlns:a16="http://schemas.microsoft.com/office/drawing/2014/main" id="{E246D136-3E75-1990-4F13-9D752D729A40}"/>
                </a:ext>
              </a:extLst>
            </p:cNvPr>
            <p:cNvCxnSpPr>
              <a:cxnSpLocks/>
              <a:stCxn id="143" idx="6"/>
              <a:endCxn id="11" idx="1"/>
            </p:cNvCxnSpPr>
            <p:nvPr/>
          </p:nvCxnSpPr>
          <p:spPr>
            <a:xfrm flipV="1">
              <a:off x="3668080" y="3432753"/>
              <a:ext cx="235583" cy="1585"/>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153" name="Groupe 152">
            <a:extLst>
              <a:ext uri="{FF2B5EF4-FFF2-40B4-BE49-F238E27FC236}">
                <a16:creationId xmlns:a16="http://schemas.microsoft.com/office/drawing/2014/main" id="{B091CAF3-BE59-F65F-5FEA-B9203F4F5A1E}"/>
              </a:ext>
            </a:extLst>
          </p:cNvPr>
          <p:cNvGrpSpPr/>
          <p:nvPr/>
        </p:nvGrpSpPr>
        <p:grpSpPr>
          <a:xfrm>
            <a:off x="4381311" y="5677427"/>
            <a:ext cx="3429376" cy="557747"/>
            <a:chOff x="6718452" y="1719483"/>
            <a:chExt cx="3429376" cy="557747"/>
          </a:xfrm>
        </p:grpSpPr>
        <p:grpSp>
          <p:nvGrpSpPr>
            <p:cNvPr id="154" name="Groupe 153">
              <a:extLst>
                <a:ext uri="{FF2B5EF4-FFF2-40B4-BE49-F238E27FC236}">
                  <a16:creationId xmlns:a16="http://schemas.microsoft.com/office/drawing/2014/main" id="{CAA07FA6-9CFD-FBB9-0AAF-FB0CBE019623}"/>
                </a:ext>
              </a:extLst>
            </p:cNvPr>
            <p:cNvGrpSpPr/>
            <p:nvPr/>
          </p:nvGrpSpPr>
          <p:grpSpPr>
            <a:xfrm>
              <a:off x="6718452" y="1719483"/>
              <a:ext cx="3429376" cy="557747"/>
              <a:chOff x="5346700" y="1873408"/>
              <a:chExt cx="3429376" cy="557747"/>
            </a:xfrm>
          </p:grpSpPr>
          <p:sp>
            <p:nvSpPr>
              <p:cNvPr id="156" name="Rectangle : coins arrondis 155">
                <a:extLst>
                  <a:ext uri="{FF2B5EF4-FFF2-40B4-BE49-F238E27FC236}">
                    <a16:creationId xmlns:a16="http://schemas.microsoft.com/office/drawing/2014/main" id="{582C6661-195D-E616-4F6E-691BB2D41C7B}"/>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57" name="Rectangle : coins arrondis 156">
                <a:extLst>
                  <a:ext uri="{FF2B5EF4-FFF2-40B4-BE49-F238E27FC236}">
                    <a16:creationId xmlns:a16="http://schemas.microsoft.com/office/drawing/2014/main" id="{B064D468-9668-A31E-3550-2F2E9518B0F7}"/>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Valider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Ferme la fenêtre en retournant l’équipement sélectionné dans la liste.</a:t>
                </a:r>
              </a:p>
            </p:txBody>
          </p:sp>
          <p:cxnSp>
            <p:nvCxnSpPr>
              <p:cNvPr id="158" name="Connecteur droit 157">
                <a:extLst>
                  <a:ext uri="{FF2B5EF4-FFF2-40B4-BE49-F238E27FC236}">
                    <a16:creationId xmlns:a16="http://schemas.microsoft.com/office/drawing/2014/main" id="{57EB47EE-0103-E61F-71DA-5B870303B816}"/>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55" name="Ellipse 154">
              <a:extLst>
                <a:ext uri="{FF2B5EF4-FFF2-40B4-BE49-F238E27FC236}">
                  <a16:creationId xmlns:a16="http://schemas.microsoft.com/office/drawing/2014/main" id="{CF460B5D-9054-3A63-3F90-E2E5F8102CCC}"/>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5</a:t>
              </a:r>
              <a:endParaRPr lang="fr-FR" sz="1600" b="1" noProof="0" dirty="0"/>
            </a:p>
          </p:txBody>
        </p:sp>
      </p:grpSp>
      <p:grpSp>
        <p:nvGrpSpPr>
          <p:cNvPr id="159" name="Groupe 158">
            <a:extLst>
              <a:ext uri="{FF2B5EF4-FFF2-40B4-BE49-F238E27FC236}">
                <a16:creationId xmlns:a16="http://schemas.microsoft.com/office/drawing/2014/main" id="{95612A7C-50D8-9AC3-373B-69AFC7643726}"/>
              </a:ext>
            </a:extLst>
          </p:cNvPr>
          <p:cNvGrpSpPr/>
          <p:nvPr/>
        </p:nvGrpSpPr>
        <p:grpSpPr>
          <a:xfrm>
            <a:off x="8286655" y="5677427"/>
            <a:ext cx="3429376" cy="557747"/>
            <a:chOff x="6718452" y="1719483"/>
            <a:chExt cx="3429376" cy="557747"/>
          </a:xfrm>
        </p:grpSpPr>
        <p:grpSp>
          <p:nvGrpSpPr>
            <p:cNvPr id="160" name="Groupe 159">
              <a:extLst>
                <a:ext uri="{FF2B5EF4-FFF2-40B4-BE49-F238E27FC236}">
                  <a16:creationId xmlns:a16="http://schemas.microsoft.com/office/drawing/2014/main" id="{D3D9D881-7AB0-12F3-12E0-8CA6654367F4}"/>
                </a:ext>
              </a:extLst>
            </p:cNvPr>
            <p:cNvGrpSpPr/>
            <p:nvPr/>
          </p:nvGrpSpPr>
          <p:grpSpPr>
            <a:xfrm>
              <a:off x="6718452" y="1719483"/>
              <a:ext cx="3429376" cy="557747"/>
              <a:chOff x="5346700" y="1873408"/>
              <a:chExt cx="3429376" cy="557747"/>
            </a:xfrm>
          </p:grpSpPr>
          <p:sp>
            <p:nvSpPr>
              <p:cNvPr id="162" name="Rectangle : coins arrondis 161">
                <a:extLst>
                  <a:ext uri="{FF2B5EF4-FFF2-40B4-BE49-F238E27FC236}">
                    <a16:creationId xmlns:a16="http://schemas.microsoft.com/office/drawing/2014/main" id="{88FF2545-1E66-F255-9E59-7F864D0D3E49}"/>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63" name="Rectangle : coins arrondis 162">
                <a:extLst>
                  <a:ext uri="{FF2B5EF4-FFF2-40B4-BE49-F238E27FC236}">
                    <a16:creationId xmlns:a16="http://schemas.microsoft.com/office/drawing/2014/main" id="{1B2934EA-CF3A-88D1-92C6-66C9488DE592}"/>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Fermer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Ferme la fenêtre sans sélectionner un équipement.</a:t>
                </a:r>
              </a:p>
            </p:txBody>
          </p:sp>
          <p:cxnSp>
            <p:nvCxnSpPr>
              <p:cNvPr id="164" name="Connecteur droit 163">
                <a:extLst>
                  <a:ext uri="{FF2B5EF4-FFF2-40B4-BE49-F238E27FC236}">
                    <a16:creationId xmlns:a16="http://schemas.microsoft.com/office/drawing/2014/main" id="{3CBBF199-7E45-0A23-BC47-733D95BAC78B}"/>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61" name="Ellipse 160">
              <a:extLst>
                <a:ext uri="{FF2B5EF4-FFF2-40B4-BE49-F238E27FC236}">
                  <a16:creationId xmlns:a16="http://schemas.microsoft.com/office/drawing/2014/main" id="{29C269E9-B0D5-7744-78DC-43AFE1D90887}"/>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6</a:t>
              </a:r>
              <a:endParaRPr lang="fr-FR" sz="1600" b="1" noProof="0" dirty="0"/>
            </a:p>
          </p:txBody>
        </p:sp>
      </p:grpSp>
      <p:grpSp>
        <p:nvGrpSpPr>
          <p:cNvPr id="176" name="Groupe 175">
            <a:extLst>
              <a:ext uri="{FF2B5EF4-FFF2-40B4-BE49-F238E27FC236}">
                <a16:creationId xmlns:a16="http://schemas.microsoft.com/office/drawing/2014/main" id="{E985DAFA-326F-FD64-3755-E9B05BDDABAC}"/>
              </a:ext>
            </a:extLst>
          </p:cNvPr>
          <p:cNvGrpSpPr/>
          <p:nvPr/>
        </p:nvGrpSpPr>
        <p:grpSpPr>
          <a:xfrm>
            <a:off x="4381312" y="1394800"/>
            <a:ext cx="3429376" cy="360000"/>
            <a:chOff x="5346700" y="1891328"/>
            <a:chExt cx="3429376" cy="360000"/>
          </a:xfrm>
        </p:grpSpPr>
        <p:sp>
          <p:nvSpPr>
            <p:cNvPr id="177" name="Rectangle : coins arrondis 176">
              <a:extLst>
                <a:ext uri="{FF2B5EF4-FFF2-40B4-BE49-F238E27FC236}">
                  <a16:creationId xmlns:a16="http://schemas.microsoft.com/office/drawing/2014/main" id="{6F54CCA9-00FB-8D78-4CAD-DC501112E815}"/>
                </a:ext>
              </a:extLst>
            </p:cNvPr>
            <p:cNvSpPr/>
            <p:nvPr/>
          </p:nvSpPr>
          <p:spPr>
            <a:xfrm>
              <a:off x="5346701" y="1891328"/>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78" name="Rectangle : coins arrondis 177">
              <a:extLst>
                <a:ext uri="{FF2B5EF4-FFF2-40B4-BE49-F238E27FC236}">
                  <a16:creationId xmlns:a16="http://schemas.microsoft.com/office/drawing/2014/main" id="{43938B1F-E3C5-001D-8772-390151FD278D}"/>
                </a:ext>
              </a:extLst>
            </p:cNvPr>
            <p:cNvSpPr/>
            <p:nvPr/>
          </p:nvSpPr>
          <p:spPr>
            <a:xfrm>
              <a:off x="5680076" y="1891328"/>
              <a:ext cx="3096000"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Adresse IP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Adresse IP de l’équipement.</a:t>
              </a:r>
            </a:p>
          </p:txBody>
        </p:sp>
        <p:sp>
          <p:nvSpPr>
            <p:cNvPr id="179" name="Rectangle 178">
              <a:extLst>
                <a:ext uri="{FF2B5EF4-FFF2-40B4-BE49-F238E27FC236}">
                  <a16:creationId xmlns:a16="http://schemas.microsoft.com/office/drawing/2014/main" id="{FDF351E3-8CDC-E67A-C710-ABA62D508597}"/>
                </a:ext>
              </a:extLst>
            </p:cNvPr>
            <p:cNvSpPr>
              <a:spLocks noChangeAspect="1"/>
            </p:cNvSpPr>
            <p:nvPr/>
          </p:nvSpPr>
          <p:spPr>
            <a:xfrm>
              <a:off x="5408816" y="1927328"/>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180" name="Connecteur droit 179">
              <a:extLst>
                <a:ext uri="{FF2B5EF4-FFF2-40B4-BE49-F238E27FC236}">
                  <a16:creationId xmlns:a16="http://schemas.microsoft.com/office/drawing/2014/main" id="{6BC8151C-84C4-8935-FC19-3C758FCC37C8}"/>
                </a:ext>
              </a:extLst>
            </p:cNvPr>
            <p:cNvCxnSpPr>
              <a:cxnSpLocks/>
            </p:cNvCxnSpPr>
            <p:nvPr/>
          </p:nvCxnSpPr>
          <p:spPr>
            <a:xfrm>
              <a:off x="5346700" y="1891328"/>
              <a:ext cx="0" cy="36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467429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51AA81-A5DF-3A18-38B6-020B45588EFC}"/>
              </a:ext>
            </a:extLst>
          </p:cNvPr>
          <p:cNvSpPr>
            <a:spLocks noGrp="1"/>
          </p:cNvSpPr>
          <p:nvPr>
            <p:ph type="title"/>
          </p:nvPr>
        </p:nvSpPr>
        <p:spPr/>
        <p:txBody>
          <a:bodyPr/>
          <a:lstStyle/>
          <a:p>
            <a:r>
              <a:rPr lang="fr-FR" cap="all" noProof="0" dirty="0"/>
              <a:t>é</a:t>
            </a:r>
            <a:r>
              <a:rPr lang="fr-FR" noProof="0" dirty="0"/>
              <a:t>cran des statistiques</a:t>
            </a:r>
          </a:p>
        </p:txBody>
      </p:sp>
      <p:sp>
        <p:nvSpPr>
          <p:cNvPr id="4" name="Espace réservé du texte 3">
            <a:extLst>
              <a:ext uri="{FF2B5EF4-FFF2-40B4-BE49-F238E27FC236}">
                <a16:creationId xmlns:a16="http://schemas.microsoft.com/office/drawing/2014/main" id="{6BDCEFA8-59A6-33CC-D69F-6DDA6E4D9636}"/>
              </a:ext>
            </a:extLst>
          </p:cNvPr>
          <p:cNvSpPr>
            <a:spLocks noGrp="1"/>
          </p:cNvSpPr>
          <p:nvPr>
            <p:ph type="body" sz="quarter" idx="15"/>
          </p:nvPr>
        </p:nvSpPr>
        <p:spPr/>
        <p:txBody>
          <a:bodyPr/>
          <a:lstStyle/>
          <a:p>
            <a:r>
              <a:rPr lang="fr-FR" cap="all" noProof="0" dirty="0"/>
              <a:t>é</a:t>
            </a:r>
            <a:r>
              <a:rPr lang="fr-FR" noProof="0" dirty="0"/>
              <a:t>crans &amp; fonctionnalités</a:t>
            </a:r>
          </a:p>
        </p:txBody>
      </p:sp>
      <p:sp>
        <p:nvSpPr>
          <p:cNvPr id="13" name="Espace réservé du texte 2">
            <a:extLst>
              <a:ext uri="{FF2B5EF4-FFF2-40B4-BE49-F238E27FC236}">
                <a16:creationId xmlns:a16="http://schemas.microsoft.com/office/drawing/2014/main" id="{1C1F426F-D783-A1FE-B636-46DF3E62F8AE}"/>
              </a:ext>
            </a:extLst>
          </p:cNvPr>
          <p:cNvSpPr>
            <a:spLocks noGrp="1"/>
          </p:cNvSpPr>
          <p:nvPr>
            <p:ph type="body" idx="1"/>
          </p:nvPr>
        </p:nvSpPr>
        <p:spPr>
          <a:xfrm>
            <a:off x="8751" y="6341782"/>
            <a:ext cx="11369615" cy="336752"/>
          </a:xfrm>
        </p:spPr>
        <p:txBody>
          <a:bodyPr/>
          <a:lstStyle/>
          <a:p>
            <a:pPr marL="101598" indent="0">
              <a:buNone/>
            </a:pPr>
            <a:r>
              <a:rPr lang="fr-FR" sz="1400" b="1" i="1" noProof="0" dirty="0"/>
              <a:t>Note</a:t>
            </a:r>
            <a:r>
              <a:rPr lang="fr-FR" sz="1400" i="1" noProof="0" dirty="0"/>
              <a:t> : </a:t>
            </a:r>
            <a:r>
              <a:rPr lang="fr-FR" sz="1200" i="1" noProof="0" dirty="0"/>
              <a:t>Cet écran peut rester ouvert en même temps que l’écran principal sans gêner le fonctionnement.</a:t>
            </a:r>
          </a:p>
        </p:txBody>
      </p:sp>
      <p:grpSp>
        <p:nvGrpSpPr>
          <p:cNvPr id="58" name="Groupe 57">
            <a:extLst>
              <a:ext uri="{FF2B5EF4-FFF2-40B4-BE49-F238E27FC236}">
                <a16:creationId xmlns:a16="http://schemas.microsoft.com/office/drawing/2014/main" id="{680B0ACB-D2AC-0C6B-E5D5-56E214802DBE}"/>
              </a:ext>
            </a:extLst>
          </p:cNvPr>
          <p:cNvGrpSpPr/>
          <p:nvPr/>
        </p:nvGrpSpPr>
        <p:grpSpPr>
          <a:xfrm>
            <a:off x="4600132" y="1537954"/>
            <a:ext cx="7006491" cy="4396284"/>
            <a:chOff x="2313204" y="1572073"/>
            <a:chExt cx="7006491" cy="4396284"/>
          </a:xfrm>
        </p:grpSpPr>
        <p:pic>
          <p:nvPicPr>
            <p:cNvPr id="8" name="Image 7">
              <a:extLst>
                <a:ext uri="{FF2B5EF4-FFF2-40B4-BE49-F238E27FC236}">
                  <a16:creationId xmlns:a16="http://schemas.microsoft.com/office/drawing/2014/main" id="{4FBA8B55-3478-7548-9DD5-A368F6B123B5}"/>
                </a:ext>
              </a:extLst>
            </p:cNvPr>
            <p:cNvPicPr>
              <a:picLocks noChangeAspect="1"/>
            </p:cNvPicPr>
            <p:nvPr/>
          </p:nvPicPr>
          <p:blipFill>
            <a:blip r:embed="rId2"/>
            <a:stretch>
              <a:fillRect/>
            </a:stretch>
          </p:blipFill>
          <p:spPr>
            <a:xfrm>
              <a:off x="2768179" y="1572073"/>
              <a:ext cx="6096541" cy="4396284"/>
            </a:xfrm>
            <a:prstGeom prst="rect">
              <a:avLst/>
            </a:prstGeom>
          </p:spPr>
        </p:pic>
        <p:sp>
          <p:nvSpPr>
            <p:cNvPr id="6" name="Rectangle 5">
              <a:extLst>
                <a:ext uri="{FF2B5EF4-FFF2-40B4-BE49-F238E27FC236}">
                  <a16:creationId xmlns:a16="http://schemas.microsoft.com/office/drawing/2014/main" id="{985D6089-7A25-3467-1A11-EB17E5E06885}"/>
                </a:ext>
              </a:extLst>
            </p:cNvPr>
            <p:cNvSpPr/>
            <p:nvPr/>
          </p:nvSpPr>
          <p:spPr>
            <a:xfrm>
              <a:off x="2863790" y="1875886"/>
              <a:ext cx="2872776" cy="1661041"/>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9" name="Rectangle 8">
              <a:extLst>
                <a:ext uri="{FF2B5EF4-FFF2-40B4-BE49-F238E27FC236}">
                  <a16:creationId xmlns:a16="http://schemas.microsoft.com/office/drawing/2014/main" id="{08270597-BE85-DE57-3442-B8D7305DECBD}"/>
                </a:ext>
              </a:extLst>
            </p:cNvPr>
            <p:cNvSpPr/>
            <p:nvPr/>
          </p:nvSpPr>
          <p:spPr>
            <a:xfrm>
              <a:off x="5935922" y="1862947"/>
              <a:ext cx="2724999" cy="1445824"/>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1" name="Rectangle 10">
              <a:extLst>
                <a:ext uri="{FF2B5EF4-FFF2-40B4-BE49-F238E27FC236}">
                  <a16:creationId xmlns:a16="http://schemas.microsoft.com/office/drawing/2014/main" id="{664E4F95-16ED-56DD-365A-95311BF21DA6}"/>
                </a:ext>
              </a:extLst>
            </p:cNvPr>
            <p:cNvSpPr/>
            <p:nvPr/>
          </p:nvSpPr>
          <p:spPr>
            <a:xfrm>
              <a:off x="5935922" y="3444000"/>
              <a:ext cx="2724999" cy="2433678"/>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4" name="Rectangle 13">
              <a:extLst>
                <a:ext uri="{FF2B5EF4-FFF2-40B4-BE49-F238E27FC236}">
                  <a16:creationId xmlns:a16="http://schemas.microsoft.com/office/drawing/2014/main" id="{EDA6FEBF-AC5B-58B5-0CF9-C1B1DD883F64}"/>
                </a:ext>
              </a:extLst>
            </p:cNvPr>
            <p:cNvSpPr/>
            <p:nvPr/>
          </p:nvSpPr>
          <p:spPr>
            <a:xfrm>
              <a:off x="2863521" y="3735761"/>
              <a:ext cx="2872776" cy="2141917"/>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 name="Rectangle 2">
              <a:extLst>
                <a:ext uri="{FF2B5EF4-FFF2-40B4-BE49-F238E27FC236}">
                  <a16:creationId xmlns:a16="http://schemas.microsoft.com/office/drawing/2014/main" id="{B28F1528-59E6-BAD5-6AEB-D36ABBE0BE7F}"/>
                </a:ext>
              </a:extLst>
            </p:cNvPr>
            <p:cNvSpPr/>
            <p:nvPr/>
          </p:nvSpPr>
          <p:spPr>
            <a:xfrm>
              <a:off x="2313204" y="2562406"/>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5" name="Connecteur droit avec flèche 4">
              <a:extLst>
                <a:ext uri="{FF2B5EF4-FFF2-40B4-BE49-F238E27FC236}">
                  <a16:creationId xmlns:a16="http://schemas.microsoft.com/office/drawing/2014/main" id="{ADD9A9E0-A412-607E-2B7B-62EC9A8F7B7E}"/>
                </a:ext>
              </a:extLst>
            </p:cNvPr>
            <p:cNvCxnSpPr>
              <a:cxnSpLocks/>
              <a:stCxn id="3" idx="3"/>
            </p:cNvCxnSpPr>
            <p:nvPr/>
          </p:nvCxnSpPr>
          <p:spPr>
            <a:xfrm>
              <a:off x="2601204" y="2706406"/>
              <a:ext cx="262586" cy="1"/>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4B349964-5BAE-A728-F1BF-4D391C4EF340}"/>
                </a:ext>
              </a:extLst>
            </p:cNvPr>
            <p:cNvSpPr/>
            <p:nvPr/>
          </p:nvSpPr>
          <p:spPr>
            <a:xfrm>
              <a:off x="2313204" y="4662719"/>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29" name="Connecteur droit avec flèche 28">
              <a:extLst>
                <a:ext uri="{FF2B5EF4-FFF2-40B4-BE49-F238E27FC236}">
                  <a16:creationId xmlns:a16="http://schemas.microsoft.com/office/drawing/2014/main" id="{C9615B09-ABC3-173B-025B-A8446C897289}"/>
                </a:ext>
              </a:extLst>
            </p:cNvPr>
            <p:cNvCxnSpPr>
              <a:cxnSpLocks/>
              <a:stCxn id="28" idx="3"/>
            </p:cNvCxnSpPr>
            <p:nvPr/>
          </p:nvCxnSpPr>
          <p:spPr>
            <a:xfrm>
              <a:off x="2601204" y="4806719"/>
              <a:ext cx="262317" cy="1"/>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53BFC5E8-9086-00FE-5624-20B2AB24A82F}"/>
                </a:ext>
              </a:extLst>
            </p:cNvPr>
            <p:cNvSpPr/>
            <p:nvPr/>
          </p:nvSpPr>
          <p:spPr>
            <a:xfrm>
              <a:off x="9031695" y="2441859"/>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C</a:t>
              </a:r>
            </a:p>
          </p:txBody>
        </p:sp>
        <p:cxnSp>
          <p:nvCxnSpPr>
            <p:cNvPr id="37" name="Connecteur droit avec flèche 36">
              <a:extLst>
                <a:ext uri="{FF2B5EF4-FFF2-40B4-BE49-F238E27FC236}">
                  <a16:creationId xmlns:a16="http://schemas.microsoft.com/office/drawing/2014/main" id="{C21EC6B5-4860-C399-514C-8CAB01D5E8EC}"/>
                </a:ext>
              </a:extLst>
            </p:cNvPr>
            <p:cNvCxnSpPr>
              <a:cxnSpLocks/>
              <a:stCxn id="36" idx="1"/>
              <a:endCxn id="9" idx="3"/>
            </p:cNvCxnSpPr>
            <p:nvPr/>
          </p:nvCxnSpPr>
          <p:spPr>
            <a:xfrm flipH="1">
              <a:off x="8660921" y="2585859"/>
              <a:ext cx="370774" cy="0"/>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EB63D0C0-EECB-C25C-2C5F-4F237B0752F6}"/>
                </a:ext>
              </a:extLst>
            </p:cNvPr>
            <p:cNvSpPr/>
            <p:nvPr/>
          </p:nvSpPr>
          <p:spPr>
            <a:xfrm>
              <a:off x="9031695" y="4516839"/>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D</a:t>
              </a:r>
            </a:p>
          </p:txBody>
        </p:sp>
        <p:cxnSp>
          <p:nvCxnSpPr>
            <p:cNvPr id="43" name="Connecteur droit avec flèche 42">
              <a:extLst>
                <a:ext uri="{FF2B5EF4-FFF2-40B4-BE49-F238E27FC236}">
                  <a16:creationId xmlns:a16="http://schemas.microsoft.com/office/drawing/2014/main" id="{69D1C6C4-BF9B-2460-8827-229F8043B7CC}"/>
                </a:ext>
              </a:extLst>
            </p:cNvPr>
            <p:cNvCxnSpPr>
              <a:cxnSpLocks/>
            </p:cNvCxnSpPr>
            <p:nvPr/>
          </p:nvCxnSpPr>
          <p:spPr>
            <a:xfrm flipH="1">
              <a:off x="8660921" y="4659476"/>
              <a:ext cx="370774" cy="0"/>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16" name="Groupe 15">
            <a:extLst>
              <a:ext uri="{FF2B5EF4-FFF2-40B4-BE49-F238E27FC236}">
                <a16:creationId xmlns:a16="http://schemas.microsoft.com/office/drawing/2014/main" id="{D1817B16-5E87-ECD8-82B8-75FE777CC419}"/>
              </a:ext>
            </a:extLst>
          </p:cNvPr>
          <p:cNvGrpSpPr/>
          <p:nvPr/>
        </p:nvGrpSpPr>
        <p:grpSpPr>
          <a:xfrm>
            <a:off x="585378" y="1541763"/>
            <a:ext cx="3429376" cy="557747"/>
            <a:chOff x="5346700" y="1873408"/>
            <a:chExt cx="3429376" cy="557747"/>
          </a:xfrm>
        </p:grpSpPr>
        <p:sp>
          <p:nvSpPr>
            <p:cNvPr id="17" name="Rectangle : coins arrondis 16">
              <a:extLst>
                <a:ext uri="{FF2B5EF4-FFF2-40B4-BE49-F238E27FC236}">
                  <a16:creationId xmlns:a16="http://schemas.microsoft.com/office/drawing/2014/main" id="{2B6D9F59-3ACD-D9E6-5934-AD7675662964}"/>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8" name="Rectangle : coins arrondis 17">
              <a:extLst>
                <a:ext uri="{FF2B5EF4-FFF2-40B4-BE49-F238E27FC236}">
                  <a16:creationId xmlns:a16="http://schemas.microsoft.com/office/drawing/2014/main" id="{B21DC26C-2A18-A551-1ECD-16546FA84108}"/>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Génération du site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Statistiques de génération.</a:t>
              </a:r>
            </a:p>
          </p:txBody>
        </p:sp>
        <p:sp>
          <p:nvSpPr>
            <p:cNvPr id="19" name="Rectangle 18">
              <a:extLst>
                <a:ext uri="{FF2B5EF4-FFF2-40B4-BE49-F238E27FC236}">
                  <a16:creationId xmlns:a16="http://schemas.microsoft.com/office/drawing/2014/main" id="{D8268A65-D717-04DA-9F69-DDBE40A96B63}"/>
                </a:ext>
              </a:extLst>
            </p:cNvPr>
            <p:cNvSpPr>
              <a:spLocks noChangeAspect="1"/>
            </p:cNvSpPr>
            <p:nvPr/>
          </p:nvSpPr>
          <p:spPr>
            <a:xfrm>
              <a:off x="5408816" y="2010394"/>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20" name="Connecteur droit 19">
              <a:extLst>
                <a:ext uri="{FF2B5EF4-FFF2-40B4-BE49-F238E27FC236}">
                  <a16:creationId xmlns:a16="http://schemas.microsoft.com/office/drawing/2014/main" id="{DB0879AB-9391-1FA4-8572-7DFD28F9C366}"/>
                </a:ext>
              </a:extLst>
            </p:cNvPr>
            <p:cNvCxnSpPr/>
            <p:nvPr/>
          </p:nvCxnSpPr>
          <p:spPr>
            <a:xfrm>
              <a:off x="5346700" y="1876755"/>
              <a:ext cx="0" cy="5544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21" name="Groupe 20">
            <a:extLst>
              <a:ext uri="{FF2B5EF4-FFF2-40B4-BE49-F238E27FC236}">
                <a16:creationId xmlns:a16="http://schemas.microsoft.com/office/drawing/2014/main" id="{185715E7-8DCC-D8C9-FA35-760615A81E71}"/>
              </a:ext>
            </a:extLst>
          </p:cNvPr>
          <p:cNvGrpSpPr/>
          <p:nvPr/>
        </p:nvGrpSpPr>
        <p:grpSpPr>
          <a:xfrm>
            <a:off x="585378" y="5282430"/>
            <a:ext cx="3429376" cy="648000"/>
            <a:chOff x="5346700" y="1875081"/>
            <a:chExt cx="3429376" cy="648000"/>
          </a:xfrm>
        </p:grpSpPr>
        <p:sp>
          <p:nvSpPr>
            <p:cNvPr id="22" name="Rectangle : coins arrondis 21">
              <a:extLst>
                <a:ext uri="{FF2B5EF4-FFF2-40B4-BE49-F238E27FC236}">
                  <a16:creationId xmlns:a16="http://schemas.microsoft.com/office/drawing/2014/main" id="{1DF293C6-409D-17A8-9AF7-A5368057B843}"/>
                </a:ext>
              </a:extLst>
            </p:cNvPr>
            <p:cNvSpPr/>
            <p:nvPr/>
          </p:nvSpPr>
          <p:spPr>
            <a:xfrm>
              <a:off x="5346701" y="1875081"/>
              <a:ext cx="412231"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3" name="Rectangle : coins arrondis 22">
              <a:extLst>
                <a:ext uri="{FF2B5EF4-FFF2-40B4-BE49-F238E27FC236}">
                  <a16:creationId xmlns:a16="http://schemas.microsoft.com/office/drawing/2014/main" id="{F2D9F0AB-FD19-A755-2D8C-100FB61D9F15}"/>
                </a:ext>
              </a:extLst>
            </p:cNvPr>
            <p:cNvSpPr/>
            <p:nvPr/>
          </p:nvSpPr>
          <p:spPr>
            <a:xfrm>
              <a:off x="5680076" y="1875081"/>
              <a:ext cx="3096000"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Synchronisation différences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 Statistiques d’envoi uniquement des fichiers modifiés du site vers le serveur distant .</a:t>
              </a:r>
            </a:p>
          </p:txBody>
        </p:sp>
        <p:sp>
          <p:nvSpPr>
            <p:cNvPr id="24" name="Rectangle 23">
              <a:extLst>
                <a:ext uri="{FF2B5EF4-FFF2-40B4-BE49-F238E27FC236}">
                  <a16:creationId xmlns:a16="http://schemas.microsoft.com/office/drawing/2014/main" id="{68D62427-1011-4B67-85C7-7E0A9EE3BB05}"/>
                </a:ext>
              </a:extLst>
            </p:cNvPr>
            <p:cNvSpPr>
              <a:spLocks noChangeAspect="1"/>
            </p:cNvSpPr>
            <p:nvPr/>
          </p:nvSpPr>
          <p:spPr>
            <a:xfrm>
              <a:off x="5408816" y="2055081"/>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D</a:t>
              </a:r>
            </a:p>
          </p:txBody>
        </p:sp>
        <p:cxnSp>
          <p:nvCxnSpPr>
            <p:cNvPr id="25" name="Connecteur droit 24">
              <a:extLst>
                <a:ext uri="{FF2B5EF4-FFF2-40B4-BE49-F238E27FC236}">
                  <a16:creationId xmlns:a16="http://schemas.microsoft.com/office/drawing/2014/main" id="{1DFB8EAD-3CEA-F105-E26A-F5EFE7C32591}"/>
                </a:ext>
              </a:extLst>
            </p:cNvPr>
            <p:cNvCxnSpPr>
              <a:cxnSpLocks/>
            </p:cNvCxnSpPr>
            <p:nvPr/>
          </p:nvCxnSpPr>
          <p:spPr>
            <a:xfrm>
              <a:off x="5346700" y="1875081"/>
              <a:ext cx="0" cy="648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48" name="Groupe 47">
            <a:extLst>
              <a:ext uri="{FF2B5EF4-FFF2-40B4-BE49-F238E27FC236}">
                <a16:creationId xmlns:a16="http://schemas.microsoft.com/office/drawing/2014/main" id="{FC7B824B-D0EF-2953-983D-0087D9A008FF}"/>
              </a:ext>
            </a:extLst>
          </p:cNvPr>
          <p:cNvGrpSpPr/>
          <p:nvPr/>
        </p:nvGrpSpPr>
        <p:grpSpPr>
          <a:xfrm>
            <a:off x="585378" y="2788652"/>
            <a:ext cx="3429376" cy="557747"/>
            <a:chOff x="5346700" y="1873408"/>
            <a:chExt cx="3429376" cy="557747"/>
          </a:xfrm>
        </p:grpSpPr>
        <p:sp>
          <p:nvSpPr>
            <p:cNvPr id="49" name="Rectangle : coins arrondis 48">
              <a:extLst>
                <a:ext uri="{FF2B5EF4-FFF2-40B4-BE49-F238E27FC236}">
                  <a16:creationId xmlns:a16="http://schemas.microsoft.com/office/drawing/2014/main" id="{A03F93BE-7A92-0EF7-74B1-DAFACEE84EC0}"/>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50" name="Rectangle : coins arrondis 49">
              <a:extLst>
                <a:ext uri="{FF2B5EF4-FFF2-40B4-BE49-F238E27FC236}">
                  <a16:creationId xmlns:a16="http://schemas.microsoft.com/office/drawing/2014/main" id="{4AEA9B23-87F8-6CA2-C3AC-7B08ABBEEF43}"/>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Réception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Statistiques de réception des données du TAS.</a:t>
              </a:r>
            </a:p>
          </p:txBody>
        </p:sp>
        <p:sp>
          <p:nvSpPr>
            <p:cNvPr id="51" name="Rectangle 50">
              <a:extLst>
                <a:ext uri="{FF2B5EF4-FFF2-40B4-BE49-F238E27FC236}">
                  <a16:creationId xmlns:a16="http://schemas.microsoft.com/office/drawing/2014/main" id="{8AF7636D-CE77-DACA-EE32-D1AFB705E863}"/>
                </a:ext>
              </a:extLst>
            </p:cNvPr>
            <p:cNvSpPr>
              <a:spLocks noChangeAspect="1"/>
            </p:cNvSpPr>
            <p:nvPr/>
          </p:nvSpPr>
          <p:spPr>
            <a:xfrm>
              <a:off x="5408816" y="2010394"/>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52" name="Connecteur droit 51">
              <a:extLst>
                <a:ext uri="{FF2B5EF4-FFF2-40B4-BE49-F238E27FC236}">
                  <a16:creationId xmlns:a16="http://schemas.microsoft.com/office/drawing/2014/main" id="{DE517CC8-884F-53A5-6343-608B8B620004}"/>
                </a:ext>
              </a:extLst>
            </p:cNvPr>
            <p:cNvCxnSpPr/>
            <p:nvPr/>
          </p:nvCxnSpPr>
          <p:spPr>
            <a:xfrm>
              <a:off x="5346700" y="1876755"/>
              <a:ext cx="0" cy="5544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53" name="Groupe 52">
            <a:extLst>
              <a:ext uri="{FF2B5EF4-FFF2-40B4-BE49-F238E27FC236}">
                <a16:creationId xmlns:a16="http://schemas.microsoft.com/office/drawing/2014/main" id="{0970A3E2-6DFA-3553-D08D-A3D5A7AEEB4F}"/>
              </a:ext>
            </a:extLst>
          </p:cNvPr>
          <p:cNvGrpSpPr/>
          <p:nvPr/>
        </p:nvGrpSpPr>
        <p:grpSpPr>
          <a:xfrm>
            <a:off x="585378" y="4035541"/>
            <a:ext cx="3429376" cy="557747"/>
            <a:chOff x="5346700" y="1873408"/>
            <a:chExt cx="3429376" cy="557747"/>
          </a:xfrm>
        </p:grpSpPr>
        <p:sp>
          <p:nvSpPr>
            <p:cNvPr id="54" name="Rectangle : coins arrondis 53">
              <a:extLst>
                <a:ext uri="{FF2B5EF4-FFF2-40B4-BE49-F238E27FC236}">
                  <a16:creationId xmlns:a16="http://schemas.microsoft.com/office/drawing/2014/main" id="{C3E6E895-7CA3-B3B9-2F4E-8FB6B87CA45E}"/>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55" name="Rectangle : coins arrondis 54">
              <a:extLst>
                <a:ext uri="{FF2B5EF4-FFF2-40B4-BE49-F238E27FC236}">
                  <a16:creationId xmlns:a16="http://schemas.microsoft.com/office/drawing/2014/main" id="{DEEE9573-AB4C-4094-BBDE-2C96783B7F6B}"/>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Synchronisation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Statistiques d’envoi complet du site vers le serveur distant .</a:t>
              </a:r>
            </a:p>
          </p:txBody>
        </p:sp>
        <p:sp>
          <p:nvSpPr>
            <p:cNvPr id="56" name="Rectangle 55">
              <a:extLst>
                <a:ext uri="{FF2B5EF4-FFF2-40B4-BE49-F238E27FC236}">
                  <a16:creationId xmlns:a16="http://schemas.microsoft.com/office/drawing/2014/main" id="{6CF531B1-D8F3-3659-F7A6-7BE72F5856F0}"/>
                </a:ext>
              </a:extLst>
            </p:cNvPr>
            <p:cNvSpPr>
              <a:spLocks noChangeAspect="1"/>
            </p:cNvSpPr>
            <p:nvPr/>
          </p:nvSpPr>
          <p:spPr>
            <a:xfrm>
              <a:off x="5408816" y="2010394"/>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C</a:t>
              </a:r>
            </a:p>
          </p:txBody>
        </p:sp>
        <p:cxnSp>
          <p:nvCxnSpPr>
            <p:cNvPr id="57" name="Connecteur droit 56">
              <a:extLst>
                <a:ext uri="{FF2B5EF4-FFF2-40B4-BE49-F238E27FC236}">
                  <a16:creationId xmlns:a16="http://schemas.microsoft.com/office/drawing/2014/main" id="{87EA77BA-8FC6-9494-0D01-B7759156F696}"/>
                </a:ext>
              </a:extLst>
            </p:cNvPr>
            <p:cNvCxnSpPr/>
            <p:nvPr/>
          </p:nvCxnSpPr>
          <p:spPr>
            <a:xfrm>
              <a:off x="5346700" y="1876755"/>
              <a:ext cx="0" cy="5544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521528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8C8A4-BD1F-2564-B744-50DE2B030DB3}"/>
            </a:ext>
          </a:extLst>
        </p:cNvPr>
        <p:cNvGrpSpPr/>
        <p:nvPr/>
      </p:nvGrpSpPr>
      <p:grpSpPr>
        <a:xfrm>
          <a:off x="0" y="0"/>
          <a:ext cx="0" cy="0"/>
          <a:chOff x="0" y="0"/>
          <a:chExt cx="0" cy="0"/>
        </a:xfrm>
      </p:grpSpPr>
      <p:pic>
        <p:nvPicPr>
          <p:cNvPr id="32" name="Image 31">
            <a:extLst>
              <a:ext uri="{FF2B5EF4-FFF2-40B4-BE49-F238E27FC236}">
                <a16:creationId xmlns:a16="http://schemas.microsoft.com/office/drawing/2014/main" id="{3A400F34-BD6E-4E9B-CACF-B7A33AC6EDB3}"/>
              </a:ext>
            </a:extLst>
          </p:cNvPr>
          <p:cNvPicPr>
            <a:picLocks noChangeAspect="1"/>
          </p:cNvPicPr>
          <p:nvPr/>
        </p:nvPicPr>
        <p:blipFill>
          <a:blip r:embed="rId2"/>
          <a:stretch>
            <a:fillRect/>
          </a:stretch>
        </p:blipFill>
        <p:spPr>
          <a:xfrm>
            <a:off x="5388173" y="1689359"/>
            <a:ext cx="5379111" cy="3809753"/>
          </a:xfrm>
          <a:prstGeom prst="rect">
            <a:avLst/>
          </a:prstGeom>
        </p:spPr>
      </p:pic>
      <p:sp>
        <p:nvSpPr>
          <p:cNvPr id="2" name="Titre 1">
            <a:extLst>
              <a:ext uri="{FF2B5EF4-FFF2-40B4-BE49-F238E27FC236}">
                <a16:creationId xmlns:a16="http://schemas.microsoft.com/office/drawing/2014/main" id="{505FE863-5F45-4616-306E-3A70C1A987E0}"/>
              </a:ext>
            </a:extLst>
          </p:cNvPr>
          <p:cNvSpPr>
            <a:spLocks noGrp="1"/>
          </p:cNvSpPr>
          <p:nvPr>
            <p:ph type="title"/>
          </p:nvPr>
        </p:nvSpPr>
        <p:spPr/>
        <p:txBody>
          <a:bodyPr/>
          <a:lstStyle/>
          <a:p>
            <a:r>
              <a:rPr lang="fr-FR" noProof="0" dirty="0"/>
              <a:t>Manuel</a:t>
            </a:r>
          </a:p>
        </p:txBody>
      </p:sp>
      <p:sp>
        <p:nvSpPr>
          <p:cNvPr id="4" name="Espace réservé du texte 3">
            <a:extLst>
              <a:ext uri="{FF2B5EF4-FFF2-40B4-BE49-F238E27FC236}">
                <a16:creationId xmlns:a16="http://schemas.microsoft.com/office/drawing/2014/main" id="{81D7BCA9-8A39-08D8-8856-31B868189B7B}"/>
              </a:ext>
            </a:extLst>
          </p:cNvPr>
          <p:cNvSpPr>
            <a:spLocks noGrp="1"/>
          </p:cNvSpPr>
          <p:nvPr>
            <p:ph type="body" sz="quarter" idx="15"/>
          </p:nvPr>
        </p:nvSpPr>
        <p:spPr/>
        <p:txBody>
          <a:bodyPr/>
          <a:lstStyle/>
          <a:p>
            <a:r>
              <a:rPr lang="fr-FR" cap="all" noProof="0" dirty="0"/>
              <a:t>é</a:t>
            </a:r>
            <a:r>
              <a:rPr lang="fr-FR" noProof="0" dirty="0"/>
              <a:t>crans &amp; fonctionnalités</a:t>
            </a:r>
          </a:p>
        </p:txBody>
      </p:sp>
      <p:sp>
        <p:nvSpPr>
          <p:cNvPr id="6" name="Rectangle 5">
            <a:extLst>
              <a:ext uri="{FF2B5EF4-FFF2-40B4-BE49-F238E27FC236}">
                <a16:creationId xmlns:a16="http://schemas.microsoft.com/office/drawing/2014/main" id="{E8273C3B-1555-1DFB-63F6-BE1E955FBF70}"/>
              </a:ext>
            </a:extLst>
          </p:cNvPr>
          <p:cNvSpPr/>
          <p:nvPr/>
        </p:nvSpPr>
        <p:spPr>
          <a:xfrm>
            <a:off x="5388173" y="2180852"/>
            <a:ext cx="5379109" cy="3291217"/>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3" name="Espace réservé du texte 2">
            <a:extLst>
              <a:ext uri="{FF2B5EF4-FFF2-40B4-BE49-F238E27FC236}">
                <a16:creationId xmlns:a16="http://schemas.microsoft.com/office/drawing/2014/main" id="{4442073D-B5DB-E84B-D6A8-B2E46F016971}"/>
              </a:ext>
            </a:extLst>
          </p:cNvPr>
          <p:cNvSpPr>
            <a:spLocks noGrp="1"/>
          </p:cNvSpPr>
          <p:nvPr>
            <p:ph type="body" idx="1"/>
          </p:nvPr>
        </p:nvSpPr>
        <p:spPr>
          <a:xfrm>
            <a:off x="34294" y="6271654"/>
            <a:ext cx="11369615" cy="336752"/>
          </a:xfrm>
        </p:spPr>
        <p:txBody>
          <a:bodyPr/>
          <a:lstStyle/>
          <a:p>
            <a:pPr marL="101598" indent="0">
              <a:buNone/>
            </a:pPr>
            <a:r>
              <a:rPr lang="fr-FR" sz="1400" b="1" i="1" noProof="0" dirty="0"/>
              <a:t>Note</a:t>
            </a:r>
            <a:r>
              <a:rPr lang="fr-FR" sz="1400" i="1" noProof="0" dirty="0"/>
              <a:t> : </a:t>
            </a:r>
            <a:r>
              <a:rPr lang="fr-FR" sz="1200" i="1" noProof="0" dirty="0"/>
              <a:t>Cet écran peut rester ouvert en même temps que l’écran principal sans gêner le fonctionnement.</a:t>
            </a:r>
            <a:endParaRPr lang="fr-FR" sz="1800" i="1" noProof="0" dirty="0"/>
          </a:p>
        </p:txBody>
      </p:sp>
      <p:sp>
        <p:nvSpPr>
          <p:cNvPr id="17" name="Rectangle 16">
            <a:extLst>
              <a:ext uri="{FF2B5EF4-FFF2-40B4-BE49-F238E27FC236}">
                <a16:creationId xmlns:a16="http://schemas.microsoft.com/office/drawing/2014/main" id="{D43A3E9D-E9D8-AD3A-C699-30F633EE9284}"/>
              </a:ext>
            </a:extLst>
          </p:cNvPr>
          <p:cNvSpPr/>
          <p:nvPr/>
        </p:nvSpPr>
        <p:spPr>
          <a:xfrm>
            <a:off x="5413216" y="1909157"/>
            <a:ext cx="219075" cy="232198"/>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3" name="Rectangle 22">
            <a:extLst>
              <a:ext uri="{FF2B5EF4-FFF2-40B4-BE49-F238E27FC236}">
                <a16:creationId xmlns:a16="http://schemas.microsoft.com/office/drawing/2014/main" id="{EF351576-FE79-2127-6B71-DA7B9A890C01}"/>
              </a:ext>
            </a:extLst>
          </p:cNvPr>
          <p:cNvSpPr/>
          <p:nvPr/>
        </p:nvSpPr>
        <p:spPr>
          <a:xfrm>
            <a:off x="5665988" y="1909157"/>
            <a:ext cx="202842" cy="232198"/>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nvGrpSpPr>
          <p:cNvPr id="12" name="Groupe 11">
            <a:extLst>
              <a:ext uri="{FF2B5EF4-FFF2-40B4-BE49-F238E27FC236}">
                <a16:creationId xmlns:a16="http://schemas.microsoft.com/office/drawing/2014/main" id="{9055BE50-E61F-D5D1-4010-87D9F6ADE7A1}"/>
              </a:ext>
            </a:extLst>
          </p:cNvPr>
          <p:cNvGrpSpPr/>
          <p:nvPr/>
        </p:nvGrpSpPr>
        <p:grpSpPr>
          <a:xfrm>
            <a:off x="601519" y="2355974"/>
            <a:ext cx="3429376" cy="360000"/>
            <a:chOff x="5346700" y="1891328"/>
            <a:chExt cx="3429376" cy="360000"/>
          </a:xfrm>
        </p:grpSpPr>
        <p:sp>
          <p:nvSpPr>
            <p:cNvPr id="16" name="Rectangle : coins arrondis 15">
              <a:extLst>
                <a:ext uri="{FF2B5EF4-FFF2-40B4-BE49-F238E27FC236}">
                  <a16:creationId xmlns:a16="http://schemas.microsoft.com/office/drawing/2014/main" id="{F95D0529-7B3D-219F-6B40-A9013AC62FB0}"/>
                </a:ext>
              </a:extLst>
            </p:cNvPr>
            <p:cNvSpPr/>
            <p:nvPr/>
          </p:nvSpPr>
          <p:spPr>
            <a:xfrm>
              <a:off x="5346701" y="1891328"/>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1" name="Rectangle : coins arrondis 20">
              <a:extLst>
                <a:ext uri="{FF2B5EF4-FFF2-40B4-BE49-F238E27FC236}">
                  <a16:creationId xmlns:a16="http://schemas.microsoft.com/office/drawing/2014/main" id="{41CE581E-14DF-F33E-67D9-F32EED88E6E2}"/>
                </a:ext>
              </a:extLst>
            </p:cNvPr>
            <p:cNvSpPr/>
            <p:nvPr/>
          </p:nvSpPr>
          <p:spPr>
            <a:xfrm>
              <a:off x="5680076" y="1891328"/>
              <a:ext cx="3096000"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Page du manuel utilisateur</a:t>
              </a:r>
            </a:p>
          </p:txBody>
        </p:sp>
        <p:sp>
          <p:nvSpPr>
            <p:cNvPr id="22" name="Rectangle 21">
              <a:extLst>
                <a:ext uri="{FF2B5EF4-FFF2-40B4-BE49-F238E27FC236}">
                  <a16:creationId xmlns:a16="http://schemas.microsoft.com/office/drawing/2014/main" id="{220E443B-686C-6F76-0749-8E16915E2416}"/>
                </a:ext>
              </a:extLst>
            </p:cNvPr>
            <p:cNvSpPr>
              <a:spLocks noChangeAspect="1"/>
            </p:cNvSpPr>
            <p:nvPr/>
          </p:nvSpPr>
          <p:spPr>
            <a:xfrm>
              <a:off x="5408816" y="1927328"/>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25" name="Connecteur droit 24">
              <a:extLst>
                <a:ext uri="{FF2B5EF4-FFF2-40B4-BE49-F238E27FC236}">
                  <a16:creationId xmlns:a16="http://schemas.microsoft.com/office/drawing/2014/main" id="{573BA56E-1D5A-5D38-5428-F15C70B504AA}"/>
                </a:ext>
              </a:extLst>
            </p:cNvPr>
            <p:cNvCxnSpPr>
              <a:cxnSpLocks/>
            </p:cNvCxnSpPr>
            <p:nvPr/>
          </p:nvCxnSpPr>
          <p:spPr>
            <a:xfrm>
              <a:off x="5346700" y="1891328"/>
              <a:ext cx="0" cy="36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sp>
        <p:nvSpPr>
          <p:cNvPr id="26" name="Rectangle 25">
            <a:extLst>
              <a:ext uri="{FF2B5EF4-FFF2-40B4-BE49-F238E27FC236}">
                <a16:creationId xmlns:a16="http://schemas.microsoft.com/office/drawing/2014/main" id="{48A01C64-DAC6-A7BF-D87A-0E328196246E}"/>
              </a:ext>
            </a:extLst>
          </p:cNvPr>
          <p:cNvSpPr/>
          <p:nvPr/>
        </p:nvSpPr>
        <p:spPr>
          <a:xfrm>
            <a:off x="4796054" y="3682461"/>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27" name="Connecteur droit avec flèche 26">
            <a:extLst>
              <a:ext uri="{FF2B5EF4-FFF2-40B4-BE49-F238E27FC236}">
                <a16:creationId xmlns:a16="http://schemas.microsoft.com/office/drawing/2014/main" id="{6302AF51-3BBC-0266-66C2-18D8A25A51DD}"/>
              </a:ext>
            </a:extLst>
          </p:cNvPr>
          <p:cNvCxnSpPr>
            <a:cxnSpLocks/>
            <a:stCxn id="26" idx="3"/>
            <a:endCxn id="6" idx="1"/>
          </p:cNvCxnSpPr>
          <p:nvPr/>
        </p:nvCxnSpPr>
        <p:spPr>
          <a:xfrm>
            <a:off x="5084054" y="3826461"/>
            <a:ext cx="304119" cy="0"/>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37" name="Groupe 36">
            <a:extLst>
              <a:ext uri="{FF2B5EF4-FFF2-40B4-BE49-F238E27FC236}">
                <a16:creationId xmlns:a16="http://schemas.microsoft.com/office/drawing/2014/main" id="{D1C9527D-ED01-6CA1-955D-DB7CAF53099D}"/>
              </a:ext>
            </a:extLst>
          </p:cNvPr>
          <p:cNvGrpSpPr/>
          <p:nvPr/>
        </p:nvGrpSpPr>
        <p:grpSpPr>
          <a:xfrm>
            <a:off x="601521" y="3609344"/>
            <a:ext cx="3429374" cy="360000"/>
            <a:chOff x="1076957" y="5514260"/>
            <a:chExt cx="3429374" cy="360000"/>
          </a:xfrm>
        </p:grpSpPr>
        <p:sp>
          <p:nvSpPr>
            <p:cNvPr id="38" name="Rectangle : coins arrondis 37">
              <a:extLst>
                <a:ext uri="{FF2B5EF4-FFF2-40B4-BE49-F238E27FC236}">
                  <a16:creationId xmlns:a16="http://schemas.microsoft.com/office/drawing/2014/main" id="{CD22FD2F-2A8F-D040-0DE6-4A5CA5949B88}"/>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39" name="Rectangle : coins arrondis 38">
              <a:extLst>
                <a:ext uri="{FF2B5EF4-FFF2-40B4-BE49-F238E27FC236}">
                  <a16:creationId xmlns:a16="http://schemas.microsoft.com/office/drawing/2014/main" id="{788B063C-5FDE-7C05-935A-9E80D02D6207}"/>
                </a:ext>
              </a:extLst>
            </p:cNvPr>
            <p:cNvSpPr/>
            <p:nvPr/>
          </p:nvSpPr>
          <p:spPr>
            <a:xfrm>
              <a:off x="1410331" y="5515015"/>
              <a:ext cx="3096000"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Ins="36000"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Enregistrer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Enregistre le fichier.</a:t>
              </a:r>
            </a:p>
          </p:txBody>
        </p:sp>
        <p:cxnSp>
          <p:nvCxnSpPr>
            <p:cNvPr id="40" name="Connecteur droit 39">
              <a:extLst>
                <a:ext uri="{FF2B5EF4-FFF2-40B4-BE49-F238E27FC236}">
                  <a16:creationId xmlns:a16="http://schemas.microsoft.com/office/drawing/2014/main" id="{EB85E8B8-DD5F-ED90-703F-F36C0737633D}"/>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41" name="Ellipse 40">
              <a:extLst>
                <a:ext uri="{FF2B5EF4-FFF2-40B4-BE49-F238E27FC236}">
                  <a16:creationId xmlns:a16="http://schemas.microsoft.com/office/drawing/2014/main" id="{6B79DA48-A15E-FF85-D60C-6CCCDC754EBC}"/>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600" b="1" noProof="0" dirty="0"/>
                <a:t>1</a:t>
              </a:r>
            </a:p>
          </p:txBody>
        </p:sp>
      </p:grpSp>
      <p:grpSp>
        <p:nvGrpSpPr>
          <p:cNvPr id="42" name="Groupe 41">
            <a:extLst>
              <a:ext uri="{FF2B5EF4-FFF2-40B4-BE49-F238E27FC236}">
                <a16:creationId xmlns:a16="http://schemas.microsoft.com/office/drawing/2014/main" id="{4EA4E226-477C-A32E-57E9-428045A6754C}"/>
              </a:ext>
            </a:extLst>
          </p:cNvPr>
          <p:cNvGrpSpPr/>
          <p:nvPr/>
        </p:nvGrpSpPr>
        <p:grpSpPr>
          <a:xfrm>
            <a:off x="601521" y="4861204"/>
            <a:ext cx="3429374" cy="360000"/>
            <a:chOff x="1076957" y="5514260"/>
            <a:chExt cx="3429374" cy="360000"/>
          </a:xfrm>
        </p:grpSpPr>
        <p:sp>
          <p:nvSpPr>
            <p:cNvPr id="43" name="Rectangle : coins arrondis 42">
              <a:extLst>
                <a:ext uri="{FF2B5EF4-FFF2-40B4-BE49-F238E27FC236}">
                  <a16:creationId xmlns:a16="http://schemas.microsoft.com/office/drawing/2014/main" id="{540234B0-4045-DF64-B13D-59BCC613B1B8}"/>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44" name="Rectangle : coins arrondis 43">
              <a:extLst>
                <a:ext uri="{FF2B5EF4-FFF2-40B4-BE49-F238E27FC236}">
                  <a16:creationId xmlns:a16="http://schemas.microsoft.com/office/drawing/2014/main" id="{EAEB1796-DC64-4188-8F32-CDF131D240EA}"/>
                </a:ext>
              </a:extLst>
            </p:cNvPr>
            <p:cNvSpPr/>
            <p:nvPr/>
          </p:nvSpPr>
          <p:spPr>
            <a:xfrm>
              <a:off x="1410331" y="5515015"/>
              <a:ext cx="3096000"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Ins="36000"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Imprimer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Imprime le fichier.</a:t>
              </a:r>
            </a:p>
          </p:txBody>
        </p:sp>
        <p:cxnSp>
          <p:nvCxnSpPr>
            <p:cNvPr id="45" name="Connecteur droit 44">
              <a:extLst>
                <a:ext uri="{FF2B5EF4-FFF2-40B4-BE49-F238E27FC236}">
                  <a16:creationId xmlns:a16="http://schemas.microsoft.com/office/drawing/2014/main" id="{123D07D9-FEA0-FB12-70A2-27F04229C56A}"/>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46" name="Ellipse 45">
              <a:extLst>
                <a:ext uri="{FF2B5EF4-FFF2-40B4-BE49-F238E27FC236}">
                  <a16:creationId xmlns:a16="http://schemas.microsoft.com/office/drawing/2014/main" id="{A7B091E9-6A47-FA49-5BE6-05129B6FA367}"/>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600" b="1" noProof="0" dirty="0"/>
                <a:t>2</a:t>
              </a:r>
            </a:p>
          </p:txBody>
        </p:sp>
      </p:grpSp>
      <p:sp>
        <p:nvSpPr>
          <p:cNvPr id="47" name="Ellipse 46">
            <a:extLst>
              <a:ext uri="{FF2B5EF4-FFF2-40B4-BE49-F238E27FC236}">
                <a16:creationId xmlns:a16="http://schemas.microsoft.com/office/drawing/2014/main" id="{90EEDBC8-D98F-C671-2EFC-5E16BBCB76B8}"/>
              </a:ext>
            </a:extLst>
          </p:cNvPr>
          <p:cNvSpPr>
            <a:spLocks noChangeAspect="1"/>
          </p:cNvSpPr>
          <p:nvPr/>
        </p:nvSpPr>
        <p:spPr>
          <a:xfrm>
            <a:off x="5623409" y="133890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a:t>
            </a:r>
            <a:endParaRPr lang="fr-FR" sz="1600" b="1" noProof="0" dirty="0">
              <a:latin typeface="Barlow" panose="00000500000000000000" pitchFamily="2" charset="0"/>
            </a:endParaRPr>
          </a:p>
        </p:txBody>
      </p:sp>
      <p:cxnSp>
        <p:nvCxnSpPr>
          <p:cNvPr id="48" name="Connecteur droit avec flèche 47">
            <a:extLst>
              <a:ext uri="{FF2B5EF4-FFF2-40B4-BE49-F238E27FC236}">
                <a16:creationId xmlns:a16="http://schemas.microsoft.com/office/drawing/2014/main" id="{B041C30A-DF35-2C3E-5B9D-3D67CDA260BF}"/>
              </a:ext>
            </a:extLst>
          </p:cNvPr>
          <p:cNvCxnSpPr>
            <a:cxnSpLocks/>
            <a:stCxn id="47" idx="4"/>
            <a:endCxn id="23" idx="0"/>
          </p:cNvCxnSpPr>
          <p:nvPr/>
        </p:nvCxnSpPr>
        <p:spPr>
          <a:xfrm>
            <a:off x="5767409" y="1626904"/>
            <a:ext cx="0" cy="282253"/>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52" name="Ellipse 51">
            <a:extLst>
              <a:ext uri="{FF2B5EF4-FFF2-40B4-BE49-F238E27FC236}">
                <a16:creationId xmlns:a16="http://schemas.microsoft.com/office/drawing/2014/main" id="{1A61A62C-FE8E-5C69-1BD2-514C05CDCB10}"/>
              </a:ext>
            </a:extLst>
          </p:cNvPr>
          <p:cNvSpPr>
            <a:spLocks noChangeAspect="1"/>
          </p:cNvSpPr>
          <p:nvPr/>
        </p:nvSpPr>
        <p:spPr>
          <a:xfrm>
            <a:off x="4905463" y="1877007"/>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2</a:t>
            </a:r>
            <a:endParaRPr lang="fr-FR" sz="1600" b="1" noProof="0" dirty="0">
              <a:latin typeface="Barlow" panose="00000500000000000000" pitchFamily="2" charset="0"/>
            </a:endParaRPr>
          </a:p>
        </p:txBody>
      </p:sp>
      <p:cxnSp>
        <p:nvCxnSpPr>
          <p:cNvPr id="53" name="Connecteur droit avec flèche 52">
            <a:extLst>
              <a:ext uri="{FF2B5EF4-FFF2-40B4-BE49-F238E27FC236}">
                <a16:creationId xmlns:a16="http://schemas.microsoft.com/office/drawing/2014/main" id="{B2164B6D-A03B-D0E0-C7DD-B22417DA97EB}"/>
              </a:ext>
            </a:extLst>
          </p:cNvPr>
          <p:cNvCxnSpPr>
            <a:cxnSpLocks/>
            <a:stCxn id="52" idx="6"/>
            <a:endCxn id="17" idx="1"/>
          </p:cNvCxnSpPr>
          <p:nvPr/>
        </p:nvCxnSpPr>
        <p:spPr>
          <a:xfrm>
            <a:off x="5193463" y="2021007"/>
            <a:ext cx="219753" cy="4249"/>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97250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6C679-49AB-7B39-1D31-C661F142B7D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DCFBD5E-E7B7-5C28-D96D-5B0D50DADA94}"/>
              </a:ext>
            </a:extLst>
          </p:cNvPr>
          <p:cNvSpPr>
            <a:spLocks noGrp="1"/>
          </p:cNvSpPr>
          <p:nvPr>
            <p:ph type="title"/>
          </p:nvPr>
        </p:nvSpPr>
        <p:spPr>
          <a:xfrm>
            <a:off x="1005312" y="626163"/>
            <a:ext cx="10563978" cy="528400"/>
          </a:xfrm>
        </p:spPr>
        <p:txBody>
          <a:bodyPr/>
          <a:lstStyle/>
          <a:p>
            <a:r>
              <a:rPr lang="fr-FR" cap="all" noProof="0" dirty="0"/>
              <a:t>é</a:t>
            </a:r>
            <a:r>
              <a:rPr lang="fr-FR" noProof="0" dirty="0"/>
              <a:t>cran d’information</a:t>
            </a:r>
          </a:p>
        </p:txBody>
      </p:sp>
      <p:sp>
        <p:nvSpPr>
          <p:cNvPr id="4" name="Espace réservé du texte 3">
            <a:extLst>
              <a:ext uri="{FF2B5EF4-FFF2-40B4-BE49-F238E27FC236}">
                <a16:creationId xmlns:a16="http://schemas.microsoft.com/office/drawing/2014/main" id="{090D95C5-A562-491F-8057-DBE6C9F66EE3}"/>
              </a:ext>
            </a:extLst>
          </p:cNvPr>
          <p:cNvSpPr>
            <a:spLocks noGrp="1"/>
          </p:cNvSpPr>
          <p:nvPr>
            <p:ph type="body" sz="quarter" idx="15"/>
          </p:nvPr>
        </p:nvSpPr>
        <p:spPr/>
        <p:txBody>
          <a:bodyPr/>
          <a:lstStyle/>
          <a:p>
            <a:r>
              <a:rPr lang="fr-FR" cap="all" noProof="0" dirty="0"/>
              <a:t>é</a:t>
            </a:r>
            <a:r>
              <a:rPr lang="fr-FR" noProof="0" dirty="0"/>
              <a:t>crans &amp; fonctionnalités</a:t>
            </a:r>
          </a:p>
        </p:txBody>
      </p:sp>
      <p:sp>
        <p:nvSpPr>
          <p:cNvPr id="13" name="Espace réservé du texte 2">
            <a:extLst>
              <a:ext uri="{FF2B5EF4-FFF2-40B4-BE49-F238E27FC236}">
                <a16:creationId xmlns:a16="http://schemas.microsoft.com/office/drawing/2014/main" id="{2153E937-35F6-7666-4A49-DF6C82F9BB8A}"/>
              </a:ext>
            </a:extLst>
          </p:cNvPr>
          <p:cNvSpPr txBox="1">
            <a:spLocks/>
          </p:cNvSpPr>
          <p:nvPr/>
        </p:nvSpPr>
        <p:spPr>
          <a:xfrm>
            <a:off x="-62332" y="6118701"/>
            <a:ext cx="11369615" cy="528400"/>
          </a:xfrm>
          <a:prstGeom prst="rect">
            <a:avLst/>
          </a:prstGeom>
        </p:spPr>
        <p:txBody>
          <a:bodyPr spcFirstLastPara="1" wrap="square" lIns="0" tIns="0" rIns="0" bIns="0" anchor="t" anchorCtr="0">
            <a:noAutofit/>
          </a:bodyPr>
          <a:lstStyle>
            <a:lvl1pPr marL="609585" marR="0" lvl="0" indent="-507987" algn="l" defTabSz="914400" rtl="0" eaLnBrk="1" fontAlgn="auto" latinLnBrk="0" hangingPunct="1">
              <a:lnSpc>
                <a:spcPct val="115000"/>
              </a:lnSpc>
              <a:spcBef>
                <a:spcPts val="0"/>
              </a:spcBef>
              <a:spcAft>
                <a:spcPts val="0"/>
              </a:spcAft>
              <a:buClr>
                <a:schemeClr val="tx1">
                  <a:lumMod val="50000"/>
                  <a:lumOff val="50000"/>
                </a:schemeClr>
              </a:buClr>
              <a:buSzPts val="2400"/>
              <a:buFont typeface="Inria Sans Light"/>
              <a:buChar char="▸"/>
              <a:tabLst/>
              <a:defRPr sz="2000" kern="1200">
                <a:solidFill>
                  <a:schemeClr val="tx1">
                    <a:lumMod val="85000"/>
                    <a:lumOff val="15000"/>
                  </a:schemeClr>
                </a:solidFill>
                <a:latin typeface="Barlow"/>
                <a:ea typeface="+mn-ea"/>
                <a:cs typeface="+mn-cs"/>
              </a:defRPr>
            </a:lvl1pPr>
            <a:lvl2pPr marL="1219170" lvl="1" indent="-507987" algn="l" defTabSz="914400" rtl="0" eaLnBrk="1" latinLnBrk="0" hangingPunct="1">
              <a:lnSpc>
                <a:spcPct val="90000"/>
              </a:lnSpc>
              <a:spcBef>
                <a:spcPts val="800"/>
              </a:spcBef>
              <a:spcAft>
                <a:spcPts val="0"/>
              </a:spcAft>
              <a:buSzPts val="2400"/>
              <a:buFont typeface="Arial" panose="020B0604020202020204" pitchFamily="34" charset="0"/>
              <a:buChar char="▹"/>
              <a:defRPr sz="2400" kern="1200">
                <a:solidFill>
                  <a:schemeClr val="tx1"/>
                </a:solidFill>
                <a:latin typeface="+mn-lt"/>
                <a:ea typeface="+mn-ea"/>
                <a:cs typeface="+mn-cs"/>
              </a:defRPr>
            </a:lvl2pPr>
            <a:lvl3pPr marL="1828754" lvl="2" indent="-507987" algn="l" defTabSz="914400" rtl="0" eaLnBrk="1" latinLnBrk="0" hangingPunct="1">
              <a:lnSpc>
                <a:spcPct val="90000"/>
              </a:lnSpc>
              <a:spcBef>
                <a:spcPts val="800"/>
              </a:spcBef>
              <a:spcAft>
                <a:spcPts val="0"/>
              </a:spcAft>
              <a:buSzPts val="2400"/>
              <a:buFont typeface="Arial" panose="020B0604020202020204" pitchFamily="34" charset="0"/>
              <a:buChar char="■"/>
              <a:defRPr sz="2000" kern="1200">
                <a:solidFill>
                  <a:schemeClr val="tx1"/>
                </a:solidFill>
                <a:latin typeface="+mn-lt"/>
                <a:ea typeface="+mn-ea"/>
                <a:cs typeface="+mn-cs"/>
              </a:defRPr>
            </a:lvl3pPr>
            <a:lvl4pPr marL="2438339" lvl="3" indent="-507987" algn="l" defTabSz="914400" rtl="0" eaLnBrk="1" latinLnBrk="0" hangingPunct="1">
              <a:lnSpc>
                <a:spcPct val="90000"/>
              </a:lnSpc>
              <a:spcBef>
                <a:spcPts val="800"/>
              </a:spcBef>
              <a:spcAft>
                <a:spcPts val="0"/>
              </a:spcAft>
              <a:buSzPts val="2400"/>
              <a:buFont typeface="Arial" panose="020B0604020202020204" pitchFamily="34" charset="0"/>
              <a:buChar char="●"/>
              <a:defRPr sz="1800" kern="1200">
                <a:solidFill>
                  <a:schemeClr val="tx1"/>
                </a:solidFill>
                <a:latin typeface="+mn-lt"/>
                <a:ea typeface="+mn-ea"/>
                <a:cs typeface="+mn-cs"/>
              </a:defRPr>
            </a:lvl4pPr>
            <a:lvl5pPr marL="3047924" lvl="4" indent="-507987" algn="l" defTabSz="914400" rtl="0" eaLnBrk="1" latinLnBrk="0" hangingPunct="1">
              <a:lnSpc>
                <a:spcPct val="90000"/>
              </a:lnSpc>
              <a:spcBef>
                <a:spcPts val="800"/>
              </a:spcBef>
              <a:spcAft>
                <a:spcPts val="0"/>
              </a:spcAft>
              <a:buSzPts val="2400"/>
              <a:buFont typeface="Arial" panose="020B0604020202020204" pitchFamily="34" charset="0"/>
              <a:buChar char="○"/>
              <a:defRPr sz="1800" kern="1200">
                <a:solidFill>
                  <a:schemeClr val="tx1"/>
                </a:solidFill>
                <a:latin typeface="+mn-lt"/>
                <a:ea typeface="+mn-ea"/>
                <a:cs typeface="+mn-cs"/>
              </a:defRPr>
            </a:lvl5pPr>
            <a:lvl6pPr marL="3657509" lvl="5" indent="-507987" algn="l" defTabSz="914400" rtl="0" eaLnBrk="1" latinLnBrk="0" hangingPunct="1">
              <a:lnSpc>
                <a:spcPct val="90000"/>
              </a:lnSpc>
              <a:spcBef>
                <a:spcPts val="800"/>
              </a:spcBef>
              <a:spcAft>
                <a:spcPts val="0"/>
              </a:spcAft>
              <a:buSzPts val="2400"/>
              <a:buFont typeface="Arial" panose="020B0604020202020204" pitchFamily="34" charset="0"/>
              <a:buChar char="■"/>
              <a:defRPr sz="1800" kern="1200">
                <a:solidFill>
                  <a:schemeClr val="tx1"/>
                </a:solidFill>
                <a:latin typeface="+mn-lt"/>
                <a:ea typeface="+mn-ea"/>
                <a:cs typeface="+mn-cs"/>
              </a:defRPr>
            </a:lvl6pPr>
            <a:lvl7pPr marL="4267093" lvl="6" indent="-507987" algn="l" defTabSz="914400" rtl="0" eaLnBrk="1" latinLnBrk="0" hangingPunct="1">
              <a:lnSpc>
                <a:spcPct val="90000"/>
              </a:lnSpc>
              <a:spcBef>
                <a:spcPts val="800"/>
              </a:spcBef>
              <a:spcAft>
                <a:spcPts val="0"/>
              </a:spcAft>
              <a:buSzPts val="2400"/>
              <a:buFont typeface="Arial" panose="020B0604020202020204" pitchFamily="34" charset="0"/>
              <a:buChar char="●"/>
              <a:defRPr sz="1800" kern="1200">
                <a:solidFill>
                  <a:schemeClr val="tx1"/>
                </a:solidFill>
                <a:latin typeface="+mn-lt"/>
                <a:ea typeface="+mn-ea"/>
                <a:cs typeface="+mn-cs"/>
              </a:defRPr>
            </a:lvl7pPr>
            <a:lvl8pPr marL="4876678" lvl="7" indent="-507987" algn="l" defTabSz="914400" rtl="0" eaLnBrk="1" latinLnBrk="0" hangingPunct="1">
              <a:lnSpc>
                <a:spcPct val="90000"/>
              </a:lnSpc>
              <a:spcBef>
                <a:spcPts val="800"/>
              </a:spcBef>
              <a:spcAft>
                <a:spcPts val="0"/>
              </a:spcAft>
              <a:buSzPts val="2400"/>
              <a:buFont typeface="Arial" panose="020B0604020202020204" pitchFamily="34" charset="0"/>
              <a:buChar char="○"/>
              <a:defRPr sz="1800" kern="1200">
                <a:solidFill>
                  <a:schemeClr val="tx1"/>
                </a:solidFill>
                <a:latin typeface="+mn-lt"/>
                <a:ea typeface="+mn-ea"/>
                <a:cs typeface="+mn-cs"/>
              </a:defRPr>
            </a:lvl8pPr>
            <a:lvl9pPr marL="5486263" lvl="8" indent="-507987" algn="l" defTabSz="914400" rtl="0" eaLnBrk="1" latinLnBrk="0" hangingPunct="1">
              <a:lnSpc>
                <a:spcPct val="90000"/>
              </a:lnSpc>
              <a:spcBef>
                <a:spcPts val="800"/>
              </a:spcBef>
              <a:spcAft>
                <a:spcPts val="800"/>
              </a:spcAft>
              <a:buSzPts val="2400"/>
              <a:buFont typeface="Arial" panose="020B0604020202020204" pitchFamily="34" charset="0"/>
              <a:buChar char="■"/>
              <a:defRPr sz="1800" kern="1200">
                <a:solidFill>
                  <a:schemeClr val="tx1"/>
                </a:solidFill>
                <a:latin typeface="+mn-lt"/>
                <a:ea typeface="+mn-ea"/>
                <a:cs typeface="+mn-cs"/>
              </a:defRPr>
            </a:lvl9pPr>
          </a:lstStyle>
          <a:p>
            <a:pPr marL="101598" indent="0">
              <a:buFont typeface="Inria Sans Light"/>
              <a:buNone/>
            </a:pPr>
            <a:r>
              <a:rPr lang="fr-FR" sz="1400" b="1" i="1" noProof="0" dirty="0"/>
              <a:t>Notes</a:t>
            </a:r>
            <a:r>
              <a:rPr lang="fr-FR" sz="1400" i="1" noProof="0" dirty="0"/>
              <a:t> : </a:t>
            </a:r>
            <a:r>
              <a:rPr lang="fr-FR" sz="1200" i="1" noProof="0" dirty="0"/>
              <a:t>Cet écran peut rester ouvert en même temps que l’écran principal sans gêner le fonctionnement mais il reste au 1</a:t>
            </a:r>
            <a:r>
              <a:rPr lang="fr-FR" sz="1200" i="1" baseline="30000" noProof="0" dirty="0"/>
              <a:t>er</a:t>
            </a:r>
            <a:r>
              <a:rPr lang="fr-FR" sz="1200" i="1" noProof="0" dirty="0"/>
              <a:t> plan. Attention, l’activation des traces détaillées peut générer des fichiers de taille importante et engendrer une perte de performance.</a:t>
            </a:r>
            <a:endParaRPr lang="fr-FR" sz="1800" i="1" noProof="0" dirty="0"/>
          </a:p>
        </p:txBody>
      </p:sp>
      <p:grpSp>
        <p:nvGrpSpPr>
          <p:cNvPr id="47" name="Groupe 46">
            <a:extLst>
              <a:ext uri="{FF2B5EF4-FFF2-40B4-BE49-F238E27FC236}">
                <a16:creationId xmlns:a16="http://schemas.microsoft.com/office/drawing/2014/main" id="{AF6D903A-3D56-A77B-B145-4D3C588002FC}"/>
              </a:ext>
            </a:extLst>
          </p:cNvPr>
          <p:cNvGrpSpPr/>
          <p:nvPr/>
        </p:nvGrpSpPr>
        <p:grpSpPr>
          <a:xfrm>
            <a:off x="5440000" y="1696993"/>
            <a:ext cx="5746689" cy="3762670"/>
            <a:chOff x="4749501" y="1470268"/>
            <a:chExt cx="5746689" cy="3762670"/>
          </a:xfrm>
        </p:grpSpPr>
        <p:pic>
          <p:nvPicPr>
            <p:cNvPr id="5" name="Image 4">
              <a:extLst>
                <a:ext uri="{FF2B5EF4-FFF2-40B4-BE49-F238E27FC236}">
                  <a16:creationId xmlns:a16="http://schemas.microsoft.com/office/drawing/2014/main" id="{93164A51-5EA5-240F-BD6A-EB7A6108F618}"/>
                </a:ext>
              </a:extLst>
            </p:cNvPr>
            <p:cNvPicPr>
              <a:picLocks noChangeAspect="1"/>
            </p:cNvPicPr>
            <p:nvPr/>
          </p:nvPicPr>
          <p:blipFill>
            <a:blip r:embed="rId2"/>
            <a:stretch>
              <a:fillRect/>
            </a:stretch>
          </p:blipFill>
          <p:spPr>
            <a:xfrm>
              <a:off x="5246027" y="1470268"/>
              <a:ext cx="5250163" cy="3378734"/>
            </a:xfrm>
            <a:prstGeom prst="rect">
              <a:avLst/>
            </a:prstGeom>
          </p:spPr>
        </p:pic>
        <p:sp>
          <p:nvSpPr>
            <p:cNvPr id="8" name="Rectangle 7">
              <a:extLst>
                <a:ext uri="{FF2B5EF4-FFF2-40B4-BE49-F238E27FC236}">
                  <a16:creationId xmlns:a16="http://schemas.microsoft.com/office/drawing/2014/main" id="{BC80D871-2E74-C16C-7654-9C18C941F56D}"/>
                </a:ext>
              </a:extLst>
            </p:cNvPr>
            <p:cNvSpPr/>
            <p:nvPr/>
          </p:nvSpPr>
          <p:spPr>
            <a:xfrm>
              <a:off x="5375079" y="2190703"/>
              <a:ext cx="4993872" cy="2039792"/>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5" name="Rectangle 14">
              <a:extLst>
                <a:ext uri="{FF2B5EF4-FFF2-40B4-BE49-F238E27FC236}">
                  <a16:creationId xmlns:a16="http://schemas.microsoft.com/office/drawing/2014/main" id="{DD71EE0B-2532-D429-12EF-0C25D337BC16}"/>
                </a:ext>
              </a:extLst>
            </p:cNvPr>
            <p:cNvSpPr/>
            <p:nvPr/>
          </p:nvSpPr>
          <p:spPr>
            <a:xfrm>
              <a:off x="7136469" y="4356268"/>
              <a:ext cx="1041373" cy="364174"/>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7" name="Rectangle 16">
              <a:extLst>
                <a:ext uri="{FF2B5EF4-FFF2-40B4-BE49-F238E27FC236}">
                  <a16:creationId xmlns:a16="http://schemas.microsoft.com/office/drawing/2014/main" id="{951D9210-9A84-6560-3A58-B7CE21A1F31B}"/>
                </a:ext>
              </a:extLst>
            </p:cNvPr>
            <p:cNvSpPr/>
            <p:nvPr/>
          </p:nvSpPr>
          <p:spPr>
            <a:xfrm>
              <a:off x="8304631" y="4407601"/>
              <a:ext cx="1647090" cy="227575"/>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0" name="Rectangle 9">
              <a:extLst>
                <a:ext uri="{FF2B5EF4-FFF2-40B4-BE49-F238E27FC236}">
                  <a16:creationId xmlns:a16="http://schemas.microsoft.com/office/drawing/2014/main" id="{C9142566-6C1E-DC6D-92AD-2C7ECAFE9A4F}"/>
                </a:ext>
              </a:extLst>
            </p:cNvPr>
            <p:cNvSpPr/>
            <p:nvPr/>
          </p:nvSpPr>
          <p:spPr>
            <a:xfrm>
              <a:off x="6461185" y="3050904"/>
              <a:ext cx="448573" cy="218507"/>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6" name="Rectangle 15">
              <a:extLst>
                <a:ext uri="{FF2B5EF4-FFF2-40B4-BE49-F238E27FC236}">
                  <a16:creationId xmlns:a16="http://schemas.microsoft.com/office/drawing/2014/main" id="{E0295A2E-C07B-6A53-3F48-FF6BE495AC74}"/>
                </a:ext>
              </a:extLst>
            </p:cNvPr>
            <p:cNvSpPr/>
            <p:nvPr/>
          </p:nvSpPr>
          <p:spPr>
            <a:xfrm>
              <a:off x="4749501" y="3061183"/>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19" name="Connecteur droit avec flèche 18">
              <a:extLst>
                <a:ext uri="{FF2B5EF4-FFF2-40B4-BE49-F238E27FC236}">
                  <a16:creationId xmlns:a16="http://schemas.microsoft.com/office/drawing/2014/main" id="{C78EEE8C-B46A-8FEE-3C9A-FDA0B173C95E}"/>
                </a:ext>
              </a:extLst>
            </p:cNvPr>
            <p:cNvCxnSpPr>
              <a:cxnSpLocks/>
              <a:stCxn id="16" idx="3"/>
              <a:endCxn id="8" idx="1"/>
            </p:cNvCxnSpPr>
            <p:nvPr/>
          </p:nvCxnSpPr>
          <p:spPr>
            <a:xfrm>
              <a:off x="5037501" y="3205183"/>
              <a:ext cx="337578" cy="5416"/>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24" name="Ellipse 23">
              <a:extLst>
                <a:ext uri="{FF2B5EF4-FFF2-40B4-BE49-F238E27FC236}">
                  <a16:creationId xmlns:a16="http://schemas.microsoft.com/office/drawing/2014/main" id="{4464F302-63D3-F22C-2C3F-9B302854D2F9}"/>
                </a:ext>
              </a:extLst>
            </p:cNvPr>
            <p:cNvSpPr>
              <a:spLocks noChangeAspect="1"/>
            </p:cNvSpPr>
            <p:nvPr/>
          </p:nvSpPr>
          <p:spPr>
            <a:xfrm>
              <a:off x="7513156" y="4944938"/>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a:t>
              </a:r>
              <a:endParaRPr lang="fr-FR" sz="1600" b="1" noProof="0" dirty="0">
                <a:latin typeface="Barlow" panose="00000500000000000000" pitchFamily="2" charset="0"/>
              </a:endParaRPr>
            </a:p>
          </p:txBody>
        </p:sp>
        <p:cxnSp>
          <p:nvCxnSpPr>
            <p:cNvPr id="25" name="Connecteur droit avec flèche 24">
              <a:extLst>
                <a:ext uri="{FF2B5EF4-FFF2-40B4-BE49-F238E27FC236}">
                  <a16:creationId xmlns:a16="http://schemas.microsoft.com/office/drawing/2014/main" id="{37AE9495-321C-7638-DF98-3E1CA68C7FA6}"/>
                </a:ext>
              </a:extLst>
            </p:cNvPr>
            <p:cNvCxnSpPr>
              <a:cxnSpLocks/>
              <a:stCxn id="24" idx="0"/>
              <a:endCxn id="15" idx="2"/>
            </p:cNvCxnSpPr>
            <p:nvPr/>
          </p:nvCxnSpPr>
          <p:spPr>
            <a:xfrm flipV="1">
              <a:off x="7657156" y="4720442"/>
              <a:ext cx="0" cy="224496"/>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26" name="Ellipse 25">
              <a:extLst>
                <a:ext uri="{FF2B5EF4-FFF2-40B4-BE49-F238E27FC236}">
                  <a16:creationId xmlns:a16="http://schemas.microsoft.com/office/drawing/2014/main" id="{35ADFFAA-EF44-9CD2-F689-265853882719}"/>
                </a:ext>
              </a:extLst>
            </p:cNvPr>
            <p:cNvSpPr>
              <a:spLocks noChangeAspect="1"/>
            </p:cNvSpPr>
            <p:nvPr/>
          </p:nvSpPr>
          <p:spPr>
            <a:xfrm>
              <a:off x="8984176" y="4944938"/>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2</a:t>
              </a:r>
              <a:endParaRPr lang="fr-FR" sz="1600" b="1" noProof="0" dirty="0">
                <a:latin typeface="Barlow" panose="00000500000000000000" pitchFamily="2" charset="0"/>
              </a:endParaRPr>
            </a:p>
          </p:txBody>
        </p:sp>
        <p:cxnSp>
          <p:nvCxnSpPr>
            <p:cNvPr id="27" name="Connecteur droit avec flèche 26">
              <a:extLst>
                <a:ext uri="{FF2B5EF4-FFF2-40B4-BE49-F238E27FC236}">
                  <a16:creationId xmlns:a16="http://schemas.microsoft.com/office/drawing/2014/main" id="{12830D6C-43A1-C9D4-03BD-5DB16F13601B}"/>
                </a:ext>
              </a:extLst>
            </p:cNvPr>
            <p:cNvCxnSpPr>
              <a:cxnSpLocks/>
              <a:stCxn id="26" idx="0"/>
              <a:endCxn id="17" idx="2"/>
            </p:cNvCxnSpPr>
            <p:nvPr/>
          </p:nvCxnSpPr>
          <p:spPr>
            <a:xfrm flipV="1">
              <a:off x="9128176" y="4635176"/>
              <a:ext cx="0" cy="309762"/>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48" name="Groupe 47">
            <a:extLst>
              <a:ext uri="{FF2B5EF4-FFF2-40B4-BE49-F238E27FC236}">
                <a16:creationId xmlns:a16="http://schemas.microsoft.com/office/drawing/2014/main" id="{90BC9A38-5C64-BED0-7954-A1988F26C457}"/>
              </a:ext>
            </a:extLst>
          </p:cNvPr>
          <p:cNvGrpSpPr/>
          <p:nvPr/>
        </p:nvGrpSpPr>
        <p:grpSpPr>
          <a:xfrm>
            <a:off x="1005312" y="2341251"/>
            <a:ext cx="3429376" cy="2474155"/>
            <a:chOff x="303786" y="1909286"/>
            <a:chExt cx="3429376" cy="2474155"/>
          </a:xfrm>
        </p:grpSpPr>
        <p:grpSp>
          <p:nvGrpSpPr>
            <p:cNvPr id="3" name="Groupe 2">
              <a:extLst>
                <a:ext uri="{FF2B5EF4-FFF2-40B4-BE49-F238E27FC236}">
                  <a16:creationId xmlns:a16="http://schemas.microsoft.com/office/drawing/2014/main" id="{080CA0FD-EE94-2C00-EA36-C2F20519D9F6}"/>
                </a:ext>
              </a:extLst>
            </p:cNvPr>
            <p:cNvGrpSpPr/>
            <p:nvPr/>
          </p:nvGrpSpPr>
          <p:grpSpPr>
            <a:xfrm>
              <a:off x="303786" y="1909286"/>
              <a:ext cx="3429376" cy="648000"/>
              <a:chOff x="5346700" y="1875081"/>
              <a:chExt cx="3429376" cy="648000"/>
            </a:xfrm>
          </p:grpSpPr>
          <p:sp>
            <p:nvSpPr>
              <p:cNvPr id="6" name="Rectangle : coins arrondis 5">
                <a:extLst>
                  <a:ext uri="{FF2B5EF4-FFF2-40B4-BE49-F238E27FC236}">
                    <a16:creationId xmlns:a16="http://schemas.microsoft.com/office/drawing/2014/main" id="{83944CFD-3588-EB5C-7919-9E23A3A6EFD0}"/>
                  </a:ext>
                </a:extLst>
              </p:cNvPr>
              <p:cNvSpPr/>
              <p:nvPr/>
            </p:nvSpPr>
            <p:spPr>
              <a:xfrm>
                <a:off x="5346701" y="1875081"/>
                <a:ext cx="412231"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1" name="Rectangle : coins arrondis 10">
                <a:extLst>
                  <a:ext uri="{FF2B5EF4-FFF2-40B4-BE49-F238E27FC236}">
                    <a16:creationId xmlns:a16="http://schemas.microsoft.com/office/drawing/2014/main" id="{430C3E00-F27D-CB1A-1F08-D31E56D5DE49}"/>
                  </a:ext>
                </a:extLst>
              </p:cNvPr>
              <p:cNvSpPr/>
              <p:nvPr/>
            </p:nvSpPr>
            <p:spPr>
              <a:xfrm>
                <a:off x="5680076" y="1875081"/>
                <a:ext cx="3096000"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Informations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 Informations sur l’application (description, version,  éditeur, etc.).</a:t>
                </a:r>
              </a:p>
            </p:txBody>
          </p:sp>
          <p:sp>
            <p:nvSpPr>
              <p:cNvPr id="12" name="Rectangle 11">
                <a:extLst>
                  <a:ext uri="{FF2B5EF4-FFF2-40B4-BE49-F238E27FC236}">
                    <a16:creationId xmlns:a16="http://schemas.microsoft.com/office/drawing/2014/main" id="{B7F17F61-5661-7F2A-8406-D667F669FD66}"/>
                  </a:ext>
                </a:extLst>
              </p:cNvPr>
              <p:cNvSpPr>
                <a:spLocks noChangeAspect="1"/>
              </p:cNvSpPr>
              <p:nvPr/>
            </p:nvSpPr>
            <p:spPr>
              <a:xfrm>
                <a:off x="5408816" y="2055081"/>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14" name="Connecteur droit 13">
                <a:extLst>
                  <a:ext uri="{FF2B5EF4-FFF2-40B4-BE49-F238E27FC236}">
                    <a16:creationId xmlns:a16="http://schemas.microsoft.com/office/drawing/2014/main" id="{0E741A55-49ED-1DFD-343E-49350825E596}"/>
                  </a:ext>
                </a:extLst>
              </p:cNvPr>
              <p:cNvCxnSpPr>
                <a:cxnSpLocks/>
              </p:cNvCxnSpPr>
              <p:nvPr/>
            </p:nvCxnSpPr>
            <p:spPr>
              <a:xfrm>
                <a:off x="5346700" y="1875081"/>
                <a:ext cx="0" cy="648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34" name="Groupe 33">
              <a:extLst>
                <a:ext uri="{FF2B5EF4-FFF2-40B4-BE49-F238E27FC236}">
                  <a16:creationId xmlns:a16="http://schemas.microsoft.com/office/drawing/2014/main" id="{A6AA5407-4F29-A5D2-1F66-079F97D96589}"/>
                </a:ext>
              </a:extLst>
            </p:cNvPr>
            <p:cNvGrpSpPr/>
            <p:nvPr/>
          </p:nvGrpSpPr>
          <p:grpSpPr>
            <a:xfrm>
              <a:off x="303786" y="3825694"/>
              <a:ext cx="3429376" cy="557747"/>
              <a:chOff x="6718452" y="1719483"/>
              <a:chExt cx="3429376" cy="557747"/>
            </a:xfrm>
          </p:grpSpPr>
          <p:grpSp>
            <p:nvGrpSpPr>
              <p:cNvPr id="35" name="Groupe 34">
                <a:extLst>
                  <a:ext uri="{FF2B5EF4-FFF2-40B4-BE49-F238E27FC236}">
                    <a16:creationId xmlns:a16="http://schemas.microsoft.com/office/drawing/2014/main" id="{1B6E85BF-F4C7-21B2-E608-C622318D30B1}"/>
                  </a:ext>
                </a:extLst>
              </p:cNvPr>
              <p:cNvGrpSpPr/>
              <p:nvPr/>
            </p:nvGrpSpPr>
            <p:grpSpPr>
              <a:xfrm>
                <a:off x="6718452" y="1719483"/>
                <a:ext cx="3429376" cy="557747"/>
                <a:chOff x="5346700" y="1873408"/>
                <a:chExt cx="3429376" cy="557747"/>
              </a:xfrm>
            </p:grpSpPr>
            <p:sp>
              <p:nvSpPr>
                <p:cNvPr id="37" name="Rectangle : coins arrondis 36">
                  <a:extLst>
                    <a:ext uri="{FF2B5EF4-FFF2-40B4-BE49-F238E27FC236}">
                      <a16:creationId xmlns:a16="http://schemas.microsoft.com/office/drawing/2014/main" id="{C34A8DEB-5C7A-2091-2B61-A70B0548AE39}"/>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38" name="Rectangle : coins arrondis 37">
                  <a:extLst>
                    <a:ext uri="{FF2B5EF4-FFF2-40B4-BE49-F238E27FC236}">
                      <a16:creationId xmlns:a16="http://schemas.microsoft.com/office/drawing/2014/main" id="{D74DE3EF-4BF9-C88D-93C8-73B2F94FC4F4}"/>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Ins="72000"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Activer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Active les traces détaillées de l’application.</a:t>
                  </a:r>
                </a:p>
              </p:txBody>
            </p:sp>
            <p:cxnSp>
              <p:nvCxnSpPr>
                <p:cNvPr id="39" name="Connecteur droit 38">
                  <a:extLst>
                    <a:ext uri="{FF2B5EF4-FFF2-40B4-BE49-F238E27FC236}">
                      <a16:creationId xmlns:a16="http://schemas.microsoft.com/office/drawing/2014/main" id="{BB4692FA-177A-33EF-AF6B-3DD4F457455A}"/>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36" name="Ellipse 35">
                <a:extLst>
                  <a:ext uri="{FF2B5EF4-FFF2-40B4-BE49-F238E27FC236}">
                    <a16:creationId xmlns:a16="http://schemas.microsoft.com/office/drawing/2014/main" id="{743A2400-1134-9066-58D7-8743F3B035A9}"/>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2</a:t>
                </a:r>
                <a:endParaRPr lang="fr-FR" sz="1600" b="1" noProof="0" dirty="0"/>
              </a:p>
            </p:txBody>
          </p:sp>
        </p:grpSp>
        <p:grpSp>
          <p:nvGrpSpPr>
            <p:cNvPr id="40" name="Groupe 39">
              <a:extLst>
                <a:ext uri="{FF2B5EF4-FFF2-40B4-BE49-F238E27FC236}">
                  <a16:creationId xmlns:a16="http://schemas.microsoft.com/office/drawing/2014/main" id="{1FC9D126-1D02-6FCA-EF16-F0F2CE4C9D41}"/>
                </a:ext>
              </a:extLst>
            </p:cNvPr>
            <p:cNvGrpSpPr/>
            <p:nvPr/>
          </p:nvGrpSpPr>
          <p:grpSpPr>
            <a:xfrm>
              <a:off x="303786" y="2852763"/>
              <a:ext cx="3429376" cy="677454"/>
              <a:chOff x="6718452" y="1721155"/>
              <a:chExt cx="3429376" cy="677454"/>
            </a:xfrm>
          </p:grpSpPr>
          <p:grpSp>
            <p:nvGrpSpPr>
              <p:cNvPr id="41" name="Groupe 40">
                <a:extLst>
                  <a:ext uri="{FF2B5EF4-FFF2-40B4-BE49-F238E27FC236}">
                    <a16:creationId xmlns:a16="http://schemas.microsoft.com/office/drawing/2014/main" id="{88DD2A96-1745-511C-4829-8D7ADF2693C4}"/>
                  </a:ext>
                </a:extLst>
              </p:cNvPr>
              <p:cNvGrpSpPr/>
              <p:nvPr/>
            </p:nvGrpSpPr>
            <p:grpSpPr>
              <a:xfrm>
                <a:off x="6718452" y="1721155"/>
                <a:ext cx="3429376" cy="677454"/>
                <a:chOff x="5346700" y="1875080"/>
                <a:chExt cx="3429376" cy="677454"/>
              </a:xfrm>
            </p:grpSpPr>
            <p:sp>
              <p:nvSpPr>
                <p:cNvPr id="43" name="Rectangle : coins arrondis 42">
                  <a:extLst>
                    <a:ext uri="{FF2B5EF4-FFF2-40B4-BE49-F238E27FC236}">
                      <a16:creationId xmlns:a16="http://schemas.microsoft.com/office/drawing/2014/main" id="{99C70705-86F1-6D73-7A61-8341139396C6}"/>
                    </a:ext>
                  </a:extLst>
                </p:cNvPr>
                <p:cNvSpPr/>
                <p:nvPr/>
              </p:nvSpPr>
              <p:spPr>
                <a:xfrm>
                  <a:off x="5346701" y="1875080"/>
                  <a:ext cx="412231"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44" name="Rectangle : coins arrondis 43">
                  <a:extLst>
                    <a:ext uri="{FF2B5EF4-FFF2-40B4-BE49-F238E27FC236}">
                      <a16:creationId xmlns:a16="http://schemas.microsoft.com/office/drawing/2014/main" id="{6338D73B-1DB8-C9C1-9AA4-AE42CDFDE216}"/>
                    </a:ext>
                  </a:extLst>
                </p:cNvPr>
                <p:cNvSpPr/>
                <p:nvPr/>
              </p:nvSpPr>
              <p:spPr>
                <a:xfrm>
                  <a:off x="5680076" y="1904534"/>
                  <a:ext cx="3096000"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Générer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Génère un fichier zip contenant les données de diagnostiques (pour documenter un incident).</a:t>
                  </a:r>
                </a:p>
              </p:txBody>
            </p:sp>
            <p:cxnSp>
              <p:nvCxnSpPr>
                <p:cNvPr id="45" name="Connecteur droit 44">
                  <a:extLst>
                    <a:ext uri="{FF2B5EF4-FFF2-40B4-BE49-F238E27FC236}">
                      <a16:creationId xmlns:a16="http://schemas.microsoft.com/office/drawing/2014/main" id="{F6024A84-B86B-1161-6DBE-368C0B224D25}"/>
                    </a:ext>
                  </a:extLst>
                </p:cNvPr>
                <p:cNvCxnSpPr>
                  <a:cxnSpLocks/>
                </p:cNvCxnSpPr>
                <p:nvPr/>
              </p:nvCxnSpPr>
              <p:spPr>
                <a:xfrm>
                  <a:off x="5346700" y="1876755"/>
                  <a:ext cx="0" cy="648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42" name="Ellipse 41">
                <a:extLst>
                  <a:ext uri="{FF2B5EF4-FFF2-40B4-BE49-F238E27FC236}">
                    <a16:creationId xmlns:a16="http://schemas.microsoft.com/office/drawing/2014/main" id="{6F4F2AB0-B604-B2B6-D8C1-94C40A97606A}"/>
                  </a:ext>
                </a:extLst>
              </p:cNvPr>
              <p:cNvSpPr>
                <a:spLocks noChangeAspect="1"/>
              </p:cNvSpPr>
              <p:nvPr/>
            </p:nvSpPr>
            <p:spPr>
              <a:xfrm>
                <a:off x="6780568" y="1901155"/>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a:t>
                </a:r>
                <a:endParaRPr lang="fr-FR" sz="1600" b="1" noProof="0" dirty="0"/>
              </a:p>
            </p:txBody>
          </p:sp>
        </p:grpSp>
      </p:grpSp>
    </p:spTree>
    <p:extLst>
      <p:ext uri="{BB962C8B-B14F-4D97-AF65-F5344CB8AC3E}">
        <p14:creationId xmlns:p14="http://schemas.microsoft.com/office/powerpoint/2010/main" val="2377222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5AB25890-5D2B-8A4F-90E1-E25E94E888E5}"/>
              </a:ext>
            </a:extLst>
          </p:cNvPr>
          <p:cNvSpPr>
            <a:spLocks noGrp="1"/>
          </p:cNvSpPr>
          <p:nvPr>
            <p:ph type="title"/>
          </p:nvPr>
        </p:nvSpPr>
        <p:spPr>
          <a:prstGeom prst="rect">
            <a:avLst/>
          </a:prstGeom>
        </p:spPr>
        <p:txBody>
          <a:bodyPr/>
          <a:lstStyle/>
          <a:p>
            <a:r>
              <a:rPr lang="fr-FR" noProof="0" dirty="0"/>
              <a:t>Dépannage</a:t>
            </a:r>
          </a:p>
        </p:txBody>
      </p:sp>
      <p:sp>
        <p:nvSpPr>
          <p:cNvPr id="5" name="Espace réservé du contenu 4">
            <a:extLst>
              <a:ext uri="{FF2B5EF4-FFF2-40B4-BE49-F238E27FC236}">
                <a16:creationId xmlns:a16="http://schemas.microsoft.com/office/drawing/2014/main" id="{24F509AC-E712-3C45-AAC9-0BA6E5C35D4B}"/>
              </a:ext>
            </a:extLst>
          </p:cNvPr>
          <p:cNvSpPr>
            <a:spLocks noGrp="1"/>
          </p:cNvSpPr>
          <p:nvPr>
            <p:ph sz="half" idx="1"/>
          </p:nvPr>
        </p:nvSpPr>
        <p:spPr>
          <a:prstGeom prst="rect">
            <a:avLst/>
          </a:prstGeom>
        </p:spPr>
        <p:txBody>
          <a:bodyPr/>
          <a:lstStyle/>
          <a:p>
            <a:r>
              <a:rPr lang="fr-FR" sz="1800" b="0" noProof="0" dirty="0"/>
              <a:t>Aide au diagnostique et à la résolution des problèmes courants</a:t>
            </a:r>
          </a:p>
        </p:txBody>
      </p:sp>
      <p:sp>
        <p:nvSpPr>
          <p:cNvPr id="2" name="Espace réservé du texte 1"/>
          <p:cNvSpPr>
            <a:spLocks noGrp="1"/>
          </p:cNvSpPr>
          <p:nvPr>
            <p:ph type="body" sz="quarter" idx="10"/>
          </p:nvPr>
        </p:nvSpPr>
        <p:spPr/>
        <p:txBody>
          <a:bodyPr/>
          <a:lstStyle/>
          <a:p>
            <a:r>
              <a:rPr lang="fr-FR" noProof="0" dirty="0"/>
              <a:t>4</a:t>
            </a:r>
          </a:p>
        </p:txBody>
      </p:sp>
    </p:spTree>
    <p:extLst>
      <p:ext uri="{BB962C8B-B14F-4D97-AF65-F5344CB8AC3E}">
        <p14:creationId xmlns:p14="http://schemas.microsoft.com/office/powerpoint/2010/main" val="41882594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51AA81-A5DF-3A18-38B6-020B45588EFC}"/>
              </a:ext>
            </a:extLst>
          </p:cNvPr>
          <p:cNvSpPr>
            <a:spLocks noGrp="1"/>
          </p:cNvSpPr>
          <p:nvPr>
            <p:ph type="title"/>
          </p:nvPr>
        </p:nvSpPr>
        <p:spPr/>
        <p:txBody>
          <a:bodyPr/>
          <a:lstStyle/>
          <a:p>
            <a:r>
              <a:rPr lang="fr-FR" noProof="0" dirty="0"/>
              <a:t>Eléments à contrôler - Génération</a:t>
            </a:r>
          </a:p>
        </p:txBody>
      </p:sp>
      <p:sp>
        <p:nvSpPr>
          <p:cNvPr id="10" name="Espace réservé du texte 9">
            <a:extLst>
              <a:ext uri="{FF2B5EF4-FFF2-40B4-BE49-F238E27FC236}">
                <a16:creationId xmlns:a16="http://schemas.microsoft.com/office/drawing/2014/main" id="{CF3C03EA-DDD4-445D-9A36-DC7D32FDA7A4}"/>
              </a:ext>
            </a:extLst>
          </p:cNvPr>
          <p:cNvSpPr>
            <a:spLocks noGrp="1"/>
          </p:cNvSpPr>
          <p:nvPr>
            <p:ph type="body" idx="1"/>
          </p:nvPr>
        </p:nvSpPr>
        <p:spPr>
          <a:xfrm>
            <a:off x="270763" y="1580233"/>
            <a:ext cx="11797412" cy="448592"/>
          </a:xfrm>
        </p:spPr>
        <p:txBody>
          <a:bodyPr/>
          <a:lstStyle/>
          <a:p>
            <a:pPr marL="101598" indent="0">
              <a:buNone/>
            </a:pPr>
            <a:r>
              <a:rPr lang="fr-FR" sz="1400" noProof="0" dirty="0"/>
              <a:t>Si vous constatez que les données ne sont pas publiées ou ne sont pas actualisées, vérifiez les points suivants :</a:t>
            </a:r>
          </a:p>
        </p:txBody>
      </p:sp>
      <p:sp>
        <p:nvSpPr>
          <p:cNvPr id="4" name="Espace réservé du texte 3">
            <a:extLst>
              <a:ext uri="{FF2B5EF4-FFF2-40B4-BE49-F238E27FC236}">
                <a16:creationId xmlns:a16="http://schemas.microsoft.com/office/drawing/2014/main" id="{6BDCEFA8-59A6-33CC-D69F-6DDA6E4D9636}"/>
              </a:ext>
            </a:extLst>
          </p:cNvPr>
          <p:cNvSpPr>
            <a:spLocks noGrp="1"/>
          </p:cNvSpPr>
          <p:nvPr>
            <p:ph type="body" sz="quarter" idx="15"/>
          </p:nvPr>
        </p:nvSpPr>
        <p:spPr/>
        <p:txBody>
          <a:bodyPr/>
          <a:lstStyle/>
          <a:p>
            <a:r>
              <a:rPr lang="fr-FR" noProof="0" dirty="0"/>
              <a:t>Dépannage</a:t>
            </a:r>
          </a:p>
        </p:txBody>
      </p:sp>
      <p:graphicFrame>
        <p:nvGraphicFramePr>
          <p:cNvPr id="7" name="Tableau 6">
            <a:extLst>
              <a:ext uri="{FF2B5EF4-FFF2-40B4-BE49-F238E27FC236}">
                <a16:creationId xmlns:a16="http://schemas.microsoft.com/office/drawing/2014/main" id="{C142FFEE-659B-6571-73CA-6E3D3E5DB0D6}"/>
              </a:ext>
            </a:extLst>
          </p:cNvPr>
          <p:cNvGraphicFramePr>
            <a:graphicFrameLocks noGrp="1"/>
          </p:cNvGraphicFramePr>
          <p:nvPr>
            <p:extLst>
              <p:ext uri="{D42A27DB-BD31-4B8C-83A1-F6EECF244321}">
                <p14:modId xmlns:p14="http://schemas.microsoft.com/office/powerpoint/2010/main" val="439469479"/>
              </p:ext>
            </p:extLst>
          </p:nvPr>
        </p:nvGraphicFramePr>
        <p:xfrm>
          <a:off x="270763" y="2017468"/>
          <a:ext cx="11549762" cy="3127937"/>
        </p:xfrm>
        <a:graphic>
          <a:graphicData uri="http://schemas.openxmlformats.org/drawingml/2006/table">
            <a:tbl>
              <a:tblPr firstRow="1" bandRow="1">
                <a:tableStyleId>{5C22544A-7EE6-4342-B048-85BDC9FD1C3A}</a:tableStyleId>
              </a:tblPr>
              <a:tblGrid>
                <a:gridCol w="6086905">
                  <a:extLst>
                    <a:ext uri="{9D8B030D-6E8A-4147-A177-3AD203B41FA5}">
                      <a16:colId xmlns:a16="http://schemas.microsoft.com/office/drawing/2014/main" val="1181157168"/>
                    </a:ext>
                  </a:extLst>
                </a:gridCol>
                <a:gridCol w="5462857">
                  <a:extLst>
                    <a:ext uri="{9D8B030D-6E8A-4147-A177-3AD203B41FA5}">
                      <a16:colId xmlns:a16="http://schemas.microsoft.com/office/drawing/2014/main" val="3916079968"/>
                    </a:ext>
                  </a:extLst>
                </a:gridCol>
              </a:tblGrid>
              <a:tr h="370840">
                <a:tc>
                  <a:txBody>
                    <a:bodyPr/>
                    <a:lstStyle/>
                    <a:p>
                      <a:r>
                        <a:rPr lang="fr-FR" sz="1400" noProof="0" dirty="0">
                          <a:latin typeface="Barlow" panose="00000500000000000000" pitchFamily="2" charset="0"/>
                        </a:rPr>
                        <a:t>Contrôle</a:t>
                      </a:r>
                    </a:p>
                  </a:txBody>
                  <a:tcPr anchor="ctr"/>
                </a:tc>
                <a:tc>
                  <a:txBody>
                    <a:bodyPr/>
                    <a:lstStyle/>
                    <a:p>
                      <a:r>
                        <a:rPr lang="fr-FR" sz="1400" noProof="0" dirty="0">
                          <a:latin typeface="Barlow" panose="00000500000000000000" pitchFamily="2" charset="0"/>
                        </a:rPr>
                        <a:t>Que faire</a:t>
                      </a:r>
                    </a:p>
                  </a:txBody>
                  <a:tcPr anchor="ctr"/>
                </a:tc>
                <a:extLst>
                  <a:ext uri="{0D108BD9-81ED-4DB2-BD59-A6C34878D82A}">
                    <a16:rowId xmlns:a16="http://schemas.microsoft.com/office/drawing/2014/main" val="2896649042"/>
                  </a:ext>
                </a:extLst>
              </a:tr>
              <a:tr h="720770">
                <a:tc>
                  <a:txBody>
                    <a:bodyPr/>
                    <a:lstStyle/>
                    <a:p>
                      <a:r>
                        <a:rPr lang="fr-FR" sz="1400" noProof="0" dirty="0">
                          <a:latin typeface="Barlow" panose="00000500000000000000" pitchFamily="2" charset="0"/>
                        </a:rPr>
                        <a:t>L’application est connectée au serveur de compétition (icône verte                    )</a:t>
                      </a:r>
                    </a:p>
                  </a:txBody>
                  <a:tcPr anchor="ctr"/>
                </a:tc>
                <a:tc>
                  <a:txBody>
                    <a:bodyPr/>
                    <a:lstStyle/>
                    <a:p>
                      <a:r>
                        <a:rPr lang="fr-FR" sz="1400" noProof="0" dirty="0">
                          <a:latin typeface="Barlow" panose="00000500000000000000" pitchFamily="2" charset="0"/>
                        </a:rPr>
                        <a:t>Reconnectez l’application au serveur</a:t>
                      </a:r>
                    </a:p>
                  </a:txBody>
                  <a:tcPr anchor="ctr"/>
                </a:tc>
                <a:extLst>
                  <a:ext uri="{0D108BD9-81ED-4DB2-BD59-A6C34878D82A}">
                    <a16:rowId xmlns:a16="http://schemas.microsoft.com/office/drawing/2014/main" val="2586581298"/>
                  </a:ext>
                </a:extLst>
              </a:tr>
              <a:tr h="481847">
                <a:tc>
                  <a:txBody>
                    <a:bodyPr/>
                    <a:lstStyle/>
                    <a:p>
                      <a:r>
                        <a:rPr lang="fr-FR" sz="1400" noProof="0" dirty="0">
                          <a:latin typeface="Barlow" panose="00000500000000000000" pitchFamily="2" charset="0"/>
                        </a:rPr>
                        <a:t>La génération est démarrée</a:t>
                      </a:r>
                    </a:p>
                  </a:txBody>
                  <a:tcPr anchor="ctr"/>
                </a:tc>
                <a:tc>
                  <a:txBody>
                    <a:bodyPr/>
                    <a:lstStyle/>
                    <a:p>
                      <a:r>
                        <a:rPr lang="fr-FR" sz="1400" noProof="0" dirty="0">
                          <a:latin typeface="Barlow" panose="00000500000000000000" pitchFamily="2" charset="0"/>
                        </a:rPr>
                        <a:t>Démarrez la génération</a:t>
                      </a:r>
                    </a:p>
                  </a:txBody>
                  <a:tcPr anchor="ctr"/>
                </a:tc>
                <a:extLst>
                  <a:ext uri="{0D108BD9-81ED-4DB2-BD59-A6C34878D82A}">
                    <a16:rowId xmlns:a16="http://schemas.microsoft.com/office/drawing/2014/main" val="2578065560"/>
                  </a:ext>
                </a:extLst>
              </a:tr>
              <a:tr h="370840">
                <a:tc>
                  <a:txBody>
                    <a:bodyPr/>
                    <a:lstStyle/>
                    <a:p>
                      <a:r>
                        <a:rPr lang="fr-FR" sz="1400" noProof="0" dirty="0">
                          <a:latin typeface="Barlow" panose="00000500000000000000" pitchFamily="2" charset="0"/>
                        </a:rPr>
                        <a:t>Absence de message d’erreur</a:t>
                      </a:r>
                    </a:p>
                  </a:txBody>
                  <a:tcPr anchor="ctr"/>
                </a:tc>
                <a:tc>
                  <a:txBody>
                    <a:bodyPr/>
                    <a:lstStyle/>
                    <a:p>
                      <a:r>
                        <a:rPr lang="fr-FR" sz="1400" noProof="0" dirty="0">
                          <a:latin typeface="Barlow" panose="00000500000000000000" pitchFamily="2" charset="0"/>
                        </a:rPr>
                        <a:t>Fermez la fenêtre d’erreur. Si l’erreur persiste ou si l’application ne fonctionne pas correctement, relancez cette dernière</a:t>
                      </a:r>
                    </a:p>
                  </a:txBody>
                  <a:tcPr anchor="ctr"/>
                </a:tc>
                <a:extLst>
                  <a:ext uri="{0D108BD9-81ED-4DB2-BD59-A6C34878D82A}">
                    <a16:rowId xmlns:a16="http://schemas.microsoft.com/office/drawing/2014/main" val="2675461195"/>
                  </a:ext>
                </a:extLst>
              </a:tr>
              <a:tr h="370840">
                <a:tc>
                  <a:txBody>
                    <a:bodyPr/>
                    <a:lstStyle/>
                    <a:p>
                      <a:r>
                        <a:rPr lang="fr-FR" sz="1400" noProof="0" dirty="0">
                          <a:latin typeface="Barlow" panose="00000500000000000000" pitchFamily="2" charset="0"/>
                        </a:rPr>
                        <a:t>La fréquence de mise à jour est trop faible</a:t>
                      </a:r>
                    </a:p>
                  </a:txBody>
                  <a:tcPr anchor="ctr"/>
                </a:tc>
                <a:tc>
                  <a:txBody>
                    <a:bodyPr/>
                    <a:lstStyle/>
                    <a:p>
                      <a:r>
                        <a:rPr lang="fr-FR" sz="1400" noProof="0" dirty="0">
                          <a:latin typeface="Barlow" panose="00000500000000000000" pitchFamily="2" charset="0"/>
                        </a:rPr>
                        <a:t>Arrêtez la génération, modifiez le délai de génération et redémarrez la génération.</a:t>
                      </a:r>
                    </a:p>
                  </a:txBody>
                  <a:tcPr anchor="ctr"/>
                </a:tc>
                <a:extLst>
                  <a:ext uri="{0D108BD9-81ED-4DB2-BD59-A6C34878D82A}">
                    <a16:rowId xmlns:a16="http://schemas.microsoft.com/office/drawing/2014/main" val="2306318331"/>
                  </a:ext>
                </a:extLst>
              </a:tr>
              <a:tr h="370840">
                <a:tc>
                  <a:txBody>
                    <a:bodyPr/>
                    <a:lstStyle/>
                    <a:p>
                      <a:r>
                        <a:rPr lang="fr-FR" sz="1400" noProof="0" dirty="0">
                          <a:latin typeface="Barlow" panose="00000500000000000000" pitchFamily="2" charset="0"/>
                        </a:rPr>
                        <a:t>Le répertoire de travail est inaccessible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noProof="0" dirty="0">
                          <a:latin typeface="Barlow" panose="00000500000000000000" pitchFamily="2" charset="0"/>
                        </a:rPr>
                        <a:t>Arrêtez la génération, modifiez le répertoire de travail et redémarrez la génération.</a:t>
                      </a:r>
                    </a:p>
                  </a:txBody>
                  <a:tcPr anchor="ctr"/>
                </a:tc>
                <a:extLst>
                  <a:ext uri="{0D108BD9-81ED-4DB2-BD59-A6C34878D82A}">
                    <a16:rowId xmlns:a16="http://schemas.microsoft.com/office/drawing/2014/main" val="1667609265"/>
                  </a:ext>
                </a:extLst>
              </a:tr>
            </a:tbl>
          </a:graphicData>
        </a:graphic>
      </p:graphicFrame>
      <p:pic>
        <p:nvPicPr>
          <p:cNvPr id="9" name="Image 8">
            <a:extLst>
              <a:ext uri="{FF2B5EF4-FFF2-40B4-BE49-F238E27FC236}">
                <a16:creationId xmlns:a16="http://schemas.microsoft.com/office/drawing/2014/main" id="{A4B598AD-7E9B-2B25-9A4A-511376C52C7B}"/>
              </a:ext>
            </a:extLst>
          </p:cNvPr>
          <p:cNvPicPr>
            <a:picLocks noChangeAspect="1"/>
          </p:cNvPicPr>
          <p:nvPr/>
        </p:nvPicPr>
        <p:blipFill>
          <a:blip r:embed="rId2"/>
          <a:stretch>
            <a:fillRect/>
          </a:stretch>
        </p:blipFill>
        <p:spPr>
          <a:xfrm>
            <a:off x="5537504" y="2579884"/>
            <a:ext cx="592155" cy="361526"/>
          </a:xfrm>
          <a:prstGeom prst="rect">
            <a:avLst/>
          </a:prstGeom>
        </p:spPr>
      </p:pic>
      <p:pic>
        <p:nvPicPr>
          <p:cNvPr id="14" name="Image 13">
            <a:extLst>
              <a:ext uri="{FF2B5EF4-FFF2-40B4-BE49-F238E27FC236}">
                <a16:creationId xmlns:a16="http://schemas.microsoft.com/office/drawing/2014/main" id="{F0EEA465-103F-046F-E098-6AF471671979}"/>
              </a:ext>
            </a:extLst>
          </p:cNvPr>
          <p:cNvPicPr>
            <a:picLocks noChangeAspect="1"/>
          </p:cNvPicPr>
          <p:nvPr/>
        </p:nvPicPr>
        <p:blipFill>
          <a:blip r:embed="rId3"/>
          <a:stretch>
            <a:fillRect/>
          </a:stretch>
        </p:blipFill>
        <p:spPr>
          <a:xfrm>
            <a:off x="3071812" y="3179148"/>
            <a:ext cx="1161403" cy="354627"/>
          </a:xfrm>
          <a:prstGeom prst="rect">
            <a:avLst/>
          </a:prstGeom>
        </p:spPr>
      </p:pic>
    </p:spTree>
    <p:extLst>
      <p:ext uri="{BB962C8B-B14F-4D97-AF65-F5344CB8AC3E}">
        <p14:creationId xmlns:p14="http://schemas.microsoft.com/office/powerpoint/2010/main" val="24673633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51AA81-A5DF-3A18-38B6-020B45588EFC}"/>
              </a:ext>
            </a:extLst>
          </p:cNvPr>
          <p:cNvSpPr>
            <a:spLocks noGrp="1"/>
          </p:cNvSpPr>
          <p:nvPr>
            <p:ph type="title"/>
          </p:nvPr>
        </p:nvSpPr>
        <p:spPr/>
        <p:txBody>
          <a:bodyPr/>
          <a:lstStyle/>
          <a:p>
            <a:r>
              <a:rPr lang="fr-FR" noProof="0" dirty="0"/>
              <a:t>Eléments à contrôler – Publication locale</a:t>
            </a:r>
          </a:p>
        </p:txBody>
      </p:sp>
      <p:sp>
        <p:nvSpPr>
          <p:cNvPr id="10" name="Espace réservé du texte 9">
            <a:extLst>
              <a:ext uri="{FF2B5EF4-FFF2-40B4-BE49-F238E27FC236}">
                <a16:creationId xmlns:a16="http://schemas.microsoft.com/office/drawing/2014/main" id="{CF3C03EA-DDD4-445D-9A36-DC7D32FDA7A4}"/>
              </a:ext>
            </a:extLst>
          </p:cNvPr>
          <p:cNvSpPr>
            <a:spLocks noGrp="1"/>
          </p:cNvSpPr>
          <p:nvPr>
            <p:ph type="body" idx="1"/>
          </p:nvPr>
        </p:nvSpPr>
        <p:spPr>
          <a:xfrm>
            <a:off x="270763" y="1580233"/>
            <a:ext cx="11797412" cy="448592"/>
          </a:xfrm>
        </p:spPr>
        <p:txBody>
          <a:bodyPr/>
          <a:lstStyle/>
          <a:p>
            <a:pPr marL="101598" indent="0">
              <a:buNone/>
            </a:pPr>
            <a:r>
              <a:rPr lang="fr-FR" sz="1400" noProof="0" dirty="0"/>
              <a:t>Si vous constatez que le site n’est pas accessible localement, vérifiez les points suivants :</a:t>
            </a:r>
          </a:p>
        </p:txBody>
      </p:sp>
      <p:sp>
        <p:nvSpPr>
          <p:cNvPr id="4" name="Espace réservé du texte 3">
            <a:extLst>
              <a:ext uri="{FF2B5EF4-FFF2-40B4-BE49-F238E27FC236}">
                <a16:creationId xmlns:a16="http://schemas.microsoft.com/office/drawing/2014/main" id="{6BDCEFA8-59A6-33CC-D69F-6DDA6E4D9636}"/>
              </a:ext>
            </a:extLst>
          </p:cNvPr>
          <p:cNvSpPr>
            <a:spLocks noGrp="1"/>
          </p:cNvSpPr>
          <p:nvPr>
            <p:ph type="body" sz="quarter" idx="15"/>
          </p:nvPr>
        </p:nvSpPr>
        <p:spPr/>
        <p:txBody>
          <a:bodyPr/>
          <a:lstStyle/>
          <a:p>
            <a:r>
              <a:rPr lang="fr-FR" noProof="0" dirty="0"/>
              <a:t>Dépannage</a:t>
            </a:r>
          </a:p>
        </p:txBody>
      </p:sp>
      <p:graphicFrame>
        <p:nvGraphicFramePr>
          <p:cNvPr id="7" name="Tableau 6">
            <a:extLst>
              <a:ext uri="{FF2B5EF4-FFF2-40B4-BE49-F238E27FC236}">
                <a16:creationId xmlns:a16="http://schemas.microsoft.com/office/drawing/2014/main" id="{C142FFEE-659B-6571-73CA-6E3D3E5DB0D6}"/>
              </a:ext>
            </a:extLst>
          </p:cNvPr>
          <p:cNvGraphicFramePr>
            <a:graphicFrameLocks noGrp="1"/>
          </p:cNvGraphicFramePr>
          <p:nvPr>
            <p:extLst>
              <p:ext uri="{D42A27DB-BD31-4B8C-83A1-F6EECF244321}">
                <p14:modId xmlns:p14="http://schemas.microsoft.com/office/powerpoint/2010/main" val="3999853005"/>
              </p:ext>
            </p:extLst>
          </p:nvPr>
        </p:nvGraphicFramePr>
        <p:xfrm>
          <a:off x="270763" y="2017468"/>
          <a:ext cx="11549762" cy="1824282"/>
        </p:xfrm>
        <a:graphic>
          <a:graphicData uri="http://schemas.openxmlformats.org/drawingml/2006/table">
            <a:tbl>
              <a:tblPr firstRow="1" bandRow="1">
                <a:tableStyleId>{5C22544A-7EE6-4342-B048-85BDC9FD1C3A}</a:tableStyleId>
              </a:tblPr>
              <a:tblGrid>
                <a:gridCol w="5605364">
                  <a:extLst>
                    <a:ext uri="{9D8B030D-6E8A-4147-A177-3AD203B41FA5}">
                      <a16:colId xmlns:a16="http://schemas.microsoft.com/office/drawing/2014/main" val="1181157168"/>
                    </a:ext>
                  </a:extLst>
                </a:gridCol>
                <a:gridCol w="5944398">
                  <a:extLst>
                    <a:ext uri="{9D8B030D-6E8A-4147-A177-3AD203B41FA5}">
                      <a16:colId xmlns:a16="http://schemas.microsoft.com/office/drawing/2014/main" val="3916079968"/>
                    </a:ext>
                  </a:extLst>
                </a:gridCol>
              </a:tblGrid>
              <a:tr h="370840">
                <a:tc>
                  <a:txBody>
                    <a:bodyPr/>
                    <a:lstStyle/>
                    <a:p>
                      <a:r>
                        <a:rPr lang="fr-FR" sz="1400" noProof="0" dirty="0">
                          <a:latin typeface="Barlow" panose="00000500000000000000" pitchFamily="2" charset="0"/>
                        </a:rPr>
                        <a:t>Contrôle</a:t>
                      </a:r>
                    </a:p>
                  </a:txBody>
                  <a:tcPr anchor="ctr"/>
                </a:tc>
                <a:tc>
                  <a:txBody>
                    <a:bodyPr/>
                    <a:lstStyle/>
                    <a:p>
                      <a:r>
                        <a:rPr lang="fr-FR" sz="1400" noProof="0" dirty="0">
                          <a:latin typeface="Barlow" panose="00000500000000000000" pitchFamily="2" charset="0"/>
                        </a:rPr>
                        <a:t>Que faire</a:t>
                      </a:r>
                    </a:p>
                  </a:txBody>
                  <a:tcPr anchor="ctr"/>
                </a:tc>
                <a:extLst>
                  <a:ext uri="{0D108BD9-81ED-4DB2-BD59-A6C34878D82A}">
                    <a16:rowId xmlns:a16="http://schemas.microsoft.com/office/drawing/2014/main" val="2896649042"/>
                  </a:ext>
                </a:extLst>
              </a:tr>
              <a:tr h="564442">
                <a:tc>
                  <a:txBody>
                    <a:bodyPr/>
                    <a:lstStyle/>
                    <a:p>
                      <a:r>
                        <a:rPr lang="fr-FR" sz="1400" noProof="0" dirty="0">
                          <a:latin typeface="Barlow" panose="00000500000000000000" pitchFamily="2" charset="0"/>
                        </a:rPr>
                        <a:t>La publication locale est démarrée </a:t>
                      </a:r>
                    </a:p>
                  </a:txBody>
                  <a:tcPr anchor="ctr"/>
                </a:tc>
                <a:tc>
                  <a:txBody>
                    <a:bodyPr/>
                    <a:lstStyle/>
                    <a:p>
                      <a:r>
                        <a:rPr lang="fr-FR" sz="1400" noProof="0" dirty="0">
                          <a:latin typeface="Barlow" panose="00000500000000000000" pitchFamily="2" charset="0"/>
                        </a:rPr>
                        <a:t>Démarrez la publication</a:t>
                      </a:r>
                    </a:p>
                  </a:txBody>
                  <a:tcPr anchor="ctr"/>
                </a:tc>
                <a:extLst>
                  <a:ext uri="{0D108BD9-81ED-4DB2-BD59-A6C34878D82A}">
                    <a16:rowId xmlns:a16="http://schemas.microsoft.com/office/drawing/2014/main" val="2586581298"/>
                  </a:ext>
                </a:extLst>
              </a:tr>
              <a:tr h="370840">
                <a:tc>
                  <a:txBody>
                    <a:bodyPr/>
                    <a:lstStyle/>
                    <a:p>
                      <a:r>
                        <a:rPr lang="fr-FR" sz="1400" noProof="0" dirty="0">
                          <a:latin typeface="Barlow" panose="00000500000000000000" pitchFamily="2" charset="0"/>
                        </a:rPr>
                        <a:t>La publication se fait sur la bonne interface réseau</a:t>
                      </a:r>
                    </a:p>
                  </a:txBody>
                  <a:tcPr anchor="ctr"/>
                </a:tc>
                <a:tc>
                  <a:txBody>
                    <a:bodyPr/>
                    <a:lstStyle/>
                    <a:p>
                      <a:r>
                        <a:rPr lang="fr-FR" sz="1400" noProof="0" dirty="0">
                          <a:latin typeface="Barlow" panose="00000500000000000000" pitchFamily="2" charset="0"/>
                        </a:rPr>
                        <a:t>Arrêtez la publication locale, sélectionnez la bonne interface réseau et démarrez la publication locale</a:t>
                      </a:r>
                    </a:p>
                  </a:txBody>
                  <a:tcPr anchor="ctr"/>
                </a:tc>
                <a:extLst>
                  <a:ext uri="{0D108BD9-81ED-4DB2-BD59-A6C34878D82A}">
                    <a16:rowId xmlns:a16="http://schemas.microsoft.com/office/drawing/2014/main" val="4129515051"/>
                  </a:ext>
                </a:extLst>
              </a:tr>
              <a:tr h="370840">
                <a:tc>
                  <a:txBody>
                    <a:bodyPr/>
                    <a:lstStyle/>
                    <a:p>
                      <a:r>
                        <a:rPr lang="fr-FR" sz="1400" noProof="0" dirty="0">
                          <a:latin typeface="Barlow" panose="00000500000000000000" pitchFamily="2" charset="0"/>
                        </a:rPr>
                        <a:t>Le pare-feu Windows autorise l’accès Web</a:t>
                      </a:r>
                    </a:p>
                  </a:txBody>
                  <a:tcPr anchor="ctr"/>
                </a:tc>
                <a:tc>
                  <a:txBody>
                    <a:bodyPr/>
                    <a:lstStyle/>
                    <a:p>
                      <a:r>
                        <a:rPr lang="fr-FR" sz="1400" noProof="0" dirty="0">
                          <a:latin typeface="Barlow" panose="00000500000000000000" pitchFamily="2" charset="0"/>
                        </a:rPr>
                        <a:t>Modifiez la configuration du pare-feu Windows</a:t>
                      </a:r>
                    </a:p>
                  </a:txBody>
                  <a:tcPr anchor="ctr"/>
                </a:tc>
                <a:extLst>
                  <a:ext uri="{0D108BD9-81ED-4DB2-BD59-A6C34878D82A}">
                    <a16:rowId xmlns:a16="http://schemas.microsoft.com/office/drawing/2014/main" val="3823118335"/>
                  </a:ext>
                </a:extLst>
              </a:tr>
            </a:tbl>
          </a:graphicData>
        </a:graphic>
      </p:graphicFrame>
      <p:pic>
        <p:nvPicPr>
          <p:cNvPr id="5" name="Image 4">
            <a:extLst>
              <a:ext uri="{FF2B5EF4-FFF2-40B4-BE49-F238E27FC236}">
                <a16:creationId xmlns:a16="http://schemas.microsoft.com/office/drawing/2014/main" id="{2531E53B-5E15-45CC-78E1-23AF9BBA270E}"/>
              </a:ext>
            </a:extLst>
          </p:cNvPr>
          <p:cNvPicPr>
            <a:picLocks noChangeAspect="1"/>
          </p:cNvPicPr>
          <p:nvPr/>
        </p:nvPicPr>
        <p:blipFill>
          <a:blip r:embed="rId2"/>
          <a:stretch>
            <a:fillRect/>
          </a:stretch>
        </p:blipFill>
        <p:spPr>
          <a:xfrm>
            <a:off x="3633787" y="2466060"/>
            <a:ext cx="1247775" cy="381000"/>
          </a:xfrm>
          <a:prstGeom prst="rect">
            <a:avLst/>
          </a:prstGeom>
        </p:spPr>
      </p:pic>
    </p:spTree>
    <p:extLst>
      <p:ext uri="{BB962C8B-B14F-4D97-AF65-F5344CB8AC3E}">
        <p14:creationId xmlns:p14="http://schemas.microsoft.com/office/powerpoint/2010/main" val="21003332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51AA81-A5DF-3A18-38B6-020B45588EFC}"/>
              </a:ext>
            </a:extLst>
          </p:cNvPr>
          <p:cNvSpPr>
            <a:spLocks noGrp="1"/>
          </p:cNvSpPr>
          <p:nvPr>
            <p:ph type="title"/>
          </p:nvPr>
        </p:nvSpPr>
        <p:spPr/>
        <p:txBody>
          <a:bodyPr/>
          <a:lstStyle/>
          <a:p>
            <a:r>
              <a:rPr lang="fr-FR" noProof="0" dirty="0"/>
              <a:t>Eléments à contrôler – Publication distante</a:t>
            </a:r>
          </a:p>
        </p:txBody>
      </p:sp>
      <p:sp>
        <p:nvSpPr>
          <p:cNvPr id="10" name="Espace réservé du texte 9">
            <a:extLst>
              <a:ext uri="{FF2B5EF4-FFF2-40B4-BE49-F238E27FC236}">
                <a16:creationId xmlns:a16="http://schemas.microsoft.com/office/drawing/2014/main" id="{CF3C03EA-DDD4-445D-9A36-DC7D32FDA7A4}"/>
              </a:ext>
            </a:extLst>
          </p:cNvPr>
          <p:cNvSpPr>
            <a:spLocks noGrp="1"/>
          </p:cNvSpPr>
          <p:nvPr>
            <p:ph type="body" idx="1"/>
          </p:nvPr>
        </p:nvSpPr>
        <p:spPr>
          <a:xfrm>
            <a:off x="270763" y="1580233"/>
            <a:ext cx="11797412" cy="448592"/>
          </a:xfrm>
        </p:spPr>
        <p:txBody>
          <a:bodyPr/>
          <a:lstStyle/>
          <a:p>
            <a:pPr marL="101598" indent="0">
              <a:buNone/>
            </a:pPr>
            <a:r>
              <a:rPr lang="fr-FR" sz="1400" noProof="0" dirty="0">
                <a:latin typeface="Barlow" panose="00000500000000000000" pitchFamily="2" charset="0"/>
              </a:rPr>
              <a:t>Si vous constatez que le site n’est pas accessible à distance, vérifiez les points suivants :</a:t>
            </a:r>
          </a:p>
        </p:txBody>
      </p:sp>
      <p:sp>
        <p:nvSpPr>
          <p:cNvPr id="4" name="Espace réservé du texte 3">
            <a:extLst>
              <a:ext uri="{FF2B5EF4-FFF2-40B4-BE49-F238E27FC236}">
                <a16:creationId xmlns:a16="http://schemas.microsoft.com/office/drawing/2014/main" id="{6BDCEFA8-59A6-33CC-D69F-6DDA6E4D9636}"/>
              </a:ext>
            </a:extLst>
          </p:cNvPr>
          <p:cNvSpPr>
            <a:spLocks noGrp="1"/>
          </p:cNvSpPr>
          <p:nvPr>
            <p:ph type="body" sz="quarter" idx="15"/>
          </p:nvPr>
        </p:nvSpPr>
        <p:spPr/>
        <p:txBody>
          <a:bodyPr/>
          <a:lstStyle/>
          <a:p>
            <a:r>
              <a:rPr lang="fr-FR" noProof="0" dirty="0"/>
              <a:t>Dépannage</a:t>
            </a:r>
          </a:p>
        </p:txBody>
      </p:sp>
      <p:graphicFrame>
        <p:nvGraphicFramePr>
          <p:cNvPr id="7" name="Tableau 6">
            <a:extLst>
              <a:ext uri="{FF2B5EF4-FFF2-40B4-BE49-F238E27FC236}">
                <a16:creationId xmlns:a16="http://schemas.microsoft.com/office/drawing/2014/main" id="{C142FFEE-659B-6571-73CA-6E3D3E5DB0D6}"/>
              </a:ext>
            </a:extLst>
          </p:cNvPr>
          <p:cNvGraphicFramePr>
            <a:graphicFrameLocks noGrp="1"/>
          </p:cNvGraphicFramePr>
          <p:nvPr>
            <p:extLst>
              <p:ext uri="{D42A27DB-BD31-4B8C-83A1-F6EECF244321}">
                <p14:modId xmlns:p14="http://schemas.microsoft.com/office/powerpoint/2010/main" val="1422384489"/>
              </p:ext>
            </p:extLst>
          </p:nvPr>
        </p:nvGraphicFramePr>
        <p:xfrm>
          <a:off x="270763" y="2017468"/>
          <a:ext cx="11549762" cy="2342442"/>
        </p:xfrm>
        <a:graphic>
          <a:graphicData uri="http://schemas.openxmlformats.org/drawingml/2006/table">
            <a:tbl>
              <a:tblPr firstRow="1" bandRow="1">
                <a:tableStyleId>{5C22544A-7EE6-4342-B048-85BDC9FD1C3A}</a:tableStyleId>
              </a:tblPr>
              <a:tblGrid>
                <a:gridCol w="5605364">
                  <a:extLst>
                    <a:ext uri="{9D8B030D-6E8A-4147-A177-3AD203B41FA5}">
                      <a16:colId xmlns:a16="http://schemas.microsoft.com/office/drawing/2014/main" val="1181157168"/>
                    </a:ext>
                  </a:extLst>
                </a:gridCol>
                <a:gridCol w="5944398">
                  <a:extLst>
                    <a:ext uri="{9D8B030D-6E8A-4147-A177-3AD203B41FA5}">
                      <a16:colId xmlns:a16="http://schemas.microsoft.com/office/drawing/2014/main" val="3916079968"/>
                    </a:ext>
                  </a:extLst>
                </a:gridCol>
              </a:tblGrid>
              <a:tr h="370840">
                <a:tc>
                  <a:txBody>
                    <a:bodyPr/>
                    <a:lstStyle/>
                    <a:p>
                      <a:r>
                        <a:rPr lang="fr-FR" sz="1400" noProof="0" dirty="0">
                          <a:latin typeface="Barlow" panose="00000500000000000000" pitchFamily="2" charset="0"/>
                        </a:rPr>
                        <a:t>Contrôle</a:t>
                      </a:r>
                    </a:p>
                  </a:txBody>
                  <a:tcPr anchor="ctr"/>
                </a:tc>
                <a:tc>
                  <a:txBody>
                    <a:bodyPr/>
                    <a:lstStyle/>
                    <a:p>
                      <a:r>
                        <a:rPr lang="fr-FR" sz="1400" noProof="0" dirty="0">
                          <a:latin typeface="Barlow" panose="00000500000000000000" pitchFamily="2" charset="0"/>
                        </a:rPr>
                        <a:t>Que faire</a:t>
                      </a:r>
                    </a:p>
                  </a:txBody>
                  <a:tcPr anchor="ctr"/>
                </a:tc>
                <a:extLst>
                  <a:ext uri="{0D108BD9-81ED-4DB2-BD59-A6C34878D82A}">
                    <a16:rowId xmlns:a16="http://schemas.microsoft.com/office/drawing/2014/main" val="2896649042"/>
                  </a:ext>
                </a:extLst>
              </a:tr>
              <a:tr h="564442">
                <a:tc>
                  <a:txBody>
                    <a:bodyPr/>
                    <a:lstStyle/>
                    <a:p>
                      <a:r>
                        <a:rPr lang="fr-FR" sz="1400" noProof="0" dirty="0">
                          <a:latin typeface="Barlow" panose="00000500000000000000" pitchFamily="2" charset="0"/>
                        </a:rPr>
                        <a:t>La publication distante est démarrée </a:t>
                      </a:r>
                    </a:p>
                  </a:txBody>
                  <a:tcPr anchor="ctr"/>
                </a:tc>
                <a:tc>
                  <a:txBody>
                    <a:bodyPr/>
                    <a:lstStyle/>
                    <a:p>
                      <a:r>
                        <a:rPr lang="fr-FR" sz="1400" noProof="0" dirty="0">
                          <a:latin typeface="Barlow" panose="00000500000000000000" pitchFamily="2" charset="0"/>
                        </a:rPr>
                        <a:t>Démarrez la publication</a:t>
                      </a:r>
                    </a:p>
                  </a:txBody>
                  <a:tcPr anchor="ctr"/>
                </a:tc>
                <a:extLst>
                  <a:ext uri="{0D108BD9-81ED-4DB2-BD59-A6C34878D82A}">
                    <a16:rowId xmlns:a16="http://schemas.microsoft.com/office/drawing/2014/main" val="2586581298"/>
                  </a:ext>
                </a:extLst>
              </a:tr>
              <a:tr h="370840">
                <a:tc>
                  <a:txBody>
                    <a:bodyPr/>
                    <a:lstStyle/>
                    <a:p>
                      <a:r>
                        <a:rPr lang="fr-FR" sz="1400" noProof="0" dirty="0">
                          <a:latin typeface="Barlow" panose="00000500000000000000" pitchFamily="2" charset="0"/>
                        </a:rPr>
                        <a:t>Les paramètres de connexion FTP sont valides (compte, mot de passe répertoire)</a:t>
                      </a:r>
                    </a:p>
                  </a:txBody>
                  <a:tcPr anchor="ctr"/>
                </a:tc>
                <a:tc>
                  <a:txBody>
                    <a:bodyPr/>
                    <a:lstStyle/>
                    <a:p>
                      <a:r>
                        <a:rPr lang="fr-FR" sz="1400" noProof="0" dirty="0">
                          <a:latin typeface="Barlow" panose="00000500000000000000" pitchFamily="2" charset="0"/>
                        </a:rPr>
                        <a:t>Arrêtez la publication distante, configurer les bons paramètres et démarrez la publication distante</a:t>
                      </a:r>
                    </a:p>
                  </a:txBody>
                  <a:tcPr anchor="ctr"/>
                </a:tc>
                <a:extLst>
                  <a:ext uri="{0D108BD9-81ED-4DB2-BD59-A6C34878D82A}">
                    <a16:rowId xmlns:a16="http://schemas.microsoft.com/office/drawing/2014/main" val="4129515051"/>
                  </a:ext>
                </a:extLst>
              </a:tr>
              <a:tr h="370840">
                <a:tc>
                  <a:txBody>
                    <a:bodyPr/>
                    <a:lstStyle/>
                    <a:p>
                      <a:r>
                        <a:rPr lang="fr-FR" sz="1400" noProof="0" dirty="0">
                          <a:latin typeface="Barlow" panose="00000500000000000000" pitchFamily="2" charset="0"/>
                        </a:rPr>
                        <a:t>Le pare-feu Windows autorise la connexion FTP</a:t>
                      </a:r>
                    </a:p>
                  </a:txBody>
                  <a:tcPr anchor="ctr"/>
                </a:tc>
                <a:tc>
                  <a:txBody>
                    <a:bodyPr/>
                    <a:lstStyle/>
                    <a:p>
                      <a:r>
                        <a:rPr lang="fr-FR" sz="1400" noProof="0" dirty="0">
                          <a:latin typeface="Barlow" panose="00000500000000000000" pitchFamily="2" charset="0"/>
                        </a:rPr>
                        <a:t>Modifiez la configuration du pare-feu Windows</a:t>
                      </a:r>
                    </a:p>
                  </a:txBody>
                  <a:tcPr anchor="ctr"/>
                </a:tc>
                <a:extLst>
                  <a:ext uri="{0D108BD9-81ED-4DB2-BD59-A6C34878D82A}">
                    <a16:rowId xmlns:a16="http://schemas.microsoft.com/office/drawing/2014/main" val="3823118335"/>
                  </a:ext>
                </a:extLst>
              </a:tr>
              <a:tr h="370840">
                <a:tc>
                  <a:txBody>
                    <a:bodyPr/>
                    <a:lstStyle/>
                    <a:p>
                      <a:r>
                        <a:rPr lang="fr-FR" sz="1400" noProof="0" dirty="0">
                          <a:latin typeface="Barlow" panose="00000500000000000000" pitchFamily="2" charset="0"/>
                        </a:rPr>
                        <a:t>Le mode FTP est approprié (Actif/Passif)</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noProof="0" dirty="0">
                          <a:latin typeface="Barlow" panose="00000500000000000000" pitchFamily="2" charset="0"/>
                        </a:rPr>
                        <a:t>Arrêtez la publication distante, sélectionnez le mode adéquat et démarrez la publication distante</a:t>
                      </a:r>
                    </a:p>
                  </a:txBody>
                  <a:tcPr anchor="ctr"/>
                </a:tc>
                <a:extLst>
                  <a:ext uri="{0D108BD9-81ED-4DB2-BD59-A6C34878D82A}">
                    <a16:rowId xmlns:a16="http://schemas.microsoft.com/office/drawing/2014/main" val="1423062560"/>
                  </a:ext>
                </a:extLst>
              </a:tr>
            </a:tbl>
          </a:graphicData>
        </a:graphic>
      </p:graphicFrame>
      <p:pic>
        <p:nvPicPr>
          <p:cNvPr id="5" name="Image 4">
            <a:extLst>
              <a:ext uri="{FF2B5EF4-FFF2-40B4-BE49-F238E27FC236}">
                <a16:creationId xmlns:a16="http://schemas.microsoft.com/office/drawing/2014/main" id="{2531E53B-5E15-45CC-78E1-23AF9BBA270E}"/>
              </a:ext>
            </a:extLst>
          </p:cNvPr>
          <p:cNvPicPr>
            <a:picLocks noChangeAspect="1"/>
          </p:cNvPicPr>
          <p:nvPr/>
        </p:nvPicPr>
        <p:blipFill>
          <a:blip r:embed="rId2"/>
          <a:stretch>
            <a:fillRect/>
          </a:stretch>
        </p:blipFill>
        <p:spPr>
          <a:xfrm>
            <a:off x="3929062" y="2466060"/>
            <a:ext cx="1247775" cy="381000"/>
          </a:xfrm>
          <a:prstGeom prst="rect">
            <a:avLst/>
          </a:prstGeom>
        </p:spPr>
      </p:pic>
    </p:spTree>
    <p:extLst>
      <p:ext uri="{BB962C8B-B14F-4D97-AF65-F5344CB8AC3E}">
        <p14:creationId xmlns:p14="http://schemas.microsoft.com/office/powerpoint/2010/main" val="28243005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51AA81-A5DF-3A18-38B6-020B45588EFC}"/>
              </a:ext>
            </a:extLst>
          </p:cNvPr>
          <p:cNvSpPr>
            <a:spLocks noGrp="1"/>
          </p:cNvSpPr>
          <p:nvPr>
            <p:ph type="title"/>
          </p:nvPr>
        </p:nvSpPr>
        <p:spPr/>
        <p:txBody>
          <a:bodyPr/>
          <a:lstStyle/>
          <a:p>
            <a:r>
              <a:rPr lang="fr-FR" noProof="0" dirty="0"/>
              <a:t>Eléments à contrôler – Chambre d’appel</a:t>
            </a:r>
          </a:p>
        </p:txBody>
      </p:sp>
      <p:sp>
        <p:nvSpPr>
          <p:cNvPr id="10" name="Espace réservé du texte 9">
            <a:extLst>
              <a:ext uri="{FF2B5EF4-FFF2-40B4-BE49-F238E27FC236}">
                <a16:creationId xmlns:a16="http://schemas.microsoft.com/office/drawing/2014/main" id="{CF3C03EA-DDD4-445D-9A36-DC7D32FDA7A4}"/>
              </a:ext>
            </a:extLst>
          </p:cNvPr>
          <p:cNvSpPr>
            <a:spLocks noGrp="1"/>
          </p:cNvSpPr>
          <p:nvPr>
            <p:ph type="body" idx="1"/>
          </p:nvPr>
        </p:nvSpPr>
        <p:spPr>
          <a:xfrm>
            <a:off x="270763" y="1580233"/>
            <a:ext cx="11797412" cy="448592"/>
          </a:xfrm>
        </p:spPr>
        <p:txBody>
          <a:bodyPr/>
          <a:lstStyle/>
          <a:p>
            <a:pPr marL="101598" indent="0">
              <a:buNone/>
            </a:pPr>
            <a:r>
              <a:rPr lang="fr-FR" sz="1400" noProof="0" dirty="0"/>
              <a:t>Si vous constatez que la chambre d’appel ne s’affiche pas, vérifiez les points suivants :</a:t>
            </a:r>
          </a:p>
        </p:txBody>
      </p:sp>
      <p:sp>
        <p:nvSpPr>
          <p:cNvPr id="4" name="Espace réservé du texte 3">
            <a:extLst>
              <a:ext uri="{FF2B5EF4-FFF2-40B4-BE49-F238E27FC236}">
                <a16:creationId xmlns:a16="http://schemas.microsoft.com/office/drawing/2014/main" id="{6BDCEFA8-59A6-33CC-D69F-6DDA6E4D9636}"/>
              </a:ext>
            </a:extLst>
          </p:cNvPr>
          <p:cNvSpPr>
            <a:spLocks noGrp="1"/>
          </p:cNvSpPr>
          <p:nvPr>
            <p:ph type="body" sz="quarter" idx="15"/>
          </p:nvPr>
        </p:nvSpPr>
        <p:spPr/>
        <p:txBody>
          <a:bodyPr/>
          <a:lstStyle/>
          <a:p>
            <a:r>
              <a:rPr lang="fr-FR" noProof="0" dirty="0"/>
              <a:t>Dépannage</a:t>
            </a:r>
          </a:p>
        </p:txBody>
      </p:sp>
      <p:graphicFrame>
        <p:nvGraphicFramePr>
          <p:cNvPr id="7" name="Tableau 6">
            <a:extLst>
              <a:ext uri="{FF2B5EF4-FFF2-40B4-BE49-F238E27FC236}">
                <a16:creationId xmlns:a16="http://schemas.microsoft.com/office/drawing/2014/main" id="{C142FFEE-659B-6571-73CA-6E3D3E5DB0D6}"/>
              </a:ext>
            </a:extLst>
          </p:cNvPr>
          <p:cNvGraphicFramePr>
            <a:graphicFrameLocks noGrp="1"/>
          </p:cNvGraphicFramePr>
          <p:nvPr>
            <p:extLst>
              <p:ext uri="{D42A27DB-BD31-4B8C-83A1-F6EECF244321}">
                <p14:modId xmlns:p14="http://schemas.microsoft.com/office/powerpoint/2010/main" val="1291270416"/>
              </p:ext>
            </p:extLst>
          </p:nvPr>
        </p:nvGraphicFramePr>
        <p:xfrm>
          <a:off x="270763" y="2017468"/>
          <a:ext cx="11549762" cy="2047802"/>
        </p:xfrm>
        <a:graphic>
          <a:graphicData uri="http://schemas.openxmlformats.org/drawingml/2006/table">
            <a:tbl>
              <a:tblPr firstRow="1" bandRow="1">
                <a:tableStyleId>{5C22544A-7EE6-4342-B048-85BDC9FD1C3A}</a:tableStyleId>
              </a:tblPr>
              <a:tblGrid>
                <a:gridCol w="5605364">
                  <a:extLst>
                    <a:ext uri="{9D8B030D-6E8A-4147-A177-3AD203B41FA5}">
                      <a16:colId xmlns:a16="http://schemas.microsoft.com/office/drawing/2014/main" val="1181157168"/>
                    </a:ext>
                  </a:extLst>
                </a:gridCol>
                <a:gridCol w="5944398">
                  <a:extLst>
                    <a:ext uri="{9D8B030D-6E8A-4147-A177-3AD203B41FA5}">
                      <a16:colId xmlns:a16="http://schemas.microsoft.com/office/drawing/2014/main" val="3916079968"/>
                    </a:ext>
                  </a:extLst>
                </a:gridCol>
              </a:tblGrid>
              <a:tr h="370840">
                <a:tc>
                  <a:txBody>
                    <a:bodyPr/>
                    <a:lstStyle/>
                    <a:p>
                      <a:r>
                        <a:rPr lang="fr-FR" sz="1400" noProof="0" dirty="0">
                          <a:latin typeface="Barlow" panose="00000500000000000000" pitchFamily="2" charset="0"/>
                        </a:rPr>
                        <a:t>Contrôle</a:t>
                      </a:r>
                    </a:p>
                  </a:txBody>
                  <a:tcPr anchor="ctr"/>
                </a:tc>
                <a:tc>
                  <a:txBody>
                    <a:bodyPr/>
                    <a:lstStyle/>
                    <a:p>
                      <a:r>
                        <a:rPr lang="fr-FR" sz="1400" noProof="0" dirty="0">
                          <a:latin typeface="Barlow" panose="00000500000000000000" pitchFamily="2" charset="0"/>
                        </a:rPr>
                        <a:t>Que faire</a:t>
                      </a:r>
                    </a:p>
                  </a:txBody>
                  <a:tcPr anchor="ctr"/>
                </a:tc>
                <a:extLst>
                  <a:ext uri="{0D108BD9-81ED-4DB2-BD59-A6C34878D82A}">
                    <a16:rowId xmlns:a16="http://schemas.microsoft.com/office/drawing/2014/main" val="2896649042"/>
                  </a:ext>
                </a:extLst>
              </a:tr>
              <a:tr h="564442">
                <a:tc>
                  <a:txBody>
                    <a:bodyPr/>
                    <a:lstStyle/>
                    <a:p>
                      <a:r>
                        <a:rPr lang="fr-FR" sz="1400" noProof="0" dirty="0">
                          <a:latin typeface="Barlow" panose="00000500000000000000" pitchFamily="2" charset="0"/>
                        </a:rPr>
                        <a:t>La publication est démarrée </a:t>
                      </a:r>
                    </a:p>
                  </a:txBody>
                  <a:tcPr anchor="ctr"/>
                </a:tc>
                <a:tc>
                  <a:txBody>
                    <a:bodyPr/>
                    <a:lstStyle/>
                    <a:p>
                      <a:r>
                        <a:rPr lang="fr-FR" sz="1400" noProof="0" dirty="0">
                          <a:latin typeface="Barlow" panose="00000500000000000000" pitchFamily="2" charset="0"/>
                        </a:rPr>
                        <a:t>Démarrez la publication</a:t>
                      </a:r>
                    </a:p>
                  </a:txBody>
                  <a:tcPr anchor="ctr"/>
                </a:tc>
                <a:extLst>
                  <a:ext uri="{0D108BD9-81ED-4DB2-BD59-A6C34878D82A}">
                    <a16:rowId xmlns:a16="http://schemas.microsoft.com/office/drawing/2014/main" val="2586581298"/>
                  </a:ext>
                </a:extLst>
              </a:tr>
              <a:tr h="370840">
                <a:tc>
                  <a:txBody>
                    <a:bodyPr/>
                    <a:lstStyle/>
                    <a:p>
                      <a:r>
                        <a:rPr lang="fr-FR" sz="1400" noProof="0" dirty="0">
                          <a:latin typeface="Barlow" panose="00000500000000000000" pitchFamily="2" charset="0"/>
                        </a:rPr>
                        <a:t>L’écran cherche bien à accéder à l’URL spécifiée</a:t>
                      </a:r>
                    </a:p>
                  </a:txBody>
                  <a:tcPr anchor="ctr"/>
                </a:tc>
                <a:tc>
                  <a:txBody>
                    <a:bodyPr/>
                    <a:lstStyle/>
                    <a:p>
                      <a:r>
                        <a:rPr lang="fr-FR" sz="1400" noProof="0" dirty="0">
                          <a:latin typeface="Barlow" panose="00000500000000000000" pitchFamily="2" charset="0"/>
                        </a:rPr>
                        <a:t>Vérifiez et modifiez si nécessaire l’URL</a:t>
                      </a:r>
                    </a:p>
                  </a:txBody>
                  <a:tcPr anchor="ctr"/>
                </a:tc>
                <a:extLst>
                  <a:ext uri="{0D108BD9-81ED-4DB2-BD59-A6C34878D82A}">
                    <a16:rowId xmlns:a16="http://schemas.microsoft.com/office/drawing/2014/main" val="4129515051"/>
                  </a:ext>
                </a:extLst>
              </a:tr>
              <a:tr h="370840">
                <a:tc>
                  <a:txBody>
                    <a:bodyPr/>
                    <a:lstStyle/>
                    <a:p>
                      <a:r>
                        <a:rPr lang="fr-FR" sz="1400" noProof="0" dirty="0">
                          <a:latin typeface="Barlow" panose="00000500000000000000" pitchFamily="2" charset="0"/>
                        </a:rPr>
                        <a:t>Le pare-feu Windows autorise la connexion</a:t>
                      </a:r>
                    </a:p>
                  </a:txBody>
                  <a:tcPr anchor="ctr"/>
                </a:tc>
                <a:tc>
                  <a:txBody>
                    <a:bodyPr/>
                    <a:lstStyle/>
                    <a:p>
                      <a:r>
                        <a:rPr lang="fr-FR" sz="1400" noProof="0" dirty="0">
                          <a:latin typeface="Barlow" panose="00000500000000000000" pitchFamily="2" charset="0"/>
                        </a:rPr>
                        <a:t>Modifiez la configuration du pare-feu Windows</a:t>
                      </a:r>
                    </a:p>
                  </a:txBody>
                  <a:tcPr anchor="ctr"/>
                </a:tc>
                <a:extLst>
                  <a:ext uri="{0D108BD9-81ED-4DB2-BD59-A6C34878D82A}">
                    <a16:rowId xmlns:a16="http://schemas.microsoft.com/office/drawing/2014/main" val="3823118335"/>
                  </a:ext>
                </a:extLst>
              </a:tr>
              <a:tr h="370840">
                <a:tc>
                  <a:txBody>
                    <a:bodyPr/>
                    <a:lstStyle/>
                    <a:p>
                      <a:r>
                        <a:rPr lang="fr-FR" sz="1400" noProof="0" dirty="0">
                          <a:latin typeface="Barlow" panose="00000500000000000000" pitchFamily="2" charset="0"/>
                        </a:rPr>
                        <a:t>L’écran supporte bien le Javascript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noProof="0" dirty="0">
                          <a:latin typeface="Barlow" panose="00000500000000000000" pitchFamily="2" charset="0"/>
                        </a:rPr>
                        <a:t>Se référer aux informations du matériel concerné</a:t>
                      </a:r>
                    </a:p>
                  </a:txBody>
                  <a:tcPr anchor="ctr"/>
                </a:tc>
                <a:extLst>
                  <a:ext uri="{0D108BD9-81ED-4DB2-BD59-A6C34878D82A}">
                    <a16:rowId xmlns:a16="http://schemas.microsoft.com/office/drawing/2014/main" val="1423062560"/>
                  </a:ext>
                </a:extLst>
              </a:tr>
            </a:tbl>
          </a:graphicData>
        </a:graphic>
      </p:graphicFrame>
      <p:pic>
        <p:nvPicPr>
          <p:cNvPr id="5" name="Image 4">
            <a:extLst>
              <a:ext uri="{FF2B5EF4-FFF2-40B4-BE49-F238E27FC236}">
                <a16:creationId xmlns:a16="http://schemas.microsoft.com/office/drawing/2014/main" id="{2531E53B-5E15-45CC-78E1-23AF9BBA270E}"/>
              </a:ext>
            </a:extLst>
          </p:cNvPr>
          <p:cNvPicPr>
            <a:picLocks noChangeAspect="1"/>
          </p:cNvPicPr>
          <p:nvPr/>
        </p:nvPicPr>
        <p:blipFill>
          <a:blip r:embed="rId2"/>
          <a:stretch>
            <a:fillRect/>
          </a:stretch>
        </p:blipFill>
        <p:spPr>
          <a:xfrm>
            <a:off x="3929062" y="2466060"/>
            <a:ext cx="1247775" cy="381000"/>
          </a:xfrm>
          <a:prstGeom prst="rect">
            <a:avLst/>
          </a:prstGeom>
        </p:spPr>
      </p:pic>
    </p:spTree>
    <p:extLst>
      <p:ext uri="{BB962C8B-B14F-4D97-AF65-F5344CB8AC3E}">
        <p14:creationId xmlns:p14="http://schemas.microsoft.com/office/powerpoint/2010/main" val="3275597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0A28920A-A4B1-1B98-5CB7-04341E9FF976}"/>
              </a:ext>
            </a:extLst>
          </p:cNvPr>
          <p:cNvSpPr>
            <a:spLocks noGrp="1"/>
          </p:cNvSpPr>
          <p:nvPr>
            <p:ph type="title"/>
          </p:nvPr>
        </p:nvSpPr>
        <p:spPr/>
        <p:txBody>
          <a:bodyPr/>
          <a:lstStyle/>
          <a:p>
            <a:r>
              <a:rPr lang="fr-FR" noProof="0" dirty="0"/>
              <a:t>Annexe</a:t>
            </a:r>
          </a:p>
        </p:txBody>
      </p:sp>
      <p:sp>
        <p:nvSpPr>
          <p:cNvPr id="9" name="Espace réservé du contenu 8">
            <a:extLst>
              <a:ext uri="{FF2B5EF4-FFF2-40B4-BE49-F238E27FC236}">
                <a16:creationId xmlns:a16="http://schemas.microsoft.com/office/drawing/2014/main" id="{48CE4D4E-D1F7-3BE0-7833-9EB1BD2A30C8}"/>
              </a:ext>
            </a:extLst>
          </p:cNvPr>
          <p:cNvSpPr>
            <a:spLocks noGrp="1"/>
          </p:cNvSpPr>
          <p:nvPr>
            <p:ph sz="half" idx="1"/>
          </p:nvPr>
        </p:nvSpPr>
        <p:spPr/>
        <p:txBody>
          <a:bodyPr/>
          <a:lstStyle/>
          <a:p>
            <a:endParaRPr lang="fr-FR" noProof="0" dirty="0"/>
          </a:p>
        </p:txBody>
      </p:sp>
    </p:spTree>
    <p:extLst>
      <p:ext uri="{BB962C8B-B14F-4D97-AF65-F5344CB8AC3E}">
        <p14:creationId xmlns:p14="http://schemas.microsoft.com/office/powerpoint/2010/main" val="40260414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A87CE6F6-4320-4BF1-A136-A65C0670D3C6}"/>
              </a:ext>
            </a:extLst>
          </p:cNvPr>
          <p:cNvSpPr>
            <a:spLocks noGrp="1"/>
          </p:cNvSpPr>
          <p:nvPr>
            <p:ph type="title"/>
          </p:nvPr>
        </p:nvSpPr>
        <p:spPr/>
        <p:txBody>
          <a:bodyPr/>
          <a:lstStyle/>
          <a:p>
            <a:r>
              <a:rPr lang="fr-FR" noProof="0" dirty="0"/>
              <a:t>Matrice de compatibilité</a:t>
            </a:r>
          </a:p>
        </p:txBody>
      </p:sp>
      <p:sp>
        <p:nvSpPr>
          <p:cNvPr id="7" name="Espace réservé du texte 6">
            <a:extLst>
              <a:ext uri="{FF2B5EF4-FFF2-40B4-BE49-F238E27FC236}">
                <a16:creationId xmlns:a16="http://schemas.microsoft.com/office/drawing/2014/main" id="{FE148435-48CF-CFA1-7757-31EB5D299CBF}"/>
              </a:ext>
            </a:extLst>
          </p:cNvPr>
          <p:cNvSpPr>
            <a:spLocks noGrp="1"/>
          </p:cNvSpPr>
          <p:nvPr>
            <p:ph type="body" sz="quarter" idx="15"/>
          </p:nvPr>
        </p:nvSpPr>
        <p:spPr/>
        <p:txBody>
          <a:bodyPr/>
          <a:lstStyle/>
          <a:p>
            <a:r>
              <a:rPr lang="fr-FR" noProof="0" dirty="0"/>
              <a:t>Annexe</a:t>
            </a:r>
          </a:p>
        </p:txBody>
      </p:sp>
      <p:graphicFrame>
        <p:nvGraphicFramePr>
          <p:cNvPr id="8" name="Tableau 7">
            <a:extLst>
              <a:ext uri="{FF2B5EF4-FFF2-40B4-BE49-F238E27FC236}">
                <a16:creationId xmlns:a16="http://schemas.microsoft.com/office/drawing/2014/main" id="{21CD416E-0666-5DE4-0469-3CA38CF7889B}"/>
              </a:ext>
            </a:extLst>
          </p:cNvPr>
          <p:cNvGraphicFramePr>
            <a:graphicFrameLocks noGrp="1"/>
          </p:cNvGraphicFramePr>
          <p:nvPr>
            <p:extLst>
              <p:ext uri="{D42A27DB-BD31-4B8C-83A1-F6EECF244321}">
                <p14:modId xmlns:p14="http://schemas.microsoft.com/office/powerpoint/2010/main" val="127341269"/>
              </p:ext>
            </p:extLst>
          </p:nvPr>
        </p:nvGraphicFramePr>
        <p:xfrm>
          <a:off x="1014405" y="1592485"/>
          <a:ext cx="10163190" cy="3972846"/>
        </p:xfrm>
        <a:graphic>
          <a:graphicData uri="http://schemas.openxmlformats.org/drawingml/2006/table">
            <a:tbl>
              <a:tblPr>
                <a:tableStyleId>{7DF18680-E054-41AD-8BC1-D1AEF772440D}</a:tableStyleId>
              </a:tblPr>
              <a:tblGrid>
                <a:gridCol w="377253">
                  <a:extLst>
                    <a:ext uri="{9D8B030D-6E8A-4147-A177-3AD203B41FA5}">
                      <a16:colId xmlns:a16="http://schemas.microsoft.com/office/drawing/2014/main" val="3736857135"/>
                    </a:ext>
                  </a:extLst>
                </a:gridCol>
                <a:gridCol w="713937">
                  <a:extLst>
                    <a:ext uri="{9D8B030D-6E8A-4147-A177-3AD203B41FA5}">
                      <a16:colId xmlns:a16="http://schemas.microsoft.com/office/drawing/2014/main" val="3696878891"/>
                    </a:ext>
                  </a:extLst>
                </a:gridCol>
                <a:gridCol w="648000">
                  <a:extLst>
                    <a:ext uri="{9D8B030D-6E8A-4147-A177-3AD203B41FA5}">
                      <a16:colId xmlns:a16="http://schemas.microsoft.com/office/drawing/2014/main" val="2257898591"/>
                    </a:ext>
                  </a:extLst>
                </a:gridCol>
                <a:gridCol w="648000">
                  <a:extLst>
                    <a:ext uri="{9D8B030D-6E8A-4147-A177-3AD203B41FA5}">
                      <a16:colId xmlns:a16="http://schemas.microsoft.com/office/drawing/2014/main" val="2384296798"/>
                    </a:ext>
                  </a:extLst>
                </a:gridCol>
                <a:gridCol w="648000">
                  <a:extLst>
                    <a:ext uri="{9D8B030D-6E8A-4147-A177-3AD203B41FA5}">
                      <a16:colId xmlns:a16="http://schemas.microsoft.com/office/drawing/2014/main" val="618733032"/>
                    </a:ext>
                  </a:extLst>
                </a:gridCol>
                <a:gridCol w="648000">
                  <a:extLst>
                    <a:ext uri="{9D8B030D-6E8A-4147-A177-3AD203B41FA5}">
                      <a16:colId xmlns:a16="http://schemas.microsoft.com/office/drawing/2014/main" val="3964921429"/>
                    </a:ext>
                  </a:extLst>
                </a:gridCol>
                <a:gridCol w="648000">
                  <a:extLst>
                    <a:ext uri="{9D8B030D-6E8A-4147-A177-3AD203B41FA5}">
                      <a16:colId xmlns:a16="http://schemas.microsoft.com/office/drawing/2014/main" val="2528599786"/>
                    </a:ext>
                  </a:extLst>
                </a:gridCol>
                <a:gridCol w="648000">
                  <a:extLst>
                    <a:ext uri="{9D8B030D-6E8A-4147-A177-3AD203B41FA5}">
                      <a16:colId xmlns:a16="http://schemas.microsoft.com/office/drawing/2014/main" val="2631112101"/>
                    </a:ext>
                  </a:extLst>
                </a:gridCol>
                <a:gridCol w="648000">
                  <a:extLst>
                    <a:ext uri="{9D8B030D-6E8A-4147-A177-3AD203B41FA5}">
                      <a16:colId xmlns:a16="http://schemas.microsoft.com/office/drawing/2014/main" val="1640724778"/>
                    </a:ext>
                  </a:extLst>
                </a:gridCol>
                <a:gridCol w="648000">
                  <a:extLst>
                    <a:ext uri="{9D8B030D-6E8A-4147-A177-3AD203B41FA5}">
                      <a16:colId xmlns:a16="http://schemas.microsoft.com/office/drawing/2014/main" val="2824390373"/>
                    </a:ext>
                  </a:extLst>
                </a:gridCol>
                <a:gridCol w="648000">
                  <a:extLst>
                    <a:ext uri="{9D8B030D-6E8A-4147-A177-3AD203B41FA5}">
                      <a16:colId xmlns:a16="http://schemas.microsoft.com/office/drawing/2014/main" val="3229000006"/>
                    </a:ext>
                  </a:extLst>
                </a:gridCol>
                <a:gridCol w="648000">
                  <a:extLst>
                    <a:ext uri="{9D8B030D-6E8A-4147-A177-3AD203B41FA5}">
                      <a16:colId xmlns:a16="http://schemas.microsoft.com/office/drawing/2014/main" val="788621322"/>
                    </a:ext>
                  </a:extLst>
                </a:gridCol>
                <a:gridCol w="648000">
                  <a:extLst>
                    <a:ext uri="{9D8B030D-6E8A-4147-A177-3AD203B41FA5}">
                      <a16:colId xmlns:a16="http://schemas.microsoft.com/office/drawing/2014/main" val="2162805490"/>
                    </a:ext>
                  </a:extLst>
                </a:gridCol>
                <a:gridCol w="648000">
                  <a:extLst>
                    <a:ext uri="{9D8B030D-6E8A-4147-A177-3AD203B41FA5}">
                      <a16:colId xmlns:a16="http://schemas.microsoft.com/office/drawing/2014/main" val="1839021779"/>
                    </a:ext>
                  </a:extLst>
                </a:gridCol>
                <a:gridCol w="648000">
                  <a:extLst>
                    <a:ext uri="{9D8B030D-6E8A-4147-A177-3AD203B41FA5}">
                      <a16:colId xmlns:a16="http://schemas.microsoft.com/office/drawing/2014/main" val="1719123156"/>
                    </a:ext>
                  </a:extLst>
                </a:gridCol>
                <a:gridCol w="648000">
                  <a:extLst>
                    <a:ext uri="{9D8B030D-6E8A-4147-A177-3AD203B41FA5}">
                      <a16:colId xmlns:a16="http://schemas.microsoft.com/office/drawing/2014/main" val="2654753844"/>
                    </a:ext>
                  </a:extLst>
                </a:gridCol>
              </a:tblGrid>
              <a:tr h="489006">
                <a:tc>
                  <a:txBody>
                    <a:bodyPr/>
                    <a:lstStyle/>
                    <a:p>
                      <a:endParaRPr lang="fr-FR" sz="1000" b="1" noProof="0" dirty="0">
                        <a:latin typeface="Barlow" panose="00000500000000000000" pitchFamily="2" charset="0"/>
                      </a:endParaRPr>
                    </a:p>
                  </a:txBody>
                  <a:tcPr anchor="ctr"/>
                </a:tc>
                <a:tc>
                  <a:txBody>
                    <a:bodyPr/>
                    <a:lstStyle/>
                    <a:p>
                      <a:endParaRPr lang="fr-FR" sz="1000" b="1" noProof="0" dirty="0">
                        <a:latin typeface="Barlow" panose="00000500000000000000" pitchFamily="2" charset="0"/>
                      </a:endParaRPr>
                    </a:p>
                  </a:txBody>
                  <a:tcPr anchor="ctr"/>
                </a:tc>
                <a:tc gridSpan="14">
                  <a:txBody>
                    <a:bodyPr/>
                    <a:lstStyle/>
                    <a:p>
                      <a:pPr algn="ctr"/>
                      <a:r>
                        <a:rPr lang="fr-FR" sz="1000" b="1" noProof="0" dirty="0">
                          <a:solidFill>
                            <a:schemeClr val="bg1"/>
                          </a:solidFill>
                          <a:latin typeface="Barlow" panose="00000500000000000000" pitchFamily="2" charset="0"/>
                        </a:rPr>
                        <a:t>Publication Suivi </a:t>
                      </a:r>
                      <a:r>
                        <a:rPr lang="fr-FR" sz="1000" b="1" noProof="0" dirty="0" err="1">
                          <a:solidFill>
                            <a:schemeClr val="bg1"/>
                          </a:solidFill>
                          <a:latin typeface="Barlow" panose="00000500000000000000" pitchFamily="2" charset="0"/>
                        </a:rPr>
                        <a:t>Competition</a:t>
                      </a:r>
                      <a:endParaRPr lang="fr-FR" sz="1000" b="1" noProof="0" dirty="0">
                        <a:solidFill>
                          <a:schemeClr val="bg1"/>
                        </a:solidFill>
                        <a:latin typeface="Barlow" panose="00000500000000000000" pitchFamily="2" charset="0"/>
                      </a:endParaRPr>
                    </a:p>
                  </a:txBody>
                  <a:tcPr anchor="ctr">
                    <a:solidFill>
                      <a:srgbClr val="090095"/>
                    </a:solidFill>
                  </a:tcPr>
                </a:tc>
                <a:tc hMerge="1">
                  <a:txBody>
                    <a:bodyPr/>
                    <a:lstStyle/>
                    <a:p>
                      <a:endParaRPr lang="fr-FR" dirty="0"/>
                    </a:p>
                  </a:txBody>
                  <a:tcPr/>
                </a:tc>
                <a:tc hMerge="1">
                  <a:txBody>
                    <a:bodyPr/>
                    <a:lstStyle/>
                    <a:p>
                      <a:endParaRPr lang="fr-FR" dirty="0"/>
                    </a:p>
                  </a:txBody>
                  <a:tcPr/>
                </a:tc>
                <a:tc hMerge="1">
                  <a:txBody>
                    <a:bodyPr/>
                    <a:lstStyle/>
                    <a:p>
                      <a:endParaRPr lang="fr-FR" dirty="0"/>
                    </a:p>
                  </a:txBody>
                  <a:tcPr/>
                </a:tc>
                <a:tc hMerge="1">
                  <a:txBody>
                    <a:bodyPr/>
                    <a:lstStyle/>
                    <a:p>
                      <a:endParaRPr lang="fr-FR" dirty="0"/>
                    </a:p>
                  </a:txBody>
                  <a:tcPr/>
                </a:tc>
                <a:tc hMerge="1">
                  <a:txBody>
                    <a:bodyPr/>
                    <a:lstStyle/>
                    <a:p>
                      <a:endParaRPr lang="fr-FR" dirty="0"/>
                    </a:p>
                  </a:txBody>
                  <a:tcPr/>
                </a:tc>
                <a:tc hMerge="1">
                  <a:txBody>
                    <a:bodyPr/>
                    <a:lstStyle/>
                    <a:p>
                      <a:endParaRPr lang="fr-FR" dirty="0"/>
                    </a:p>
                  </a:txBody>
                  <a:tcPr/>
                </a:tc>
                <a:tc hMerge="1">
                  <a:txBody>
                    <a:bodyPr/>
                    <a:lstStyle/>
                    <a:p>
                      <a:pPr algn="ctr"/>
                      <a:endParaRPr lang="fr-FR" dirty="0">
                        <a:solidFill>
                          <a:schemeClr val="bg1"/>
                        </a:solidFill>
                      </a:endParaRPr>
                    </a:p>
                  </a:txBody>
                  <a:tcPr anchor="ctr">
                    <a:solidFill>
                      <a:schemeClr val="accent1"/>
                    </a:solidFill>
                  </a:tcPr>
                </a:tc>
                <a:tc hMerge="1">
                  <a:txBody>
                    <a:bodyPr/>
                    <a:lstStyle/>
                    <a:p>
                      <a:pPr algn="ctr"/>
                      <a:endParaRPr lang="fr-FR" dirty="0">
                        <a:solidFill>
                          <a:schemeClr val="bg1"/>
                        </a:solidFill>
                      </a:endParaRPr>
                    </a:p>
                  </a:txBody>
                  <a:tcPr anchor="ctr">
                    <a:solidFill>
                      <a:schemeClr val="accent1"/>
                    </a:solidFill>
                  </a:tcPr>
                </a:tc>
                <a:tc hMerge="1">
                  <a:txBody>
                    <a:bodyPr/>
                    <a:lstStyle/>
                    <a:p>
                      <a:pPr algn="ctr"/>
                      <a:endParaRPr lang="fr-FR" dirty="0">
                        <a:solidFill>
                          <a:schemeClr val="bg1"/>
                        </a:solidFill>
                      </a:endParaRPr>
                    </a:p>
                  </a:txBody>
                  <a:tcPr anchor="ctr">
                    <a:solidFill>
                      <a:schemeClr val="accent1"/>
                    </a:solidFill>
                  </a:tcPr>
                </a:tc>
                <a:tc hMerge="1">
                  <a:txBody>
                    <a:bodyPr/>
                    <a:lstStyle/>
                    <a:p>
                      <a:endParaRPr lang="fr-FR"/>
                    </a:p>
                  </a:txBody>
                  <a:tcPr/>
                </a:tc>
                <a:tc hMerge="1">
                  <a:txBody>
                    <a:bodyPr/>
                    <a:lstStyle/>
                    <a:p>
                      <a:pPr algn="ctr"/>
                      <a:endParaRPr lang="fr-FR" dirty="0">
                        <a:solidFill>
                          <a:schemeClr val="bg1"/>
                        </a:solidFill>
                      </a:endParaRPr>
                    </a:p>
                  </a:txBody>
                  <a:tcPr anchor="ctr">
                    <a:solidFill>
                      <a:schemeClr val="accent1"/>
                    </a:solidFill>
                  </a:tcPr>
                </a:tc>
                <a:tc hMerge="1">
                  <a:txBody>
                    <a:bodyPr/>
                    <a:lstStyle/>
                    <a:p>
                      <a:endParaRPr lang="fr-FR"/>
                    </a:p>
                  </a:txBody>
                  <a:tcPr/>
                </a:tc>
                <a:tc hMerge="1">
                  <a:txBody>
                    <a:bodyPr/>
                    <a:lstStyle/>
                    <a:p>
                      <a:pPr algn="ctr"/>
                      <a:endParaRPr lang="fr-FR" sz="1600" dirty="0">
                        <a:solidFill>
                          <a:schemeClr val="bg1"/>
                        </a:solidFill>
                      </a:endParaRPr>
                    </a:p>
                  </a:txBody>
                  <a:tcPr anchor="ctr">
                    <a:solidFill>
                      <a:schemeClr val="accent1"/>
                    </a:solidFill>
                  </a:tcPr>
                </a:tc>
                <a:extLst>
                  <a:ext uri="{0D108BD9-81ED-4DB2-BD59-A6C34878D82A}">
                    <a16:rowId xmlns:a16="http://schemas.microsoft.com/office/drawing/2014/main" val="1913834373"/>
                  </a:ext>
                </a:extLst>
              </a:tr>
              <a:tr h="231300">
                <a:tc>
                  <a:txBody>
                    <a:bodyPr/>
                    <a:lstStyle/>
                    <a:p>
                      <a:endParaRPr lang="fr-FR" sz="1000" b="1" noProof="0" dirty="0">
                        <a:latin typeface="Barlow" panose="00000500000000000000" pitchFamily="2" charset="0"/>
                      </a:endParaRPr>
                    </a:p>
                  </a:txBody>
                  <a:tcPr anchor="ctr"/>
                </a:tc>
                <a:tc>
                  <a:txBody>
                    <a:bodyPr/>
                    <a:lstStyle/>
                    <a:p>
                      <a:endParaRPr lang="fr-FR" sz="1000" b="1" noProof="0" dirty="0">
                        <a:latin typeface="Barlow" panose="00000500000000000000" pitchFamily="2" charset="0"/>
                      </a:endParaRPr>
                    </a:p>
                  </a:txBody>
                  <a:tcPr anchor="ctr"/>
                </a:tc>
                <a:tc>
                  <a:txBody>
                    <a:bodyPr/>
                    <a:lstStyle/>
                    <a:p>
                      <a:r>
                        <a:rPr lang="fr-FR" sz="1000" b="0" noProof="0" dirty="0">
                          <a:solidFill>
                            <a:schemeClr val="bg1"/>
                          </a:solidFill>
                          <a:latin typeface="Barlow" panose="00000500000000000000" pitchFamily="2" charset="0"/>
                        </a:rPr>
                        <a:t>1.0.0.0</a:t>
                      </a:r>
                    </a:p>
                  </a:txBody>
                  <a:tcPr anchor="ctr">
                    <a:solidFill>
                      <a:schemeClr val="accent1"/>
                    </a:solidFill>
                  </a:tcPr>
                </a:tc>
                <a:tc>
                  <a:txBody>
                    <a:bodyPr/>
                    <a:lstStyle/>
                    <a:p>
                      <a:r>
                        <a:rPr lang="fr-FR" sz="1000" b="0" noProof="0" dirty="0">
                          <a:solidFill>
                            <a:schemeClr val="bg1"/>
                          </a:solidFill>
                          <a:latin typeface="Barlow" panose="00000500000000000000" pitchFamily="2" charset="0"/>
                        </a:rPr>
                        <a:t>1.1.0.0</a:t>
                      </a:r>
                    </a:p>
                  </a:txBody>
                  <a:tcPr anchor="ctr">
                    <a:solidFill>
                      <a:schemeClr val="accent1"/>
                    </a:solidFill>
                  </a:tcPr>
                </a:tc>
                <a:tc>
                  <a:txBody>
                    <a:bodyPr/>
                    <a:lstStyle/>
                    <a:p>
                      <a:r>
                        <a:rPr lang="fr-FR" sz="1000" b="0" noProof="0" dirty="0">
                          <a:solidFill>
                            <a:schemeClr val="bg1"/>
                          </a:solidFill>
                          <a:latin typeface="Barlow" panose="00000500000000000000" pitchFamily="2" charset="0"/>
                        </a:rPr>
                        <a:t>1.1.1.0</a:t>
                      </a:r>
                    </a:p>
                  </a:txBody>
                  <a:tcPr anchor="ctr">
                    <a:solidFill>
                      <a:schemeClr val="accent1"/>
                    </a:solidFill>
                  </a:tcPr>
                </a:tc>
                <a:tc>
                  <a:txBody>
                    <a:bodyPr/>
                    <a:lstStyle/>
                    <a:p>
                      <a:r>
                        <a:rPr lang="fr-FR" sz="1000" b="0" noProof="0" dirty="0">
                          <a:solidFill>
                            <a:schemeClr val="bg1"/>
                          </a:solidFill>
                          <a:latin typeface="Barlow" panose="00000500000000000000" pitchFamily="2" charset="0"/>
                        </a:rPr>
                        <a:t>1.1.1.1</a:t>
                      </a:r>
                    </a:p>
                  </a:txBody>
                  <a:tcPr anchor="ctr">
                    <a:solidFill>
                      <a:schemeClr val="accent1"/>
                    </a:solidFill>
                  </a:tcPr>
                </a:tc>
                <a:tc>
                  <a:txBody>
                    <a:bodyPr/>
                    <a:lstStyle/>
                    <a:p>
                      <a:r>
                        <a:rPr lang="fr-FR" sz="1000" b="0" noProof="0" dirty="0">
                          <a:solidFill>
                            <a:schemeClr val="bg1"/>
                          </a:solidFill>
                          <a:latin typeface="Barlow" panose="00000500000000000000" pitchFamily="2" charset="0"/>
                        </a:rPr>
                        <a:t>1.1.1.2</a:t>
                      </a:r>
                    </a:p>
                  </a:txBody>
                  <a:tcPr anchor="ctr">
                    <a:solidFill>
                      <a:schemeClr val="accent1"/>
                    </a:solidFill>
                  </a:tcPr>
                </a:tc>
                <a:tc>
                  <a:txBody>
                    <a:bodyPr/>
                    <a:lstStyle/>
                    <a:p>
                      <a:r>
                        <a:rPr lang="fr-FR" sz="1000" b="0" noProof="0" dirty="0">
                          <a:solidFill>
                            <a:schemeClr val="bg1"/>
                          </a:solidFill>
                          <a:latin typeface="Barlow" panose="00000500000000000000" pitchFamily="2" charset="0"/>
                        </a:rPr>
                        <a:t>1.1.1.3</a:t>
                      </a:r>
                    </a:p>
                  </a:txBody>
                  <a:tcPr anchor="ctr">
                    <a:solidFill>
                      <a:schemeClr val="accent1"/>
                    </a:solidFill>
                  </a:tcPr>
                </a:tc>
                <a:tc>
                  <a:txBody>
                    <a:bodyPr/>
                    <a:lstStyle/>
                    <a:p>
                      <a:r>
                        <a:rPr lang="fr-FR" sz="1000" b="0" noProof="0" dirty="0">
                          <a:solidFill>
                            <a:schemeClr val="bg1"/>
                          </a:solidFill>
                          <a:latin typeface="Barlow" panose="00000500000000000000" pitchFamily="2" charset="0"/>
                        </a:rPr>
                        <a:t>1.2.0.0</a:t>
                      </a:r>
                    </a:p>
                  </a:txBody>
                  <a:tcPr anchor="ctr">
                    <a:solidFill>
                      <a:schemeClr val="accent1"/>
                    </a:solidFill>
                  </a:tcPr>
                </a:tc>
                <a:tc>
                  <a:txBody>
                    <a:bodyPr/>
                    <a:lstStyle/>
                    <a:p>
                      <a:r>
                        <a:rPr lang="fr-FR" sz="1000" b="0" noProof="0" dirty="0">
                          <a:solidFill>
                            <a:schemeClr val="bg1"/>
                          </a:solidFill>
                          <a:latin typeface="Barlow" panose="00000500000000000000" pitchFamily="2" charset="0"/>
                        </a:rPr>
                        <a:t>1.2.1.0</a:t>
                      </a:r>
                    </a:p>
                  </a:txBody>
                  <a:tcPr anchor="ctr">
                    <a:solidFill>
                      <a:schemeClr val="accent1"/>
                    </a:solidFill>
                  </a:tcPr>
                </a:tc>
                <a:tc>
                  <a:txBody>
                    <a:bodyPr/>
                    <a:lstStyle/>
                    <a:p>
                      <a:r>
                        <a:rPr lang="fr-FR" sz="1000" b="0" noProof="0" dirty="0">
                          <a:solidFill>
                            <a:schemeClr val="bg1"/>
                          </a:solidFill>
                          <a:latin typeface="Barlow" panose="00000500000000000000" pitchFamily="2" charset="0"/>
                        </a:rPr>
                        <a:t>1.3.0.0</a:t>
                      </a:r>
                    </a:p>
                  </a:txBody>
                  <a:tcPr anchor="ctr">
                    <a:solidFill>
                      <a:schemeClr val="accent1"/>
                    </a:solidFill>
                  </a:tcPr>
                </a:tc>
                <a:tc>
                  <a:txBody>
                    <a:bodyPr/>
                    <a:lstStyle/>
                    <a:p>
                      <a:r>
                        <a:rPr lang="fr-FR" sz="1000" b="0" noProof="0" dirty="0">
                          <a:solidFill>
                            <a:schemeClr val="bg1"/>
                          </a:solidFill>
                          <a:latin typeface="Barlow" panose="00000500000000000000" pitchFamily="2" charset="0"/>
                        </a:rPr>
                        <a:t>1.3.0.1</a:t>
                      </a:r>
                    </a:p>
                  </a:txBody>
                  <a:tcPr anchor="c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0" noProof="0" dirty="0">
                          <a:solidFill>
                            <a:schemeClr val="bg1"/>
                          </a:solidFill>
                          <a:latin typeface="Barlow" panose="00000500000000000000" pitchFamily="2" charset="0"/>
                        </a:rPr>
                        <a:t>1.3.1.0</a:t>
                      </a:r>
                    </a:p>
                  </a:txBody>
                  <a:tcPr anchor="ctr">
                    <a:solidFill>
                      <a:schemeClr val="accent1"/>
                    </a:solidFill>
                  </a:tcPr>
                </a:tc>
                <a:tc>
                  <a:txBody>
                    <a:bodyPr/>
                    <a:lstStyle/>
                    <a:p>
                      <a:r>
                        <a:rPr lang="fr-FR" sz="1000" b="0" noProof="0" dirty="0">
                          <a:solidFill>
                            <a:schemeClr val="bg1"/>
                          </a:solidFill>
                          <a:latin typeface="Barlow" panose="00000500000000000000" pitchFamily="2" charset="0"/>
                        </a:rPr>
                        <a:t>1.4.0.0</a:t>
                      </a:r>
                    </a:p>
                  </a:txBody>
                  <a:tcPr anchor="c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0" noProof="0" dirty="0">
                          <a:solidFill>
                            <a:schemeClr val="bg1"/>
                          </a:solidFill>
                          <a:latin typeface="Barlow" panose="00000500000000000000" pitchFamily="2" charset="0"/>
                        </a:rPr>
                        <a:t>2.0.0.0</a:t>
                      </a:r>
                    </a:p>
                  </a:txBody>
                  <a:tcPr anchor="ctr">
                    <a:solidFill>
                      <a:schemeClr val="accent1"/>
                    </a:solidFill>
                  </a:tcPr>
                </a:tc>
                <a:tc>
                  <a:txBody>
                    <a:bodyPr/>
                    <a:lstStyle/>
                    <a:p>
                      <a:r>
                        <a:rPr lang="fr-FR" sz="1000" b="0" noProof="0" dirty="0">
                          <a:solidFill>
                            <a:schemeClr val="bg1"/>
                          </a:solidFill>
                          <a:latin typeface="Barlow" panose="00000500000000000000" pitchFamily="2" charset="0"/>
                        </a:rPr>
                        <a:t>2.1.0.0</a:t>
                      </a:r>
                    </a:p>
                  </a:txBody>
                  <a:tcPr anchor="ctr">
                    <a:solidFill>
                      <a:schemeClr val="accent1"/>
                    </a:solidFill>
                  </a:tcPr>
                </a:tc>
                <a:extLst>
                  <a:ext uri="{0D108BD9-81ED-4DB2-BD59-A6C34878D82A}">
                    <a16:rowId xmlns:a16="http://schemas.microsoft.com/office/drawing/2014/main" val="407517425"/>
                  </a:ext>
                </a:extLst>
              </a:tr>
              <a:tr h="324000">
                <a:tc rowSpan="10">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b="1" noProof="0" dirty="0">
                          <a:solidFill>
                            <a:schemeClr val="bg1"/>
                          </a:solidFill>
                          <a:latin typeface="Barlow" panose="00000500000000000000" pitchFamily="2" charset="0"/>
                        </a:rPr>
                        <a:t>Gestion de compétition 2.0</a:t>
                      </a:r>
                    </a:p>
                  </a:txBody>
                  <a:tcPr vert="vert270" anchor="ctr">
                    <a:solidFill>
                      <a:srgbClr val="090095"/>
                    </a:solidFill>
                  </a:tcPr>
                </a:tc>
                <a:tc>
                  <a:txBody>
                    <a:bodyPr/>
                    <a:lstStyle/>
                    <a:p>
                      <a:r>
                        <a:rPr lang="fr-FR" sz="1000" b="0" noProof="0" dirty="0">
                          <a:solidFill>
                            <a:schemeClr val="bg1"/>
                          </a:solidFill>
                          <a:latin typeface="Barlow" panose="00000500000000000000" pitchFamily="2" charset="0"/>
                        </a:rPr>
                        <a:t>1.2.5.1</a:t>
                      </a:r>
                    </a:p>
                  </a:txBody>
                  <a:tcPr anchor="ctr">
                    <a:solidFill>
                      <a:schemeClr val="accent1"/>
                    </a:solidFill>
                  </a:tcPr>
                </a:tc>
                <a:tc>
                  <a:txBody>
                    <a:bodyPr/>
                    <a:lstStyle/>
                    <a:p>
                      <a:endParaRPr lang="fr-FR" sz="1000" b="1" noProof="0" dirty="0">
                        <a:latin typeface="Barlow" panose="00000500000000000000" pitchFamily="2" charset="0"/>
                      </a:endParaRPr>
                    </a:p>
                  </a:txBody>
                  <a:tcPr anchor="ctr">
                    <a:solidFill>
                      <a:srgbClr val="358F6C"/>
                    </a:solidFill>
                  </a:tcPr>
                </a:tc>
                <a:tc>
                  <a:txBody>
                    <a:bodyPr/>
                    <a:lstStyle/>
                    <a:p>
                      <a:endParaRPr lang="fr-FR" sz="1000" b="1" noProof="0" dirty="0">
                        <a:latin typeface="Barlow" panose="00000500000000000000" pitchFamily="2" charset="0"/>
                      </a:endParaRPr>
                    </a:p>
                  </a:txBody>
                  <a:tcPr anchor="ctr">
                    <a:solidFill>
                      <a:srgbClr val="358F6C"/>
                    </a:solidFill>
                  </a:tcPr>
                </a:tc>
                <a:tc>
                  <a:txBody>
                    <a:bodyPr/>
                    <a:lstStyle/>
                    <a:p>
                      <a:endParaRPr lang="fr-FR" sz="1000" b="1" noProof="0" dirty="0">
                        <a:latin typeface="Barlow" panose="00000500000000000000" pitchFamily="2" charset="0"/>
                      </a:endParaRPr>
                    </a:p>
                  </a:txBody>
                  <a:tcPr anchor="ctr">
                    <a:solidFill>
                      <a:srgbClr val="358F6C"/>
                    </a:solidFill>
                  </a:tcPr>
                </a:tc>
                <a:tc>
                  <a:txBody>
                    <a:bodyPr/>
                    <a:lstStyle/>
                    <a:p>
                      <a:endParaRPr lang="fr-FR" sz="1000" b="1" noProof="0" dirty="0">
                        <a:latin typeface="Barlow" panose="00000500000000000000" pitchFamily="2" charset="0"/>
                      </a:endParaRPr>
                    </a:p>
                  </a:txBody>
                  <a:tcPr anchor="ctr">
                    <a:solidFill>
                      <a:srgbClr val="358F6C"/>
                    </a:solidFill>
                  </a:tcPr>
                </a:tc>
                <a:tc>
                  <a:txBody>
                    <a:bodyPr/>
                    <a:lstStyle/>
                    <a:p>
                      <a:endParaRPr lang="fr-FR" sz="1000" b="1" noProof="0" dirty="0">
                        <a:latin typeface="Barlow" panose="00000500000000000000" pitchFamily="2" charset="0"/>
                      </a:endParaRPr>
                    </a:p>
                  </a:txBody>
                  <a:tcPr anchor="ctr">
                    <a:solidFill>
                      <a:srgbClr val="358F6C"/>
                    </a:solidFill>
                  </a:tcPr>
                </a:tc>
                <a:tc>
                  <a:txBody>
                    <a:bodyPr/>
                    <a:lstStyle/>
                    <a:p>
                      <a:endParaRPr lang="fr-FR" sz="1000" b="1" noProof="0" dirty="0">
                        <a:latin typeface="Barlow" panose="00000500000000000000" pitchFamily="2" charset="0"/>
                      </a:endParaRPr>
                    </a:p>
                  </a:txBody>
                  <a:tcPr anchor="ctr">
                    <a:solidFill>
                      <a:srgbClr val="358F6C"/>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C79222"/>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C79222"/>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C79222"/>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C79222"/>
                    </a:solidFill>
                  </a:tcPr>
                </a:tc>
                <a:extLst>
                  <a:ext uri="{0D108BD9-81ED-4DB2-BD59-A6C34878D82A}">
                    <a16:rowId xmlns:a16="http://schemas.microsoft.com/office/drawing/2014/main" val="1939122409"/>
                  </a:ext>
                </a:extLst>
              </a:tr>
              <a:tr h="324000">
                <a:tc vMerge="1">
                  <a:txBody>
                    <a:bodyPr/>
                    <a:lstStyle/>
                    <a:p>
                      <a:endParaRPr lang="fr-FR" dirty="0"/>
                    </a:p>
                  </a:txBody>
                  <a:tcPr/>
                </a:tc>
                <a:tc>
                  <a:txBody>
                    <a:bodyPr/>
                    <a:lstStyle/>
                    <a:p>
                      <a:r>
                        <a:rPr lang="fr-FR" sz="1000" b="0" noProof="0" dirty="0">
                          <a:solidFill>
                            <a:schemeClr val="bg1"/>
                          </a:solidFill>
                          <a:latin typeface="Barlow" panose="00000500000000000000" pitchFamily="2" charset="0"/>
                        </a:rPr>
                        <a:t>1.2.6.0</a:t>
                      </a:r>
                    </a:p>
                  </a:txBody>
                  <a:tcPr anchor="ctr">
                    <a:solidFill>
                      <a:schemeClr val="accent1"/>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358F6C"/>
                    </a:solidFill>
                  </a:tcPr>
                </a:tc>
                <a:tc>
                  <a:txBody>
                    <a:bodyPr/>
                    <a:lstStyle/>
                    <a:p>
                      <a:endParaRPr lang="fr-FR" sz="1000" b="1" noProof="0" dirty="0">
                        <a:latin typeface="Barlow" panose="00000500000000000000" pitchFamily="2" charset="0"/>
                      </a:endParaRPr>
                    </a:p>
                  </a:txBody>
                  <a:tcPr anchor="ctr">
                    <a:solidFill>
                      <a:srgbClr val="358F6C"/>
                    </a:solidFill>
                  </a:tcPr>
                </a:tc>
                <a:tc>
                  <a:txBody>
                    <a:bodyPr/>
                    <a:lstStyle/>
                    <a:p>
                      <a:endParaRPr lang="fr-FR" sz="1000" b="1" noProof="0" dirty="0">
                        <a:latin typeface="Barlow" panose="00000500000000000000" pitchFamily="2" charset="0"/>
                      </a:endParaRPr>
                    </a:p>
                  </a:txBody>
                  <a:tcPr anchor="ctr">
                    <a:solidFill>
                      <a:srgbClr val="358F6C"/>
                    </a:solidFill>
                  </a:tcPr>
                </a:tc>
                <a:tc>
                  <a:txBody>
                    <a:bodyPr/>
                    <a:lstStyle/>
                    <a:p>
                      <a:endParaRPr lang="fr-FR" sz="1000" b="1" noProof="0" dirty="0">
                        <a:latin typeface="Barlow" panose="00000500000000000000" pitchFamily="2" charset="0"/>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extLst>
                  <a:ext uri="{0D108BD9-81ED-4DB2-BD59-A6C34878D82A}">
                    <a16:rowId xmlns:a16="http://schemas.microsoft.com/office/drawing/2014/main" val="3964935851"/>
                  </a:ext>
                </a:extLst>
              </a:tr>
              <a:tr h="324000">
                <a:tc vMerge="1">
                  <a:txBody>
                    <a:bodyPr/>
                    <a:lstStyle/>
                    <a:p>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0" noProof="0" dirty="0">
                          <a:solidFill>
                            <a:schemeClr val="bg1"/>
                          </a:solidFill>
                          <a:latin typeface="Barlow" panose="00000500000000000000" pitchFamily="2" charset="0"/>
                        </a:rPr>
                        <a:t>1.2.6.1</a:t>
                      </a:r>
                    </a:p>
                  </a:txBody>
                  <a:tcPr anchor="ctr">
                    <a:solidFill>
                      <a:schemeClr val="accent1"/>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358F6C"/>
                    </a:solidFill>
                  </a:tcPr>
                </a:tc>
                <a:tc>
                  <a:txBody>
                    <a:bodyPr/>
                    <a:lstStyle/>
                    <a:p>
                      <a:endParaRPr lang="fr-FR" sz="1000" b="1" noProof="0" dirty="0">
                        <a:latin typeface="Barlow" panose="00000500000000000000" pitchFamily="2" charset="0"/>
                      </a:endParaRPr>
                    </a:p>
                  </a:txBody>
                  <a:tcPr anchor="ctr">
                    <a:solidFill>
                      <a:srgbClr val="358F6C"/>
                    </a:solidFill>
                  </a:tcPr>
                </a:tc>
                <a:tc>
                  <a:txBody>
                    <a:bodyPr/>
                    <a:lstStyle/>
                    <a:p>
                      <a:endParaRPr lang="fr-FR" sz="1000" b="1" noProof="0" dirty="0">
                        <a:latin typeface="Barlow" panose="00000500000000000000" pitchFamily="2" charset="0"/>
                      </a:endParaRPr>
                    </a:p>
                  </a:txBody>
                  <a:tcPr anchor="ctr">
                    <a:solidFill>
                      <a:srgbClr val="358F6C"/>
                    </a:solidFill>
                  </a:tcPr>
                </a:tc>
                <a:tc>
                  <a:txBody>
                    <a:bodyPr/>
                    <a:lstStyle/>
                    <a:p>
                      <a:endParaRPr lang="fr-FR" sz="1000" b="1" noProof="0" dirty="0">
                        <a:latin typeface="Barlow" panose="00000500000000000000" pitchFamily="2" charset="0"/>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extLst>
                  <a:ext uri="{0D108BD9-81ED-4DB2-BD59-A6C34878D82A}">
                    <a16:rowId xmlns:a16="http://schemas.microsoft.com/office/drawing/2014/main" val="2246006590"/>
                  </a:ext>
                </a:extLst>
              </a:tr>
              <a:tr h="324000">
                <a:tc vMerge="1">
                  <a:txBody>
                    <a:bodyPr/>
                    <a:lstStyle/>
                    <a:p>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0" noProof="0" dirty="0">
                          <a:solidFill>
                            <a:schemeClr val="bg1"/>
                          </a:solidFill>
                          <a:latin typeface="Barlow" panose="00000500000000000000" pitchFamily="2" charset="0"/>
                        </a:rPr>
                        <a:t>1.2.6.3</a:t>
                      </a:r>
                    </a:p>
                  </a:txBody>
                  <a:tcPr anchor="ctr">
                    <a:solidFill>
                      <a:schemeClr val="accent1"/>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358F6C"/>
                    </a:solidFill>
                  </a:tcPr>
                </a:tc>
                <a:tc>
                  <a:txBody>
                    <a:bodyPr/>
                    <a:lstStyle/>
                    <a:p>
                      <a:endParaRPr lang="fr-FR" sz="1000" b="1" noProof="0" dirty="0">
                        <a:latin typeface="Barlow" panose="00000500000000000000" pitchFamily="2" charset="0"/>
                      </a:endParaRPr>
                    </a:p>
                  </a:txBody>
                  <a:tcPr anchor="ctr">
                    <a:solidFill>
                      <a:srgbClr val="358F6C"/>
                    </a:solidFill>
                  </a:tcPr>
                </a:tc>
                <a:tc>
                  <a:txBody>
                    <a:bodyPr/>
                    <a:lstStyle/>
                    <a:p>
                      <a:endParaRPr lang="fr-FR" sz="1000" b="1" noProof="0" dirty="0">
                        <a:latin typeface="Barlow" panose="00000500000000000000" pitchFamily="2" charset="0"/>
                      </a:endParaRPr>
                    </a:p>
                  </a:txBody>
                  <a:tcPr anchor="ctr">
                    <a:solidFill>
                      <a:srgbClr val="358F6C"/>
                    </a:solidFill>
                  </a:tcPr>
                </a:tc>
                <a:tc>
                  <a:txBody>
                    <a:bodyPr/>
                    <a:lstStyle/>
                    <a:p>
                      <a:endParaRPr lang="fr-FR" sz="1000" b="1" noProof="0" dirty="0">
                        <a:latin typeface="Barlow" panose="00000500000000000000" pitchFamily="2" charset="0"/>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extLst>
                  <a:ext uri="{0D108BD9-81ED-4DB2-BD59-A6C34878D82A}">
                    <a16:rowId xmlns:a16="http://schemas.microsoft.com/office/drawing/2014/main" val="836719246"/>
                  </a:ext>
                </a:extLst>
              </a:tr>
              <a:tr h="324000">
                <a:tc vMerge="1">
                  <a:txBody>
                    <a:bodyPr/>
                    <a:lstStyle/>
                    <a:p>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0" noProof="0" dirty="0">
                          <a:solidFill>
                            <a:schemeClr val="bg1"/>
                          </a:solidFill>
                          <a:latin typeface="Barlow" panose="00000500000000000000" pitchFamily="2" charset="0"/>
                        </a:rPr>
                        <a:t>1.2.6.5</a:t>
                      </a:r>
                    </a:p>
                  </a:txBody>
                  <a:tcPr anchor="ctr">
                    <a:solidFill>
                      <a:schemeClr val="accent1"/>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358F6C"/>
                    </a:solidFill>
                  </a:tcPr>
                </a:tc>
                <a:tc>
                  <a:txBody>
                    <a:bodyPr/>
                    <a:lstStyle/>
                    <a:p>
                      <a:endParaRPr lang="fr-FR" sz="1000" b="1" noProof="0" dirty="0">
                        <a:latin typeface="Barlow" panose="00000500000000000000" pitchFamily="2" charset="0"/>
                      </a:endParaRPr>
                    </a:p>
                  </a:txBody>
                  <a:tcPr anchor="ctr">
                    <a:solidFill>
                      <a:srgbClr val="358F6C"/>
                    </a:solidFill>
                  </a:tcPr>
                </a:tc>
                <a:tc>
                  <a:txBody>
                    <a:bodyPr/>
                    <a:lstStyle/>
                    <a:p>
                      <a:endParaRPr lang="fr-FR" sz="1000" b="1" noProof="0" dirty="0">
                        <a:latin typeface="Barlow" panose="00000500000000000000" pitchFamily="2" charset="0"/>
                      </a:endParaRPr>
                    </a:p>
                  </a:txBody>
                  <a:tcPr anchor="ctr">
                    <a:solidFill>
                      <a:srgbClr val="358F6C"/>
                    </a:solidFill>
                  </a:tcPr>
                </a:tc>
                <a:tc>
                  <a:txBody>
                    <a:bodyPr/>
                    <a:lstStyle/>
                    <a:p>
                      <a:endParaRPr lang="fr-FR" sz="1000" b="1" noProof="0" dirty="0">
                        <a:latin typeface="Barlow" panose="00000500000000000000" pitchFamily="2" charset="0"/>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extLst>
                  <a:ext uri="{0D108BD9-81ED-4DB2-BD59-A6C34878D82A}">
                    <a16:rowId xmlns:a16="http://schemas.microsoft.com/office/drawing/2014/main" val="1191909874"/>
                  </a:ext>
                </a:extLst>
              </a:tr>
              <a:tr h="32400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dirty="0">
                        <a:solidFill>
                          <a:schemeClr val="bg1"/>
                        </a:solidFill>
                      </a:endParaRPr>
                    </a:p>
                  </a:txBody>
                  <a:tcPr vert="vert270" anchor="c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0" noProof="0" dirty="0">
                          <a:solidFill>
                            <a:schemeClr val="bg1"/>
                          </a:solidFill>
                          <a:latin typeface="Barlow" panose="00000500000000000000" pitchFamily="2" charset="0"/>
                        </a:rPr>
                        <a:t>1.2.6.6</a:t>
                      </a:r>
                    </a:p>
                  </a:txBody>
                  <a:tcPr anchor="ctr">
                    <a:solidFill>
                      <a:schemeClr val="accent1"/>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358F6C"/>
                    </a:solidFill>
                  </a:tcPr>
                </a:tc>
                <a:tc>
                  <a:txBody>
                    <a:bodyPr/>
                    <a:lstStyle/>
                    <a:p>
                      <a:endParaRPr lang="fr-FR" sz="1000" b="1" noProof="0" dirty="0">
                        <a:latin typeface="Barlow" panose="00000500000000000000" pitchFamily="2" charset="0"/>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extLst>
                  <a:ext uri="{0D108BD9-81ED-4DB2-BD59-A6C34878D82A}">
                    <a16:rowId xmlns:a16="http://schemas.microsoft.com/office/drawing/2014/main" val="3979160886"/>
                  </a:ext>
                </a:extLst>
              </a:tr>
              <a:tr h="32400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dirty="0">
                        <a:solidFill>
                          <a:schemeClr val="bg1"/>
                        </a:solidFill>
                      </a:endParaRPr>
                    </a:p>
                  </a:txBody>
                  <a:tcPr vert="vert270" anchor="c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0" noProof="0" dirty="0">
                          <a:solidFill>
                            <a:schemeClr val="bg1"/>
                          </a:solidFill>
                          <a:latin typeface="Barlow" panose="00000500000000000000" pitchFamily="2" charset="0"/>
                        </a:rPr>
                        <a:t>1.2.7</a:t>
                      </a:r>
                    </a:p>
                  </a:txBody>
                  <a:tcPr anchor="ctr">
                    <a:solidFill>
                      <a:schemeClr val="accent1"/>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extLst>
                  <a:ext uri="{0D108BD9-81ED-4DB2-BD59-A6C34878D82A}">
                    <a16:rowId xmlns:a16="http://schemas.microsoft.com/office/drawing/2014/main" val="914924728"/>
                  </a:ext>
                </a:extLst>
              </a:tr>
              <a:tr h="32400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600" dirty="0">
                        <a:solidFill>
                          <a:schemeClr val="bg1"/>
                        </a:solidFill>
                      </a:endParaRPr>
                    </a:p>
                  </a:txBody>
                  <a:tcPr vert="vert270" anchor="c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0" noProof="0" dirty="0">
                          <a:solidFill>
                            <a:schemeClr val="bg1"/>
                          </a:solidFill>
                          <a:latin typeface="Barlow" panose="00000500000000000000" pitchFamily="2" charset="0"/>
                        </a:rPr>
                        <a:t>1.2.7.1</a:t>
                      </a:r>
                    </a:p>
                  </a:txBody>
                  <a:tcPr anchor="ctr">
                    <a:solidFill>
                      <a:schemeClr val="accent1"/>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extLst>
                  <a:ext uri="{0D108BD9-81ED-4DB2-BD59-A6C34878D82A}">
                    <a16:rowId xmlns:a16="http://schemas.microsoft.com/office/drawing/2014/main" val="1073795265"/>
                  </a:ext>
                </a:extLst>
              </a:tr>
              <a:tr h="32400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600" dirty="0">
                        <a:solidFill>
                          <a:schemeClr val="bg1"/>
                        </a:solidFill>
                      </a:endParaRPr>
                    </a:p>
                  </a:txBody>
                  <a:tcPr vert="vert270" anchor="c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0" noProof="0" dirty="0">
                          <a:solidFill>
                            <a:schemeClr val="bg1"/>
                          </a:solidFill>
                          <a:latin typeface="Barlow" panose="00000500000000000000" pitchFamily="2" charset="0"/>
                        </a:rPr>
                        <a:t>1.2.7.2</a:t>
                      </a:r>
                    </a:p>
                  </a:txBody>
                  <a:tcPr anchor="ctr">
                    <a:solidFill>
                      <a:schemeClr val="accent1"/>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extLst>
                  <a:ext uri="{0D108BD9-81ED-4DB2-BD59-A6C34878D82A}">
                    <a16:rowId xmlns:a16="http://schemas.microsoft.com/office/drawing/2014/main" val="3525567865"/>
                  </a:ext>
                </a:extLst>
              </a:tr>
              <a:tr h="32400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600" dirty="0">
                        <a:solidFill>
                          <a:schemeClr val="bg1"/>
                        </a:solidFill>
                      </a:endParaRPr>
                    </a:p>
                  </a:txBody>
                  <a:tcPr vert="vert270" anchor="c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0" noProof="0" dirty="0">
                          <a:solidFill>
                            <a:schemeClr val="bg1"/>
                          </a:solidFill>
                          <a:latin typeface="Barlow" panose="00000500000000000000" pitchFamily="2" charset="0"/>
                        </a:rPr>
                        <a:t>1.4.0.0</a:t>
                      </a:r>
                    </a:p>
                  </a:txBody>
                  <a:tcPr anchor="ctr">
                    <a:solidFill>
                      <a:schemeClr val="accent1"/>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endParaRPr lang="fr-FR" sz="1000" b="1" noProof="0" dirty="0">
                        <a:latin typeface="Barlow" panose="00000500000000000000" pitchFamily="2" charset="0"/>
                      </a:endParaRPr>
                    </a:p>
                  </a:txBody>
                  <a:tcPr anchor="ctr">
                    <a:solidFill>
                      <a:srgbClr val="C79222"/>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tc>
                  <a:txBody>
                    <a:bodyPr/>
                    <a:lstStyle/>
                    <a:p>
                      <a:pPr marL="0" algn="l" defTabSz="914400" rtl="0" eaLnBrk="1" latinLnBrk="0" hangingPunct="1"/>
                      <a:endParaRPr lang="fr-FR" sz="1000" b="1" kern="1200" noProof="0" dirty="0">
                        <a:solidFill>
                          <a:schemeClr val="dk1"/>
                        </a:solidFill>
                        <a:latin typeface="Barlow" panose="00000500000000000000" pitchFamily="2" charset="0"/>
                        <a:ea typeface="+mn-ea"/>
                        <a:cs typeface="+mn-cs"/>
                      </a:endParaRPr>
                    </a:p>
                  </a:txBody>
                  <a:tcPr anchor="ctr">
                    <a:solidFill>
                      <a:srgbClr val="358F6C"/>
                    </a:solidFill>
                  </a:tcPr>
                </a:tc>
                <a:extLst>
                  <a:ext uri="{0D108BD9-81ED-4DB2-BD59-A6C34878D82A}">
                    <a16:rowId xmlns:a16="http://schemas.microsoft.com/office/drawing/2014/main" val="299860152"/>
                  </a:ext>
                </a:extLst>
              </a:tr>
            </a:tbl>
          </a:graphicData>
        </a:graphic>
      </p:graphicFrame>
      <p:grpSp>
        <p:nvGrpSpPr>
          <p:cNvPr id="27" name="Groupe 26">
            <a:extLst>
              <a:ext uri="{FF2B5EF4-FFF2-40B4-BE49-F238E27FC236}">
                <a16:creationId xmlns:a16="http://schemas.microsoft.com/office/drawing/2014/main" id="{FE064BFA-E155-D28C-B741-935BE7880A10}"/>
              </a:ext>
            </a:extLst>
          </p:cNvPr>
          <p:cNvGrpSpPr/>
          <p:nvPr/>
        </p:nvGrpSpPr>
        <p:grpSpPr>
          <a:xfrm>
            <a:off x="1386151" y="5776092"/>
            <a:ext cx="9419697" cy="360000"/>
            <a:chOff x="749272" y="5925404"/>
            <a:chExt cx="9419697" cy="360000"/>
          </a:xfrm>
        </p:grpSpPr>
        <p:grpSp>
          <p:nvGrpSpPr>
            <p:cNvPr id="2" name="Groupe 1">
              <a:extLst>
                <a:ext uri="{FF2B5EF4-FFF2-40B4-BE49-F238E27FC236}">
                  <a16:creationId xmlns:a16="http://schemas.microsoft.com/office/drawing/2014/main" id="{5D026C13-4216-A9C1-B813-1D3E23243B07}"/>
                </a:ext>
              </a:extLst>
            </p:cNvPr>
            <p:cNvGrpSpPr/>
            <p:nvPr/>
          </p:nvGrpSpPr>
          <p:grpSpPr>
            <a:xfrm>
              <a:off x="749272" y="5925404"/>
              <a:ext cx="1626106" cy="360000"/>
              <a:chOff x="5346700" y="3934634"/>
              <a:chExt cx="1626106" cy="360000"/>
            </a:xfrm>
          </p:grpSpPr>
          <p:sp>
            <p:nvSpPr>
              <p:cNvPr id="3" name="Rectangle : coins arrondis 2">
                <a:extLst>
                  <a:ext uri="{FF2B5EF4-FFF2-40B4-BE49-F238E27FC236}">
                    <a16:creationId xmlns:a16="http://schemas.microsoft.com/office/drawing/2014/main" id="{C7BB7FA4-5D6A-2491-6E7F-75C5C717C55F}"/>
                  </a:ext>
                </a:extLst>
              </p:cNvPr>
              <p:cNvSpPr/>
              <p:nvPr/>
            </p:nvSpPr>
            <p:spPr>
              <a:xfrm>
                <a:off x="5346701" y="3934634"/>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0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4" name="Rectangle : coins arrondis 3">
                <a:extLst>
                  <a:ext uri="{FF2B5EF4-FFF2-40B4-BE49-F238E27FC236}">
                    <a16:creationId xmlns:a16="http://schemas.microsoft.com/office/drawing/2014/main" id="{A6053F4E-6827-7766-436B-17AB5C5937FD}"/>
                  </a:ext>
                </a:extLst>
              </p:cNvPr>
              <p:cNvSpPr/>
              <p:nvPr/>
            </p:nvSpPr>
            <p:spPr>
              <a:xfrm>
                <a:off x="5680076" y="3934634"/>
                <a:ext cx="1292730"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000" b="1" noProof="0" dirty="0">
                    <a:solidFill>
                      <a:schemeClr val="tx1">
                        <a:lumMod val="85000"/>
                        <a:lumOff val="15000"/>
                      </a:schemeClr>
                    </a:solidFill>
                    <a:latin typeface="Barlow" panose="00000500000000000000" pitchFamily="2" charset="0"/>
                    <a:cs typeface="Segoe UI" panose="020B0502040204020203" pitchFamily="34" charset="0"/>
                  </a:rPr>
                  <a:t>Compatible</a:t>
                </a:r>
                <a:endParaRPr lang="fr-FR" sz="10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6" name="Rectangle 5">
                <a:extLst>
                  <a:ext uri="{FF2B5EF4-FFF2-40B4-BE49-F238E27FC236}">
                    <a16:creationId xmlns:a16="http://schemas.microsoft.com/office/drawing/2014/main" id="{4016686A-E014-FA04-3CAA-D5068987587B}"/>
                  </a:ext>
                </a:extLst>
              </p:cNvPr>
              <p:cNvSpPr>
                <a:spLocks noChangeAspect="1"/>
              </p:cNvSpPr>
              <p:nvPr/>
            </p:nvSpPr>
            <p:spPr>
              <a:xfrm>
                <a:off x="5408816" y="4006634"/>
                <a:ext cx="216000" cy="216000"/>
              </a:xfrm>
              <a:prstGeom prst="rect">
                <a:avLst/>
              </a:prstGeom>
              <a:solidFill>
                <a:srgbClr val="358F6C"/>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000" b="1" noProof="0" dirty="0">
                  <a:latin typeface="Barlow" panose="00000500000000000000" pitchFamily="2" charset="0"/>
                  <a:cs typeface="Segoe UI" panose="020B0502040204020203" pitchFamily="34" charset="0"/>
                </a:endParaRPr>
              </a:p>
            </p:txBody>
          </p:sp>
          <p:cxnSp>
            <p:nvCxnSpPr>
              <p:cNvPr id="10" name="Connecteur droit 9">
                <a:extLst>
                  <a:ext uri="{FF2B5EF4-FFF2-40B4-BE49-F238E27FC236}">
                    <a16:creationId xmlns:a16="http://schemas.microsoft.com/office/drawing/2014/main" id="{7B2BB4C2-B62B-D66B-8F62-C2C83D7DC074}"/>
                  </a:ext>
                </a:extLst>
              </p:cNvPr>
              <p:cNvCxnSpPr>
                <a:cxnSpLocks/>
              </p:cNvCxnSpPr>
              <p:nvPr/>
            </p:nvCxnSpPr>
            <p:spPr>
              <a:xfrm>
                <a:off x="5346700" y="3934634"/>
                <a:ext cx="0" cy="360000"/>
              </a:xfrm>
              <a:prstGeom prst="line">
                <a:avLst/>
              </a:prstGeom>
              <a:ln w="38100">
                <a:solidFill>
                  <a:srgbClr val="358F6C"/>
                </a:solidFill>
              </a:ln>
            </p:spPr>
            <p:style>
              <a:lnRef idx="1">
                <a:schemeClr val="accent1"/>
              </a:lnRef>
              <a:fillRef idx="0">
                <a:schemeClr val="accent1"/>
              </a:fillRef>
              <a:effectRef idx="0">
                <a:schemeClr val="accent1"/>
              </a:effectRef>
              <a:fontRef idx="minor">
                <a:schemeClr val="tx1"/>
              </a:fontRef>
            </p:style>
          </p:cxnSp>
        </p:grpSp>
        <p:grpSp>
          <p:nvGrpSpPr>
            <p:cNvPr id="17" name="Groupe 16">
              <a:extLst>
                <a:ext uri="{FF2B5EF4-FFF2-40B4-BE49-F238E27FC236}">
                  <a16:creationId xmlns:a16="http://schemas.microsoft.com/office/drawing/2014/main" id="{1F66D5D0-6473-605D-C8DF-BBD49B4CE147}"/>
                </a:ext>
              </a:extLst>
            </p:cNvPr>
            <p:cNvGrpSpPr/>
            <p:nvPr/>
          </p:nvGrpSpPr>
          <p:grpSpPr>
            <a:xfrm>
              <a:off x="3332678" y="5925404"/>
              <a:ext cx="4252404" cy="360000"/>
              <a:chOff x="5346700" y="3934634"/>
              <a:chExt cx="4252404" cy="360000"/>
            </a:xfrm>
          </p:grpSpPr>
          <p:sp>
            <p:nvSpPr>
              <p:cNvPr id="18" name="Rectangle : coins arrondis 17">
                <a:extLst>
                  <a:ext uri="{FF2B5EF4-FFF2-40B4-BE49-F238E27FC236}">
                    <a16:creationId xmlns:a16="http://schemas.microsoft.com/office/drawing/2014/main" id="{20B8F6EA-8092-4E29-EB2B-2FB95D8B5A7E}"/>
                  </a:ext>
                </a:extLst>
              </p:cNvPr>
              <p:cNvSpPr/>
              <p:nvPr/>
            </p:nvSpPr>
            <p:spPr>
              <a:xfrm>
                <a:off x="5346701" y="3934634"/>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0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9" name="Rectangle : coins arrondis 18">
                <a:extLst>
                  <a:ext uri="{FF2B5EF4-FFF2-40B4-BE49-F238E27FC236}">
                    <a16:creationId xmlns:a16="http://schemas.microsoft.com/office/drawing/2014/main" id="{08C19BB7-E605-6DFE-CFAC-DC9ED665090F}"/>
                  </a:ext>
                </a:extLst>
              </p:cNvPr>
              <p:cNvSpPr/>
              <p:nvPr/>
            </p:nvSpPr>
            <p:spPr>
              <a:xfrm>
                <a:off x="5680076" y="3934634"/>
                <a:ext cx="3919028"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000" b="1" noProof="0" dirty="0">
                    <a:solidFill>
                      <a:schemeClr val="tx1">
                        <a:lumMod val="85000"/>
                        <a:lumOff val="15000"/>
                      </a:schemeClr>
                    </a:solidFill>
                    <a:latin typeface="Barlow" panose="00000500000000000000" pitchFamily="2" charset="0"/>
                    <a:cs typeface="Segoe UI" panose="020B0502040204020203" pitchFamily="34" charset="0"/>
                  </a:rPr>
                  <a:t>Utilisable </a:t>
                </a:r>
                <a:r>
                  <a:rPr lang="fr-FR" sz="1000" noProof="0" dirty="0">
                    <a:solidFill>
                      <a:schemeClr val="tx1">
                        <a:lumMod val="85000"/>
                        <a:lumOff val="15000"/>
                      </a:schemeClr>
                    </a:solidFill>
                    <a:latin typeface="Barlow" panose="00000500000000000000" pitchFamily="2" charset="0"/>
                    <a:cs typeface="Segoe UI" panose="020B0502040204020203" pitchFamily="34" charset="0"/>
                  </a:rPr>
                  <a:t>(certaines données peuvent ne pas s'afficher)</a:t>
                </a:r>
              </a:p>
            </p:txBody>
          </p:sp>
          <p:sp>
            <p:nvSpPr>
              <p:cNvPr id="20" name="Rectangle 19">
                <a:extLst>
                  <a:ext uri="{FF2B5EF4-FFF2-40B4-BE49-F238E27FC236}">
                    <a16:creationId xmlns:a16="http://schemas.microsoft.com/office/drawing/2014/main" id="{B210B3EE-6D72-D3F3-9124-F608478D486D}"/>
                  </a:ext>
                </a:extLst>
              </p:cNvPr>
              <p:cNvSpPr>
                <a:spLocks noChangeAspect="1"/>
              </p:cNvSpPr>
              <p:nvPr/>
            </p:nvSpPr>
            <p:spPr>
              <a:xfrm>
                <a:off x="5408816" y="4006634"/>
                <a:ext cx="216000" cy="216000"/>
              </a:xfrm>
              <a:prstGeom prst="rect">
                <a:avLst/>
              </a:prstGeom>
              <a:solidFill>
                <a:srgbClr val="C79222"/>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000" b="1" noProof="0" dirty="0">
                  <a:latin typeface="Barlow" panose="00000500000000000000" pitchFamily="2" charset="0"/>
                  <a:cs typeface="Segoe UI" panose="020B0502040204020203" pitchFamily="34" charset="0"/>
                </a:endParaRPr>
              </a:p>
            </p:txBody>
          </p:sp>
          <p:cxnSp>
            <p:nvCxnSpPr>
              <p:cNvPr id="21" name="Connecteur droit 20">
                <a:extLst>
                  <a:ext uri="{FF2B5EF4-FFF2-40B4-BE49-F238E27FC236}">
                    <a16:creationId xmlns:a16="http://schemas.microsoft.com/office/drawing/2014/main" id="{D3748975-CC91-6D17-6CFF-249497B9BB9B}"/>
                  </a:ext>
                </a:extLst>
              </p:cNvPr>
              <p:cNvCxnSpPr>
                <a:cxnSpLocks/>
              </p:cNvCxnSpPr>
              <p:nvPr/>
            </p:nvCxnSpPr>
            <p:spPr>
              <a:xfrm>
                <a:off x="5346700" y="3934634"/>
                <a:ext cx="0" cy="360000"/>
              </a:xfrm>
              <a:prstGeom prst="line">
                <a:avLst/>
              </a:prstGeom>
              <a:ln w="38100">
                <a:solidFill>
                  <a:srgbClr val="C79222"/>
                </a:solidFill>
              </a:ln>
            </p:spPr>
            <p:style>
              <a:lnRef idx="1">
                <a:schemeClr val="accent1"/>
              </a:lnRef>
              <a:fillRef idx="0">
                <a:schemeClr val="accent1"/>
              </a:fillRef>
              <a:effectRef idx="0">
                <a:schemeClr val="accent1"/>
              </a:effectRef>
              <a:fontRef idx="minor">
                <a:schemeClr val="tx1"/>
              </a:fontRef>
            </p:style>
          </p:cxnSp>
        </p:grpSp>
        <p:grpSp>
          <p:nvGrpSpPr>
            <p:cNvPr id="22" name="Groupe 21">
              <a:extLst>
                <a:ext uri="{FF2B5EF4-FFF2-40B4-BE49-F238E27FC236}">
                  <a16:creationId xmlns:a16="http://schemas.microsoft.com/office/drawing/2014/main" id="{83662F1A-B423-69E0-7037-774EECE69F6E}"/>
                </a:ext>
              </a:extLst>
            </p:cNvPr>
            <p:cNvGrpSpPr/>
            <p:nvPr/>
          </p:nvGrpSpPr>
          <p:grpSpPr>
            <a:xfrm>
              <a:off x="8542382" y="5925404"/>
              <a:ext cx="1626587" cy="360000"/>
              <a:chOff x="5346700" y="3934634"/>
              <a:chExt cx="1626587" cy="360000"/>
            </a:xfrm>
          </p:grpSpPr>
          <p:sp>
            <p:nvSpPr>
              <p:cNvPr id="23" name="Rectangle : coins arrondis 22">
                <a:extLst>
                  <a:ext uri="{FF2B5EF4-FFF2-40B4-BE49-F238E27FC236}">
                    <a16:creationId xmlns:a16="http://schemas.microsoft.com/office/drawing/2014/main" id="{ADA66CEA-00B4-8FE2-BF4D-E5258D93CB3D}"/>
                  </a:ext>
                </a:extLst>
              </p:cNvPr>
              <p:cNvSpPr/>
              <p:nvPr/>
            </p:nvSpPr>
            <p:spPr>
              <a:xfrm>
                <a:off x="5346701" y="3934634"/>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0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4" name="Rectangle : coins arrondis 23">
                <a:extLst>
                  <a:ext uri="{FF2B5EF4-FFF2-40B4-BE49-F238E27FC236}">
                    <a16:creationId xmlns:a16="http://schemas.microsoft.com/office/drawing/2014/main" id="{FAC3EBB3-243F-A09B-CEC2-8D47A28DB606}"/>
                  </a:ext>
                </a:extLst>
              </p:cNvPr>
              <p:cNvSpPr/>
              <p:nvPr/>
            </p:nvSpPr>
            <p:spPr>
              <a:xfrm>
                <a:off x="5680076" y="3934634"/>
                <a:ext cx="129321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000" b="1" noProof="0" dirty="0">
                    <a:solidFill>
                      <a:schemeClr val="tx1">
                        <a:lumMod val="85000"/>
                        <a:lumOff val="15000"/>
                      </a:schemeClr>
                    </a:solidFill>
                    <a:latin typeface="Barlow" panose="00000500000000000000" pitchFamily="2" charset="0"/>
                    <a:cs typeface="Segoe UI" panose="020B0502040204020203" pitchFamily="34" charset="0"/>
                  </a:rPr>
                  <a:t>Incompatible</a:t>
                </a:r>
                <a:endParaRPr lang="fr-FR" sz="10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5" name="Rectangle 24">
                <a:extLst>
                  <a:ext uri="{FF2B5EF4-FFF2-40B4-BE49-F238E27FC236}">
                    <a16:creationId xmlns:a16="http://schemas.microsoft.com/office/drawing/2014/main" id="{8C0AB6B8-F46C-38BB-C169-8A0B655742A5}"/>
                  </a:ext>
                </a:extLst>
              </p:cNvPr>
              <p:cNvSpPr>
                <a:spLocks noChangeAspect="1"/>
              </p:cNvSpPr>
              <p:nvPr/>
            </p:nvSpPr>
            <p:spPr>
              <a:xfrm>
                <a:off x="5408816" y="4006634"/>
                <a:ext cx="216000" cy="216000"/>
              </a:xfrm>
              <a:prstGeom prst="rect">
                <a:avLst/>
              </a:prstGeom>
              <a:solidFill>
                <a:srgbClr val="E6332A"/>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000" b="1" noProof="0" dirty="0">
                  <a:latin typeface="Barlow" panose="00000500000000000000" pitchFamily="2" charset="0"/>
                  <a:cs typeface="Segoe UI" panose="020B0502040204020203" pitchFamily="34" charset="0"/>
                </a:endParaRPr>
              </a:p>
            </p:txBody>
          </p:sp>
          <p:cxnSp>
            <p:nvCxnSpPr>
              <p:cNvPr id="26" name="Connecteur droit 25">
                <a:extLst>
                  <a:ext uri="{FF2B5EF4-FFF2-40B4-BE49-F238E27FC236}">
                    <a16:creationId xmlns:a16="http://schemas.microsoft.com/office/drawing/2014/main" id="{4CAB7268-87F7-400B-4660-DB4F9A4E3074}"/>
                  </a:ext>
                </a:extLst>
              </p:cNvPr>
              <p:cNvCxnSpPr>
                <a:cxnSpLocks/>
              </p:cNvCxnSpPr>
              <p:nvPr/>
            </p:nvCxnSpPr>
            <p:spPr>
              <a:xfrm>
                <a:off x="5346700" y="3934634"/>
                <a:ext cx="0" cy="360000"/>
              </a:xfrm>
              <a:prstGeom prst="line">
                <a:avLst/>
              </a:prstGeom>
              <a:solidFill>
                <a:srgbClr val="E6332A"/>
              </a:solidFill>
              <a:ln w="38100">
                <a:solidFill>
                  <a:srgbClr val="E6332A"/>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40796302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A87CE6F6-4320-4BF1-A136-A65C0670D3C6}"/>
              </a:ext>
            </a:extLst>
          </p:cNvPr>
          <p:cNvSpPr>
            <a:spLocks noGrp="1"/>
          </p:cNvSpPr>
          <p:nvPr>
            <p:ph type="title"/>
          </p:nvPr>
        </p:nvSpPr>
        <p:spPr/>
        <p:txBody>
          <a:bodyPr/>
          <a:lstStyle/>
          <a:p>
            <a:r>
              <a:rPr lang="fr-FR" noProof="0" dirty="0"/>
              <a:t>Historique des versions</a:t>
            </a:r>
          </a:p>
        </p:txBody>
      </p:sp>
      <p:sp>
        <p:nvSpPr>
          <p:cNvPr id="7" name="Espace réservé du texte 6">
            <a:extLst>
              <a:ext uri="{FF2B5EF4-FFF2-40B4-BE49-F238E27FC236}">
                <a16:creationId xmlns:a16="http://schemas.microsoft.com/office/drawing/2014/main" id="{FE148435-48CF-CFA1-7757-31EB5D299CBF}"/>
              </a:ext>
            </a:extLst>
          </p:cNvPr>
          <p:cNvSpPr>
            <a:spLocks noGrp="1"/>
          </p:cNvSpPr>
          <p:nvPr>
            <p:ph type="body" sz="quarter" idx="15"/>
          </p:nvPr>
        </p:nvSpPr>
        <p:spPr/>
        <p:txBody>
          <a:bodyPr/>
          <a:lstStyle/>
          <a:p>
            <a:r>
              <a:rPr lang="fr-FR" noProof="0" dirty="0"/>
              <a:t>Annexe</a:t>
            </a:r>
          </a:p>
        </p:txBody>
      </p:sp>
      <p:grpSp>
        <p:nvGrpSpPr>
          <p:cNvPr id="10" name="Groupe 9">
            <a:extLst>
              <a:ext uri="{FF2B5EF4-FFF2-40B4-BE49-F238E27FC236}">
                <a16:creationId xmlns:a16="http://schemas.microsoft.com/office/drawing/2014/main" id="{DCE9C68F-D26F-AF84-ABBE-98497ADBF8D4}"/>
              </a:ext>
            </a:extLst>
          </p:cNvPr>
          <p:cNvGrpSpPr/>
          <p:nvPr/>
        </p:nvGrpSpPr>
        <p:grpSpPr>
          <a:xfrm>
            <a:off x="463999" y="1344172"/>
            <a:ext cx="5400000" cy="1442160"/>
            <a:chOff x="5130203" y="401858"/>
            <a:chExt cx="918140" cy="568875"/>
          </a:xfrm>
        </p:grpSpPr>
        <p:sp>
          <p:nvSpPr>
            <p:cNvPr id="11" name="Rectangle : coins arrondis 10">
              <a:extLst>
                <a:ext uri="{FF2B5EF4-FFF2-40B4-BE49-F238E27FC236}">
                  <a16:creationId xmlns:a16="http://schemas.microsoft.com/office/drawing/2014/main" id="{6F3F18F8-C809-1C8A-E386-CF4C134CAEB6}"/>
                </a:ext>
              </a:extLst>
            </p:cNvPr>
            <p:cNvSpPr/>
            <p:nvPr/>
          </p:nvSpPr>
          <p:spPr>
            <a:xfrm>
              <a:off x="5130204" y="401858"/>
              <a:ext cx="918139" cy="568875"/>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v2.1.0.0 – 09/2026</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Intégration du module statistiques</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Migration technique Framework .NET</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Refonte et modernisation de l’interface du site Coachs &amp; Public</a:t>
              </a:r>
            </a:p>
            <a:p>
              <a:pPr marL="171450" indent="-171450">
                <a:buFont typeface="Wingdings" panose="05000000000000000000" pitchFamily="2" charset="2"/>
                <a:buChar char="§"/>
              </a:pPr>
              <a:r>
                <a:rPr lang="fr-FR" sz="1000" dirty="0">
                  <a:solidFill>
                    <a:schemeClr val="tx1">
                      <a:lumMod val="85000"/>
                      <a:lumOff val="15000"/>
                    </a:schemeClr>
                  </a:solidFill>
                  <a:latin typeface="Barlow" panose="00000500000000000000" pitchFamily="2" charset="0"/>
                  <a:cs typeface="Segoe UI" panose="020B0502040204020203" pitchFamily="34" charset="0"/>
                </a:rPr>
                <a:t>Intégration du mode sombre</a:t>
              </a:r>
              <a:endParaRPr lang="fr-FR" sz="1000" noProof="0" dirty="0">
                <a:solidFill>
                  <a:schemeClr val="tx1">
                    <a:lumMod val="85000"/>
                    <a:lumOff val="15000"/>
                  </a:schemeClr>
                </a:solidFill>
                <a:latin typeface="Barlow" panose="00000500000000000000" pitchFamily="2" charset="0"/>
                <a:cs typeface="Segoe UI" panose="020B0502040204020203" pitchFamily="34" charset="0"/>
              </a:endParaRP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Modification de l’affichage des judokas absents</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Prise en compte intitulé commun dans les écrans d’appel</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Correction d’anomalies</a:t>
              </a:r>
            </a:p>
          </p:txBody>
        </p:sp>
        <p:cxnSp>
          <p:nvCxnSpPr>
            <p:cNvPr id="12" name="Connecteur droit 11">
              <a:extLst>
                <a:ext uri="{FF2B5EF4-FFF2-40B4-BE49-F238E27FC236}">
                  <a16:creationId xmlns:a16="http://schemas.microsoft.com/office/drawing/2014/main" id="{C1A9B89B-5082-D0CA-B952-855223C48CDB}"/>
                </a:ext>
              </a:extLst>
            </p:cNvPr>
            <p:cNvCxnSpPr>
              <a:cxnSpLocks/>
            </p:cNvCxnSpPr>
            <p:nvPr/>
          </p:nvCxnSpPr>
          <p:spPr>
            <a:xfrm>
              <a:off x="5130203" y="401858"/>
              <a:ext cx="0" cy="568875"/>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3" name="Groupe 12">
            <a:extLst>
              <a:ext uri="{FF2B5EF4-FFF2-40B4-BE49-F238E27FC236}">
                <a16:creationId xmlns:a16="http://schemas.microsoft.com/office/drawing/2014/main" id="{FBA91D9D-EFD8-3720-BD6E-CE8C2914712D}"/>
              </a:ext>
            </a:extLst>
          </p:cNvPr>
          <p:cNvGrpSpPr/>
          <p:nvPr/>
        </p:nvGrpSpPr>
        <p:grpSpPr>
          <a:xfrm>
            <a:off x="6327998" y="1290172"/>
            <a:ext cx="5400003" cy="1496160"/>
            <a:chOff x="5130203" y="401858"/>
            <a:chExt cx="944874" cy="616281"/>
          </a:xfrm>
        </p:grpSpPr>
        <p:sp>
          <p:nvSpPr>
            <p:cNvPr id="14" name="Rectangle : coins arrondis 13">
              <a:extLst>
                <a:ext uri="{FF2B5EF4-FFF2-40B4-BE49-F238E27FC236}">
                  <a16:creationId xmlns:a16="http://schemas.microsoft.com/office/drawing/2014/main" id="{91C127FE-852F-DC5B-49C5-FFE707749CE9}"/>
                </a:ext>
              </a:extLst>
            </p:cNvPr>
            <p:cNvSpPr/>
            <p:nvPr/>
          </p:nvSpPr>
          <p:spPr>
            <a:xfrm>
              <a:off x="5130204" y="401858"/>
              <a:ext cx="944873" cy="616281"/>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v2.0.0.0 – 05/2026</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Refonte majeure du moteur interne de génération (stabilité, performance)</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Refonte de l’IHM</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Possibilité de tester la connexion FTP</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Gestion des écrans d’appel</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Support de la configuration pendant le fonctionnement de la génération et de la publication</a:t>
              </a:r>
            </a:p>
            <a:p>
              <a:pPr marL="171450" indent="-171450">
                <a:buFont typeface="Wingdings" panose="05000000000000000000" pitchFamily="2" charset="2"/>
                <a:buChar char="§"/>
              </a:pPr>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cxnSp>
          <p:nvCxnSpPr>
            <p:cNvPr id="15" name="Connecteur droit 14">
              <a:extLst>
                <a:ext uri="{FF2B5EF4-FFF2-40B4-BE49-F238E27FC236}">
                  <a16:creationId xmlns:a16="http://schemas.microsoft.com/office/drawing/2014/main" id="{8825B5A4-0BF3-96E5-8506-E6EBC0A1FC6C}"/>
                </a:ext>
              </a:extLst>
            </p:cNvPr>
            <p:cNvCxnSpPr>
              <a:cxnSpLocks/>
            </p:cNvCxnSpPr>
            <p:nvPr/>
          </p:nvCxnSpPr>
          <p:spPr>
            <a:xfrm>
              <a:off x="5130203" y="401858"/>
              <a:ext cx="0" cy="616281"/>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948921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A87CE6F6-4320-4BF1-A136-A65C0670D3C6}"/>
              </a:ext>
            </a:extLst>
          </p:cNvPr>
          <p:cNvSpPr>
            <a:spLocks noGrp="1"/>
          </p:cNvSpPr>
          <p:nvPr>
            <p:ph type="title"/>
          </p:nvPr>
        </p:nvSpPr>
        <p:spPr/>
        <p:txBody>
          <a:bodyPr/>
          <a:lstStyle/>
          <a:p>
            <a:r>
              <a:rPr lang="fr-FR" noProof="0" dirty="0"/>
              <a:t>Historique des versions (branche 1.x.x.x)</a:t>
            </a:r>
          </a:p>
        </p:txBody>
      </p:sp>
      <p:sp>
        <p:nvSpPr>
          <p:cNvPr id="7" name="Espace réservé du texte 6">
            <a:extLst>
              <a:ext uri="{FF2B5EF4-FFF2-40B4-BE49-F238E27FC236}">
                <a16:creationId xmlns:a16="http://schemas.microsoft.com/office/drawing/2014/main" id="{FE148435-48CF-CFA1-7757-31EB5D299CBF}"/>
              </a:ext>
            </a:extLst>
          </p:cNvPr>
          <p:cNvSpPr>
            <a:spLocks noGrp="1"/>
          </p:cNvSpPr>
          <p:nvPr>
            <p:ph type="body" sz="quarter" idx="15"/>
          </p:nvPr>
        </p:nvSpPr>
        <p:spPr/>
        <p:txBody>
          <a:bodyPr/>
          <a:lstStyle/>
          <a:p>
            <a:r>
              <a:rPr lang="fr-FR" noProof="0" dirty="0"/>
              <a:t>Annexe</a:t>
            </a:r>
          </a:p>
        </p:txBody>
      </p:sp>
      <p:grpSp>
        <p:nvGrpSpPr>
          <p:cNvPr id="48" name="Groupe 47">
            <a:extLst>
              <a:ext uri="{FF2B5EF4-FFF2-40B4-BE49-F238E27FC236}">
                <a16:creationId xmlns:a16="http://schemas.microsoft.com/office/drawing/2014/main" id="{D8AEA68B-4022-5907-4FFD-1FC50284E8C9}"/>
              </a:ext>
            </a:extLst>
          </p:cNvPr>
          <p:cNvGrpSpPr/>
          <p:nvPr/>
        </p:nvGrpSpPr>
        <p:grpSpPr>
          <a:xfrm>
            <a:off x="6328001" y="1186053"/>
            <a:ext cx="5400000" cy="5311558"/>
            <a:chOff x="6387669" y="1186053"/>
            <a:chExt cx="5400000" cy="5311558"/>
          </a:xfrm>
        </p:grpSpPr>
        <p:grpSp>
          <p:nvGrpSpPr>
            <p:cNvPr id="4" name="Groupe 3">
              <a:extLst>
                <a:ext uri="{FF2B5EF4-FFF2-40B4-BE49-F238E27FC236}">
                  <a16:creationId xmlns:a16="http://schemas.microsoft.com/office/drawing/2014/main" id="{12585CD6-3102-1702-E722-E0DC60DA1E99}"/>
                </a:ext>
              </a:extLst>
            </p:cNvPr>
            <p:cNvGrpSpPr/>
            <p:nvPr/>
          </p:nvGrpSpPr>
          <p:grpSpPr>
            <a:xfrm>
              <a:off x="6387669" y="5953003"/>
              <a:ext cx="5400000" cy="544608"/>
              <a:chOff x="5130203" y="401858"/>
              <a:chExt cx="918140" cy="568875"/>
            </a:xfrm>
          </p:grpSpPr>
          <p:sp>
            <p:nvSpPr>
              <p:cNvPr id="6" name="Rectangle : coins arrondis 5">
                <a:extLst>
                  <a:ext uri="{FF2B5EF4-FFF2-40B4-BE49-F238E27FC236}">
                    <a16:creationId xmlns:a16="http://schemas.microsoft.com/office/drawing/2014/main" id="{CB40E36D-9CE0-D565-3514-D96841A624DB}"/>
                  </a:ext>
                </a:extLst>
              </p:cNvPr>
              <p:cNvSpPr/>
              <p:nvPr/>
            </p:nvSpPr>
            <p:spPr>
              <a:xfrm>
                <a:off x="5130204" y="401858"/>
                <a:ext cx="918139" cy="568875"/>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v1.0.0.0 – 25/04/2023</a:t>
                </a:r>
              </a:p>
              <a:p>
                <a:pPr marL="171450" indent="-171450">
                  <a:buFont typeface="Wingdings" panose="05000000000000000000" pitchFamily="2" charset="2"/>
                  <a:buChar char="§"/>
                </a:pPr>
                <a:r>
                  <a:rPr lang="fr-FR" sz="1200" noProof="0" dirty="0">
                    <a:solidFill>
                      <a:schemeClr val="tx1">
                        <a:lumMod val="85000"/>
                        <a:lumOff val="15000"/>
                      </a:schemeClr>
                    </a:solidFill>
                    <a:latin typeface="Barlow" panose="00000500000000000000" pitchFamily="2" charset="0"/>
                    <a:cs typeface="Segoe UI" panose="020B0502040204020203" pitchFamily="34" charset="0"/>
                  </a:rPr>
                  <a:t>Version initiale</a:t>
                </a:r>
              </a:p>
            </p:txBody>
          </p:sp>
          <p:cxnSp>
            <p:nvCxnSpPr>
              <p:cNvPr id="8" name="Connecteur droit 7">
                <a:extLst>
                  <a:ext uri="{FF2B5EF4-FFF2-40B4-BE49-F238E27FC236}">
                    <a16:creationId xmlns:a16="http://schemas.microsoft.com/office/drawing/2014/main" id="{379DAF10-2123-A560-DB8A-36423E31D085}"/>
                  </a:ext>
                </a:extLst>
              </p:cNvPr>
              <p:cNvCxnSpPr>
                <a:cxnSpLocks/>
              </p:cNvCxnSpPr>
              <p:nvPr/>
            </p:nvCxnSpPr>
            <p:spPr>
              <a:xfrm>
                <a:off x="5130203" y="401858"/>
                <a:ext cx="0" cy="568875"/>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9" name="Groupe 8">
              <a:extLst>
                <a:ext uri="{FF2B5EF4-FFF2-40B4-BE49-F238E27FC236}">
                  <a16:creationId xmlns:a16="http://schemas.microsoft.com/office/drawing/2014/main" id="{19276F99-1C48-3B95-6348-93DA764A2BCF}"/>
                </a:ext>
              </a:extLst>
            </p:cNvPr>
            <p:cNvGrpSpPr/>
            <p:nvPr/>
          </p:nvGrpSpPr>
          <p:grpSpPr>
            <a:xfrm>
              <a:off x="6387669" y="5113513"/>
              <a:ext cx="5400000" cy="594000"/>
              <a:chOff x="5130203" y="401858"/>
              <a:chExt cx="918140" cy="568875"/>
            </a:xfrm>
          </p:grpSpPr>
          <p:sp>
            <p:nvSpPr>
              <p:cNvPr id="10" name="Rectangle : coins arrondis 9">
                <a:extLst>
                  <a:ext uri="{FF2B5EF4-FFF2-40B4-BE49-F238E27FC236}">
                    <a16:creationId xmlns:a16="http://schemas.microsoft.com/office/drawing/2014/main" id="{9F29D908-18D5-4150-C5AB-A25AF7C3A785}"/>
                  </a:ext>
                </a:extLst>
              </p:cNvPr>
              <p:cNvSpPr/>
              <p:nvPr/>
            </p:nvSpPr>
            <p:spPr>
              <a:xfrm>
                <a:off x="5130204" y="401858"/>
                <a:ext cx="918139" cy="568875"/>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v1.1.0.0 – 19/09/2023</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Modernisation du design du site web (changement de librairie vers W3.CSS).</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Amélioration de la gestion</a:t>
                </a:r>
              </a:p>
            </p:txBody>
          </p:sp>
          <p:cxnSp>
            <p:nvCxnSpPr>
              <p:cNvPr id="11" name="Connecteur droit 10">
                <a:extLst>
                  <a:ext uri="{FF2B5EF4-FFF2-40B4-BE49-F238E27FC236}">
                    <a16:creationId xmlns:a16="http://schemas.microsoft.com/office/drawing/2014/main" id="{95F2622A-DC54-D3E4-6579-BBB714B06A11}"/>
                  </a:ext>
                </a:extLst>
              </p:cNvPr>
              <p:cNvCxnSpPr>
                <a:cxnSpLocks/>
              </p:cNvCxnSpPr>
              <p:nvPr/>
            </p:nvCxnSpPr>
            <p:spPr>
              <a:xfrm>
                <a:off x="5130203" y="401858"/>
                <a:ext cx="0" cy="568875"/>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12" name="Groupe 11">
              <a:extLst>
                <a:ext uri="{FF2B5EF4-FFF2-40B4-BE49-F238E27FC236}">
                  <a16:creationId xmlns:a16="http://schemas.microsoft.com/office/drawing/2014/main" id="{78B62D17-7F91-FC4C-111D-F36DB90C249D}"/>
                </a:ext>
              </a:extLst>
            </p:cNvPr>
            <p:cNvGrpSpPr/>
            <p:nvPr/>
          </p:nvGrpSpPr>
          <p:grpSpPr>
            <a:xfrm>
              <a:off x="6387669" y="4418021"/>
              <a:ext cx="5400000" cy="450000"/>
              <a:chOff x="5130203" y="401858"/>
              <a:chExt cx="918140" cy="568875"/>
            </a:xfrm>
          </p:grpSpPr>
          <p:sp>
            <p:nvSpPr>
              <p:cNvPr id="13" name="Rectangle : coins arrondis 12">
                <a:extLst>
                  <a:ext uri="{FF2B5EF4-FFF2-40B4-BE49-F238E27FC236}">
                    <a16:creationId xmlns:a16="http://schemas.microsoft.com/office/drawing/2014/main" id="{2D424E39-8382-9DF1-6552-75D9C4CD4390}"/>
                  </a:ext>
                </a:extLst>
              </p:cNvPr>
              <p:cNvSpPr/>
              <p:nvPr/>
            </p:nvSpPr>
            <p:spPr>
              <a:xfrm>
                <a:off x="5130204" y="401858"/>
                <a:ext cx="918139" cy="568875"/>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v1.1.1.0 – 22/10/2023</a:t>
                </a:r>
              </a:p>
              <a:p>
                <a:pPr marL="171450" indent="-171450">
                  <a:buFont typeface="Arial" panose="020B0604020202020204" pitchFamily="34" charset="0"/>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Migration vers Installeur </a:t>
                </a:r>
                <a:r>
                  <a:rPr lang="fr-FR" sz="1000" noProof="0" dirty="0" err="1">
                    <a:solidFill>
                      <a:schemeClr val="tx1">
                        <a:lumMod val="85000"/>
                        <a:lumOff val="15000"/>
                      </a:schemeClr>
                    </a:solidFill>
                    <a:latin typeface="Barlow" panose="00000500000000000000" pitchFamily="2" charset="0"/>
                    <a:cs typeface="Segoe UI" panose="020B0502040204020203" pitchFamily="34" charset="0"/>
                  </a:rPr>
                  <a:t>innoSetup</a:t>
                </a:r>
                <a:endParaRPr lang="fr-FR" sz="1000" noProof="0" dirty="0">
                  <a:solidFill>
                    <a:schemeClr val="tx1">
                      <a:lumMod val="85000"/>
                      <a:lumOff val="15000"/>
                    </a:schemeClr>
                  </a:solidFill>
                  <a:latin typeface="Barlow" panose="00000500000000000000" pitchFamily="2" charset="0"/>
                  <a:cs typeface="Segoe UI" panose="020B0502040204020203" pitchFamily="34" charset="0"/>
                </a:endParaRPr>
              </a:p>
            </p:txBody>
          </p:sp>
          <p:cxnSp>
            <p:nvCxnSpPr>
              <p:cNvPr id="14" name="Connecteur droit 13">
                <a:extLst>
                  <a:ext uri="{FF2B5EF4-FFF2-40B4-BE49-F238E27FC236}">
                    <a16:creationId xmlns:a16="http://schemas.microsoft.com/office/drawing/2014/main" id="{8139581D-86E5-A6C3-3AE0-638E29C1D7C7}"/>
                  </a:ext>
                </a:extLst>
              </p:cNvPr>
              <p:cNvCxnSpPr>
                <a:cxnSpLocks/>
              </p:cNvCxnSpPr>
              <p:nvPr/>
            </p:nvCxnSpPr>
            <p:spPr>
              <a:xfrm>
                <a:off x="5130203" y="401858"/>
                <a:ext cx="0" cy="568875"/>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15" name="Groupe 14">
              <a:extLst>
                <a:ext uri="{FF2B5EF4-FFF2-40B4-BE49-F238E27FC236}">
                  <a16:creationId xmlns:a16="http://schemas.microsoft.com/office/drawing/2014/main" id="{30894CE2-5B40-22B0-81D3-A627356E6DD6}"/>
                </a:ext>
              </a:extLst>
            </p:cNvPr>
            <p:cNvGrpSpPr/>
            <p:nvPr/>
          </p:nvGrpSpPr>
          <p:grpSpPr>
            <a:xfrm>
              <a:off x="6387669" y="3722529"/>
              <a:ext cx="5400000" cy="450000"/>
              <a:chOff x="5130203" y="401858"/>
              <a:chExt cx="918140" cy="568875"/>
            </a:xfrm>
          </p:grpSpPr>
          <p:sp>
            <p:nvSpPr>
              <p:cNvPr id="16" name="Rectangle : coins arrondis 15">
                <a:extLst>
                  <a:ext uri="{FF2B5EF4-FFF2-40B4-BE49-F238E27FC236}">
                    <a16:creationId xmlns:a16="http://schemas.microsoft.com/office/drawing/2014/main" id="{2846D7F0-4C61-3580-4CA5-66DF7176F37F}"/>
                  </a:ext>
                </a:extLst>
              </p:cNvPr>
              <p:cNvSpPr/>
              <p:nvPr/>
            </p:nvSpPr>
            <p:spPr>
              <a:xfrm>
                <a:off x="5130204" y="401858"/>
                <a:ext cx="918139" cy="568875"/>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v1.1.1.1 – 23/11/2023</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Prise en compte des certificats serveurs auto approuvés</a:t>
                </a:r>
              </a:p>
            </p:txBody>
          </p:sp>
          <p:cxnSp>
            <p:nvCxnSpPr>
              <p:cNvPr id="17" name="Connecteur droit 16">
                <a:extLst>
                  <a:ext uri="{FF2B5EF4-FFF2-40B4-BE49-F238E27FC236}">
                    <a16:creationId xmlns:a16="http://schemas.microsoft.com/office/drawing/2014/main" id="{8491DFE7-7979-0D32-E6B0-969F9C6EA279}"/>
                  </a:ext>
                </a:extLst>
              </p:cNvPr>
              <p:cNvCxnSpPr>
                <a:cxnSpLocks/>
              </p:cNvCxnSpPr>
              <p:nvPr/>
            </p:nvCxnSpPr>
            <p:spPr>
              <a:xfrm>
                <a:off x="5130203" y="401858"/>
                <a:ext cx="0" cy="568875"/>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18" name="Groupe 17">
              <a:extLst>
                <a:ext uri="{FF2B5EF4-FFF2-40B4-BE49-F238E27FC236}">
                  <a16:creationId xmlns:a16="http://schemas.microsoft.com/office/drawing/2014/main" id="{DBC0EA4D-EA31-5510-9191-3BFDA6C4BC94}"/>
                </a:ext>
              </a:extLst>
            </p:cNvPr>
            <p:cNvGrpSpPr/>
            <p:nvPr/>
          </p:nvGrpSpPr>
          <p:grpSpPr>
            <a:xfrm>
              <a:off x="6387669" y="3027037"/>
              <a:ext cx="5400000" cy="450000"/>
              <a:chOff x="5130203" y="401858"/>
              <a:chExt cx="918140" cy="568875"/>
            </a:xfrm>
          </p:grpSpPr>
          <p:sp>
            <p:nvSpPr>
              <p:cNvPr id="19" name="Rectangle : coins arrondis 18">
                <a:extLst>
                  <a:ext uri="{FF2B5EF4-FFF2-40B4-BE49-F238E27FC236}">
                    <a16:creationId xmlns:a16="http://schemas.microsoft.com/office/drawing/2014/main" id="{F4DB827F-04ED-2183-1874-BD19E456C128}"/>
                  </a:ext>
                </a:extLst>
              </p:cNvPr>
              <p:cNvSpPr/>
              <p:nvPr/>
            </p:nvSpPr>
            <p:spPr>
              <a:xfrm>
                <a:off x="5130204" y="401858"/>
                <a:ext cx="918139" cy="568875"/>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v1.1.1.2 – 25/11/2023</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Correction anomalie en cas d'écartement</a:t>
                </a:r>
              </a:p>
            </p:txBody>
          </p:sp>
          <p:cxnSp>
            <p:nvCxnSpPr>
              <p:cNvPr id="20" name="Connecteur droit 19">
                <a:extLst>
                  <a:ext uri="{FF2B5EF4-FFF2-40B4-BE49-F238E27FC236}">
                    <a16:creationId xmlns:a16="http://schemas.microsoft.com/office/drawing/2014/main" id="{8B818F5E-8D80-11CB-28E5-4741AC77925E}"/>
                  </a:ext>
                </a:extLst>
              </p:cNvPr>
              <p:cNvCxnSpPr>
                <a:cxnSpLocks/>
              </p:cNvCxnSpPr>
              <p:nvPr/>
            </p:nvCxnSpPr>
            <p:spPr>
              <a:xfrm>
                <a:off x="5130203" y="401858"/>
                <a:ext cx="0" cy="568875"/>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21" name="Groupe 20">
              <a:extLst>
                <a:ext uri="{FF2B5EF4-FFF2-40B4-BE49-F238E27FC236}">
                  <a16:creationId xmlns:a16="http://schemas.microsoft.com/office/drawing/2014/main" id="{5FB5A2F0-8F43-0533-E19B-DEB1A4463E45}"/>
                </a:ext>
              </a:extLst>
            </p:cNvPr>
            <p:cNvGrpSpPr/>
            <p:nvPr/>
          </p:nvGrpSpPr>
          <p:grpSpPr>
            <a:xfrm>
              <a:off x="6387669" y="2187545"/>
              <a:ext cx="5400000" cy="594000"/>
              <a:chOff x="5130203" y="401858"/>
              <a:chExt cx="918140" cy="568875"/>
            </a:xfrm>
          </p:grpSpPr>
          <p:sp>
            <p:nvSpPr>
              <p:cNvPr id="22" name="Rectangle : coins arrondis 21">
                <a:extLst>
                  <a:ext uri="{FF2B5EF4-FFF2-40B4-BE49-F238E27FC236}">
                    <a16:creationId xmlns:a16="http://schemas.microsoft.com/office/drawing/2014/main" id="{E2D4C17F-7D20-E5AE-BFF2-FBD3AA361A41}"/>
                  </a:ext>
                </a:extLst>
              </p:cNvPr>
              <p:cNvSpPr/>
              <p:nvPr/>
            </p:nvSpPr>
            <p:spPr>
              <a:xfrm>
                <a:off x="5130204" y="401858"/>
                <a:ext cx="918139" cy="568875"/>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v1.1.1.3 – 06/12/2023</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Correction du non affichage du </a:t>
                </a:r>
                <a:r>
                  <a:rPr lang="fr-FR" sz="1000" noProof="0" dirty="0" err="1">
                    <a:solidFill>
                      <a:schemeClr val="tx1">
                        <a:lumMod val="85000"/>
                        <a:lumOff val="15000"/>
                      </a:schemeClr>
                    </a:solidFill>
                    <a:latin typeface="Barlow" panose="00000500000000000000" pitchFamily="2" charset="0"/>
                    <a:cs typeface="Segoe UI" panose="020B0502040204020203" pitchFamily="34" charset="0"/>
                  </a:rPr>
                  <a:t>status</a:t>
                </a:r>
                <a:r>
                  <a:rPr lang="fr-FR" sz="1000" noProof="0" dirty="0">
                    <a:solidFill>
                      <a:schemeClr val="tx1">
                        <a:lumMod val="85000"/>
                        <a:lumOff val="15000"/>
                      </a:schemeClr>
                    </a:solidFill>
                    <a:latin typeface="Barlow" panose="00000500000000000000" pitchFamily="2" charset="0"/>
                    <a:cs typeface="Segoe UI" panose="020B0502040204020203" pitchFamily="34" charset="0"/>
                  </a:rPr>
                  <a:t> FTP en cas de nettoyage</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Correction d'un bug FTP Not a Regular File en début de compétition</a:t>
                </a:r>
              </a:p>
            </p:txBody>
          </p:sp>
          <p:cxnSp>
            <p:nvCxnSpPr>
              <p:cNvPr id="23" name="Connecteur droit 22">
                <a:extLst>
                  <a:ext uri="{FF2B5EF4-FFF2-40B4-BE49-F238E27FC236}">
                    <a16:creationId xmlns:a16="http://schemas.microsoft.com/office/drawing/2014/main" id="{5ADA12D1-5ED8-4410-470F-B79C4655ADE5}"/>
                  </a:ext>
                </a:extLst>
              </p:cNvPr>
              <p:cNvCxnSpPr>
                <a:cxnSpLocks/>
              </p:cNvCxnSpPr>
              <p:nvPr/>
            </p:nvCxnSpPr>
            <p:spPr>
              <a:xfrm>
                <a:off x="5130203" y="401858"/>
                <a:ext cx="0" cy="568875"/>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24" name="Groupe 23">
              <a:extLst>
                <a:ext uri="{FF2B5EF4-FFF2-40B4-BE49-F238E27FC236}">
                  <a16:creationId xmlns:a16="http://schemas.microsoft.com/office/drawing/2014/main" id="{8E040A7F-26B8-C68D-1F4C-EC214F88C56D}"/>
                </a:ext>
              </a:extLst>
            </p:cNvPr>
            <p:cNvGrpSpPr/>
            <p:nvPr/>
          </p:nvGrpSpPr>
          <p:grpSpPr>
            <a:xfrm>
              <a:off x="6387669" y="1186053"/>
              <a:ext cx="5400000" cy="756000"/>
              <a:chOff x="5130203" y="401858"/>
              <a:chExt cx="918140" cy="568875"/>
            </a:xfrm>
          </p:grpSpPr>
          <p:sp>
            <p:nvSpPr>
              <p:cNvPr id="25" name="Rectangle : coins arrondis 24">
                <a:extLst>
                  <a:ext uri="{FF2B5EF4-FFF2-40B4-BE49-F238E27FC236}">
                    <a16:creationId xmlns:a16="http://schemas.microsoft.com/office/drawing/2014/main" id="{2F10F5B3-50D3-554E-E5C6-02FA470ABF79}"/>
                  </a:ext>
                </a:extLst>
              </p:cNvPr>
              <p:cNvSpPr/>
              <p:nvPr/>
            </p:nvSpPr>
            <p:spPr>
              <a:xfrm>
                <a:off x="5130204" y="401858"/>
                <a:ext cx="918139" cy="568875"/>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v1.2.0.0 – 06/02/2024</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Ajout de la gestion de la chambre d'appel</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Correction graphique</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Amélioration de l'affichage des pages</a:t>
                </a:r>
              </a:p>
            </p:txBody>
          </p:sp>
          <p:cxnSp>
            <p:nvCxnSpPr>
              <p:cNvPr id="26" name="Connecteur droit 25">
                <a:extLst>
                  <a:ext uri="{FF2B5EF4-FFF2-40B4-BE49-F238E27FC236}">
                    <a16:creationId xmlns:a16="http://schemas.microsoft.com/office/drawing/2014/main" id="{509E46F8-CA94-481B-E051-BEFB82F989E0}"/>
                  </a:ext>
                </a:extLst>
              </p:cNvPr>
              <p:cNvCxnSpPr>
                <a:cxnSpLocks/>
              </p:cNvCxnSpPr>
              <p:nvPr/>
            </p:nvCxnSpPr>
            <p:spPr>
              <a:xfrm>
                <a:off x="5130203" y="401858"/>
                <a:ext cx="0" cy="568875"/>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grpSp>
        <p:nvGrpSpPr>
          <p:cNvPr id="49" name="Groupe 48">
            <a:extLst>
              <a:ext uri="{FF2B5EF4-FFF2-40B4-BE49-F238E27FC236}">
                <a16:creationId xmlns:a16="http://schemas.microsoft.com/office/drawing/2014/main" id="{BE374851-2F4B-A42C-7BA6-3D755BBE4360}"/>
              </a:ext>
            </a:extLst>
          </p:cNvPr>
          <p:cNvGrpSpPr/>
          <p:nvPr/>
        </p:nvGrpSpPr>
        <p:grpSpPr>
          <a:xfrm>
            <a:off x="463999" y="1188365"/>
            <a:ext cx="5400003" cy="5309246"/>
            <a:chOff x="317678" y="1188365"/>
            <a:chExt cx="5400003" cy="5309246"/>
          </a:xfrm>
        </p:grpSpPr>
        <p:grpSp>
          <p:nvGrpSpPr>
            <p:cNvPr id="27" name="Groupe 26">
              <a:extLst>
                <a:ext uri="{FF2B5EF4-FFF2-40B4-BE49-F238E27FC236}">
                  <a16:creationId xmlns:a16="http://schemas.microsoft.com/office/drawing/2014/main" id="{029A7057-CC6A-A9D7-F04C-C69CBAD452E3}"/>
                </a:ext>
              </a:extLst>
            </p:cNvPr>
            <p:cNvGrpSpPr/>
            <p:nvPr/>
          </p:nvGrpSpPr>
          <p:grpSpPr>
            <a:xfrm>
              <a:off x="317681" y="5741611"/>
              <a:ext cx="5400000" cy="756000"/>
              <a:chOff x="5130203" y="401858"/>
              <a:chExt cx="918140" cy="568875"/>
            </a:xfrm>
          </p:grpSpPr>
          <p:sp>
            <p:nvSpPr>
              <p:cNvPr id="28" name="Rectangle : coins arrondis 27">
                <a:extLst>
                  <a:ext uri="{FF2B5EF4-FFF2-40B4-BE49-F238E27FC236}">
                    <a16:creationId xmlns:a16="http://schemas.microsoft.com/office/drawing/2014/main" id="{A8E07EB1-EC72-8379-7AE3-6AA199AEFF5C}"/>
                  </a:ext>
                </a:extLst>
              </p:cNvPr>
              <p:cNvSpPr/>
              <p:nvPr/>
            </p:nvSpPr>
            <p:spPr>
              <a:xfrm>
                <a:off x="5130204" y="401858"/>
                <a:ext cx="918139" cy="568875"/>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v1.2.1.0 – 20/04/2024</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Ajout de la gestion de la chambre d'appel</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Correction graphique</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Amélioration de l'affichage des pages</a:t>
                </a:r>
              </a:p>
            </p:txBody>
          </p:sp>
          <p:cxnSp>
            <p:nvCxnSpPr>
              <p:cNvPr id="29" name="Connecteur droit 28">
                <a:extLst>
                  <a:ext uri="{FF2B5EF4-FFF2-40B4-BE49-F238E27FC236}">
                    <a16:creationId xmlns:a16="http://schemas.microsoft.com/office/drawing/2014/main" id="{4F729329-83A8-B00F-D212-204EEDA8DCCA}"/>
                  </a:ext>
                </a:extLst>
              </p:cNvPr>
              <p:cNvCxnSpPr>
                <a:cxnSpLocks/>
              </p:cNvCxnSpPr>
              <p:nvPr/>
            </p:nvCxnSpPr>
            <p:spPr>
              <a:xfrm>
                <a:off x="5130203" y="401858"/>
                <a:ext cx="0" cy="568875"/>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30" name="Groupe 29">
              <a:extLst>
                <a:ext uri="{FF2B5EF4-FFF2-40B4-BE49-F238E27FC236}">
                  <a16:creationId xmlns:a16="http://schemas.microsoft.com/office/drawing/2014/main" id="{B5DE9105-4C12-A875-6553-720904EBA36B}"/>
                </a:ext>
              </a:extLst>
            </p:cNvPr>
            <p:cNvGrpSpPr/>
            <p:nvPr/>
          </p:nvGrpSpPr>
          <p:grpSpPr>
            <a:xfrm>
              <a:off x="317678" y="1188365"/>
              <a:ext cx="5400000" cy="756000"/>
              <a:chOff x="5130203" y="401858"/>
              <a:chExt cx="918140" cy="568875"/>
            </a:xfrm>
          </p:grpSpPr>
          <p:sp>
            <p:nvSpPr>
              <p:cNvPr id="31" name="Rectangle : coins arrondis 30">
                <a:extLst>
                  <a:ext uri="{FF2B5EF4-FFF2-40B4-BE49-F238E27FC236}">
                    <a16:creationId xmlns:a16="http://schemas.microsoft.com/office/drawing/2014/main" id="{BC06CC2F-9BDC-7D0B-AC2F-6C7ACF7BB511}"/>
                  </a:ext>
                </a:extLst>
              </p:cNvPr>
              <p:cNvSpPr/>
              <p:nvPr/>
            </p:nvSpPr>
            <p:spPr>
              <a:xfrm>
                <a:off x="5130204" y="401858"/>
                <a:ext cx="918139" cy="568875"/>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v1.4.1.0 – 09/2025</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Amélioration des performances de réception des données.</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Correction d’anomalies</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Statistiques de réception des données</a:t>
                </a:r>
              </a:p>
            </p:txBody>
          </p:sp>
          <p:cxnSp>
            <p:nvCxnSpPr>
              <p:cNvPr id="32" name="Connecteur droit 31">
                <a:extLst>
                  <a:ext uri="{FF2B5EF4-FFF2-40B4-BE49-F238E27FC236}">
                    <a16:creationId xmlns:a16="http://schemas.microsoft.com/office/drawing/2014/main" id="{FC02DF4D-19A8-2A44-4FDB-87507C4C64D5}"/>
                  </a:ext>
                </a:extLst>
              </p:cNvPr>
              <p:cNvCxnSpPr>
                <a:cxnSpLocks/>
              </p:cNvCxnSpPr>
              <p:nvPr/>
            </p:nvCxnSpPr>
            <p:spPr>
              <a:xfrm>
                <a:off x="5130203" y="401858"/>
                <a:ext cx="0" cy="568875"/>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33" name="Groupe 32">
              <a:extLst>
                <a:ext uri="{FF2B5EF4-FFF2-40B4-BE49-F238E27FC236}">
                  <a16:creationId xmlns:a16="http://schemas.microsoft.com/office/drawing/2014/main" id="{168E73C8-5C0A-09EB-C498-FD53F0287DED}"/>
                </a:ext>
              </a:extLst>
            </p:cNvPr>
            <p:cNvGrpSpPr/>
            <p:nvPr/>
          </p:nvGrpSpPr>
          <p:grpSpPr>
            <a:xfrm>
              <a:off x="317678" y="2006031"/>
              <a:ext cx="5400000" cy="756000"/>
              <a:chOff x="5130203" y="401858"/>
              <a:chExt cx="918140" cy="568875"/>
            </a:xfrm>
          </p:grpSpPr>
          <p:sp>
            <p:nvSpPr>
              <p:cNvPr id="34" name="Rectangle : coins arrondis 33">
                <a:extLst>
                  <a:ext uri="{FF2B5EF4-FFF2-40B4-BE49-F238E27FC236}">
                    <a16:creationId xmlns:a16="http://schemas.microsoft.com/office/drawing/2014/main" id="{BD97C190-499E-BB79-9230-B4C2F0699CF2}"/>
                  </a:ext>
                </a:extLst>
              </p:cNvPr>
              <p:cNvSpPr/>
              <p:nvPr/>
            </p:nvSpPr>
            <p:spPr>
              <a:xfrm>
                <a:off x="5130204" y="401858"/>
                <a:ext cx="918139" cy="568875"/>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v1.4.0.0 – 09/2025</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Support de l’affichage des judokas engagés</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Correction d’anomalies</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Optimisation de la vitesse de génération</a:t>
                </a:r>
                <a:endParaRPr lang="fr-FR" sz="1050" noProof="0" dirty="0">
                  <a:solidFill>
                    <a:schemeClr val="tx1">
                      <a:lumMod val="85000"/>
                      <a:lumOff val="15000"/>
                    </a:schemeClr>
                  </a:solidFill>
                  <a:latin typeface="Barlow" panose="00000500000000000000" pitchFamily="2" charset="0"/>
                  <a:cs typeface="Segoe UI" panose="020B0502040204020203" pitchFamily="34" charset="0"/>
                </a:endParaRPr>
              </a:p>
            </p:txBody>
          </p:sp>
          <p:cxnSp>
            <p:nvCxnSpPr>
              <p:cNvPr id="35" name="Connecteur droit 34">
                <a:extLst>
                  <a:ext uri="{FF2B5EF4-FFF2-40B4-BE49-F238E27FC236}">
                    <a16:creationId xmlns:a16="http://schemas.microsoft.com/office/drawing/2014/main" id="{802C330E-0485-0C64-E679-C5D987F6D5DF}"/>
                  </a:ext>
                </a:extLst>
              </p:cNvPr>
              <p:cNvCxnSpPr>
                <a:cxnSpLocks/>
              </p:cNvCxnSpPr>
              <p:nvPr/>
            </p:nvCxnSpPr>
            <p:spPr>
              <a:xfrm>
                <a:off x="5130203" y="401858"/>
                <a:ext cx="0" cy="568875"/>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36" name="Groupe 35">
              <a:extLst>
                <a:ext uri="{FF2B5EF4-FFF2-40B4-BE49-F238E27FC236}">
                  <a16:creationId xmlns:a16="http://schemas.microsoft.com/office/drawing/2014/main" id="{673E16CB-DCBB-8E64-7364-884FCA9DA390}"/>
                </a:ext>
              </a:extLst>
            </p:cNvPr>
            <p:cNvGrpSpPr/>
            <p:nvPr/>
          </p:nvGrpSpPr>
          <p:grpSpPr>
            <a:xfrm>
              <a:off x="317681" y="3479363"/>
              <a:ext cx="5400000" cy="756000"/>
              <a:chOff x="5130203" y="401858"/>
              <a:chExt cx="918140" cy="568875"/>
            </a:xfrm>
          </p:grpSpPr>
          <p:sp>
            <p:nvSpPr>
              <p:cNvPr id="37" name="Rectangle : coins arrondis 36">
                <a:extLst>
                  <a:ext uri="{FF2B5EF4-FFF2-40B4-BE49-F238E27FC236}">
                    <a16:creationId xmlns:a16="http://schemas.microsoft.com/office/drawing/2014/main" id="{96703157-E162-5CC4-F3C0-EBBF8259C3D1}"/>
                  </a:ext>
                </a:extLst>
              </p:cNvPr>
              <p:cNvSpPr/>
              <p:nvPr/>
            </p:nvSpPr>
            <p:spPr>
              <a:xfrm>
                <a:off x="5130204" y="401858"/>
                <a:ext cx="918139" cy="568875"/>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v1.3.0.3 – 03/2025</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Correction des problèmes de synchronisations sur </a:t>
                </a:r>
                <a:r>
                  <a:rPr lang="fr-FR" sz="1000" noProof="0" dirty="0" err="1">
                    <a:solidFill>
                      <a:schemeClr val="tx1">
                        <a:lumMod val="85000"/>
                        <a:lumOff val="15000"/>
                      </a:schemeClr>
                    </a:solidFill>
                    <a:latin typeface="Barlow" panose="00000500000000000000" pitchFamily="2" charset="0"/>
                    <a:cs typeface="Segoe UI" panose="020B0502040204020203" pitchFamily="34" charset="0"/>
                  </a:rPr>
                  <a:t>FFJudo</a:t>
                </a:r>
                <a:endParaRPr lang="fr-FR" sz="1000" noProof="0" dirty="0">
                  <a:solidFill>
                    <a:schemeClr val="tx1">
                      <a:lumMod val="85000"/>
                      <a:lumOff val="15000"/>
                    </a:schemeClr>
                  </a:solidFill>
                  <a:latin typeface="Barlow" panose="00000500000000000000" pitchFamily="2" charset="0"/>
                  <a:cs typeface="Segoe UI" panose="020B0502040204020203" pitchFamily="34" charset="0"/>
                </a:endParaRP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Correction de problèmes mineurs d’affichage</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Modification de répertoire de travail par défaut</a:t>
                </a:r>
              </a:p>
            </p:txBody>
          </p:sp>
          <p:cxnSp>
            <p:nvCxnSpPr>
              <p:cNvPr id="38" name="Connecteur droit 37">
                <a:extLst>
                  <a:ext uri="{FF2B5EF4-FFF2-40B4-BE49-F238E27FC236}">
                    <a16:creationId xmlns:a16="http://schemas.microsoft.com/office/drawing/2014/main" id="{E1C42F65-6148-44D6-B669-31ABF5AAD345}"/>
                  </a:ext>
                </a:extLst>
              </p:cNvPr>
              <p:cNvCxnSpPr>
                <a:cxnSpLocks/>
              </p:cNvCxnSpPr>
              <p:nvPr/>
            </p:nvCxnSpPr>
            <p:spPr>
              <a:xfrm>
                <a:off x="5130203" y="401858"/>
                <a:ext cx="0" cy="568875"/>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39" name="Groupe 38">
              <a:extLst>
                <a:ext uri="{FF2B5EF4-FFF2-40B4-BE49-F238E27FC236}">
                  <a16:creationId xmlns:a16="http://schemas.microsoft.com/office/drawing/2014/main" id="{DDE6D632-2380-D6BB-EFB4-BB15CB55585B}"/>
                </a:ext>
              </a:extLst>
            </p:cNvPr>
            <p:cNvGrpSpPr/>
            <p:nvPr/>
          </p:nvGrpSpPr>
          <p:grpSpPr>
            <a:xfrm>
              <a:off x="317678" y="2823697"/>
              <a:ext cx="5400000" cy="594000"/>
              <a:chOff x="5130203" y="401858"/>
              <a:chExt cx="918140" cy="568875"/>
            </a:xfrm>
          </p:grpSpPr>
          <p:sp>
            <p:nvSpPr>
              <p:cNvPr id="40" name="Rectangle : coins arrondis 39">
                <a:extLst>
                  <a:ext uri="{FF2B5EF4-FFF2-40B4-BE49-F238E27FC236}">
                    <a16:creationId xmlns:a16="http://schemas.microsoft.com/office/drawing/2014/main" id="{739D53F3-60FD-43C9-FB43-5C1380677CB0}"/>
                  </a:ext>
                </a:extLst>
              </p:cNvPr>
              <p:cNvSpPr/>
              <p:nvPr/>
            </p:nvSpPr>
            <p:spPr>
              <a:xfrm>
                <a:off x="5130204" y="401858"/>
                <a:ext cx="918139" cy="568875"/>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v1.3.1.0 – 05/2025</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Prise en charge des équipes mixtes</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Correction d’anomalies</a:t>
                </a:r>
              </a:p>
            </p:txBody>
          </p:sp>
          <p:cxnSp>
            <p:nvCxnSpPr>
              <p:cNvPr id="41" name="Connecteur droit 40">
                <a:extLst>
                  <a:ext uri="{FF2B5EF4-FFF2-40B4-BE49-F238E27FC236}">
                    <a16:creationId xmlns:a16="http://schemas.microsoft.com/office/drawing/2014/main" id="{30FAC34A-7841-C062-48DC-02C8DC7E03D3}"/>
                  </a:ext>
                </a:extLst>
              </p:cNvPr>
              <p:cNvCxnSpPr>
                <a:cxnSpLocks/>
              </p:cNvCxnSpPr>
              <p:nvPr/>
            </p:nvCxnSpPr>
            <p:spPr>
              <a:xfrm>
                <a:off x="5130203" y="401858"/>
                <a:ext cx="0" cy="568875"/>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42" name="Groupe 41">
              <a:extLst>
                <a:ext uri="{FF2B5EF4-FFF2-40B4-BE49-F238E27FC236}">
                  <a16:creationId xmlns:a16="http://schemas.microsoft.com/office/drawing/2014/main" id="{34E94D78-1D3C-E211-89E5-981EE7CABA13}"/>
                </a:ext>
              </a:extLst>
            </p:cNvPr>
            <p:cNvGrpSpPr/>
            <p:nvPr/>
          </p:nvGrpSpPr>
          <p:grpSpPr>
            <a:xfrm>
              <a:off x="317678" y="4297029"/>
              <a:ext cx="5400000" cy="1382914"/>
              <a:chOff x="5130203" y="401857"/>
              <a:chExt cx="918140" cy="1062655"/>
            </a:xfrm>
          </p:grpSpPr>
          <p:sp>
            <p:nvSpPr>
              <p:cNvPr id="43" name="Rectangle : coins arrondis 42">
                <a:extLst>
                  <a:ext uri="{FF2B5EF4-FFF2-40B4-BE49-F238E27FC236}">
                    <a16:creationId xmlns:a16="http://schemas.microsoft.com/office/drawing/2014/main" id="{C32F9D48-BE5F-DA27-328B-8155065C75FC}"/>
                  </a:ext>
                </a:extLst>
              </p:cNvPr>
              <p:cNvSpPr/>
              <p:nvPr/>
            </p:nvSpPr>
            <p:spPr>
              <a:xfrm>
                <a:off x="5130204" y="401857"/>
                <a:ext cx="918139" cy="1062655"/>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v1.3.0.0 – 01/12/2024</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Support du site </a:t>
                </a:r>
                <a:r>
                  <a:rPr lang="fr-FR" sz="1000" noProof="0" dirty="0" err="1">
                    <a:solidFill>
                      <a:schemeClr val="tx1">
                        <a:lumMod val="85000"/>
                        <a:lumOff val="15000"/>
                      </a:schemeClr>
                    </a:solidFill>
                    <a:latin typeface="Barlow" panose="00000500000000000000" pitchFamily="2" charset="0"/>
                    <a:cs typeface="Segoe UI" panose="020B0502040204020203" pitchFamily="34" charset="0"/>
                  </a:rPr>
                  <a:t>FFJudo</a:t>
                </a:r>
                <a:endParaRPr lang="fr-FR" sz="1000" noProof="0" dirty="0">
                  <a:solidFill>
                    <a:schemeClr val="tx1">
                      <a:lumMod val="85000"/>
                      <a:lumOff val="15000"/>
                    </a:schemeClr>
                  </a:solidFill>
                  <a:latin typeface="Barlow" panose="00000500000000000000" pitchFamily="2" charset="0"/>
                  <a:cs typeface="Segoe UI" panose="020B0502040204020203" pitchFamily="34" charset="0"/>
                </a:endParaRP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Fenêtre d’information</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Export des données de diagnostique</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Correction de bugs divers</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Ajout de la possibilité d’ajouter un logo personnalisé</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Gestion des URLs longues</a:t>
                </a:r>
              </a:p>
              <a:p>
                <a:pPr marL="171450" indent="-171450">
                  <a:buFont typeface="Wingdings" panose="05000000000000000000" pitchFamily="2" charset="2"/>
                  <a:buChar char="§"/>
                </a:pPr>
                <a:r>
                  <a:rPr lang="fr-FR" sz="1000" noProof="0" dirty="0">
                    <a:solidFill>
                      <a:schemeClr val="tx1">
                        <a:lumMod val="85000"/>
                        <a:lumOff val="15000"/>
                      </a:schemeClr>
                    </a:solidFill>
                    <a:latin typeface="Barlow" panose="00000500000000000000" pitchFamily="2" charset="0"/>
                    <a:cs typeface="Segoe UI" panose="020B0502040204020203" pitchFamily="34" charset="0"/>
                  </a:rPr>
                  <a:t>Prise en compte des Yukos</a:t>
                </a:r>
              </a:p>
            </p:txBody>
          </p:sp>
          <p:cxnSp>
            <p:nvCxnSpPr>
              <p:cNvPr id="44" name="Connecteur droit 43">
                <a:extLst>
                  <a:ext uri="{FF2B5EF4-FFF2-40B4-BE49-F238E27FC236}">
                    <a16:creationId xmlns:a16="http://schemas.microsoft.com/office/drawing/2014/main" id="{36878BCE-D1E0-1FEF-9A0B-FA4ABFB7629F}"/>
                  </a:ext>
                </a:extLst>
              </p:cNvPr>
              <p:cNvCxnSpPr>
                <a:cxnSpLocks/>
              </p:cNvCxnSpPr>
              <p:nvPr/>
            </p:nvCxnSpPr>
            <p:spPr>
              <a:xfrm>
                <a:off x="5130203" y="401858"/>
                <a:ext cx="1" cy="1062654"/>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1024270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0DAF1-F437-7B18-487B-C72CF7368278}"/>
              </a:ext>
            </a:extLst>
          </p:cNvPr>
          <p:cNvSpPr>
            <a:spLocks noGrp="1"/>
          </p:cNvSpPr>
          <p:nvPr>
            <p:ph type="title"/>
          </p:nvPr>
        </p:nvSpPr>
        <p:spPr/>
        <p:txBody>
          <a:bodyPr/>
          <a:lstStyle/>
          <a:p>
            <a:r>
              <a:rPr lang="fr-FR" noProof="0" dirty="0"/>
              <a:t>Communication réseau</a:t>
            </a:r>
          </a:p>
        </p:txBody>
      </p:sp>
      <p:sp>
        <p:nvSpPr>
          <p:cNvPr id="3" name="Text Placeholder 2">
            <a:extLst>
              <a:ext uri="{FF2B5EF4-FFF2-40B4-BE49-F238E27FC236}">
                <a16:creationId xmlns:a16="http://schemas.microsoft.com/office/drawing/2014/main" id="{1F13DBDD-7F2E-B311-6B50-83C800C1CC7B}"/>
              </a:ext>
            </a:extLst>
          </p:cNvPr>
          <p:cNvSpPr>
            <a:spLocks noGrp="1"/>
          </p:cNvSpPr>
          <p:nvPr>
            <p:ph type="body" idx="1"/>
          </p:nvPr>
        </p:nvSpPr>
        <p:spPr>
          <a:xfrm>
            <a:off x="457200" y="1858076"/>
            <a:ext cx="11334750" cy="4045200"/>
          </a:xfrm>
        </p:spPr>
        <p:txBody>
          <a:bodyPr/>
          <a:lstStyle/>
          <a:p>
            <a:pPr>
              <a:lnSpc>
                <a:spcPct val="150000"/>
              </a:lnSpc>
              <a:buFont typeface="Wingdings" panose="05000000000000000000" pitchFamily="2" charset="2"/>
              <a:buChar char="§"/>
            </a:pPr>
            <a:r>
              <a:rPr lang="fr-FR" sz="1400" noProof="0" dirty="0"/>
              <a:t>« Gestion de compétition 2.0 » et « Publication Suivi Compétition » communiquent sur le port 8484.</a:t>
            </a:r>
          </a:p>
          <a:p>
            <a:pPr>
              <a:lnSpc>
                <a:spcPct val="150000"/>
              </a:lnSpc>
              <a:buFont typeface="Wingdings" panose="05000000000000000000" pitchFamily="2" charset="2"/>
              <a:buChar char="§"/>
            </a:pPr>
            <a:r>
              <a:rPr lang="fr-FR" sz="1400" noProof="0" dirty="0"/>
              <a:t>« Publication Suivi Compétition » communique sur le réseau local avec les clients web sur le 1</a:t>
            </a:r>
            <a:r>
              <a:rPr lang="fr-FR" sz="1400" baseline="30000" noProof="0" dirty="0"/>
              <a:t>er</a:t>
            </a:r>
            <a:r>
              <a:rPr lang="fr-FR" sz="1400" noProof="0" dirty="0"/>
              <a:t> port disponible entre 8080 et 8084 (http).</a:t>
            </a:r>
          </a:p>
          <a:p>
            <a:pPr>
              <a:lnSpc>
                <a:spcPct val="150000"/>
              </a:lnSpc>
              <a:buFont typeface="Wingdings" panose="05000000000000000000" pitchFamily="2" charset="2"/>
              <a:buChar char="§"/>
            </a:pPr>
            <a:r>
              <a:rPr lang="fr-FR" sz="1400" noProof="0" dirty="0"/>
              <a:t>« Publication Suivi Compétition » communique sur le réseau local avec les écrans d’appel sur le port 8585 (http).</a:t>
            </a:r>
          </a:p>
          <a:p>
            <a:pPr>
              <a:lnSpc>
                <a:spcPct val="150000"/>
              </a:lnSpc>
              <a:buFont typeface="Wingdings" panose="05000000000000000000" pitchFamily="2" charset="2"/>
              <a:buChar char="§"/>
            </a:pPr>
            <a:r>
              <a:rPr lang="fr-FR" sz="1400" noProof="0" dirty="0"/>
              <a:t>« Publication Suivi Compétition » communique avec le serveur distant par protocole FTP sur le port standard 21.</a:t>
            </a:r>
          </a:p>
          <a:p>
            <a:pPr>
              <a:lnSpc>
                <a:spcPct val="150000"/>
              </a:lnSpc>
            </a:pPr>
            <a:endParaRPr lang="fr-FR" sz="1400" noProof="0" dirty="0"/>
          </a:p>
          <a:p>
            <a:pPr>
              <a:lnSpc>
                <a:spcPct val="150000"/>
              </a:lnSpc>
            </a:pPr>
            <a:endParaRPr lang="fr-FR" sz="1400" noProof="0" dirty="0"/>
          </a:p>
        </p:txBody>
      </p:sp>
      <p:sp>
        <p:nvSpPr>
          <p:cNvPr id="4" name="Text Placeholder 3">
            <a:extLst>
              <a:ext uri="{FF2B5EF4-FFF2-40B4-BE49-F238E27FC236}">
                <a16:creationId xmlns:a16="http://schemas.microsoft.com/office/drawing/2014/main" id="{7E34853F-1D8E-DEA6-C0A2-EA4E402B068C}"/>
              </a:ext>
            </a:extLst>
          </p:cNvPr>
          <p:cNvSpPr>
            <a:spLocks noGrp="1"/>
          </p:cNvSpPr>
          <p:nvPr>
            <p:ph type="body" sz="quarter" idx="15"/>
          </p:nvPr>
        </p:nvSpPr>
        <p:spPr/>
        <p:txBody>
          <a:bodyPr/>
          <a:lstStyle/>
          <a:p>
            <a:r>
              <a:rPr lang="fr-FR" noProof="0" dirty="0"/>
              <a:t>Annexe</a:t>
            </a:r>
          </a:p>
        </p:txBody>
      </p:sp>
    </p:spTree>
    <p:extLst>
      <p:ext uri="{BB962C8B-B14F-4D97-AF65-F5344CB8AC3E}">
        <p14:creationId xmlns:p14="http://schemas.microsoft.com/office/powerpoint/2010/main" val="12331225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198829-35EB-6A46-EBAA-6A582DAFE970}"/>
              </a:ext>
            </a:extLst>
          </p:cNvPr>
          <p:cNvSpPr>
            <a:spLocks noGrp="1"/>
          </p:cNvSpPr>
          <p:nvPr>
            <p:ph type="title"/>
          </p:nvPr>
        </p:nvSpPr>
        <p:spPr/>
        <p:txBody>
          <a:bodyPr/>
          <a:lstStyle/>
          <a:p>
            <a:r>
              <a:rPr lang="fr-FR" noProof="0" dirty="0"/>
              <a:t>Plan du Site utilisateur</a:t>
            </a:r>
          </a:p>
        </p:txBody>
      </p:sp>
      <p:sp>
        <p:nvSpPr>
          <p:cNvPr id="96" name="Espace réservé du texte 95">
            <a:extLst>
              <a:ext uri="{FF2B5EF4-FFF2-40B4-BE49-F238E27FC236}">
                <a16:creationId xmlns:a16="http://schemas.microsoft.com/office/drawing/2014/main" id="{632EA303-8082-81B4-4011-C47156776500}"/>
              </a:ext>
            </a:extLst>
          </p:cNvPr>
          <p:cNvSpPr>
            <a:spLocks noGrp="1"/>
          </p:cNvSpPr>
          <p:nvPr>
            <p:ph type="body" idx="1"/>
          </p:nvPr>
        </p:nvSpPr>
        <p:spPr>
          <a:xfrm>
            <a:off x="1305999" y="3840443"/>
            <a:ext cx="2778022" cy="342126"/>
          </a:xfrm>
        </p:spPr>
        <p:txBody>
          <a:bodyPr/>
          <a:lstStyle/>
          <a:p>
            <a:pPr marL="101598" indent="0">
              <a:buNone/>
            </a:pPr>
            <a:r>
              <a:rPr lang="fr-FR" b="1" noProof="0" dirty="0"/>
              <a:t>Icônes communs</a:t>
            </a:r>
          </a:p>
        </p:txBody>
      </p:sp>
      <p:sp>
        <p:nvSpPr>
          <p:cNvPr id="4" name="Espace réservé du texte 3">
            <a:extLst>
              <a:ext uri="{FF2B5EF4-FFF2-40B4-BE49-F238E27FC236}">
                <a16:creationId xmlns:a16="http://schemas.microsoft.com/office/drawing/2014/main" id="{55EE5942-743C-7FE0-DDCC-8AF825345982}"/>
              </a:ext>
            </a:extLst>
          </p:cNvPr>
          <p:cNvSpPr>
            <a:spLocks noGrp="1"/>
          </p:cNvSpPr>
          <p:nvPr>
            <p:ph type="body" sz="quarter" idx="15"/>
          </p:nvPr>
        </p:nvSpPr>
        <p:spPr/>
        <p:txBody>
          <a:bodyPr/>
          <a:lstStyle/>
          <a:p>
            <a:r>
              <a:rPr lang="fr-FR" noProof="0" dirty="0"/>
              <a:t>Annexe</a:t>
            </a:r>
          </a:p>
        </p:txBody>
      </p:sp>
      <p:grpSp>
        <p:nvGrpSpPr>
          <p:cNvPr id="9" name="Groupe 8">
            <a:extLst>
              <a:ext uri="{FF2B5EF4-FFF2-40B4-BE49-F238E27FC236}">
                <a16:creationId xmlns:a16="http://schemas.microsoft.com/office/drawing/2014/main" id="{A963F5DC-3065-CD72-15D3-28597D5D6038}"/>
              </a:ext>
            </a:extLst>
          </p:cNvPr>
          <p:cNvGrpSpPr/>
          <p:nvPr/>
        </p:nvGrpSpPr>
        <p:grpSpPr>
          <a:xfrm>
            <a:off x="980323" y="3237135"/>
            <a:ext cx="3429375" cy="360000"/>
            <a:chOff x="1076957" y="5514260"/>
            <a:chExt cx="3429375" cy="360000"/>
          </a:xfrm>
        </p:grpSpPr>
        <p:sp>
          <p:nvSpPr>
            <p:cNvPr id="10" name="Rectangle : coins arrondis 9">
              <a:extLst>
                <a:ext uri="{FF2B5EF4-FFF2-40B4-BE49-F238E27FC236}">
                  <a16:creationId xmlns:a16="http://schemas.microsoft.com/office/drawing/2014/main" id="{8332F40C-F3DC-6CC8-CE6A-118C77F2151E}"/>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1" name="Rectangle : coins arrondis 10">
              <a:extLst>
                <a:ext uri="{FF2B5EF4-FFF2-40B4-BE49-F238E27FC236}">
                  <a16:creationId xmlns:a16="http://schemas.microsoft.com/office/drawing/2014/main" id="{12B541F6-71BD-3FAD-B137-1069D506BFAE}"/>
                </a:ext>
              </a:extLst>
            </p:cNvPr>
            <p:cNvSpPr/>
            <p:nvPr/>
          </p:nvSpPr>
          <p:spPr>
            <a:xfrm>
              <a:off x="1410332" y="5515015"/>
              <a:ext cx="3096000"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Menu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Affiche le panneau de navigation.</a:t>
              </a:r>
            </a:p>
          </p:txBody>
        </p:sp>
        <p:cxnSp>
          <p:nvCxnSpPr>
            <p:cNvPr id="12" name="Connecteur droit 11">
              <a:extLst>
                <a:ext uri="{FF2B5EF4-FFF2-40B4-BE49-F238E27FC236}">
                  <a16:creationId xmlns:a16="http://schemas.microsoft.com/office/drawing/2014/main" id="{E1D5B302-1C6C-597C-C9A7-EC4511F1E896}"/>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13" name="Ellipse 12">
              <a:extLst>
                <a:ext uri="{FF2B5EF4-FFF2-40B4-BE49-F238E27FC236}">
                  <a16:creationId xmlns:a16="http://schemas.microsoft.com/office/drawing/2014/main" id="{B4B4257D-1358-65E5-55AB-037C86EA3D3A}"/>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a:t>
              </a:r>
              <a:endParaRPr lang="fr-FR" sz="1600" b="1" noProof="0" dirty="0"/>
            </a:p>
          </p:txBody>
        </p:sp>
      </p:grpSp>
      <p:grpSp>
        <p:nvGrpSpPr>
          <p:cNvPr id="27" name="Groupe 26">
            <a:extLst>
              <a:ext uri="{FF2B5EF4-FFF2-40B4-BE49-F238E27FC236}">
                <a16:creationId xmlns:a16="http://schemas.microsoft.com/office/drawing/2014/main" id="{D2713A71-85DB-AB78-6412-02560FCDA089}"/>
              </a:ext>
            </a:extLst>
          </p:cNvPr>
          <p:cNvGrpSpPr/>
          <p:nvPr/>
        </p:nvGrpSpPr>
        <p:grpSpPr>
          <a:xfrm>
            <a:off x="980322" y="2677754"/>
            <a:ext cx="3429376" cy="360000"/>
            <a:chOff x="5346700" y="1891328"/>
            <a:chExt cx="3429376" cy="360000"/>
          </a:xfrm>
        </p:grpSpPr>
        <p:sp>
          <p:nvSpPr>
            <p:cNvPr id="28" name="Rectangle : coins arrondis 27">
              <a:extLst>
                <a:ext uri="{FF2B5EF4-FFF2-40B4-BE49-F238E27FC236}">
                  <a16:creationId xmlns:a16="http://schemas.microsoft.com/office/drawing/2014/main" id="{030E3C8B-A80F-4E85-B89B-2BE39937725E}"/>
                </a:ext>
              </a:extLst>
            </p:cNvPr>
            <p:cNvSpPr/>
            <p:nvPr/>
          </p:nvSpPr>
          <p:spPr>
            <a:xfrm>
              <a:off x="5346701" y="1891328"/>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9" name="Rectangle : coins arrondis 28">
              <a:extLst>
                <a:ext uri="{FF2B5EF4-FFF2-40B4-BE49-F238E27FC236}">
                  <a16:creationId xmlns:a16="http://schemas.microsoft.com/office/drawing/2014/main" id="{DD5F639B-F765-6B33-3429-9FAA6CCC7C92}"/>
                </a:ext>
              </a:extLst>
            </p:cNvPr>
            <p:cNvSpPr/>
            <p:nvPr/>
          </p:nvSpPr>
          <p:spPr>
            <a:xfrm>
              <a:off x="5680076" y="1891328"/>
              <a:ext cx="3096000"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Date et heure de génération de la page</a:t>
              </a:r>
            </a:p>
          </p:txBody>
        </p:sp>
        <p:sp>
          <p:nvSpPr>
            <p:cNvPr id="30" name="Rectangle 29">
              <a:extLst>
                <a:ext uri="{FF2B5EF4-FFF2-40B4-BE49-F238E27FC236}">
                  <a16:creationId xmlns:a16="http://schemas.microsoft.com/office/drawing/2014/main" id="{BD97DDA6-A66B-EC9E-B447-7928CD646BA2}"/>
                </a:ext>
              </a:extLst>
            </p:cNvPr>
            <p:cNvSpPr>
              <a:spLocks noChangeAspect="1"/>
            </p:cNvSpPr>
            <p:nvPr/>
          </p:nvSpPr>
          <p:spPr>
            <a:xfrm>
              <a:off x="5408816" y="1927328"/>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C</a:t>
              </a:r>
            </a:p>
          </p:txBody>
        </p:sp>
        <p:cxnSp>
          <p:nvCxnSpPr>
            <p:cNvPr id="31" name="Connecteur droit 30">
              <a:extLst>
                <a:ext uri="{FF2B5EF4-FFF2-40B4-BE49-F238E27FC236}">
                  <a16:creationId xmlns:a16="http://schemas.microsoft.com/office/drawing/2014/main" id="{08B6DB05-B65F-4D5A-5D88-7AD31ADE9616}"/>
                </a:ext>
              </a:extLst>
            </p:cNvPr>
            <p:cNvCxnSpPr>
              <a:cxnSpLocks/>
            </p:cNvCxnSpPr>
            <p:nvPr/>
          </p:nvCxnSpPr>
          <p:spPr>
            <a:xfrm>
              <a:off x="5346700" y="1891328"/>
              <a:ext cx="0" cy="36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32" name="Groupe 31">
            <a:extLst>
              <a:ext uri="{FF2B5EF4-FFF2-40B4-BE49-F238E27FC236}">
                <a16:creationId xmlns:a16="http://schemas.microsoft.com/office/drawing/2014/main" id="{190F3F74-4A94-532F-212F-22F766564D76}"/>
              </a:ext>
            </a:extLst>
          </p:cNvPr>
          <p:cNvGrpSpPr/>
          <p:nvPr/>
        </p:nvGrpSpPr>
        <p:grpSpPr>
          <a:xfrm>
            <a:off x="980322" y="1558990"/>
            <a:ext cx="3429376" cy="360000"/>
            <a:chOff x="5346700" y="1891328"/>
            <a:chExt cx="3429376" cy="360000"/>
          </a:xfrm>
        </p:grpSpPr>
        <p:sp>
          <p:nvSpPr>
            <p:cNvPr id="33" name="Rectangle : coins arrondis 32">
              <a:extLst>
                <a:ext uri="{FF2B5EF4-FFF2-40B4-BE49-F238E27FC236}">
                  <a16:creationId xmlns:a16="http://schemas.microsoft.com/office/drawing/2014/main" id="{0B798F84-EBD4-E52F-D1B3-898415325EF2}"/>
                </a:ext>
              </a:extLst>
            </p:cNvPr>
            <p:cNvSpPr/>
            <p:nvPr/>
          </p:nvSpPr>
          <p:spPr>
            <a:xfrm>
              <a:off x="5346701" y="1891328"/>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34" name="Rectangle : coins arrondis 33">
              <a:extLst>
                <a:ext uri="{FF2B5EF4-FFF2-40B4-BE49-F238E27FC236}">
                  <a16:creationId xmlns:a16="http://schemas.microsoft.com/office/drawing/2014/main" id="{62876093-B266-2133-FECA-C62C1A4C846F}"/>
                </a:ext>
              </a:extLst>
            </p:cNvPr>
            <p:cNvSpPr/>
            <p:nvPr/>
          </p:nvSpPr>
          <p:spPr>
            <a:xfrm>
              <a:off x="5680076" y="1891328"/>
              <a:ext cx="3096000"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Logo sélectionné</a:t>
              </a:r>
            </a:p>
          </p:txBody>
        </p:sp>
        <p:sp>
          <p:nvSpPr>
            <p:cNvPr id="35" name="Rectangle 34">
              <a:extLst>
                <a:ext uri="{FF2B5EF4-FFF2-40B4-BE49-F238E27FC236}">
                  <a16:creationId xmlns:a16="http://schemas.microsoft.com/office/drawing/2014/main" id="{9BE51E1D-C767-604C-2E1B-83ADB79A47DB}"/>
                </a:ext>
              </a:extLst>
            </p:cNvPr>
            <p:cNvSpPr>
              <a:spLocks noChangeAspect="1"/>
            </p:cNvSpPr>
            <p:nvPr/>
          </p:nvSpPr>
          <p:spPr>
            <a:xfrm>
              <a:off x="5408816" y="1927328"/>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36" name="Connecteur droit 35">
              <a:extLst>
                <a:ext uri="{FF2B5EF4-FFF2-40B4-BE49-F238E27FC236}">
                  <a16:creationId xmlns:a16="http://schemas.microsoft.com/office/drawing/2014/main" id="{8506B3AD-7211-6941-F356-2C1BB61E82FA}"/>
                </a:ext>
              </a:extLst>
            </p:cNvPr>
            <p:cNvCxnSpPr>
              <a:cxnSpLocks/>
            </p:cNvCxnSpPr>
            <p:nvPr/>
          </p:nvCxnSpPr>
          <p:spPr>
            <a:xfrm>
              <a:off x="5346700" y="1891328"/>
              <a:ext cx="0" cy="36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46" name="Groupe 45">
            <a:extLst>
              <a:ext uri="{FF2B5EF4-FFF2-40B4-BE49-F238E27FC236}">
                <a16:creationId xmlns:a16="http://schemas.microsoft.com/office/drawing/2014/main" id="{D8393AC9-3351-F9A0-E693-56C28B876D15}"/>
              </a:ext>
            </a:extLst>
          </p:cNvPr>
          <p:cNvGrpSpPr/>
          <p:nvPr/>
        </p:nvGrpSpPr>
        <p:grpSpPr>
          <a:xfrm>
            <a:off x="980322" y="2118372"/>
            <a:ext cx="3429376" cy="360000"/>
            <a:chOff x="5346700" y="1891328"/>
            <a:chExt cx="3429376" cy="360000"/>
          </a:xfrm>
        </p:grpSpPr>
        <p:sp>
          <p:nvSpPr>
            <p:cNvPr id="47" name="Rectangle : coins arrondis 46">
              <a:extLst>
                <a:ext uri="{FF2B5EF4-FFF2-40B4-BE49-F238E27FC236}">
                  <a16:creationId xmlns:a16="http://schemas.microsoft.com/office/drawing/2014/main" id="{B70FE599-1537-1854-18DC-258A83A6BC24}"/>
                </a:ext>
              </a:extLst>
            </p:cNvPr>
            <p:cNvSpPr/>
            <p:nvPr/>
          </p:nvSpPr>
          <p:spPr>
            <a:xfrm>
              <a:off x="5346701" y="1891328"/>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48" name="Rectangle : coins arrondis 47">
              <a:extLst>
                <a:ext uri="{FF2B5EF4-FFF2-40B4-BE49-F238E27FC236}">
                  <a16:creationId xmlns:a16="http://schemas.microsoft.com/office/drawing/2014/main" id="{47FDCF2C-C1E0-5281-23D9-E368D2292223}"/>
                </a:ext>
              </a:extLst>
            </p:cNvPr>
            <p:cNvSpPr/>
            <p:nvPr/>
          </p:nvSpPr>
          <p:spPr>
            <a:xfrm>
              <a:off x="5680076" y="1891328"/>
              <a:ext cx="3096000"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Informations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affichage des informations en fonction de la page (avancement, etc.).</a:t>
              </a:r>
            </a:p>
          </p:txBody>
        </p:sp>
        <p:sp>
          <p:nvSpPr>
            <p:cNvPr id="49" name="Rectangle 48">
              <a:extLst>
                <a:ext uri="{FF2B5EF4-FFF2-40B4-BE49-F238E27FC236}">
                  <a16:creationId xmlns:a16="http://schemas.microsoft.com/office/drawing/2014/main" id="{86F6AAD6-7BEE-06C9-9767-F6DC4E1A64F8}"/>
                </a:ext>
              </a:extLst>
            </p:cNvPr>
            <p:cNvSpPr>
              <a:spLocks noChangeAspect="1"/>
            </p:cNvSpPr>
            <p:nvPr/>
          </p:nvSpPr>
          <p:spPr>
            <a:xfrm>
              <a:off x="5408816" y="1927328"/>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50" name="Connecteur droit 49">
              <a:extLst>
                <a:ext uri="{FF2B5EF4-FFF2-40B4-BE49-F238E27FC236}">
                  <a16:creationId xmlns:a16="http://schemas.microsoft.com/office/drawing/2014/main" id="{96CD3E48-C5EB-7377-30F6-B8CC123FB2AA}"/>
                </a:ext>
              </a:extLst>
            </p:cNvPr>
            <p:cNvCxnSpPr>
              <a:cxnSpLocks/>
            </p:cNvCxnSpPr>
            <p:nvPr/>
          </p:nvCxnSpPr>
          <p:spPr>
            <a:xfrm>
              <a:off x="5346700" y="1891328"/>
              <a:ext cx="0" cy="36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75" name="Groupe 74">
            <a:extLst>
              <a:ext uri="{FF2B5EF4-FFF2-40B4-BE49-F238E27FC236}">
                <a16:creationId xmlns:a16="http://schemas.microsoft.com/office/drawing/2014/main" id="{45660CB4-DA8E-6DA1-5777-82E10958AA16}"/>
              </a:ext>
            </a:extLst>
          </p:cNvPr>
          <p:cNvGrpSpPr/>
          <p:nvPr/>
        </p:nvGrpSpPr>
        <p:grpSpPr>
          <a:xfrm>
            <a:off x="5398684" y="1041324"/>
            <a:ext cx="6367327" cy="5383094"/>
            <a:chOff x="5693959" y="1065770"/>
            <a:chExt cx="6367327" cy="5383094"/>
          </a:xfrm>
        </p:grpSpPr>
        <p:pic>
          <p:nvPicPr>
            <p:cNvPr id="97" name="Image 96">
              <a:extLst>
                <a:ext uri="{FF2B5EF4-FFF2-40B4-BE49-F238E27FC236}">
                  <a16:creationId xmlns:a16="http://schemas.microsoft.com/office/drawing/2014/main" id="{2AEA0DFA-979E-1831-3CDF-EB998F1592C7}"/>
                </a:ext>
              </a:extLst>
            </p:cNvPr>
            <p:cNvPicPr>
              <a:picLocks noChangeAspect="1"/>
            </p:cNvPicPr>
            <p:nvPr/>
          </p:nvPicPr>
          <p:blipFill>
            <a:blip r:embed="rId2"/>
            <a:stretch>
              <a:fillRect/>
            </a:stretch>
          </p:blipFill>
          <p:spPr>
            <a:xfrm>
              <a:off x="6547450" y="1065770"/>
              <a:ext cx="5125529" cy="5383094"/>
            </a:xfrm>
            <a:prstGeom prst="rect">
              <a:avLst/>
            </a:prstGeom>
          </p:spPr>
        </p:pic>
        <p:sp>
          <p:nvSpPr>
            <p:cNvPr id="98" name="Rectangle 97">
              <a:extLst>
                <a:ext uri="{FF2B5EF4-FFF2-40B4-BE49-F238E27FC236}">
                  <a16:creationId xmlns:a16="http://schemas.microsoft.com/office/drawing/2014/main" id="{C1D59BD6-8545-5BFA-DC66-AF87077CEC4E}"/>
                </a:ext>
              </a:extLst>
            </p:cNvPr>
            <p:cNvSpPr/>
            <p:nvPr/>
          </p:nvSpPr>
          <p:spPr>
            <a:xfrm>
              <a:off x="6547449" y="1470555"/>
              <a:ext cx="5125528" cy="4588254"/>
            </a:xfrm>
            <a:prstGeom prst="rect">
              <a:avLst/>
            </a:prstGeom>
            <a:solidFill>
              <a:schemeClr val="bg1">
                <a:lumMod val="85000"/>
              </a:schemeClr>
            </a:solidFill>
            <a:ln w="28575">
              <a:solidFill>
                <a:srgbClr val="090095"/>
              </a:solidFill>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fr-FR" sz="1400" noProof="0" dirty="0">
                <a:solidFill>
                  <a:schemeClr val="lt1"/>
                </a:solidFill>
              </a:endParaRPr>
            </a:p>
          </p:txBody>
        </p:sp>
        <p:sp>
          <p:nvSpPr>
            <p:cNvPr id="100" name="Rectangle 99">
              <a:extLst>
                <a:ext uri="{FF2B5EF4-FFF2-40B4-BE49-F238E27FC236}">
                  <a16:creationId xmlns:a16="http://schemas.microsoft.com/office/drawing/2014/main" id="{2EAF2B2D-282C-03B6-9184-4DF717E359C8}"/>
                </a:ext>
              </a:extLst>
            </p:cNvPr>
            <p:cNvSpPr/>
            <p:nvPr/>
          </p:nvSpPr>
          <p:spPr>
            <a:xfrm>
              <a:off x="8285555" y="6193764"/>
              <a:ext cx="1634822" cy="210389"/>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02" name="Rectangle 101">
              <a:extLst>
                <a:ext uri="{FF2B5EF4-FFF2-40B4-BE49-F238E27FC236}">
                  <a16:creationId xmlns:a16="http://schemas.microsoft.com/office/drawing/2014/main" id="{E97E29FF-67E6-A642-B9C3-A853D238957C}"/>
                </a:ext>
              </a:extLst>
            </p:cNvPr>
            <p:cNvSpPr/>
            <p:nvPr/>
          </p:nvSpPr>
          <p:spPr>
            <a:xfrm>
              <a:off x="6532750" y="1090193"/>
              <a:ext cx="390526" cy="333165"/>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05" name="Rectangle 104">
              <a:extLst>
                <a:ext uri="{FF2B5EF4-FFF2-40B4-BE49-F238E27FC236}">
                  <a16:creationId xmlns:a16="http://schemas.microsoft.com/office/drawing/2014/main" id="{9F20B463-53F3-1023-B35D-CD0F36B08443}"/>
                </a:ext>
              </a:extLst>
            </p:cNvPr>
            <p:cNvSpPr/>
            <p:nvPr/>
          </p:nvSpPr>
          <p:spPr>
            <a:xfrm>
              <a:off x="11084943" y="1082569"/>
              <a:ext cx="408316" cy="340789"/>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7" name="Ellipse 6">
              <a:extLst>
                <a:ext uri="{FF2B5EF4-FFF2-40B4-BE49-F238E27FC236}">
                  <a16:creationId xmlns:a16="http://schemas.microsoft.com/office/drawing/2014/main" id="{DFFCD5D1-E916-5104-8ED1-1ADBFAFE3215}"/>
                </a:ext>
              </a:extLst>
            </p:cNvPr>
            <p:cNvSpPr>
              <a:spLocks noChangeAspect="1"/>
            </p:cNvSpPr>
            <p:nvPr/>
          </p:nvSpPr>
          <p:spPr>
            <a:xfrm>
              <a:off x="6004040" y="1112776"/>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a:t>
              </a:r>
              <a:endParaRPr lang="fr-FR" sz="1600" b="1" noProof="0" dirty="0">
                <a:latin typeface="Barlow" panose="00000500000000000000" pitchFamily="2" charset="0"/>
              </a:endParaRPr>
            </a:p>
          </p:txBody>
        </p:sp>
        <p:cxnSp>
          <p:nvCxnSpPr>
            <p:cNvPr id="15" name="Connecteur droit avec flèche 14">
              <a:extLst>
                <a:ext uri="{FF2B5EF4-FFF2-40B4-BE49-F238E27FC236}">
                  <a16:creationId xmlns:a16="http://schemas.microsoft.com/office/drawing/2014/main" id="{BF263292-17C7-F3EE-6961-F3828E92FE08}"/>
                </a:ext>
              </a:extLst>
            </p:cNvPr>
            <p:cNvCxnSpPr>
              <a:cxnSpLocks/>
              <a:stCxn id="7" idx="6"/>
              <a:endCxn id="102" idx="1"/>
            </p:cNvCxnSpPr>
            <p:nvPr/>
          </p:nvCxnSpPr>
          <p:spPr>
            <a:xfrm>
              <a:off x="6292040" y="1256776"/>
              <a:ext cx="240710" cy="0"/>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B7C40B56-EFF5-BCBD-388B-ED8ABA065711}"/>
                </a:ext>
              </a:extLst>
            </p:cNvPr>
            <p:cNvSpPr/>
            <p:nvPr/>
          </p:nvSpPr>
          <p:spPr>
            <a:xfrm>
              <a:off x="5919501" y="6154958"/>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C</a:t>
              </a:r>
            </a:p>
          </p:txBody>
        </p:sp>
        <p:cxnSp>
          <p:nvCxnSpPr>
            <p:cNvPr id="26" name="Connecteur droit avec flèche 25">
              <a:extLst>
                <a:ext uri="{FF2B5EF4-FFF2-40B4-BE49-F238E27FC236}">
                  <a16:creationId xmlns:a16="http://schemas.microsoft.com/office/drawing/2014/main" id="{8AA39E42-207A-ABBA-B057-77E6A923B219}"/>
                </a:ext>
              </a:extLst>
            </p:cNvPr>
            <p:cNvCxnSpPr>
              <a:cxnSpLocks/>
              <a:stCxn id="25" idx="3"/>
              <a:endCxn id="100" idx="1"/>
            </p:cNvCxnSpPr>
            <p:nvPr/>
          </p:nvCxnSpPr>
          <p:spPr>
            <a:xfrm>
              <a:off x="6207501" y="6298958"/>
              <a:ext cx="2078054" cy="1"/>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37CF7E26-3154-E98B-B22E-12F1C3DF99AF}"/>
                </a:ext>
              </a:extLst>
            </p:cNvPr>
            <p:cNvSpPr/>
            <p:nvPr/>
          </p:nvSpPr>
          <p:spPr>
            <a:xfrm>
              <a:off x="11773286" y="1108964"/>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42" name="Connecteur droit avec flèche 41">
              <a:extLst>
                <a:ext uri="{FF2B5EF4-FFF2-40B4-BE49-F238E27FC236}">
                  <a16:creationId xmlns:a16="http://schemas.microsoft.com/office/drawing/2014/main" id="{BA4BFCAA-3A5B-C715-BD68-AB9A0A3F186C}"/>
                </a:ext>
              </a:extLst>
            </p:cNvPr>
            <p:cNvCxnSpPr>
              <a:cxnSpLocks/>
              <a:stCxn id="41" idx="1"/>
              <a:endCxn id="105" idx="3"/>
            </p:cNvCxnSpPr>
            <p:nvPr/>
          </p:nvCxnSpPr>
          <p:spPr>
            <a:xfrm flipH="1">
              <a:off x="11493259" y="1252964"/>
              <a:ext cx="280027" cy="0"/>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E1054788-0D18-DBB9-1F45-F3AC23D5167E}"/>
                </a:ext>
              </a:extLst>
            </p:cNvPr>
            <p:cNvSpPr/>
            <p:nvPr/>
          </p:nvSpPr>
          <p:spPr>
            <a:xfrm>
              <a:off x="5693959" y="3620682"/>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52" name="Connecteur droit avec flèche 51">
              <a:extLst>
                <a:ext uri="{FF2B5EF4-FFF2-40B4-BE49-F238E27FC236}">
                  <a16:creationId xmlns:a16="http://schemas.microsoft.com/office/drawing/2014/main" id="{520D15E7-913B-A264-9E84-BD9D16030630}"/>
                </a:ext>
              </a:extLst>
            </p:cNvPr>
            <p:cNvCxnSpPr>
              <a:cxnSpLocks/>
              <a:stCxn id="51" idx="3"/>
              <a:endCxn id="98" idx="1"/>
            </p:cNvCxnSpPr>
            <p:nvPr/>
          </p:nvCxnSpPr>
          <p:spPr>
            <a:xfrm>
              <a:off x="5981959" y="3764682"/>
              <a:ext cx="565490" cy="0"/>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62" name="Groupe 61">
            <a:extLst>
              <a:ext uri="{FF2B5EF4-FFF2-40B4-BE49-F238E27FC236}">
                <a16:creationId xmlns:a16="http://schemas.microsoft.com/office/drawing/2014/main" id="{54F9DAFB-CDE0-C0F9-3F13-1CA542EF048F}"/>
              </a:ext>
            </a:extLst>
          </p:cNvPr>
          <p:cNvGrpSpPr/>
          <p:nvPr/>
        </p:nvGrpSpPr>
        <p:grpSpPr>
          <a:xfrm>
            <a:off x="980322" y="4358078"/>
            <a:ext cx="3429376" cy="554400"/>
            <a:chOff x="1782940" y="3525348"/>
            <a:chExt cx="3429376" cy="554400"/>
          </a:xfrm>
        </p:grpSpPr>
        <p:sp>
          <p:nvSpPr>
            <p:cNvPr id="56" name="Rectangle : coins arrondis 55">
              <a:extLst>
                <a:ext uri="{FF2B5EF4-FFF2-40B4-BE49-F238E27FC236}">
                  <a16:creationId xmlns:a16="http://schemas.microsoft.com/office/drawing/2014/main" id="{24100196-39F4-F99F-036C-84D697C50B8D}"/>
                </a:ext>
              </a:extLst>
            </p:cNvPr>
            <p:cNvSpPr/>
            <p:nvPr/>
          </p:nvSpPr>
          <p:spPr>
            <a:xfrm>
              <a:off x="1782941" y="352534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57" name="Rectangle : coins arrondis 56">
              <a:extLst>
                <a:ext uri="{FF2B5EF4-FFF2-40B4-BE49-F238E27FC236}">
                  <a16:creationId xmlns:a16="http://schemas.microsoft.com/office/drawing/2014/main" id="{184BC9B8-D1A1-54AE-5302-E80BEF495734}"/>
                </a:ext>
              </a:extLst>
            </p:cNvPr>
            <p:cNvSpPr/>
            <p:nvPr/>
          </p:nvSpPr>
          <p:spPr>
            <a:xfrm>
              <a:off x="2116316" y="3525348"/>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Déplier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 Déplie une zone d’affichage masquée.</a:t>
              </a:r>
            </a:p>
          </p:txBody>
        </p:sp>
        <p:cxnSp>
          <p:nvCxnSpPr>
            <p:cNvPr id="59" name="Connecteur droit 58">
              <a:extLst>
                <a:ext uri="{FF2B5EF4-FFF2-40B4-BE49-F238E27FC236}">
                  <a16:creationId xmlns:a16="http://schemas.microsoft.com/office/drawing/2014/main" id="{5837C95C-282A-283E-4094-1171B7A6A887}"/>
                </a:ext>
              </a:extLst>
            </p:cNvPr>
            <p:cNvCxnSpPr>
              <a:cxnSpLocks/>
            </p:cNvCxnSpPr>
            <p:nvPr/>
          </p:nvCxnSpPr>
          <p:spPr>
            <a:xfrm>
              <a:off x="1782940" y="3525348"/>
              <a:ext cx="0" cy="554400"/>
            </a:xfrm>
            <a:prstGeom prst="line">
              <a:avLst/>
            </a:prstGeom>
            <a:ln w="38100">
              <a:solidFill>
                <a:srgbClr val="358F6C"/>
              </a:solidFill>
            </a:ln>
          </p:spPr>
          <p:style>
            <a:lnRef idx="1">
              <a:schemeClr val="accent1"/>
            </a:lnRef>
            <a:fillRef idx="0">
              <a:schemeClr val="accent1"/>
            </a:fillRef>
            <a:effectRef idx="0">
              <a:schemeClr val="accent1"/>
            </a:effectRef>
            <a:fontRef idx="minor">
              <a:schemeClr val="tx1"/>
            </a:fontRef>
          </p:style>
        </p:cxnSp>
        <p:pic>
          <p:nvPicPr>
            <p:cNvPr id="61" name="Image 60">
              <a:extLst>
                <a:ext uri="{FF2B5EF4-FFF2-40B4-BE49-F238E27FC236}">
                  <a16:creationId xmlns:a16="http://schemas.microsoft.com/office/drawing/2014/main" id="{95DDA4DE-78C9-C91D-BF0C-672DC62CEC1A}"/>
                </a:ext>
              </a:extLst>
            </p:cNvPr>
            <p:cNvPicPr>
              <a:picLocks noChangeAspect="1"/>
            </p:cNvPicPr>
            <p:nvPr/>
          </p:nvPicPr>
          <p:blipFill>
            <a:blip r:embed="rId3"/>
            <a:stretch>
              <a:fillRect/>
            </a:stretch>
          </p:blipFill>
          <p:spPr>
            <a:xfrm>
              <a:off x="1868845" y="3670468"/>
              <a:ext cx="264160" cy="264160"/>
            </a:xfrm>
            <a:prstGeom prst="rect">
              <a:avLst/>
            </a:prstGeom>
          </p:spPr>
        </p:pic>
      </p:grpSp>
      <p:grpSp>
        <p:nvGrpSpPr>
          <p:cNvPr id="73" name="Groupe 72">
            <a:extLst>
              <a:ext uri="{FF2B5EF4-FFF2-40B4-BE49-F238E27FC236}">
                <a16:creationId xmlns:a16="http://schemas.microsoft.com/office/drawing/2014/main" id="{2B308073-A98D-D8E9-6812-AA40A817F7BC}"/>
              </a:ext>
            </a:extLst>
          </p:cNvPr>
          <p:cNvGrpSpPr/>
          <p:nvPr/>
        </p:nvGrpSpPr>
        <p:grpSpPr>
          <a:xfrm>
            <a:off x="980322" y="5039095"/>
            <a:ext cx="3429376" cy="554400"/>
            <a:chOff x="1782940" y="4240364"/>
            <a:chExt cx="3429376" cy="554400"/>
          </a:xfrm>
        </p:grpSpPr>
        <p:sp>
          <p:nvSpPr>
            <p:cNvPr id="64" name="Rectangle : coins arrondis 63">
              <a:extLst>
                <a:ext uri="{FF2B5EF4-FFF2-40B4-BE49-F238E27FC236}">
                  <a16:creationId xmlns:a16="http://schemas.microsoft.com/office/drawing/2014/main" id="{6771FC82-B7D8-EE3A-48A2-B9370B8EE2E3}"/>
                </a:ext>
              </a:extLst>
            </p:cNvPr>
            <p:cNvSpPr/>
            <p:nvPr/>
          </p:nvSpPr>
          <p:spPr>
            <a:xfrm>
              <a:off x="1782941" y="4240364"/>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65" name="Rectangle : coins arrondis 64">
              <a:extLst>
                <a:ext uri="{FF2B5EF4-FFF2-40B4-BE49-F238E27FC236}">
                  <a16:creationId xmlns:a16="http://schemas.microsoft.com/office/drawing/2014/main" id="{E8CF5D52-A2D9-8967-0E33-433E9906CE65}"/>
                </a:ext>
              </a:extLst>
            </p:cNvPr>
            <p:cNvSpPr/>
            <p:nvPr/>
          </p:nvSpPr>
          <p:spPr>
            <a:xfrm>
              <a:off x="2116316" y="4240364"/>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Replier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 Replie une zone d’affichage visible.</a:t>
              </a:r>
            </a:p>
          </p:txBody>
        </p:sp>
        <p:cxnSp>
          <p:nvCxnSpPr>
            <p:cNvPr id="66" name="Connecteur droit 65">
              <a:extLst>
                <a:ext uri="{FF2B5EF4-FFF2-40B4-BE49-F238E27FC236}">
                  <a16:creationId xmlns:a16="http://schemas.microsoft.com/office/drawing/2014/main" id="{85A6BF72-16D0-9582-5AD8-58B0CC548B65}"/>
                </a:ext>
              </a:extLst>
            </p:cNvPr>
            <p:cNvCxnSpPr>
              <a:cxnSpLocks/>
            </p:cNvCxnSpPr>
            <p:nvPr/>
          </p:nvCxnSpPr>
          <p:spPr>
            <a:xfrm>
              <a:off x="1782940" y="4240364"/>
              <a:ext cx="0" cy="554400"/>
            </a:xfrm>
            <a:prstGeom prst="line">
              <a:avLst/>
            </a:prstGeom>
            <a:ln w="38100">
              <a:solidFill>
                <a:srgbClr val="358F6C"/>
              </a:solidFill>
            </a:ln>
          </p:spPr>
          <p:style>
            <a:lnRef idx="1">
              <a:schemeClr val="accent1"/>
            </a:lnRef>
            <a:fillRef idx="0">
              <a:schemeClr val="accent1"/>
            </a:fillRef>
            <a:effectRef idx="0">
              <a:schemeClr val="accent1"/>
            </a:effectRef>
            <a:fontRef idx="minor">
              <a:schemeClr val="tx1"/>
            </a:fontRef>
          </p:style>
        </p:cxnSp>
        <p:pic>
          <p:nvPicPr>
            <p:cNvPr id="5" name="Image 4">
              <a:extLst>
                <a:ext uri="{FF2B5EF4-FFF2-40B4-BE49-F238E27FC236}">
                  <a16:creationId xmlns:a16="http://schemas.microsoft.com/office/drawing/2014/main" id="{8DE192D3-C011-FCEA-BDC3-B898EE0E5D5B}"/>
                </a:ext>
              </a:extLst>
            </p:cNvPr>
            <p:cNvPicPr>
              <a:picLocks noChangeAspect="1"/>
            </p:cNvPicPr>
            <p:nvPr/>
          </p:nvPicPr>
          <p:blipFill>
            <a:blip r:embed="rId4"/>
            <a:stretch>
              <a:fillRect/>
            </a:stretch>
          </p:blipFill>
          <p:spPr>
            <a:xfrm>
              <a:off x="1877918" y="4385484"/>
              <a:ext cx="264160" cy="264160"/>
            </a:xfrm>
            <a:prstGeom prst="rect">
              <a:avLst/>
            </a:prstGeom>
          </p:spPr>
        </p:pic>
      </p:grpSp>
      <p:grpSp>
        <p:nvGrpSpPr>
          <p:cNvPr id="74" name="Groupe 73">
            <a:extLst>
              <a:ext uri="{FF2B5EF4-FFF2-40B4-BE49-F238E27FC236}">
                <a16:creationId xmlns:a16="http://schemas.microsoft.com/office/drawing/2014/main" id="{E50D0A57-6BEE-45EE-435E-950382CCEA43}"/>
              </a:ext>
            </a:extLst>
          </p:cNvPr>
          <p:cNvGrpSpPr/>
          <p:nvPr/>
        </p:nvGrpSpPr>
        <p:grpSpPr>
          <a:xfrm>
            <a:off x="980322" y="5720112"/>
            <a:ext cx="3429376" cy="554400"/>
            <a:chOff x="1782940" y="4887382"/>
            <a:chExt cx="3429376" cy="554400"/>
          </a:xfrm>
        </p:grpSpPr>
        <p:sp>
          <p:nvSpPr>
            <p:cNvPr id="69" name="Rectangle : coins arrondis 68">
              <a:extLst>
                <a:ext uri="{FF2B5EF4-FFF2-40B4-BE49-F238E27FC236}">
                  <a16:creationId xmlns:a16="http://schemas.microsoft.com/office/drawing/2014/main" id="{9FCCF4DF-891E-B67A-E828-54FF61099641}"/>
                </a:ext>
              </a:extLst>
            </p:cNvPr>
            <p:cNvSpPr/>
            <p:nvPr/>
          </p:nvSpPr>
          <p:spPr>
            <a:xfrm>
              <a:off x="1782941" y="4887382"/>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70" name="Rectangle : coins arrondis 69">
              <a:extLst>
                <a:ext uri="{FF2B5EF4-FFF2-40B4-BE49-F238E27FC236}">
                  <a16:creationId xmlns:a16="http://schemas.microsoft.com/office/drawing/2014/main" id="{E811187B-E2D5-85B8-3DA8-6629BFA28846}"/>
                </a:ext>
              </a:extLst>
            </p:cNvPr>
            <p:cNvSpPr/>
            <p:nvPr/>
          </p:nvSpPr>
          <p:spPr>
            <a:xfrm>
              <a:off x="2116316" y="4887382"/>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Information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 Affiche une zone d’information.</a:t>
              </a:r>
            </a:p>
          </p:txBody>
        </p:sp>
        <p:cxnSp>
          <p:nvCxnSpPr>
            <p:cNvPr id="71" name="Connecteur droit 70">
              <a:extLst>
                <a:ext uri="{FF2B5EF4-FFF2-40B4-BE49-F238E27FC236}">
                  <a16:creationId xmlns:a16="http://schemas.microsoft.com/office/drawing/2014/main" id="{89F8F5E6-755E-DB49-85F4-C4B3C5B922EA}"/>
                </a:ext>
              </a:extLst>
            </p:cNvPr>
            <p:cNvCxnSpPr>
              <a:cxnSpLocks/>
            </p:cNvCxnSpPr>
            <p:nvPr/>
          </p:nvCxnSpPr>
          <p:spPr>
            <a:xfrm>
              <a:off x="1782940" y="4887382"/>
              <a:ext cx="0" cy="554400"/>
            </a:xfrm>
            <a:prstGeom prst="line">
              <a:avLst/>
            </a:prstGeom>
            <a:ln w="38100">
              <a:solidFill>
                <a:srgbClr val="358F6C"/>
              </a:solidFill>
            </a:ln>
          </p:spPr>
          <p:style>
            <a:lnRef idx="1">
              <a:schemeClr val="accent1"/>
            </a:lnRef>
            <a:fillRef idx="0">
              <a:schemeClr val="accent1"/>
            </a:fillRef>
            <a:effectRef idx="0">
              <a:schemeClr val="accent1"/>
            </a:effectRef>
            <a:fontRef idx="minor">
              <a:schemeClr val="tx1"/>
            </a:fontRef>
          </p:style>
        </p:cxnSp>
        <p:pic>
          <p:nvPicPr>
            <p:cNvPr id="3" name="Image 2" descr="Info">
              <a:extLst>
                <a:ext uri="{FF2B5EF4-FFF2-40B4-BE49-F238E27FC236}">
                  <a16:creationId xmlns:a16="http://schemas.microsoft.com/office/drawing/2014/main" id="{40563E7F-6380-7244-F46C-CDB0630ACAE8}"/>
                </a:ext>
              </a:extLst>
            </p:cNvPr>
            <p:cNvPicPr>
              <a:picLocks noChangeAspect="1"/>
            </p:cNvPicPr>
            <p:nvPr/>
          </p:nvPicPr>
          <p:blipFill>
            <a:blip r:embed="rId5"/>
            <a:stretch>
              <a:fillRect/>
            </a:stretch>
          </p:blipFill>
          <p:spPr>
            <a:xfrm>
              <a:off x="1888648" y="5032502"/>
              <a:ext cx="264160" cy="264160"/>
            </a:xfrm>
            <a:prstGeom prst="rect">
              <a:avLst/>
            </a:prstGeom>
          </p:spPr>
        </p:pic>
      </p:grpSp>
    </p:spTree>
    <p:extLst>
      <p:ext uri="{BB962C8B-B14F-4D97-AF65-F5344CB8AC3E}">
        <p14:creationId xmlns:p14="http://schemas.microsoft.com/office/powerpoint/2010/main" val="12158388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3" name="Groupe 202">
            <a:extLst>
              <a:ext uri="{FF2B5EF4-FFF2-40B4-BE49-F238E27FC236}">
                <a16:creationId xmlns:a16="http://schemas.microsoft.com/office/drawing/2014/main" id="{8960BF30-F82A-3E5A-146A-0246F49F7EE5}"/>
              </a:ext>
            </a:extLst>
          </p:cNvPr>
          <p:cNvGrpSpPr/>
          <p:nvPr/>
        </p:nvGrpSpPr>
        <p:grpSpPr>
          <a:xfrm>
            <a:off x="4017353" y="2148750"/>
            <a:ext cx="1939627" cy="3573462"/>
            <a:chOff x="5130203" y="884899"/>
            <a:chExt cx="412233" cy="3573462"/>
          </a:xfrm>
        </p:grpSpPr>
        <p:sp>
          <p:nvSpPr>
            <p:cNvPr id="197" name="Rectangle : coins arrondis 196">
              <a:extLst>
                <a:ext uri="{FF2B5EF4-FFF2-40B4-BE49-F238E27FC236}">
                  <a16:creationId xmlns:a16="http://schemas.microsoft.com/office/drawing/2014/main" id="{6AFD4D74-72F7-D132-1609-6F6DAD21C55C}"/>
                </a:ext>
              </a:extLst>
            </p:cNvPr>
            <p:cNvSpPr/>
            <p:nvPr/>
          </p:nvSpPr>
          <p:spPr>
            <a:xfrm>
              <a:off x="5130205" y="884899"/>
              <a:ext cx="412231" cy="3573461"/>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Menu principal</a:t>
              </a:r>
            </a:p>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cxnSp>
          <p:nvCxnSpPr>
            <p:cNvPr id="199" name="Connecteur droit 198">
              <a:extLst>
                <a:ext uri="{FF2B5EF4-FFF2-40B4-BE49-F238E27FC236}">
                  <a16:creationId xmlns:a16="http://schemas.microsoft.com/office/drawing/2014/main" id="{6BB870DA-9D16-11B9-D0E1-319C769F8D56}"/>
                </a:ext>
              </a:extLst>
            </p:cNvPr>
            <p:cNvCxnSpPr>
              <a:cxnSpLocks/>
            </p:cNvCxnSpPr>
            <p:nvPr/>
          </p:nvCxnSpPr>
          <p:spPr>
            <a:xfrm>
              <a:off x="5130203" y="907849"/>
              <a:ext cx="0" cy="3550512"/>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pic>
        <p:nvPicPr>
          <p:cNvPr id="5" name="Image 4">
            <a:extLst>
              <a:ext uri="{FF2B5EF4-FFF2-40B4-BE49-F238E27FC236}">
                <a16:creationId xmlns:a16="http://schemas.microsoft.com/office/drawing/2014/main" id="{7ECEAC72-7D14-E0FB-5C58-E4D86EB98795}"/>
              </a:ext>
            </a:extLst>
          </p:cNvPr>
          <p:cNvPicPr>
            <a:picLocks noChangeAspect="1"/>
          </p:cNvPicPr>
          <p:nvPr/>
        </p:nvPicPr>
        <p:blipFill>
          <a:blip r:embed="rId2"/>
          <a:srcRect b="52222"/>
          <a:stretch>
            <a:fillRect/>
          </a:stretch>
        </p:blipFill>
        <p:spPr>
          <a:xfrm>
            <a:off x="4399172" y="2643409"/>
            <a:ext cx="1626534" cy="2616221"/>
          </a:xfrm>
          <a:prstGeom prst="rect">
            <a:avLst/>
          </a:prstGeom>
        </p:spPr>
      </p:pic>
      <p:sp>
        <p:nvSpPr>
          <p:cNvPr id="2" name="Titre 1">
            <a:extLst>
              <a:ext uri="{FF2B5EF4-FFF2-40B4-BE49-F238E27FC236}">
                <a16:creationId xmlns:a16="http://schemas.microsoft.com/office/drawing/2014/main" id="{2C198829-35EB-6A46-EBAA-6A582DAFE970}"/>
              </a:ext>
            </a:extLst>
          </p:cNvPr>
          <p:cNvSpPr>
            <a:spLocks noGrp="1"/>
          </p:cNvSpPr>
          <p:nvPr>
            <p:ph type="title"/>
          </p:nvPr>
        </p:nvSpPr>
        <p:spPr/>
        <p:txBody>
          <a:bodyPr/>
          <a:lstStyle/>
          <a:p>
            <a:r>
              <a:rPr lang="fr-FR" noProof="0" dirty="0"/>
              <a:t>Plan du Site utilisateur</a:t>
            </a:r>
          </a:p>
        </p:txBody>
      </p:sp>
      <p:sp>
        <p:nvSpPr>
          <p:cNvPr id="4" name="Espace réservé du texte 3">
            <a:extLst>
              <a:ext uri="{FF2B5EF4-FFF2-40B4-BE49-F238E27FC236}">
                <a16:creationId xmlns:a16="http://schemas.microsoft.com/office/drawing/2014/main" id="{55EE5942-743C-7FE0-DDCC-8AF825345982}"/>
              </a:ext>
            </a:extLst>
          </p:cNvPr>
          <p:cNvSpPr>
            <a:spLocks noGrp="1"/>
          </p:cNvSpPr>
          <p:nvPr>
            <p:ph type="body" sz="quarter" idx="15"/>
          </p:nvPr>
        </p:nvSpPr>
        <p:spPr/>
        <p:txBody>
          <a:bodyPr/>
          <a:lstStyle/>
          <a:p>
            <a:r>
              <a:rPr lang="fr-FR" noProof="0" dirty="0"/>
              <a:t>Annexe</a:t>
            </a:r>
          </a:p>
        </p:txBody>
      </p:sp>
      <p:grpSp>
        <p:nvGrpSpPr>
          <p:cNvPr id="106" name="Groupe 105">
            <a:extLst>
              <a:ext uri="{FF2B5EF4-FFF2-40B4-BE49-F238E27FC236}">
                <a16:creationId xmlns:a16="http://schemas.microsoft.com/office/drawing/2014/main" id="{D92B8330-6959-2D49-7BF5-923A8FE5766B}"/>
              </a:ext>
            </a:extLst>
          </p:cNvPr>
          <p:cNvGrpSpPr/>
          <p:nvPr/>
        </p:nvGrpSpPr>
        <p:grpSpPr>
          <a:xfrm>
            <a:off x="181997" y="2458394"/>
            <a:ext cx="3249375" cy="360000"/>
            <a:chOff x="1076957" y="5514260"/>
            <a:chExt cx="3249375" cy="360000"/>
          </a:xfrm>
        </p:grpSpPr>
        <p:sp>
          <p:nvSpPr>
            <p:cNvPr id="107" name="Rectangle : coins arrondis 106">
              <a:extLst>
                <a:ext uri="{FF2B5EF4-FFF2-40B4-BE49-F238E27FC236}">
                  <a16:creationId xmlns:a16="http://schemas.microsoft.com/office/drawing/2014/main" id="{E8346262-FB0A-87B5-3A33-4E8AF8CE9844}"/>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08" name="Rectangle : coins arrondis 107">
              <a:extLst>
                <a:ext uri="{FF2B5EF4-FFF2-40B4-BE49-F238E27FC236}">
                  <a16:creationId xmlns:a16="http://schemas.microsoft.com/office/drawing/2014/main" id="{59368EC4-1F55-7425-1E19-25A9BC282FF2}"/>
                </a:ext>
              </a:extLst>
            </p:cNvPr>
            <p:cNvSpPr/>
            <p:nvPr/>
          </p:nvSpPr>
          <p:spPr>
            <a:xfrm>
              <a:off x="1410332" y="5515015"/>
              <a:ext cx="2916000"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Fermer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Ferme le panneau de navigation.</a:t>
              </a:r>
            </a:p>
          </p:txBody>
        </p:sp>
        <p:cxnSp>
          <p:nvCxnSpPr>
            <p:cNvPr id="109" name="Connecteur droit 108">
              <a:extLst>
                <a:ext uri="{FF2B5EF4-FFF2-40B4-BE49-F238E27FC236}">
                  <a16:creationId xmlns:a16="http://schemas.microsoft.com/office/drawing/2014/main" id="{99EAE6AF-5311-8A40-1A8A-AF9195B8C688}"/>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110" name="Ellipse 109">
              <a:extLst>
                <a:ext uri="{FF2B5EF4-FFF2-40B4-BE49-F238E27FC236}">
                  <a16:creationId xmlns:a16="http://schemas.microsoft.com/office/drawing/2014/main" id="{88B3BE89-FF90-9923-0AD5-B1DFB39CEEEB}"/>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2</a:t>
              </a:r>
              <a:endParaRPr lang="fr-FR" sz="1600" b="1" noProof="0" dirty="0"/>
            </a:p>
          </p:txBody>
        </p:sp>
      </p:grpSp>
      <p:grpSp>
        <p:nvGrpSpPr>
          <p:cNvPr id="111" name="Groupe 110">
            <a:extLst>
              <a:ext uri="{FF2B5EF4-FFF2-40B4-BE49-F238E27FC236}">
                <a16:creationId xmlns:a16="http://schemas.microsoft.com/office/drawing/2014/main" id="{F16F497F-8932-7206-0BCB-AF0A102219AD}"/>
              </a:ext>
            </a:extLst>
          </p:cNvPr>
          <p:cNvGrpSpPr/>
          <p:nvPr/>
        </p:nvGrpSpPr>
        <p:grpSpPr>
          <a:xfrm>
            <a:off x="181997" y="2066677"/>
            <a:ext cx="3321375" cy="360000"/>
            <a:chOff x="1076957" y="5514260"/>
            <a:chExt cx="3321375" cy="360000"/>
          </a:xfrm>
        </p:grpSpPr>
        <p:sp>
          <p:nvSpPr>
            <p:cNvPr id="112" name="Rectangle : coins arrondis 111">
              <a:extLst>
                <a:ext uri="{FF2B5EF4-FFF2-40B4-BE49-F238E27FC236}">
                  <a16:creationId xmlns:a16="http://schemas.microsoft.com/office/drawing/2014/main" id="{C35560C9-8901-6706-C075-4843FBEDCDD5}"/>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13" name="Rectangle : coins arrondis 112">
              <a:extLst>
                <a:ext uri="{FF2B5EF4-FFF2-40B4-BE49-F238E27FC236}">
                  <a16:creationId xmlns:a16="http://schemas.microsoft.com/office/drawing/2014/main" id="{CC3C43ED-22C4-94E2-CD3C-2151A67B80C1}"/>
                </a:ext>
              </a:extLst>
            </p:cNvPr>
            <p:cNvSpPr/>
            <p:nvPr/>
          </p:nvSpPr>
          <p:spPr>
            <a:xfrm>
              <a:off x="1410332" y="5515015"/>
              <a:ext cx="2988000"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Actualiser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Actualisation auto. de la page.</a:t>
              </a:r>
            </a:p>
          </p:txBody>
        </p:sp>
        <p:cxnSp>
          <p:nvCxnSpPr>
            <p:cNvPr id="114" name="Connecteur droit 113">
              <a:extLst>
                <a:ext uri="{FF2B5EF4-FFF2-40B4-BE49-F238E27FC236}">
                  <a16:creationId xmlns:a16="http://schemas.microsoft.com/office/drawing/2014/main" id="{E8B4AF4D-23DB-B938-17AC-C4D414285AC0}"/>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115" name="Ellipse 114">
              <a:extLst>
                <a:ext uri="{FF2B5EF4-FFF2-40B4-BE49-F238E27FC236}">
                  <a16:creationId xmlns:a16="http://schemas.microsoft.com/office/drawing/2014/main" id="{465627AA-C669-E6F4-F622-326F0B22022F}"/>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a:t>
              </a:r>
              <a:endParaRPr lang="fr-FR" sz="1600" b="1" noProof="0" dirty="0"/>
            </a:p>
          </p:txBody>
        </p:sp>
      </p:grpSp>
      <p:grpSp>
        <p:nvGrpSpPr>
          <p:cNvPr id="116" name="Groupe 115">
            <a:extLst>
              <a:ext uri="{FF2B5EF4-FFF2-40B4-BE49-F238E27FC236}">
                <a16:creationId xmlns:a16="http://schemas.microsoft.com/office/drawing/2014/main" id="{ACDE965E-CC97-BE64-A4F7-8660113ABFFC}"/>
              </a:ext>
            </a:extLst>
          </p:cNvPr>
          <p:cNvGrpSpPr/>
          <p:nvPr/>
        </p:nvGrpSpPr>
        <p:grpSpPr>
          <a:xfrm>
            <a:off x="181997" y="3468384"/>
            <a:ext cx="3213376" cy="557747"/>
            <a:chOff x="5346700" y="1873408"/>
            <a:chExt cx="3213376" cy="557747"/>
          </a:xfrm>
        </p:grpSpPr>
        <p:sp>
          <p:nvSpPr>
            <p:cNvPr id="117" name="Rectangle : coins arrondis 116">
              <a:extLst>
                <a:ext uri="{FF2B5EF4-FFF2-40B4-BE49-F238E27FC236}">
                  <a16:creationId xmlns:a16="http://schemas.microsoft.com/office/drawing/2014/main" id="{C2FDB982-1EFB-A4BB-1F1C-449642DD3354}"/>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18" name="Rectangle : coins arrondis 117">
              <a:extLst>
                <a:ext uri="{FF2B5EF4-FFF2-40B4-BE49-F238E27FC236}">
                  <a16:creationId xmlns:a16="http://schemas.microsoft.com/office/drawing/2014/main" id="{18258C51-2236-442E-E0B2-5F2D8C946BDC}"/>
                </a:ext>
              </a:extLst>
            </p:cNvPr>
            <p:cNvSpPr/>
            <p:nvPr/>
          </p:nvSpPr>
          <p:spPr>
            <a:xfrm>
              <a:off x="5680076" y="1876755"/>
              <a:ext cx="2880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Optionnel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Avec option « Publier Prochains Combats ».</a:t>
              </a:r>
            </a:p>
          </p:txBody>
        </p:sp>
        <p:sp>
          <p:nvSpPr>
            <p:cNvPr id="119" name="Rectangle : coins arrondis 118">
              <a:extLst>
                <a:ext uri="{FF2B5EF4-FFF2-40B4-BE49-F238E27FC236}">
                  <a16:creationId xmlns:a16="http://schemas.microsoft.com/office/drawing/2014/main" id="{80CB9EE4-B09A-9B03-7277-63B50FA97D78}"/>
                </a:ext>
              </a:extLst>
            </p:cNvPr>
            <p:cNvSpPr>
              <a:spLocks noChangeAspect="1"/>
            </p:cNvSpPr>
            <p:nvPr/>
          </p:nvSpPr>
          <p:spPr>
            <a:xfrm>
              <a:off x="5408816" y="2010394"/>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120" name="Connecteur droit 119">
              <a:extLst>
                <a:ext uri="{FF2B5EF4-FFF2-40B4-BE49-F238E27FC236}">
                  <a16:creationId xmlns:a16="http://schemas.microsoft.com/office/drawing/2014/main" id="{A52581E8-8A38-92C3-A47B-D9A389C069CB}"/>
                </a:ext>
              </a:extLst>
            </p:cNvPr>
            <p:cNvCxnSpPr/>
            <p:nvPr/>
          </p:nvCxnSpPr>
          <p:spPr>
            <a:xfrm>
              <a:off x="5346700" y="1876755"/>
              <a:ext cx="0" cy="554400"/>
            </a:xfrm>
            <a:prstGeom prst="line">
              <a:avLst/>
            </a:prstGeom>
            <a:ln w="38100">
              <a:solidFill>
                <a:srgbClr val="358F6C"/>
              </a:solidFill>
            </a:ln>
          </p:spPr>
          <p:style>
            <a:lnRef idx="1">
              <a:schemeClr val="accent1"/>
            </a:lnRef>
            <a:fillRef idx="0">
              <a:schemeClr val="accent1"/>
            </a:fillRef>
            <a:effectRef idx="0">
              <a:schemeClr val="accent1"/>
            </a:effectRef>
            <a:fontRef idx="minor">
              <a:schemeClr val="tx1"/>
            </a:fontRef>
          </p:style>
        </p:cxnSp>
      </p:grpSp>
      <p:grpSp>
        <p:nvGrpSpPr>
          <p:cNvPr id="121" name="Groupe 120">
            <a:extLst>
              <a:ext uri="{FF2B5EF4-FFF2-40B4-BE49-F238E27FC236}">
                <a16:creationId xmlns:a16="http://schemas.microsoft.com/office/drawing/2014/main" id="{46FDD551-8CA4-5F87-2484-957F9308C977}"/>
              </a:ext>
            </a:extLst>
          </p:cNvPr>
          <p:cNvGrpSpPr/>
          <p:nvPr/>
        </p:nvGrpSpPr>
        <p:grpSpPr>
          <a:xfrm>
            <a:off x="181997" y="4164986"/>
            <a:ext cx="3213376" cy="557747"/>
            <a:chOff x="5346700" y="1873408"/>
            <a:chExt cx="3213376" cy="557747"/>
          </a:xfrm>
        </p:grpSpPr>
        <p:sp>
          <p:nvSpPr>
            <p:cNvPr id="122" name="Rectangle : coins arrondis 121">
              <a:extLst>
                <a:ext uri="{FF2B5EF4-FFF2-40B4-BE49-F238E27FC236}">
                  <a16:creationId xmlns:a16="http://schemas.microsoft.com/office/drawing/2014/main" id="{9C263468-B1C5-DAB8-C16D-A84DA461A54A}"/>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23" name="Rectangle : coins arrondis 122">
              <a:extLst>
                <a:ext uri="{FF2B5EF4-FFF2-40B4-BE49-F238E27FC236}">
                  <a16:creationId xmlns:a16="http://schemas.microsoft.com/office/drawing/2014/main" id="{E0D11ADE-5210-4160-9E0A-B39BB0701040}"/>
                </a:ext>
              </a:extLst>
            </p:cNvPr>
            <p:cNvSpPr/>
            <p:nvPr/>
          </p:nvSpPr>
          <p:spPr>
            <a:xfrm>
              <a:off x="5680076" y="1876755"/>
              <a:ext cx="2880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Optionnel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Avec option « Publier Affectations ».</a:t>
              </a:r>
            </a:p>
          </p:txBody>
        </p:sp>
        <p:sp>
          <p:nvSpPr>
            <p:cNvPr id="124" name="Rectangle : coins arrondis 123">
              <a:extLst>
                <a:ext uri="{FF2B5EF4-FFF2-40B4-BE49-F238E27FC236}">
                  <a16:creationId xmlns:a16="http://schemas.microsoft.com/office/drawing/2014/main" id="{2D5A29A5-A791-B4C6-3929-7EAD21A32C83}"/>
                </a:ext>
              </a:extLst>
            </p:cNvPr>
            <p:cNvSpPr>
              <a:spLocks noChangeAspect="1"/>
            </p:cNvSpPr>
            <p:nvPr/>
          </p:nvSpPr>
          <p:spPr>
            <a:xfrm>
              <a:off x="5408816" y="2010394"/>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125" name="Connecteur droit 124">
              <a:extLst>
                <a:ext uri="{FF2B5EF4-FFF2-40B4-BE49-F238E27FC236}">
                  <a16:creationId xmlns:a16="http://schemas.microsoft.com/office/drawing/2014/main" id="{D8739D57-84A7-60C4-3E65-A17C6C1F6BC6}"/>
                </a:ext>
              </a:extLst>
            </p:cNvPr>
            <p:cNvCxnSpPr/>
            <p:nvPr/>
          </p:nvCxnSpPr>
          <p:spPr>
            <a:xfrm>
              <a:off x="5346700" y="1876755"/>
              <a:ext cx="0" cy="554400"/>
            </a:xfrm>
            <a:prstGeom prst="line">
              <a:avLst/>
            </a:prstGeom>
            <a:ln w="38100">
              <a:solidFill>
                <a:srgbClr val="358F6C"/>
              </a:solidFill>
            </a:ln>
          </p:spPr>
          <p:style>
            <a:lnRef idx="1">
              <a:schemeClr val="accent1"/>
            </a:lnRef>
            <a:fillRef idx="0">
              <a:schemeClr val="accent1"/>
            </a:fillRef>
            <a:effectRef idx="0">
              <a:schemeClr val="accent1"/>
            </a:effectRef>
            <a:fontRef idx="minor">
              <a:schemeClr val="tx1"/>
            </a:fontRef>
          </p:style>
        </p:cxnSp>
      </p:grpSp>
      <p:grpSp>
        <p:nvGrpSpPr>
          <p:cNvPr id="126" name="Groupe 125">
            <a:extLst>
              <a:ext uri="{FF2B5EF4-FFF2-40B4-BE49-F238E27FC236}">
                <a16:creationId xmlns:a16="http://schemas.microsoft.com/office/drawing/2014/main" id="{C44249CB-4E48-2B7A-1735-532926F7E0A5}"/>
              </a:ext>
            </a:extLst>
          </p:cNvPr>
          <p:cNvGrpSpPr/>
          <p:nvPr/>
        </p:nvGrpSpPr>
        <p:grpSpPr>
          <a:xfrm>
            <a:off x="181997" y="4896290"/>
            <a:ext cx="3213376" cy="557747"/>
            <a:chOff x="5346700" y="1873408"/>
            <a:chExt cx="3213376" cy="557747"/>
          </a:xfrm>
        </p:grpSpPr>
        <p:sp>
          <p:nvSpPr>
            <p:cNvPr id="127" name="Rectangle : coins arrondis 126">
              <a:extLst>
                <a:ext uri="{FF2B5EF4-FFF2-40B4-BE49-F238E27FC236}">
                  <a16:creationId xmlns:a16="http://schemas.microsoft.com/office/drawing/2014/main" id="{4DA18A08-668E-FBB6-9E9C-01AD4D089CB2}"/>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28" name="Rectangle : coins arrondis 127">
              <a:extLst>
                <a:ext uri="{FF2B5EF4-FFF2-40B4-BE49-F238E27FC236}">
                  <a16:creationId xmlns:a16="http://schemas.microsoft.com/office/drawing/2014/main" id="{D0D33B3A-6E96-8FD8-25DC-00EB60194488}"/>
                </a:ext>
              </a:extLst>
            </p:cNvPr>
            <p:cNvSpPr/>
            <p:nvPr/>
          </p:nvSpPr>
          <p:spPr>
            <a:xfrm>
              <a:off x="5680076" y="1876755"/>
              <a:ext cx="2880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Optionnel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Avec option « Publier Engagements ».</a:t>
              </a:r>
            </a:p>
          </p:txBody>
        </p:sp>
        <p:sp>
          <p:nvSpPr>
            <p:cNvPr id="129" name="Rectangle : coins arrondis 128">
              <a:extLst>
                <a:ext uri="{FF2B5EF4-FFF2-40B4-BE49-F238E27FC236}">
                  <a16:creationId xmlns:a16="http://schemas.microsoft.com/office/drawing/2014/main" id="{E9399631-91C5-51F5-EAFA-F91B203673DF}"/>
                </a:ext>
              </a:extLst>
            </p:cNvPr>
            <p:cNvSpPr>
              <a:spLocks noChangeAspect="1"/>
            </p:cNvSpPr>
            <p:nvPr/>
          </p:nvSpPr>
          <p:spPr>
            <a:xfrm>
              <a:off x="5408816" y="2010394"/>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c</a:t>
              </a:r>
            </a:p>
          </p:txBody>
        </p:sp>
        <p:cxnSp>
          <p:nvCxnSpPr>
            <p:cNvPr id="130" name="Connecteur droit 129">
              <a:extLst>
                <a:ext uri="{FF2B5EF4-FFF2-40B4-BE49-F238E27FC236}">
                  <a16:creationId xmlns:a16="http://schemas.microsoft.com/office/drawing/2014/main" id="{3BE916D3-95D4-F49B-CBA2-036FE410AEB4}"/>
                </a:ext>
              </a:extLst>
            </p:cNvPr>
            <p:cNvCxnSpPr/>
            <p:nvPr/>
          </p:nvCxnSpPr>
          <p:spPr>
            <a:xfrm>
              <a:off x="5346700" y="1876755"/>
              <a:ext cx="0" cy="554400"/>
            </a:xfrm>
            <a:prstGeom prst="line">
              <a:avLst/>
            </a:prstGeom>
            <a:ln w="38100">
              <a:solidFill>
                <a:srgbClr val="358F6C"/>
              </a:solidFill>
            </a:ln>
          </p:spPr>
          <p:style>
            <a:lnRef idx="1">
              <a:schemeClr val="accent1"/>
            </a:lnRef>
            <a:fillRef idx="0">
              <a:schemeClr val="accent1"/>
            </a:fillRef>
            <a:effectRef idx="0">
              <a:schemeClr val="accent1"/>
            </a:effectRef>
            <a:fontRef idx="minor">
              <a:schemeClr val="tx1"/>
            </a:fontRef>
          </p:style>
        </p:cxnSp>
      </p:grpSp>
      <p:grpSp>
        <p:nvGrpSpPr>
          <p:cNvPr id="131" name="Groupe 130">
            <a:extLst>
              <a:ext uri="{FF2B5EF4-FFF2-40B4-BE49-F238E27FC236}">
                <a16:creationId xmlns:a16="http://schemas.microsoft.com/office/drawing/2014/main" id="{9498B477-87A6-EF61-5EDF-150FD9AB3557}"/>
              </a:ext>
            </a:extLst>
          </p:cNvPr>
          <p:cNvGrpSpPr/>
          <p:nvPr/>
        </p:nvGrpSpPr>
        <p:grpSpPr>
          <a:xfrm>
            <a:off x="181997" y="5630941"/>
            <a:ext cx="3213376" cy="557747"/>
            <a:chOff x="5346700" y="1873408"/>
            <a:chExt cx="3213376" cy="557747"/>
          </a:xfrm>
        </p:grpSpPr>
        <p:sp>
          <p:nvSpPr>
            <p:cNvPr id="132" name="Rectangle : coins arrondis 131">
              <a:extLst>
                <a:ext uri="{FF2B5EF4-FFF2-40B4-BE49-F238E27FC236}">
                  <a16:creationId xmlns:a16="http://schemas.microsoft.com/office/drawing/2014/main" id="{75C2D791-5A54-E565-F05B-65F76A86F05B}"/>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33" name="Rectangle : coins arrondis 132">
              <a:extLst>
                <a:ext uri="{FF2B5EF4-FFF2-40B4-BE49-F238E27FC236}">
                  <a16:creationId xmlns:a16="http://schemas.microsoft.com/office/drawing/2014/main" id="{0F70BD40-00B1-FEB6-7757-D5DC50DA7A78}"/>
                </a:ext>
              </a:extLst>
            </p:cNvPr>
            <p:cNvSpPr/>
            <p:nvPr/>
          </p:nvSpPr>
          <p:spPr>
            <a:xfrm>
              <a:off x="5680076" y="1876755"/>
              <a:ext cx="2880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Optionnel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Avec option « Publier Statistiques ».</a:t>
              </a:r>
            </a:p>
          </p:txBody>
        </p:sp>
        <p:sp>
          <p:nvSpPr>
            <p:cNvPr id="134" name="Rectangle : coins arrondis 133">
              <a:extLst>
                <a:ext uri="{FF2B5EF4-FFF2-40B4-BE49-F238E27FC236}">
                  <a16:creationId xmlns:a16="http://schemas.microsoft.com/office/drawing/2014/main" id="{1FA743D1-D5F3-5611-5EB6-E9C8681B9FC9}"/>
                </a:ext>
              </a:extLst>
            </p:cNvPr>
            <p:cNvSpPr>
              <a:spLocks noChangeAspect="1"/>
            </p:cNvSpPr>
            <p:nvPr/>
          </p:nvSpPr>
          <p:spPr>
            <a:xfrm>
              <a:off x="5408816" y="2010394"/>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d</a:t>
              </a:r>
            </a:p>
          </p:txBody>
        </p:sp>
        <p:cxnSp>
          <p:nvCxnSpPr>
            <p:cNvPr id="135" name="Connecteur droit 134">
              <a:extLst>
                <a:ext uri="{FF2B5EF4-FFF2-40B4-BE49-F238E27FC236}">
                  <a16:creationId xmlns:a16="http://schemas.microsoft.com/office/drawing/2014/main" id="{DDDB2B8A-2C84-2598-D8E9-1D3D5B0978D0}"/>
                </a:ext>
              </a:extLst>
            </p:cNvPr>
            <p:cNvCxnSpPr/>
            <p:nvPr/>
          </p:nvCxnSpPr>
          <p:spPr>
            <a:xfrm>
              <a:off x="5346700" y="1876755"/>
              <a:ext cx="0" cy="554400"/>
            </a:xfrm>
            <a:prstGeom prst="line">
              <a:avLst/>
            </a:prstGeom>
            <a:ln w="38100">
              <a:solidFill>
                <a:srgbClr val="358F6C"/>
              </a:solidFill>
            </a:ln>
          </p:spPr>
          <p:style>
            <a:lnRef idx="1">
              <a:schemeClr val="accent1"/>
            </a:lnRef>
            <a:fillRef idx="0">
              <a:schemeClr val="accent1"/>
            </a:fillRef>
            <a:effectRef idx="0">
              <a:schemeClr val="accent1"/>
            </a:effectRef>
            <a:fontRef idx="minor">
              <a:schemeClr val="tx1"/>
            </a:fontRef>
          </p:style>
        </p:cxnSp>
      </p:grpSp>
      <p:grpSp>
        <p:nvGrpSpPr>
          <p:cNvPr id="136" name="Groupe 135">
            <a:extLst>
              <a:ext uri="{FF2B5EF4-FFF2-40B4-BE49-F238E27FC236}">
                <a16:creationId xmlns:a16="http://schemas.microsoft.com/office/drawing/2014/main" id="{8924C890-2E67-31B6-8066-A60E3063C85C}"/>
              </a:ext>
            </a:extLst>
          </p:cNvPr>
          <p:cNvGrpSpPr/>
          <p:nvPr/>
        </p:nvGrpSpPr>
        <p:grpSpPr>
          <a:xfrm>
            <a:off x="181997" y="1371168"/>
            <a:ext cx="3213376" cy="360000"/>
            <a:chOff x="5346700" y="1891328"/>
            <a:chExt cx="3213376" cy="360000"/>
          </a:xfrm>
        </p:grpSpPr>
        <p:sp>
          <p:nvSpPr>
            <p:cNvPr id="137" name="Rectangle : coins arrondis 136">
              <a:extLst>
                <a:ext uri="{FF2B5EF4-FFF2-40B4-BE49-F238E27FC236}">
                  <a16:creationId xmlns:a16="http://schemas.microsoft.com/office/drawing/2014/main" id="{358518E3-505F-DB00-418C-78859325CB5D}"/>
                </a:ext>
              </a:extLst>
            </p:cNvPr>
            <p:cNvSpPr/>
            <p:nvPr/>
          </p:nvSpPr>
          <p:spPr>
            <a:xfrm>
              <a:off x="5346701" y="1891328"/>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38" name="Rectangle : coins arrondis 137">
              <a:extLst>
                <a:ext uri="{FF2B5EF4-FFF2-40B4-BE49-F238E27FC236}">
                  <a16:creationId xmlns:a16="http://schemas.microsoft.com/office/drawing/2014/main" id="{F5F96247-3BEF-CABA-B418-1073335EFFB9}"/>
                </a:ext>
              </a:extLst>
            </p:cNvPr>
            <p:cNvSpPr/>
            <p:nvPr/>
          </p:nvSpPr>
          <p:spPr>
            <a:xfrm>
              <a:off x="5680076" y="1891328"/>
              <a:ext cx="2880000"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Position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indique la position actuelle.</a:t>
              </a:r>
            </a:p>
          </p:txBody>
        </p:sp>
        <p:sp>
          <p:nvSpPr>
            <p:cNvPr id="139" name="Rectangle 138">
              <a:extLst>
                <a:ext uri="{FF2B5EF4-FFF2-40B4-BE49-F238E27FC236}">
                  <a16:creationId xmlns:a16="http://schemas.microsoft.com/office/drawing/2014/main" id="{BA6838B1-2962-82F5-7851-C9E28EA52AC2}"/>
                </a:ext>
              </a:extLst>
            </p:cNvPr>
            <p:cNvSpPr>
              <a:spLocks noChangeAspect="1"/>
            </p:cNvSpPr>
            <p:nvPr/>
          </p:nvSpPr>
          <p:spPr>
            <a:xfrm>
              <a:off x="5408816" y="1927328"/>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140" name="Connecteur droit 139">
              <a:extLst>
                <a:ext uri="{FF2B5EF4-FFF2-40B4-BE49-F238E27FC236}">
                  <a16:creationId xmlns:a16="http://schemas.microsoft.com/office/drawing/2014/main" id="{753E8D14-3843-21D0-304C-434123BA071D}"/>
                </a:ext>
              </a:extLst>
            </p:cNvPr>
            <p:cNvCxnSpPr>
              <a:cxnSpLocks/>
            </p:cNvCxnSpPr>
            <p:nvPr/>
          </p:nvCxnSpPr>
          <p:spPr>
            <a:xfrm>
              <a:off x="5346700" y="1891328"/>
              <a:ext cx="0" cy="36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sp>
        <p:nvSpPr>
          <p:cNvPr id="193" name="Rectangle : coins arrondis 192">
            <a:extLst>
              <a:ext uri="{FF2B5EF4-FFF2-40B4-BE49-F238E27FC236}">
                <a16:creationId xmlns:a16="http://schemas.microsoft.com/office/drawing/2014/main" id="{D0B92279-8E75-1018-B84E-7360994D6C54}"/>
              </a:ext>
            </a:extLst>
          </p:cNvPr>
          <p:cNvSpPr/>
          <p:nvPr/>
        </p:nvSpPr>
        <p:spPr>
          <a:xfrm>
            <a:off x="4577754" y="-1102201"/>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94" name="Rectangle : coins arrondis 193">
            <a:extLst>
              <a:ext uri="{FF2B5EF4-FFF2-40B4-BE49-F238E27FC236}">
                <a16:creationId xmlns:a16="http://schemas.microsoft.com/office/drawing/2014/main" id="{A8CF23A8-4D73-2F9C-CA58-867A360F2FCE}"/>
              </a:ext>
            </a:extLst>
          </p:cNvPr>
          <p:cNvSpPr/>
          <p:nvPr/>
        </p:nvSpPr>
        <p:spPr>
          <a:xfrm>
            <a:off x="4911129" y="-1102201"/>
            <a:ext cx="1978620"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Chambre d’appel par tapis</a:t>
            </a:r>
          </a:p>
        </p:txBody>
      </p:sp>
      <p:cxnSp>
        <p:nvCxnSpPr>
          <p:cNvPr id="195" name="Connecteur droit 194">
            <a:extLst>
              <a:ext uri="{FF2B5EF4-FFF2-40B4-BE49-F238E27FC236}">
                <a16:creationId xmlns:a16="http://schemas.microsoft.com/office/drawing/2014/main" id="{6991264B-C06E-88FE-60A4-39E6A287B4EF}"/>
              </a:ext>
            </a:extLst>
          </p:cNvPr>
          <p:cNvCxnSpPr>
            <a:cxnSpLocks/>
          </p:cNvCxnSpPr>
          <p:nvPr/>
        </p:nvCxnSpPr>
        <p:spPr>
          <a:xfrm>
            <a:off x="4577753" y="-1102201"/>
            <a:ext cx="0" cy="36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pic>
        <p:nvPicPr>
          <p:cNvPr id="196" name="Image 195">
            <a:extLst>
              <a:ext uri="{FF2B5EF4-FFF2-40B4-BE49-F238E27FC236}">
                <a16:creationId xmlns:a16="http://schemas.microsoft.com/office/drawing/2014/main" id="{6B1B17FE-CAEE-E34F-B4A2-CF94B26C2722}"/>
              </a:ext>
            </a:extLst>
          </p:cNvPr>
          <p:cNvPicPr>
            <a:picLocks noChangeAspect="1"/>
          </p:cNvPicPr>
          <p:nvPr/>
        </p:nvPicPr>
        <p:blipFill>
          <a:blip r:embed="rId3">
            <a:duotone>
              <a:prstClr val="black"/>
              <a:srgbClr val="090095">
                <a:tint val="45000"/>
                <a:satMod val="400000"/>
              </a:srgbClr>
            </a:duotone>
            <a:extLst>
              <a:ext uri="{28A0092B-C50C-407E-A947-70E740481C1C}">
                <a14:useLocalDpi xmlns:a14="http://schemas.microsoft.com/office/drawing/2010/main" val="0"/>
              </a:ext>
            </a:extLst>
          </a:blip>
          <a:stretch>
            <a:fillRect/>
          </a:stretch>
        </p:blipFill>
        <p:spPr>
          <a:xfrm>
            <a:off x="4651789" y="-1054281"/>
            <a:ext cx="264160" cy="264160"/>
          </a:xfrm>
          <a:prstGeom prst="rect">
            <a:avLst/>
          </a:prstGeom>
        </p:spPr>
      </p:pic>
      <p:grpSp>
        <p:nvGrpSpPr>
          <p:cNvPr id="215" name="Groupe 214">
            <a:extLst>
              <a:ext uri="{FF2B5EF4-FFF2-40B4-BE49-F238E27FC236}">
                <a16:creationId xmlns:a16="http://schemas.microsoft.com/office/drawing/2014/main" id="{1143CA3C-6544-E230-FB75-839CB5C20D2A}"/>
              </a:ext>
            </a:extLst>
          </p:cNvPr>
          <p:cNvGrpSpPr/>
          <p:nvPr/>
        </p:nvGrpSpPr>
        <p:grpSpPr>
          <a:xfrm>
            <a:off x="6710573" y="562576"/>
            <a:ext cx="2016007" cy="540000"/>
            <a:chOff x="5130203" y="401858"/>
            <a:chExt cx="428466" cy="540000"/>
          </a:xfrm>
        </p:grpSpPr>
        <p:sp>
          <p:nvSpPr>
            <p:cNvPr id="216" name="Rectangle : coins arrondis 215">
              <a:extLst>
                <a:ext uri="{FF2B5EF4-FFF2-40B4-BE49-F238E27FC236}">
                  <a16:creationId xmlns:a16="http://schemas.microsoft.com/office/drawing/2014/main" id="{8ABD7669-DCA4-6C06-1F57-48ED3BF9BD87}"/>
                </a:ext>
              </a:extLst>
            </p:cNvPr>
            <p:cNvSpPr/>
            <p:nvPr/>
          </p:nvSpPr>
          <p:spPr>
            <a:xfrm>
              <a:off x="5130204" y="401858"/>
              <a:ext cx="428465" cy="54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Chambre d’appel par tapis</a:t>
              </a:r>
            </a:p>
          </p:txBody>
        </p:sp>
        <p:cxnSp>
          <p:nvCxnSpPr>
            <p:cNvPr id="217" name="Connecteur droit 216">
              <a:extLst>
                <a:ext uri="{FF2B5EF4-FFF2-40B4-BE49-F238E27FC236}">
                  <a16:creationId xmlns:a16="http://schemas.microsoft.com/office/drawing/2014/main" id="{2F25B735-77FD-F564-0BB1-33008E19EE46}"/>
                </a:ext>
              </a:extLst>
            </p:cNvPr>
            <p:cNvCxnSpPr>
              <a:cxnSpLocks/>
            </p:cNvCxnSpPr>
            <p:nvPr/>
          </p:nvCxnSpPr>
          <p:spPr>
            <a:xfrm>
              <a:off x="5130203" y="401858"/>
              <a:ext cx="0" cy="54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218" name="Groupe 217">
            <a:extLst>
              <a:ext uri="{FF2B5EF4-FFF2-40B4-BE49-F238E27FC236}">
                <a16:creationId xmlns:a16="http://schemas.microsoft.com/office/drawing/2014/main" id="{9D1F12F9-C141-F39C-02E6-5A82ED020770}"/>
              </a:ext>
            </a:extLst>
          </p:cNvPr>
          <p:cNvGrpSpPr/>
          <p:nvPr/>
        </p:nvGrpSpPr>
        <p:grpSpPr>
          <a:xfrm>
            <a:off x="9678835" y="982961"/>
            <a:ext cx="2016007" cy="540000"/>
            <a:chOff x="5130203" y="401858"/>
            <a:chExt cx="428466" cy="540000"/>
          </a:xfrm>
        </p:grpSpPr>
        <p:sp>
          <p:nvSpPr>
            <p:cNvPr id="219" name="Rectangle : coins arrondis 218">
              <a:extLst>
                <a:ext uri="{FF2B5EF4-FFF2-40B4-BE49-F238E27FC236}">
                  <a16:creationId xmlns:a16="http://schemas.microsoft.com/office/drawing/2014/main" id="{7BDB117D-B0D3-B34F-4E40-E0039379F8A5}"/>
                </a:ext>
              </a:extLst>
            </p:cNvPr>
            <p:cNvSpPr/>
            <p:nvPr/>
          </p:nvSpPr>
          <p:spPr>
            <a:xfrm>
              <a:off x="5130204" y="401858"/>
              <a:ext cx="428465" cy="54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Chambre d’appel</a:t>
              </a:r>
            </a:p>
            <a:p>
              <a:r>
                <a:rPr lang="fr-FR" sz="1200" noProof="0" dirty="0">
                  <a:solidFill>
                    <a:schemeClr val="tx1">
                      <a:lumMod val="85000"/>
                      <a:lumOff val="15000"/>
                    </a:schemeClr>
                  </a:solidFill>
                  <a:latin typeface="Barlow" panose="00000500000000000000" pitchFamily="2" charset="0"/>
                  <a:cs typeface="Segoe UI" panose="020B0502040204020203" pitchFamily="34" charset="0"/>
                </a:rPr>
                <a:t>Pour la catégorie, par tapis</a:t>
              </a:r>
            </a:p>
          </p:txBody>
        </p:sp>
        <p:cxnSp>
          <p:nvCxnSpPr>
            <p:cNvPr id="220" name="Connecteur droit 219">
              <a:extLst>
                <a:ext uri="{FF2B5EF4-FFF2-40B4-BE49-F238E27FC236}">
                  <a16:creationId xmlns:a16="http://schemas.microsoft.com/office/drawing/2014/main" id="{5ADAD91C-D510-CB5B-B39E-25C3556FDB5E}"/>
                </a:ext>
              </a:extLst>
            </p:cNvPr>
            <p:cNvCxnSpPr>
              <a:cxnSpLocks/>
            </p:cNvCxnSpPr>
            <p:nvPr/>
          </p:nvCxnSpPr>
          <p:spPr>
            <a:xfrm>
              <a:off x="5130203" y="401858"/>
              <a:ext cx="0" cy="54000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22" name="Groupe 221">
            <a:extLst>
              <a:ext uri="{FF2B5EF4-FFF2-40B4-BE49-F238E27FC236}">
                <a16:creationId xmlns:a16="http://schemas.microsoft.com/office/drawing/2014/main" id="{59CE7516-1E2C-E235-5848-FAD7F0805FC1}"/>
              </a:ext>
            </a:extLst>
          </p:cNvPr>
          <p:cNvGrpSpPr/>
          <p:nvPr/>
        </p:nvGrpSpPr>
        <p:grpSpPr>
          <a:xfrm>
            <a:off x="6710573" y="1447986"/>
            <a:ext cx="2016007" cy="540000"/>
            <a:chOff x="5130203" y="401858"/>
            <a:chExt cx="428466" cy="540000"/>
          </a:xfrm>
        </p:grpSpPr>
        <p:sp>
          <p:nvSpPr>
            <p:cNvPr id="223" name="Rectangle : coins arrondis 222">
              <a:extLst>
                <a:ext uri="{FF2B5EF4-FFF2-40B4-BE49-F238E27FC236}">
                  <a16:creationId xmlns:a16="http://schemas.microsoft.com/office/drawing/2014/main" id="{8578B0D3-3312-13A0-4423-9CEAEF60519D}"/>
                </a:ext>
              </a:extLst>
            </p:cNvPr>
            <p:cNvSpPr/>
            <p:nvPr/>
          </p:nvSpPr>
          <p:spPr>
            <a:xfrm>
              <a:off x="5130204" y="401858"/>
              <a:ext cx="428465" cy="54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Prochains combats</a:t>
              </a:r>
            </a:p>
            <a:p>
              <a:r>
                <a:rPr lang="fr-FR" sz="1200" noProof="0" dirty="0">
                  <a:solidFill>
                    <a:schemeClr val="tx1">
                      <a:lumMod val="85000"/>
                      <a:lumOff val="15000"/>
                    </a:schemeClr>
                  </a:solidFill>
                  <a:latin typeface="Barlow" panose="00000500000000000000" pitchFamily="2" charset="0"/>
                  <a:cs typeface="Segoe UI" panose="020B0502040204020203" pitchFamily="34" charset="0"/>
                </a:rPr>
                <a:t>Choix de la catégorie</a:t>
              </a:r>
            </a:p>
          </p:txBody>
        </p:sp>
        <p:cxnSp>
          <p:nvCxnSpPr>
            <p:cNvPr id="224" name="Connecteur droit 223">
              <a:extLst>
                <a:ext uri="{FF2B5EF4-FFF2-40B4-BE49-F238E27FC236}">
                  <a16:creationId xmlns:a16="http://schemas.microsoft.com/office/drawing/2014/main" id="{A1335468-17DB-BBF9-DA23-828164C23096}"/>
                </a:ext>
              </a:extLst>
            </p:cNvPr>
            <p:cNvCxnSpPr>
              <a:cxnSpLocks/>
            </p:cNvCxnSpPr>
            <p:nvPr/>
          </p:nvCxnSpPr>
          <p:spPr>
            <a:xfrm>
              <a:off x="5130203" y="401858"/>
              <a:ext cx="0" cy="54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sp>
        <p:nvSpPr>
          <p:cNvPr id="45" name="Rectangle 44">
            <a:extLst>
              <a:ext uri="{FF2B5EF4-FFF2-40B4-BE49-F238E27FC236}">
                <a16:creationId xmlns:a16="http://schemas.microsoft.com/office/drawing/2014/main" id="{0202075A-7D15-48B2-A463-A3EB0139ECFF}"/>
              </a:ext>
            </a:extLst>
          </p:cNvPr>
          <p:cNvSpPr/>
          <p:nvPr/>
        </p:nvSpPr>
        <p:spPr>
          <a:xfrm>
            <a:off x="4399173" y="2652091"/>
            <a:ext cx="1620627" cy="277746"/>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latin typeface="Barlow" panose="00000500000000000000" pitchFamily="2" charset="0"/>
            </a:endParaRPr>
          </a:p>
        </p:txBody>
      </p:sp>
      <p:sp>
        <p:nvSpPr>
          <p:cNvPr id="47" name="Rectangle 46">
            <a:extLst>
              <a:ext uri="{FF2B5EF4-FFF2-40B4-BE49-F238E27FC236}">
                <a16:creationId xmlns:a16="http://schemas.microsoft.com/office/drawing/2014/main" id="{0BDE8FF6-9B91-F39C-0C0B-F633F52AAA78}"/>
              </a:ext>
            </a:extLst>
          </p:cNvPr>
          <p:cNvSpPr/>
          <p:nvPr/>
        </p:nvSpPr>
        <p:spPr>
          <a:xfrm>
            <a:off x="4407735" y="2972768"/>
            <a:ext cx="1369033" cy="226294"/>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latin typeface="Barlow" panose="00000500000000000000" pitchFamily="2" charset="0"/>
            </a:endParaRPr>
          </a:p>
        </p:txBody>
      </p:sp>
      <p:sp>
        <p:nvSpPr>
          <p:cNvPr id="50" name="Rectangle 49">
            <a:extLst>
              <a:ext uri="{FF2B5EF4-FFF2-40B4-BE49-F238E27FC236}">
                <a16:creationId xmlns:a16="http://schemas.microsoft.com/office/drawing/2014/main" id="{7EE7FD7E-D306-41D7-20DA-41609D50084B}"/>
              </a:ext>
            </a:extLst>
          </p:cNvPr>
          <p:cNvSpPr/>
          <p:nvPr/>
        </p:nvSpPr>
        <p:spPr>
          <a:xfrm>
            <a:off x="4411266" y="3270561"/>
            <a:ext cx="1356940" cy="460996"/>
          </a:xfrm>
          <a:custGeom>
            <a:avLst/>
            <a:gdLst>
              <a:gd name="csX0" fmla="*/ 0 w 1356940"/>
              <a:gd name="csY0" fmla="*/ 0 h 460996"/>
              <a:gd name="csX1" fmla="*/ 479452 w 1356940"/>
              <a:gd name="csY1" fmla="*/ 0 h 460996"/>
              <a:gd name="csX2" fmla="*/ 904627 w 1356940"/>
              <a:gd name="csY2" fmla="*/ 0 h 460996"/>
              <a:gd name="csX3" fmla="*/ 1356940 w 1356940"/>
              <a:gd name="csY3" fmla="*/ 0 h 460996"/>
              <a:gd name="csX4" fmla="*/ 1356940 w 1356940"/>
              <a:gd name="csY4" fmla="*/ 460996 h 460996"/>
              <a:gd name="csX5" fmla="*/ 918196 w 1356940"/>
              <a:gd name="csY5" fmla="*/ 460996 h 460996"/>
              <a:gd name="csX6" fmla="*/ 438744 w 1356940"/>
              <a:gd name="csY6" fmla="*/ 460996 h 460996"/>
              <a:gd name="csX7" fmla="*/ 0 w 1356940"/>
              <a:gd name="csY7" fmla="*/ 460996 h 460996"/>
              <a:gd name="csX8" fmla="*/ 0 w 1356940"/>
              <a:gd name="csY8" fmla="*/ 0 h 4609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6940" h="460996" extrusionOk="0">
                <a:moveTo>
                  <a:pt x="0" y="0"/>
                </a:moveTo>
                <a:cubicBezTo>
                  <a:pt x="178683" y="-19116"/>
                  <a:pt x="355043" y="31710"/>
                  <a:pt x="479452" y="0"/>
                </a:cubicBezTo>
                <a:cubicBezTo>
                  <a:pt x="603861" y="-31710"/>
                  <a:pt x="791918" y="9354"/>
                  <a:pt x="904627" y="0"/>
                </a:cubicBezTo>
                <a:cubicBezTo>
                  <a:pt x="1017336" y="-9354"/>
                  <a:pt x="1161741" y="47222"/>
                  <a:pt x="1356940" y="0"/>
                </a:cubicBezTo>
                <a:cubicBezTo>
                  <a:pt x="1387888" y="137062"/>
                  <a:pt x="1309001" y="316106"/>
                  <a:pt x="1356940" y="460996"/>
                </a:cubicBezTo>
                <a:cubicBezTo>
                  <a:pt x="1209653" y="485430"/>
                  <a:pt x="1042371" y="435715"/>
                  <a:pt x="918196" y="460996"/>
                </a:cubicBezTo>
                <a:cubicBezTo>
                  <a:pt x="794021" y="486277"/>
                  <a:pt x="535676" y="408576"/>
                  <a:pt x="438744" y="460996"/>
                </a:cubicBezTo>
                <a:cubicBezTo>
                  <a:pt x="341812" y="513416"/>
                  <a:pt x="148450" y="438119"/>
                  <a:pt x="0" y="460996"/>
                </a:cubicBezTo>
                <a:cubicBezTo>
                  <a:pt x="-43017" y="329874"/>
                  <a:pt x="37816" y="148333"/>
                  <a:pt x="0" y="0"/>
                </a:cubicBezTo>
                <a:close/>
              </a:path>
            </a:pathLst>
          </a:custGeom>
          <a:noFill/>
          <a:ln>
            <a:solidFill>
              <a:srgbClr val="358F6C"/>
            </a:solidFill>
            <a:prstDash val="sysDash"/>
            <a:extLst>
              <a:ext uri="{C807C97D-BFC1-408E-A445-0C87EB9F89A2}">
                <ask:lineSketchStyleProps xmlns:ask="http://schemas.microsoft.com/office/drawing/2018/sketchyshapes" sd="3359201351">
                  <a:prstGeom prst="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noProof="0" dirty="0">
              <a:latin typeface="Barlow" panose="00000500000000000000" pitchFamily="2" charset="0"/>
            </a:endParaRPr>
          </a:p>
        </p:txBody>
      </p:sp>
      <p:sp>
        <p:nvSpPr>
          <p:cNvPr id="51" name="Rectangle 50">
            <a:extLst>
              <a:ext uri="{FF2B5EF4-FFF2-40B4-BE49-F238E27FC236}">
                <a16:creationId xmlns:a16="http://schemas.microsoft.com/office/drawing/2014/main" id="{8622F010-432B-653D-F3E2-E1ED13D4ADE6}"/>
              </a:ext>
            </a:extLst>
          </p:cNvPr>
          <p:cNvSpPr/>
          <p:nvPr/>
        </p:nvSpPr>
        <p:spPr>
          <a:xfrm>
            <a:off x="4388365" y="3809242"/>
            <a:ext cx="1369033" cy="213100"/>
          </a:xfrm>
          <a:custGeom>
            <a:avLst/>
            <a:gdLst>
              <a:gd name="csX0" fmla="*/ 0 w 1369033"/>
              <a:gd name="csY0" fmla="*/ 0 h 213100"/>
              <a:gd name="csX1" fmla="*/ 483725 w 1369033"/>
              <a:gd name="csY1" fmla="*/ 0 h 213100"/>
              <a:gd name="csX2" fmla="*/ 912689 w 1369033"/>
              <a:gd name="csY2" fmla="*/ 0 h 213100"/>
              <a:gd name="csX3" fmla="*/ 1369033 w 1369033"/>
              <a:gd name="csY3" fmla="*/ 0 h 213100"/>
              <a:gd name="csX4" fmla="*/ 1369033 w 1369033"/>
              <a:gd name="csY4" fmla="*/ 213100 h 213100"/>
              <a:gd name="csX5" fmla="*/ 926379 w 1369033"/>
              <a:gd name="csY5" fmla="*/ 213100 h 213100"/>
              <a:gd name="csX6" fmla="*/ 442654 w 1369033"/>
              <a:gd name="csY6" fmla="*/ 213100 h 213100"/>
              <a:gd name="csX7" fmla="*/ 0 w 1369033"/>
              <a:gd name="csY7" fmla="*/ 213100 h 213100"/>
              <a:gd name="csX8" fmla="*/ 0 w 1369033"/>
              <a:gd name="csY8" fmla="*/ 0 h 2131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69033" h="213100" extrusionOk="0">
                <a:moveTo>
                  <a:pt x="0" y="0"/>
                </a:moveTo>
                <a:cubicBezTo>
                  <a:pt x="225682" y="-41141"/>
                  <a:pt x="324761" y="9020"/>
                  <a:pt x="483725" y="0"/>
                </a:cubicBezTo>
                <a:cubicBezTo>
                  <a:pt x="642689" y="-9020"/>
                  <a:pt x="701347" y="33594"/>
                  <a:pt x="912689" y="0"/>
                </a:cubicBezTo>
                <a:cubicBezTo>
                  <a:pt x="1124031" y="-33594"/>
                  <a:pt x="1153107" y="41323"/>
                  <a:pt x="1369033" y="0"/>
                </a:cubicBezTo>
                <a:cubicBezTo>
                  <a:pt x="1379352" y="93957"/>
                  <a:pt x="1348541" y="111066"/>
                  <a:pt x="1369033" y="213100"/>
                </a:cubicBezTo>
                <a:cubicBezTo>
                  <a:pt x="1200431" y="243302"/>
                  <a:pt x="1058357" y="204311"/>
                  <a:pt x="926379" y="213100"/>
                </a:cubicBezTo>
                <a:cubicBezTo>
                  <a:pt x="794401" y="221889"/>
                  <a:pt x="668696" y="189040"/>
                  <a:pt x="442654" y="213100"/>
                </a:cubicBezTo>
                <a:cubicBezTo>
                  <a:pt x="216612" y="237160"/>
                  <a:pt x="197971" y="160801"/>
                  <a:pt x="0" y="213100"/>
                </a:cubicBezTo>
                <a:cubicBezTo>
                  <a:pt x="-5914" y="167168"/>
                  <a:pt x="16461" y="102979"/>
                  <a:pt x="0" y="0"/>
                </a:cubicBezTo>
                <a:close/>
              </a:path>
            </a:pathLst>
          </a:custGeom>
          <a:noFill/>
          <a:ln>
            <a:solidFill>
              <a:srgbClr val="358F6C"/>
            </a:solidFill>
            <a:prstDash val="sysDash"/>
            <a:extLst>
              <a:ext uri="{C807C97D-BFC1-408E-A445-0C87EB9F89A2}">
                <ask:lineSketchStyleProps xmlns:ask="http://schemas.microsoft.com/office/drawing/2018/sketchyshapes" sd="3359201351">
                  <a:prstGeom prst="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noProof="0" dirty="0">
              <a:latin typeface="Barlow" panose="00000500000000000000" pitchFamily="2" charset="0"/>
            </a:endParaRPr>
          </a:p>
        </p:txBody>
      </p:sp>
      <p:sp>
        <p:nvSpPr>
          <p:cNvPr id="9" name="Rectangle 8">
            <a:extLst>
              <a:ext uri="{FF2B5EF4-FFF2-40B4-BE49-F238E27FC236}">
                <a16:creationId xmlns:a16="http://schemas.microsoft.com/office/drawing/2014/main" id="{2FD0C1B3-1BA1-9624-F885-5DDA19246CC4}"/>
              </a:ext>
            </a:extLst>
          </p:cNvPr>
          <p:cNvSpPr/>
          <p:nvPr/>
        </p:nvSpPr>
        <p:spPr>
          <a:xfrm>
            <a:off x="4415553" y="4914470"/>
            <a:ext cx="1369033" cy="213100"/>
          </a:xfrm>
          <a:custGeom>
            <a:avLst/>
            <a:gdLst>
              <a:gd name="csX0" fmla="*/ 0 w 1369033"/>
              <a:gd name="csY0" fmla="*/ 0 h 213100"/>
              <a:gd name="csX1" fmla="*/ 483725 w 1369033"/>
              <a:gd name="csY1" fmla="*/ 0 h 213100"/>
              <a:gd name="csX2" fmla="*/ 912689 w 1369033"/>
              <a:gd name="csY2" fmla="*/ 0 h 213100"/>
              <a:gd name="csX3" fmla="*/ 1369033 w 1369033"/>
              <a:gd name="csY3" fmla="*/ 0 h 213100"/>
              <a:gd name="csX4" fmla="*/ 1369033 w 1369033"/>
              <a:gd name="csY4" fmla="*/ 213100 h 213100"/>
              <a:gd name="csX5" fmla="*/ 926379 w 1369033"/>
              <a:gd name="csY5" fmla="*/ 213100 h 213100"/>
              <a:gd name="csX6" fmla="*/ 442654 w 1369033"/>
              <a:gd name="csY6" fmla="*/ 213100 h 213100"/>
              <a:gd name="csX7" fmla="*/ 0 w 1369033"/>
              <a:gd name="csY7" fmla="*/ 213100 h 213100"/>
              <a:gd name="csX8" fmla="*/ 0 w 1369033"/>
              <a:gd name="csY8" fmla="*/ 0 h 2131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69033" h="213100" extrusionOk="0">
                <a:moveTo>
                  <a:pt x="0" y="0"/>
                </a:moveTo>
                <a:cubicBezTo>
                  <a:pt x="225682" y="-41141"/>
                  <a:pt x="324761" y="9020"/>
                  <a:pt x="483725" y="0"/>
                </a:cubicBezTo>
                <a:cubicBezTo>
                  <a:pt x="642689" y="-9020"/>
                  <a:pt x="701347" y="33594"/>
                  <a:pt x="912689" y="0"/>
                </a:cubicBezTo>
                <a:cubicBezTo>
                  <a:pt x="1124031" y="-33594"/>
                  <a:pt x="1153107" y="41323"/>
                  <a:pt x="1369033" y="0"/>
                </a:cubicBezTo>
                <a:cubicBezTo>
                  <a:pt x="1379352" y="93957"/>
                  <a:pt x="1348541" y="111066"/>
                  <a:pt x="1369033" y="213100"/>
                </a:cubicBezTo>
                <a:cubicBezTo>
                  <a:pt x="1200431" y="243302"/>
                  <a:pt x="1058357" y="204311"/>
                  <a:pt x="926379" y="213100"/>
                </a:cubicBezTo>
                <a:cubicBezTo>
                  <a:pt x="794401" y="221889"/>
                  <a:pt x="668696" y="189040"/>
                  <a:pt x="442654" y="213100"/>
                </a:cubicBezTo>
                <a:cubicBezTo>
                  <a:pt x="216612" y="237160"/>
                  <a:pt x="197971" y="160801"/>
                  <a:pt x="0" y="213100"/>
                </a:cubicBezTo>
                <a:cubicBezTo>
                  <a:pt x="-5914" y="167168"/>
                  <a:pt x="16461" y="102979"/>
                  <a:pt x="0" y="0"/>
                </a:cubicBezTo>
                <a:close/>
              </a:path>
            </a:pathLst>
          </a:custGeom>
          <a:noFill/>
          <a:ln>
            <a:solidFill>
              <a:srgbClr val="358F6C"/>
            </a:solidFill>
            <a:prstDash val="sysDash"/>
            <a:extLst>
              <a:ext uri="{C807C97D-BFC1-408E-A445-0C87EB9F89A2}">
                <ask:lineSketchStyleProps xmlns:ask="http://schemas.microsoft.com/office/drawing/2018/sketchyshapes" sd="3359201351">
                  <a:prstGeom prst="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noProof="0" dirty="0">
              <a:latin typeface="Barlow" panose="00000500000000000000" pitchFamily="2" charset="0"/>
            </a:endParaRPr>
          </a:p>
        </p:txBody>
      </p:sp>
      <p:sp>
        <p:nvSpPr>
          <p:cNvPr id="144" name="Rectangle : coins arrondis 143">
            <a:extLst>
              <a:ext uri="{FF2B5EF4-FFF2-40B4-BE49-F238E27FC236}">
                <a16:creationId xmlns:a16="http://schemas.microsoft.com/office/drawing/2014/main" id="{D6BE35F7-AA4F-814B-F1CF-F6E756BEBA22}"/>
              </a:ext>
            </a:extLst>
          </p:cNvPr>
          <p:cNvSpPr>
            <a:spLocks noChangeAspect="1"/>
          </p:cNvSpPr>
          <p:nvPr/>
        </p:nvSpPr>
        <p:spPr>
          <a:xfrm>
            <a:off x="3880600" y="3357059"/>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145" name="Connecteur droit avec flèche 144">
            <a:extLst>
              <a:ext uri="{FF2B5EF4-FFF2-40B4-BE49-F238E27FC236}">
                <a16:creationId xmlns:a16="http://schemas.microsoft.com/office/drawing/2014/main" id="{3B750A90-659C-502E-7ED3-327A38639E1B}"/>
              </a:ext>
            </a:extLst>
          </p:cNvPr>
          <p:cNvCxnSpPr>
            <a:cxnSpLocks/>
            <a:stCxn id="144" idx="3"/>
            <a:endCxn id="50" idx="1"/>
          </p:cNvCxnSpPr>
          <p:nvPr/>
        </p:nvCxnSpPr>
        <p:spPr>
          <a:xfrm>
            <a:off x="4168600" y="3501059"/>
            <a:ext cx="242666" cy="0"/>
          </a:xfrm>
          <a:prstGeom prst="straightConnector1">
            <a:avLst/>
          </a:prstGeom>
          <a:ln w="12700">
            <a:solidFill>
              <a:srgbClr val="358F6C"/>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52" name="Rectangle : coins arrondis 151">
            <a:extLst>
              <a:ext uri="{FF2B5EF4-FFF2-40B4-BE49-F238E27FC236}">
                <a16:creationId xmlns:a16="http://schemas.microsoft.com/office/drawing/2014/main" id="{2E23CF5E-9DF6-D24A-1EF8-32A26054E440}"/>
              </a:ext>
            </a:extLst>
          </p:cNvPr>
          <p:cNvSpPr>
            <a:spLocks noChangeAspect="1"/>
          </p:cNvSpPr>
          <p:nvPr/>
        </p:nvSpPr>
        <p:spPr>
          <a:xfrm>
            <a:off x="3894888" y="3771033"/>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153" name="Connecteur droit avec flèche 152">
            <a:extLst>
              <a:ext uri="{FF2B5EF4-FFF2-40B4-BE49-F238E27FC236}">
                <a16:creationId xmlns:a16="http://schemas.microsoft.com/office/drawing/2014/main" id="{BFE41A8B-2653-208A-350F-2F383D72588D}"/>
              </a:ext>
            </a:extLst>
          </p:cNvPr>
          <p:cNvCxnSpPr>
            <a:cxnSpLocks/>
            <a:stCxn id="152" idx="3"/>
            <a:endCxn id="51" idx="1"/>
          </p:cNvCxnSpPr>
          <p:nvPr/>
        </p:nvCxnSpPr>
        <p:spPr>
          <a:xfrm>
            <a:off x="4182888" y="3915033"/>
            <a:ext cx="205477" cy="759"/>
          </a:xfrm>
          <a:prstGeom prst="straightConnector1">
            <a:avLst/>
          </a:prstGeom>
          <a:ln w="12700">
            <a:solidFill>
              <a:srgbClr val="358F6C"/>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56" name="Rectangle : coins arrondis 155">
            <a:extLst>
              <a:ext uri="{FF2B5EF4-FFF2-40B4-BE49-F238E27FC236}">
                <a16:creationId xmlns:a16="http://schemas.microsoft.com/office/drawing/2014/main" id="{BD30A2CA-6F46-1240-1E7A-6CABA17605B7}"/>
              </a:ext>
            </a:extLst>
          </p:cNvPr>
          <p:cNvSpPr>
            <a:spLocks noChangeAspect="1"/>
          </p:cNvSpPr>
          <p:nvPr/>
        </p:nvSpPr>
        <p:spPr>
          <a:xfrm>
            <a:off x="3560859" y="4877020"/>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d</a:t>
            </a:r>
          </a:p>
        </p:txBody>
      </p:sp>
      <p:sp>
        <p:nvSpPr>
          <p:cNvPr id="172" name="Ellipse 171">
            <a:extLst>
              <a:ext uri="{FF2B5EF4-FFF2-40B4-BE49-F238E27FC236}">
                <a16:creationId xmlns:a16="http://schemas.microsoft.com/office/drawing/2014/main" id="{96F14900-8F08-6B16-9E7C-516C72CA8302}"/>
              </a:ext>
            </a:extLst>
          </p:cNvPr>
          <p:cNvSpPr>
            <a:spLocks noChangeAspect="1"/>
          </p:cNvSpPr>
          <p:nvPr/>
        </p:nvSpPr>
        <p:spPr>
          <a:xfrm>
            <a:off x="3596212" y="2643409"/>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a:t>
            </a:r>
            <a:endParaRPr lang="fr-FR" sz="1600" b="1" noProof="0" dirty="0">
              <a:latin typeface="Barlow" panose="00000500000000000000" pitchFamily="2" charset="0"/>
            </a:endParaRPr>
          </a:p>
        </p:txBody>
      </p:sp>
      <p:cxnSp>
        <p:nvCxnSpPr>
          <p:cNvPr id="173" name="Connecteur droit avec flèche 172">
            <a:extLst>
              <a:ext uri="{FF2B5EF4-FFF2-40B4-BE49-F238E27FC236}">
                <a16:creationId xmlns:a16="http://schemas.microsoft.com/office/drawing/2014/main" id="{3F747DF7-4993-B16D-6269-C6E9B4E3D007}"/>
              </a:ext>
            </a:extLst>
          </p:cNvPr>
          <p:cNvCxnSpPr>
            <a:cxnSpLocks/>
            <a:stCxn id="172" idx="6"/>
            <a:endCxn id="45" idx="1"/>
          </p:cNvCxnSpPr>
          <p:nvPr/>
        </p:nvCxnSpPr>
        <p:spPr>
          <a:xfrm>
            <a:off x="3884212" y="2787409"/>
            <a:ext cx="514961" cy="3555"/>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74" name="Ellipse 173">
            <a:extLst>
              <a:ext uri="{FF2B5EF4-FFF2-40B4-BE49-F238E27FC236}">
                <a16:creationId xmlns:a16="http://schemas.microsoft.com/office/drawing/2014/main" id="{DC055F06-2070-ACEA-B841-AC470AD8A440}"/>
              </a:ext>
            </a:extLst>
          </p:cNvPr>
          <p:cNvSpPr>
            <a:spLocks noChangeAspect="1"/>
          </p:cNvSpPr>
          <p:nvPr/>
        </p:nvSpPr>
        <p:spPr>
          <a:xfrm>
            <a:off x="3594716" y="2949936"/>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2</a:t>
            </a:r>
            <a:endParaRPr lang="fr-FR" sz="1600" b="1" noProof="0" dirty="0">
              <a:latin typeface="Barlow" panose="00000500000000000000" pitchFamily="2" charset="0"/>
            </a:endParaRPr>
          </a:p>
        </p:txBody>
      </p:sp>
      <p:cxnSp>
        <p:nvCxnSpPr>
          <p:cNvPr id="175" name="Connecteur droit avec flèche 174">
            <a:extLst>
              <a:ext uri="{FF2B5EF4-FFF2-40B4-BE49-F238E27FC236}">
                <a16:creationId xmlns:a16="http://schemas.microsoft.com/office/drawing/2014/main" id="{1E631EF0-68A5-1DA7-4D9D-17EDE033684F}"/>
              </a:ext>
            </a:extLst>
          </p:cNvPr>
          <p:cNvCxnSpPr>
            <a:cxnSpLocks/>
            <a:stCxn id="174" idx="6"/>
            <a:endCxn id="47" idx="1"/>
          </p:cNvCxnSpPr>
          <p:nvPr/>
        </p:nvCxnSpPr>
        <p:spPr>
          <a:xfrm flipV="1">
            <a:off x="3882716" y="3085915"/>
            <a:ext cx="525019" cy="0"/>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232" name="Rectangle 231">
            <a:extLst>
              <a:ext uri="{FF2B5EF4-FFF2-40B4-BE49-F238E27FC236}">
                <a16:creationId xmlns:a16="http://schemas.microsoft.com/office/drawing/2014/main" id="{7DDBD3FB-A009-18F6-01B3-1686AC2378C0}"/>
              </a:ext>
            </a:extLst>
          </p:cNvPr>
          <p:cNvSpPr/>
          <p:nvPr/>
        </p:nvSpPr>
        <p:spPr>
          <a:xfrm>
            <a:off x="4405554" y="3273805"/>
            <a:ext cx="1347307" cy="2095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62" name="Rectangle 261">
            <a:extLst>
              <a:ext uri="{FF2B5EF4-FFF2-40B4-BE49-F238E27FC236}">
                <a16:creationId xmlns:a16="http://schemas.microsoft.com/office/drawing/2014/main" id="{9059C89C-440D-6476-6042-F27BF3F2E85B}"/>
              </a:ext>
            </a:extLst>
          </p:cNvPr>
          <p:cNvSpPr/>
          <p:nvPr/>
        </p:nvSpPr>
        <p:spPr>
          <a:xfrm>
            <a:off x="4405554" y="3531944"/>
            <a:ext cx="1347307" cy="2095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63" name="Rectangle 262">
            <a:extLst>
              <a:ext uri="{FF2B5EF4-FFF2-40B4-BE49-F238E27FC236}">
                <a16:creationId xmlns:a16="http://schemas.microsoft.com/office/drawing/2014/main" id="{71F5DA82-167C-A8E4-AF0F-A428E7E5D011}"/>
              </a:ext>
            </a:extLst>
          </p:cNvPr>
          <p:cNvSpPr/>
          <p:nvPr/>
        </p:nvSpPr>
        <p:spPr>
          <a:xfrm>
            <a:off x="4405554" y="4308914"/>
            <a:ext cx="1347307" cy="2095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cxnSp>
        <p:nvCxnSpPr>
          <p:cNvPr id="266" name="Connecteur : en angle 265">
            <a:extLst>
              <a:ext uri="{FF2B5EF4-FFF2-40B4-BE49-F238E27FC236}">
                <a16:creationId xmlns:a16="http://schemas.microsoft.com/office/drawing/2014/main" id="{436F1B0A-313B-2566-FF29-91B766B39C68}"/>
              </a:ext>
            </a:extLst>
          </p:cNvPr>
          <p:cNvCxnSpPr>
            <a:cxnSpLocks/>
            <a:stCxn id="232" idx="3"/>
            <a:endCxn id="216" idx="1"/>
          </p:cNvCxnSpPr>
          <p:nvPr/>
        </p:nvCxnSpPr>
        <p:spPr>
          <a:xfrm flipV="1">
            <a:off x="5752861" y="832576"/>
            <a:ext cx="957717" cy="2546004"/>
          </a:xfrm>
          <a:prstGeom prst="bentConnector3">
            <a:avLst>
              <a:gd name="adj1" fmla="val 39558"/>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9" name="Connecteur : en angle 268">
            <a:extLst>
              <a:ext uri="{FF2B5EF4-FFF2-40B4-BE49-F238E27FC236}">
                <a16:creationId xmlns:a16="http://schemas.microsoft.com/office/drawing/2014/main" id="{68FF960F-049A-1A09-E01C-E3782E2029BB}"/>
              </a:ext>
            </a:extLst>
          </p:cNvPr>
          <p:cNvCxnSpPr>
            <a:cxnSpLocks/>
            <a:stCxn id="51" idx="3"/>
            <a:endCxn id="284" idx="1"/>
          </p:cNvCxnSpPr>
          <p:nvPr/>
        </p:nvCxnSpPr>
        <p:spPr>
          <a:xfrm flipV="1">
            <a:off x="5757398" y="2603397"/>
            <a:ext cx="953180" cy="1312395"/>
          </a:xfrm>
          <a:prstGeom prst="bentConnector3">
            <a:avLst>
              <a:gd name="adj1" fmla="val 59493"/>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2" name="Connecteur : en angle 271">
            <a:extLst>
              <a:ext uri="{FF2B5EF4-FFF2-40B4-BE49-F238E27FC236}">
                <a16:creationId xmlns:a16="http://schemas.microsoft.com/office/drawing/2014/main" id="{D0F33B05-DF65-32C0-DB55-1D7D1859AE41}"/>
              </a:ext>
            </a:extLst>
          </p:cNvPr>
          <p:cNvCxnSpPr>
            <a:cxnSpLocks/>
            <a:stCxn id="263" idx="3"/>
          </p:cNvCxnSpPr>
          <p:nvPr/>
        </p:nvCxnSpPr>
        <p:spPr>
          <a:xfrm>
            <a:off x="5752861" y="4413689"/>
            <a:ext cx="873795" cy="1957"/>
          </a:xfrm>
          <a:prstGeom prst="bentConnector3">
            <a:avLst>
              <a:gd name="adj1" fmla="val 50000"/>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6" name="Connecteur : en angle 275">
            <a:extLst>
              <a:ext uri="{FF2B5EF4-FFF2-40B4-BE49-F238E27FC236}">
                <a16:creationId xmlns:a16="http://schemas.microsoft.com/office/drawing/2014/main" id="{3B7F75BF-53E1-A79F-66F3-BAC20CE4F030}"/>
              </a:ext>
            </a:extLst>
          </p:cNvPr>
          <p:cNvCxnSpPr>
            <a:cxnSpLocks/>
            <a:stCxn id="9" idx="3"/>
            <a:endCxn id="325" idx="1"/>
          </p:cNvCxnSpPr>
          <p:nvPr/>
        </p:nvCxnSpPr>
        <p:spPr>
          <a:xfrm>
            <a:off x="5784586" y="5021020"/>
            <a:ext cx="925992" cy="1124019"/>
          </a:xfrm>
          <a:prstGeom prst="bentConnector3">
            <a:avLst>
              <a:gd name="adj1" fmla="val 50000"/>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0" name="Connecteur : en angle 279">
            <a:extLst>
              <a:ext uri="{FF2B5EF4-FFF2-40B4-BE49-F238E27FC236}">
                <a16:creationId xmlns:a16="http://schemas.microsoft.com/office/drawing/2014/main" id="{76C2C074-E337-EF46-2C14-6A613480543B}"/>
              </a:ext>
            </a:extLst>
          </p:cNvPr>
          <p:cNvCxnSpPr>
            <a:cxnSpLocks/>
            <a:stCxn id="223" idx="3"/>
            <a:endCxn id="219" idx="1"/>
          </p:cNvCxnSpPr>
          <p:nvPr/>
        </p:nvCxnSpPr>
        <p:spPr>
          <a:xfrm flipV="1">
            <a:off x="8726580" y="1252961"/>
            <a:ext cx="952260" cy="465025"/>
          </a:xfrm>
          <a:prstGeom prst="bentConnector3">
            <a:avLst>
              <a:gd name="adj1" fmla="val 50000"/>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283" name="Groupe 282">
            <a:extLst>
              <a:ext uri="{FF2B5EF4-FFF2-40B4-BE49-F238E27FC236}">
                <a16:creationId xmlns:a16="http://schemas.microsoft.com/office/drawing/2014/main" id="{7B0D06B4-5C86-24AA-ACC5-9CED709A8194}"/>
              </a:ext>
            </a:extLst>
          </p:cNvPr>
          <p:cNvGrpSpPr/>
          <p:nvPr/>
        </p:nvGrpSpPr>
        <p:grpSpPr>
          <a:xfrm>
            <a:off x="6710573" y="2333397"/>
            <a:ext cx="2016007" cy="540000"/>
            <a:chOff x="5130203" y="401858"/>
            <a:chExt cx="428466" cy="540000"/>
          </a:xfrm>
        </p:grpSpPr>
        <p:sp>
          <p:nvSpPr>
            <p:cNvPr id="284" name="Rectangle : coins arrondis 283">
              <a:extLst>
                <a:ext uri="{FF2B5EF4-FFF2-40B4-BE49-F238E27FC236}">
                  <a16:creationId xmlns:a16="http://schemas.microsoft.com/office/drawing/2014/main" id="{BFBD8EEF-7440-47F6-CBF2-35A2E09B2752}"/>
                </a:ext>
              </a:extLst>
            </p:cNvPr>
            <p:cNvSpPr/>
            <p:nvPr/>
          </p:nvSpPr>
          <p:spPr>
            <a:xfrm>
              <a:off x="5130204" y="401858"/>
              <a:ext cx="428465" cy="54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Affectations des tapis</a:t>
              </a:r>
            </a:p>
          </p:txBody>
        </p:sp>
        <p:cxnSp>
          <p:nvCxnSpPr>
            <p:cNvPr id="285" name="Connecteur droit 284">
              <a:extLst>
                <a:ext uri="{FF2B5EF4-FFF2-40B4-BE49-F238E27FC236}">
                  <a16:creationId xmlns:a16="http://schemas.microsoft.com/office/drawing/2014/main" id="{131BC9F1-302D-6F86-C163-AA4F976B4BE4}"/>
                </a:ext>
              </a:extLst>
            </p:cNvPr>
            <p:cNvCxnSpPr>
              <a:cxnSpLocks/>
            </p:cNvCxnSpPr>
            <p:nvPr/>
          </p:nvCxnSpPr>
          <p:spPr>
            <a:xfrm>
              <a:off x="5130203" y="401858"/>
              <a:ext cx="0" cy="54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287" name="Groupe 286">
            <a:extLst>
              <a:ext uri="{FF2B5EF4-FFF2-40B4-BE49-F238E27FC236}">
                <a16:creationId xmlns:a16="http://schemas.microsoft.com/office/drawing/2014/main" id="{E9E3768F-FD06-4ECD-E764-3A2097F34192}"/>
              </a:ext>
            </a:extLst>
          </p:cNvPr>
          <p:cNvGrpSpPr/>
          <p:nvPr/>
        </p:nvGrpSpPr>
        <p:grpSpPr>
          <a:xfrm>
            <a:off x="6710573" y="3218808"/>
            <a:ext cx="2016007" cy="540000"/>
            <a:chOff x="5130203" y="401858"/>
            <a:chExt cx="428466" cy="540000"/>
          </a:xfrm>
        </p:grpSpPr>
        <p:sp>
          <p:nvSpPr>
            <p:cNvPr id="288" name="Rectangle : coins arrondis 287">
              <a:extLst>
                <a:ext uri="{FF2B5EF4-FFF2-40B4-BE49-F238E27FC236}">
                  <a16:creationId xmlns:a16="http://schemas.microsoft.com/office/drawing/2014/main" id="{3A47BB91-7DF7-0E3C-864A-E6EF7E2C17A2}"/>
                </a:ext>
              </a:extLst>
            </p:cNvPr>
            <p:cNvSpPr/>
            <p:nvPr/>
          </p:nvSpPr>
          <p:spPr>
            <a:xfrm>
              <a:off x="5130204" y="401858"/>
              <a:ext cx="428465" cy="54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Avancement</a:t>
              </a:r>
            </a:p>
            <a:p>
              <a:r>
                <a:rPr lang="fr-FR" sz="1200" noProof="0" dirty="0">
                  <a:solidFill>
                    <a:schemeClr val="tx1">
                      <a:lumMod val="85000"/>
                      <a:lumOff val="15000"/>
                    </a:schemeClr>
                  </a:solidFill>
                  <a:latin typeface="Barlow" panose="00000500000000000000" pitchFamily="2" charset="0"/>
                  <a:cs typeface="Segoe UI" panose="020B0502040204020203" pitchFamily="34" charset="0"/>
                </a:rPr>
                <a:t>Choix de la catégorie</a:t>
              </a:r>
            </a:p>
          </p:txBody>
        </p:sp>
        <p:cxnSp>
          <p:nvCxnSpPr>
            <p:cNvPr id="289" name="Connecteur droit 288">
              <a:extLst>
                <a:ext uri="{FF2B5EF4-FFF2-40B4-BE49-F238E27FC236}">
                  <a16:creationId xmlns:a16="http://schemas.microsoft.com/office/drawing/2014/main" id="{632CCE92-0EDC-DE94-7E76-031094270C51}"/>
                </a:ext>
              </a:extLst>
            </p:cNvPr>
            <p:cNvCxnSpPr>
              <a:cxnSpLocks/>
            </p:cNvCxnSpPr>
            <p:nvPr/>
          </p:nvCxnSpPr>
          <p:spPr>
            <a:xfrm>
              <a:off x="5130203" y="401858"/>
              <a:ext cx="0" cy="54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291" name="Groupe 290">
            <a:extLst>
              <a:ext uri="{FF2B5EF4-FFF2-40B4-BE49-F238E27FC236}">
                <a16:creationId xmlns:a16="http://schemas.microsoft.com/office/drawing/2014/main" id="{EEE10EA7-D1BF-A25C-13FE-4BCE74621446}"/>
              </a:ext>
            </a:extLst>
          </p:cNvPr>
          <p:cNvGrpSpPr/>
          <p:nvPr/>
        </p:nvGrpSpPr>
        <p:grpSpPr>
          <a:xfrm>
            <a:off x="9678835" y="2063397"/>
            <a:ext cx="2016007" cy="540000"/>
            <a:chOff x="5130203" y="401858"/>
            <a:chExt cx="428466" cy="540000"/>
          </a:xfrm>
        </p:grpSpPr>
        <p:sp>
          <p:nvSpPr>
            <p:cNvPr id="292" name="Rectangle : coins arrondis 291">
              <a:extLst>
                <a:ext uri="{FF2B5EF4-FFF2-40B4-BE49-F238E27FC236}">
                  <a16:creationId xmlns:a16="http://schemas.microsoft.com/office/drawing/2014/main" id="{25262C9F-1974-216D-8D5E-24F8F074CE6B}"/>
                </a:ext>
              </a:extLst>
            </p:cNvPr>
            <p:cNvSpPr/>
            <p:nvPr/>
          </p:nvSpPr>
          <p:spPr>
            <a:xfrm>
              <a:off x="5130204" y="401858"/>
              <a:ext cx="428465" cy="54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Tableau</a:t>
              </a:r>
            </a:p>
            <a:p>
              <a:r>
                <a:rPr lang="fr-FR" sz="1200" noProof="0" dirty="0">
                  <a:solidFill>
                    <a:schemeClr val="tx1">
                      <a:lumMod val="85000"/>
                      <a:lumOff val="15000"/>
                    </a:schemeClr>
                  </a:solidFill>
                  <a:latin typeface="Barlow" panose="00000500000000000000" pitchFamily="2" charset="0"/>
                  <a:cs typeface="Segoe UI" panose="020B0502040204020203" pitchFamily="34" charset="0"/>
                </a:rPr>
                <a:t>Pour la catégorie</a:t>
              </a:r>
            </a:p>
          </p:txBody>
        </p:sp>
        <p:cxnSp>
          <p:nvCxnSpPr>
            <p:cNvPr id="293" name="Connecteur droit 292">
              <a:extLst>
                <a:ext uri="{FF2B5EF4-FFF2-40B4-BE49-F238E27FC236}">
                  <a16:creationId xmlns:a16="http://schemas.microsoft.com/office/drawing/2014/main" id="{A971A373-D092-CADB-EB27-03237325F33F}"/>
                </a:ext>
              </a:extLst>
            </p:cNvPr>
            <p:cNvCxnSpPr>
              <a:cxnSpLocks/>
            </p:cNvCxnSpPr>
            <p:nvPr/>
          </p:nvCxnSpPr>
          <p:spPr>
            <a:xfrm>
              <a:off x="5130203" y="401858"/>
              <a:ext cx="0" cy="54000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00" name="Groupe 299">
            <a:extLst>
              <a:ext uri="{FF2B5EF4-FFF2-40B4-BE49-F238E27FC236}">
                <a16:creationId xmlns:a16="http://schemas.microsoft.com/office/drawing/2014/main" id="{2C0EC676-B219-4783-D756-76A0391E256A}"/>
              </a:ext>
            </a:extLst>
          </p:cNvPr>
          <p:cNvGrpSpPr/>
          <p:nvPr/>
        </p:nvGrpSpPr>
        <p:grpSpPr>
          <a:xfrm>
            <a:off x="9678836" y="2717376"/>
            <a:ext cx="2016007" cy="540000"/>
            <a:chOff x="5130203" y="401858"/>
            <a:chExt cx="428466" cy="540000"/>
          </a:xfrm>
        </p:grpSpPr>
        <p:sp>
          <p:nvSpPr>
            <p:cNvPr id="301" name="Rectangle : coins arrondis 300">
              <a:extLst>
                <a:ext uri="{FF2B5EF4-FFF2-40B4-BE49-F238E27FC236}">
                  <a16:creationId xmlns:a16="http://schemas.microsoft.com/office/drawing/2014/main" id="{EA23CC00-6FF0-8806-1D2B-01289E9F0D67}"/>
                </a:ext>
              </a:extLst>
            </p:cNvPr>
            <p:cNvSpPr/>
            <p:nvPr/>
          </p:nvSpPr>
          <p:spPr>
            <a:xfrm>
              <a:off x="5130204" y="401858"/>
              <a:ext cx="428465" cy="54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Poule</a:t>
              </a:r>
            </a:p>
            <a:p>
              <a:r>
                <a:rPr lang="fr-FR" sz="1200" noProof="0" dirty="0">
                  <a:solidFill>
                    <a:schemeClr val="tx1">
                      <a:lumMod val="85000"/>
                      <a:lumOff val="15000"/>
                    </a:schemeClr>
                  </a:solidFill>
                  <a:latin typeface="Barlow" panose="00000500000000000000" pitchFamily="2" charset="0"/>
                  <a:cs typeface="Segoe UI" panose="020B0502040204020203" pitchFamily="34" charset="0"/>
                </a:rPr>
                <a:t>Pour la catégorie</a:t>
              </a:r>
            </a:p>
          </p:txBody>
        </p:sp>
        <p:cxnSp>
          <p:nvCxnSpPr>
            <p:cNvPr id="302" name="Connecteur droit 301">
              <a:extLst>
                <a:ext uri="{FF2B5EF4-FFF2-40B4-BE49-F238E27FC236}">
                  <a16:creationId xmlns:a16="http://schemas.microsoft.com/office/drawing/2014/main" id="{0F9BACAA-6685-E702-9B48-0ACF66AFCAED}"/>
                </a:ext>
              </a:extLst>
            </p:cNvPr>
            <p:cNvCxnSpPr>
              <a:cxnSpLocks/>
            </p:cNvCxnSpPr>
            <p:nvPr/>
          </p:nvCxnSpPr>
          <p:spPr>
            <a:xfrm>
              <a:off x="5130203" y="401858"/>
              <a:ext cx="0" cy="54000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cxnSp>
        <p:nvCxnSpPr>
          <p:cNvPr id="303" name="Connecteur : en angle 302">
            <a:extLst>
              <a:ext uri="{FF2B5EF4-FFF2-40B4-BE49-F238E27FC236}">
                <a16:creationId xmlns:a16="http://schemas.microsoft.com/office/drawing/2014/main" id="{5BEB47AE-6F85-C2D0-0122-589526513E54}"/>
              </a:ext>
            </a:extLst>
          </p:cNvPr>
          <p:cNvCxnSpPr>
            <a:cxnSpLocks/>
            <a:stCxn id="288" idx="3"/>
            <a:endCxn id="292" idx="1"/>
          </p:cNvCxnSpPr>
          <p:nvPr/>
        </p:nvCxnSpPr>
        <p:spPr>
          <a:xfrm flipV="1">
            <a:off x="8726580" y="2333397"/>
            <a:ext cx="952260" cy="1155411"/>
          </a:xfrm>
          <a:prstGeom prst="bentConnector3">
            <a:avLst>
              <a:gd name="adj1" fmla="val 50000"/>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6" name="Connecteur : en angle 305">
            <a:extLst>
              <a:ext uri="{FF2B5EF4-FFF2-40B4-BE49-F238E27FC236}">
                <a16:creationId xmlns:a16="http://schemas.microsoft.com/office/drawing/2014/main" id="{F07BBC5F-A5F9-569A-B28A-C1B331121687}"/>
              </a:ext>
            </a:extLst>
          </p:cNvPr>
          <p:cNvCxnSpPr>
            <a:cxnSpLocks/>
            <a:stCxn id="288" idx="3"/>
            <a:endCxn id="301" idx="1"/>
          </p:cNvCxnSpPr>
          <p:nvPr/>
        </p:nvCxnSpPr>
        <p:spPr>
          <a:xfrm flipV="1">
            <a:off x="8726580" y="2987376"/>
            <a:ext cx="952261" cy="501432"/>
          </a:xfrm>
          <a:prstGeom prst="bentConnector3">
            <a:avLst>
              <a:gd name="adj1" fmla="val 50000"/>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309" name="Groupe 308">
            <a:extLst>
              <a:ext uri="{FF2B5EF4-FFF2-40B4-BE49-F238E27FC236}">
                <a16:creationId xmlns:a16="http://schemas.microsoft.com/office/drawing/2014/main" id="{40C051CE-6436-6AF7-D584-C43E7784985D}"/>
              </a:ext>
            </a:extLst>
          </p:cNvPr>
          <p:cNvGrpSpPr/>
          <p:nvPr/>
        </p:nvGrpSpPr>
        <p:grpSpPr>
          <a:xfrm>
            <a:off x="6702851" y="4145646"/>
            <a:ext cx="2016007" cy="540000"/>
            <a:chOff x="5130203" y="401858"/>
            <a:chExt cx="428466" cy="540000"/>
          </a:xfrm>
        </p:grpSpPr>
        <p:sp>
          <p:nvSpPr>
            <p:cNvPr id="310" name="Rectangle : coins arrondis 309">
              <a:extLst>
                <a:ext uri="{FF2B5EF4-FFF2-40B4-BE49-F238E27FC236}">
                  <a16:creationId xmlns:a16="http://schemas.microsoft.com/office/drawing/2014/main" id="{01335E5E-226D-F771-D6FC-F8CF8D9F8572}"/>
                </a:ext>
              </a:extLst>
            </p:cNvPr>
            <p:cNvSpPr/>
            <p:nvPr/>
          </p:nvSpPr>
          <p:spPr>
            <a:xfrm>
              <a:off x="5130204" y="401858"/>
              <a:ext cx="428465" cy="54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Classement</a:t>
              </a:r>
            </a:p>
            <a:p>
              <a:r>
                <a:rPr lang="fr-FR" sz="1200" noProof="0" dirty="0">
                  <a:solidFill>
                    <a:schemeClr val="tx1">
                      <a:lumMod val="85000"/>
                      <a:lumOff val="15000"/>
                    </a:schemeClr>
                  </a:solidFill>
                  <a:latin typeface="Barlow" panose="00000500000000000000" pitchFamily="2" charset="0"/>
                  <a:cs typeface="Segoe UI" panose="020B0502040204020203" pitchFamily="34" charset="0"/>
                </a:rPr>
                <a:t>Choix de la catégorie</a:t>
              </a:r>
            </a:p>
          </p:txBody>
        </p:sp>
        <p:cxnSp>
          <p:nvCxnSpPr>
            <p:cNvPr id="311" name="Connecteur droit 310">
              <a:extLst>
                <a:ext uri="{FF2B5EF4-FFF2-40B4-BE49-F238E27FC236}">
                  <a16:creationId xmlns:a16="http://schemas.microsoft.com/office/drawing/2014/main" id="{4539040A-51BE-1C6B-2790-9DE31AC020D5}"/>
                </a:ext>
              </a:extLst>
            </p:cNvPr>
            <p:cNvCxnSpPr>
              <a:cxnSpLocks/>
            </p:cNvCxnSpPr>
            <p:nvPr/>
          </p:nvCxnSpPr>
          <p:spPr>
            <a:xfrm>
              <a:off x="5130203" y="401858"/>
              <a:ext cx="0" cy="54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312" name="Groupe 311">
            <a:extLst>
              <a:ext uri="{FF2B5EF4-FFF2-40B4-BE49-F238E27FC236}">
                <a16:creationId xmlns:a16="http://schemas.microsoft.com/office/drawing/2014/main" id="{119CB607-CD08-51E2-1D2D-DFB2AE254C7F}"/>
              </a:ext>
            </a:extLst>
          </p:cNvPr>
          <p:cNvGrpSpPr/>
          <p:nvPr/>
        </p:nvGrpSpPr>
        <p:grpSpPr>
          <a:xfrm>
            <a:off x="9678835" y="3564219"/>
            <a:ext cx="2016007" cy="540000"/>
            <a:chOff x="5130203" y="401858"/>
            <a:chExt cx="428466" cy="540000"/>
          </a:xfrm>
        </p:grpSpPr>
        <p:sp>
          <p:nvSpPr>
            <p:cNvPr id="313" name="Rectangle : coins arrondis 312">
              <a:extLst>
                <a:ext uri="{FF2B5EF4-FFF2-40B4-BE49-F238E27FC236}">
                  <a16:creationId xmlns:a16="http://schemas.microsoft.com/office/drawing/2014/main" id="{E2803B81-06D5-BB67-389A-A86333CDA7E8}"/>
                </a:ext>
              </a:extLst>
            </p:cNvPr>
            <p:cNvSpPr/>
            <p:nvPr/>
          </p:nvSpPr>
          <p:spPr>
            <a:xfrm>
              <a:off x="5130204" y="401858"/>
              <a:ext cx="428465" cy="54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Tableau de classement</a:t>
              </a:r>
            </a:p>
            <a:p>
              <a:r>
                <a:rPr lang="fr-FR" sz="1200" noProof="0" dirty="0">
                  <a:solidFill>
                    <a:schemeClr val="tx1">
                      <a:lumMod val="85000"/>
                      <a:lumOff val="15000"/>
                    </a:schemeClr>
                  </a:solidFill>
                  <a:latin typeface="Barlow" panose="00000500000000000000" pitchFamily="2" charset="0"/>
                  <a:cs typeface="Segoe UI" panose="020B0502040204020203" pitchFamily="34" charset="0"/>
                </a:rPr>
                <a:t>Pour la catégorie</a:t>
              </a:r>
            </a:p>
          </p:txBody>
        </p:sp>
        <p:cxnSp>
          <p:nvCxnSpPr>
            <p:cNvPr id="314" name="Connecteur droit 313">
              <a:extLst>
                <a:ext uri="{FF2B5EF4-FFF2-40B4-BE49-F238E27FC236}">
                  <a16:creationId xmlns:a16="http://schemas.microsoft.com/office/drawing/2014/main" id="{4F0367C7-D8AC-DDFE-43D7-F6908447A8BF}"/>
                </a:ext>
              </a:extLst>
            </p:cNvPr>
            <p:cNvCxnSpPr>
              <a:cxnSpLocks/>
            </p:cNvCxnSpPr>
            <p:nvPr/>
          </p:nvCxnSpPr>
          <p:spPr>
            <a:xfrm>
              <a:off x="5130203" y="401858"/>
              <a:ext cx="0" cy="54000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cxnSp>
        <p:nvCxnSpPr>
          <p:cNvPr id="315" name="Connecteur : en angle 314">
            <a:extLst>
              <a:ext uri="{FF2B5EF4-FFF2-40B4-BE49-F238E27FC236}">
                <a16:creationId xmlns:a16="http://schemas.microsoft.com/office/drawing/2014/main" id="{19F1CAD2-B512-46DB-DD5E-B1202A618DFA}"/>
              </a:ext>
            </a:extLst>
          </p:cNvPr>
          <p:cNvCxnSpPr>
            <a:cxnSpLocks/>
            <a:stCxn id="310" idx="3"/>
            <a:endCxn id="313" idx="1"/>
          </p:cNvCxnSpPr>
          <p:nvPr/>
        </p:nvCxnSpPr>
        <p:spPr>
          <a:xfrm flipV="1">
            <a:off x="8718858" y="3834219"/>
            <a:ext cx="959982" cy="581427"/>
          </a:xfrm>
          <a:prstGeom prst="bentConnector3">
            <a:avLst>
              <a:gd name="adj1" fmla="val 50000"/>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319" name="Groupe 318">
            <a:extLst>
              <a:ext uri="{FF2B5EF4-FFF2-40B4-BE49-F238E27FC236}">
                <a16:creationId xmlns:a16="http://schemas.microsoft.com/office/drawing/2014/main" id="{FF22395A-79B7-16D4-540A-423AB6DC69C2}"/>
              </a:ext>
            </a:extLst>
          </p:cNvPr>
          <p:cNvGrpSpPr/>
          <p:nvPr/>
        </p:nvGrpSpPr>
        <p:grpSpPr>
          <a:xfrm>
            <a:off x="6710573" y="4989630"/>
            <a:ext cx="2016007" cy="540000"/>
            <a:chOff x="5130203" y="401858"/>
            <a:chExt cx="428466" cy="540000"/>
          </a:xfrm>
        </p:grpSpPr>
        <p:sp>
          <p:nvSpPr>
            <p:cNvPr id="320" name="Rectangle : coins arrondis 319">
              <a:extLst>
                <a:ext uri="{FF2B5EF4-FFF2-40B4-BE49-F238E27FC236}">
                  <a16:creationId xmlns:a16="http://schemas.microsoft.com/office/drawing/2014/main" id="{C9A5CF04-1836-E250-999F-68C1CA8205BE}"/>
                </a:ext>
              </a:extLst>
            </p:cNvPr>
            <p:cNvSpPr/>
            <p:nvPr/>
          </p:nvSpPr>
          <p:spPr>
            <a:xfrm>
              <a:off x="5130204" y="401858"/>
              <a:ext cx="428465" cy="54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Engagements</a:t>
              </a:r>
            </a:p>
            <a:p>
              <a:r>
                <a:rPr lang="fr-FR" sz="1200" noProof="0" dirty="0">
                  <a:solidFill>
                    <a:schemeClr val="tx1">
                      <a:lumMod val="85000"/>
                      <a:lumOff val="15000"/>
                    </a:schemeClr>
                  </a:solidFill>
                  <a:latin typeface="Barlow" panose="00000500000000000000" pitchFamily="2" charset="0"/>
                  <a:cs typeface="Segoe UI" panose="020B0502040204020203" pitchFamily="34" charset="0"/>
                </a:rPr>
                <a:t>Choix du groupe</a:t>
              </a:r>
            </a:p>
          </p:txBody>
        </p:sp>
        <p:cxnSp>
          <p:nvCxnSpPr>
            <p:cNvPr id="321" name="Connecteur droit 320">
              <a:extLst>
                <a:ext uri="{FF2B5EF4-FFF2-40B4-BE49-F238E27FC236}">
                  <a16:creationId xmlns:a16="http://schemas.microsoft.com/office/drawing/2014/main" id="{4DE648F4-4894-A314-FF3F-ABEB317B7E47}"/>
                </a:ext>
              </a:extLst>
            </p:cNvPr>
            <p:cNvCxnSpPr>
              <a:cxnSpLocks/>
            </p:cNvCxnSpPr>
            <p:nvPr/>
          </p:nvCxnSpPr>
          <p:spPr>
            <a:xfrm>
              <a:off x="5130203" y="401858"/>
              <a:ext cx="0" cy="54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324" name="Groupe 323">
            <a:extLst>
              <a:ext uri="{FF2B5EF4-FFF2-40B4-BE49-F238E27FC236}">
                <a16:creationId xmlns:a16="http://schemas.microsoft.com/office/drawing/2014/main" id="{E12A8DB6-77CD-0A4F-3186-68E4270C5C90}"/>
              </a:ext>
            </a:extLst>
          </p:cNvPr>
          <p:cNvGrpSpPr/>
          <p:nvPr/>
        </p:nvGrpSpPr>
        <p:grpSpPr>
          <a:xfrm>
            <a:off x="6710573" y="5875039"/>
            <a:ext cx="2016007" cy="540000"/>
            <a:chOff x="5130203" y="401858"/>
            <a:chExt cx="428466" cy="540000"/>
          </a:xfrm>
        </p:grpSpPr>
        <p:sp>
          <p:nvSpPr>
            <p:cNvPr id="325" name="Rectangle : coins arrondis 324">
              <a:extLst>
                <a:ext uri="{FF2B5EF4-FFF2-40B4-BE49-F238E27FC236}">
                  <a16:creationId xmlns:a16="http://schemas.microsoft.com/office/drawing/2014/main" id="{23607AE8-1B22-9D77-1219-01BFFF01890E}"/>
                </a:ext>
              </a:extLst>
            </p:cNvPr>
            <p:cNvSpPr/>
            <p:nvPr/>
          </p:nvSpPr>
          <p:spPr>
            <a:xfrm>
              <a:off x="5130204" y="401858"/>
              <a:ext cx="428465" cy="54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Statistiques</a:t>
              </a:r>
            </a:p>
            <a:p>
              <a:r>
                <a:rPr lang="fr-FR" sz="1200" noProof="0" dirty="0">
                  <a:solidFill>
                    <a:schemeClr val="tx1">
                      <a:lumMod val="85000"/>
                      <a:lumOff val="15000"/>
                    </a:schemeClr>
                  </a:solidFill>
                  <a:latin typeface="Barlow" panose="00000500000000000000" pitchFamily="2" charset="0"/>
                  <a:cs typeface="Segoe UI" panose="020B0502040204020203" pitchFamily="34" charset="0"/>
                </a:rPr>
                <a:t>Choix du groupe</a:t>
              </a:r>
            </a:p>
          </p:txBody>
        </p:sp>
        <p:cxnSp>
          <p:nvCxnSpPr>
            <p:cNvPr id="326" name="Connecteur droit 325">
              <a:extLst>
                <a:ext uri="{FF2B5EF4-FFF2-40B4-BE49-F238E27FC236}">
                  <a16:creationId xmlns:a16="http://schemas.microsoft.com/office/drawing/2014/main" id="{D213B601-E829-969B-1A7F-303AA19E2CA2}"/>
                </a:ext>
              </a:extLst>
            </p:cNvPr>
            <p:cNvCxnSpPr>
              <a:cxnSpLocks/>
            </p:cNvCxnSpPr>
            <p:nvPr/>
          </p:nvCxnSpPr>
          <p:spPr>
            <a:xfrm>
              <a:off x="5130203" y="401858"/>
              <a:ext cx="0" cy="54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330" name="Groupe 329">
            <a:extLst>
              <a:ext uri="{FF2B5EF4-FFF2-40B4-BE49-F238E27FC236}">
                <a16:creationId xmlns:a16="http://schemas.microsoft.com/office/drawing/2014/main" id="{7B5FE58D-5327-24C8-DB58-C3D409621964}"/>
              </a:ext>
            </a:extLst>
          </p:cNvPr>
          <p:cNvGrpSpPr/>
          <p:nvPr/>
        </p:nvGrpSpPr>
        <p:grpSpPr>
          <a:xfrm>
            <a:off x="9678837" y="4296801"/>
            <a:ext cx="2016003" cy="540000"/>
            <a:chOff x="5130203" y="401858"/>
            <a:chExt cx="428465" cy="540000"/>
          </a:xfrm>
        </p:grpSpPr>
        <p:sp>
          <p:nvSpPr>
            <p:cNvPr id="331" name="Rectangle : coins arrondis 330">
              <a:extLst>
                <a:ext uri="{FF2B5EF4-FFF2-40B4-BE49-F238E27FC236}">
                  <a16:creationId xmlns:a16="http://schemas.microsoft.com/office/drawing/2014/main" id="{AAA6BBE5-84C6-9E2C-92B4-9C5E9A2E276D}"/>
                </a:ext>
              </a:extLst>
            </p:cNvPr>
            <p:cNvSpPr/>
            <p:nvPr/>
          </p:nvSpPr>
          <p:spPr>
            <a:xfrm>
              <a:off x="5130203" y="401858"/>
              <a:ext cx="428465" cy="54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Liste des judokas engagés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Pour le groupe</a:t>
              </a:r>
            </a:p>
          </p:txBody>
        </p:sp>
        <p:cxnSp>
          <p:nvCxnSpPr>
            <p:cNvPr id="332" name="Connecteur droit 331">
              <a:extLst>
                <a:ext uri="{FF2B5EF4-FFF2-40B4-BE49-F238E27FC236}">
                  <a16:creationId xmlns:a16="http://schemas.microsoft.com/office/drawing/2014/main" id="{A18FAB2A-F74F-0DAD-D243-035775F1FFA1}"/>
                </a:ext>
              </a:extLst>
            </p:cNvPr>
            <p:cNvCxnSpPr>
              <a:cxnSpLocks/>
            </p:cNvCxnSpPr>
            <p:nvPr/>
          </p:nvCxnSpPr>
          <p:spPr>
            <a:xfrm>
              <a:off x="5130203" y="401858"/>
              <a:ext cx="0" cy="54000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cxnSp>
        <p:nvCxnSpPr>
          <p:cNvPr id="333" name="Connecteur : en angle 332">
            <a:extLst>
              <a:ext uri="{FF2B5EF4-FFF2-40B4-BE49-F238E27FC236}">
                <a16:creationId xmlns:a16="http://schemas.microsoft.com/office/drawing/2014/main" id="{DA5B9877-C20C-26B8-3AC3-0A07DFF09038}"/>
              </a:ext>
            </a:extLst>
          </p:cNvPr>
          <p:cNvCxnSpPr>
            <a:cxnSpLocks/>
            <a:stCxn id="320" idx="3"/>
            <a:endCxn id="331" idx="1"/>
          </p:cNvCxnSpPr>
          <p:nvPr/>
        </p:nvCxnSpPr>
        <p:spPr>
          <a:xfrm flipV="1">
            <a:off x="8726580" y="4566801"/>
            <a:ext cx="952257" cy="692829"/>
          </a:xfrm>
          <a:prstGeom prst="bentConnector3">
            <a:avLst>
              <a:gd name="adj1" fmla="val 50000"/>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336" name="Groupe 335">
            <a:extLst>
              <a:ext uri="{FF2B5EF4-FFF2-40B4-BE49-F238E27FC236}">
                <a16:creationId xmlns:a16="http://schemas.microsoft.com/office/drawing/2014/main" id="{41193002-6A8B-FB2D-19B2-3BB409850857}"/>
              </a:ext>
            </a:extLst>
          </p:cNvPr>
          <p:cNvGrpSpPr/>
          <p:nvPr/>
        </p:nvGrpSpPr>
        <p:grpSpPr>
          <a:xfrm>
            <a:off x="9678836" y="5182212"/>
            <a:ext cx="2016003" cy="540000"/>
            <a:chOff x="5130203" y="401858"/>
            <a:chExt cx="428465" cy="540000"/>
          </a:xfrm>
        </p:grpSpPr>
        <p:sp>
          <p:nvSpPr>
            <p:cNvPr id="337" name="Rectangle : coins arrondis 336">
              <a:extLst>
                <a:ext uri="{FF2B5EF4-FFF2-40B4-BE49-F238E27FC236}">
                  <a16:creationId xmlns:a16="http://schemas.microsoft.com/office/drawing/2014/main" id="{6D3EAFE9-1D7B-C7D4-C67D-9ADDDB5D2F72}"/>
                </a:ext>
              </a:extLst>
            </p:cNvPr>
            <p:cNvSpPr/>
            <p:nvPr/>
          </p:nvSpPr>
          <p:spPr>
            <a:xfrm>
              <a:off x="5130203" y="401858"/>
              <a:ext cx="428465" cy="54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Statistiques</a:t>
              </a:r>
            </a:p>
            <a:p>
              <a:r>
                <a:rPr lang="fr-FR" sz="1200" noProof="0" dirty="0">
                  <a:solidFill>
                    <a:schemeClr val="tx1">
                      <a:lumMod val="85000"/>
                      <a:lumOff val="15000"/>
                    </a:schemeClr>
                  </a:solidFill>
                  <a:latin typeface="Barlow" panose="00000500000000000000" pitchFamily="2" charset="0"/>
                  <a:cs typeface="Segoe UI" panose="020B0502040204020203" pitchFamily="34" charset="0"/>
                </a:rPr>
                <a:t>Pour le groupe</a:t>
              </a:r>
            </a:p>
          </p:txBody>
        </p:sp>
        <p:cxnSp>
          <p:nvCxnSpPr>
            <p:cNvPr id="338" name="Connecteur droit 337">
              <a:extLst>
                <a:ext uri="{FF2B5EF4-FFF2-40B4-BE49-F238E27FC236}">
                  <a16:creationId xmlns:a16="http://schemas.microsoft.com/office/drawing/2014/main" id="{FE7AE4DD-A91C-B62A-3759-C5B1AF0B0F62}"/>
                </a:ext>
              </a:extLst>
            </p:cNvPr>
            <p:cNvCxnSpPr>
              <a:cxnSpLocks/>
            </p:cNvCxnSpPr>
            <p:nvPr/>
          </p:nvCxnSpPr>
          <p:spPr>
            <a:xfrm>
              <a:off x="5130203" y="401858"/>
              <a:ext cx="0" cy="54000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40" name="Groupe 339">
            <a:extLst>
              <a:ext uri="{FF2B5EF4-FFF2-40B4-BE49-F238E27FC236}">
                <a16:creationId xmlns:a16="http://schemas.microsoft.com/office/drawing/2014/main" id="{D310F912-7A70-3D8E-6B1C-8EF38555013C}"/>
              </a:ext>
            </a:extLst>
          </p:cNvPr>
          <p:cNvGrpSpPr/>
          <p:nvPr/>
        </p:nvGrpSpPr>
        <p:grpSpPr>
          <a:xfrm>
            <a:off x="9678838" y="5875039"/>
            <a:ext cx="2016003" cy="540000"/>
            <a:chOff x="5130203" y="401858"/>
            <a:chExt cx="428465" cy="540000"/>
          </a:xfrm>
        </p:grpSpPr>
        <p:sp>
          <p:nvSpPr>
            <p:cNvPr id="341" name="Rectangle : coins arrondis 340">
              <a:extLst>
                <a:ext uri="{FF2B5EF4-FFF2-40B4-BE49-F238E27FC236}">
                  <a16:creationId xmlns:a16="http://schemas.microsoft.com/office/drawing/2014/main" id="{142DB1DD-F20F-8BCB-2FC3-1E55553E9AE4}"/>
                </a:ext>
              </a:extLst>
            </p:cNvPr>
            <p:cNvSpPr/>
            <p:nvPr/>
          </p:nvSpPr>
          <p:spPr>
            <a:xfrm>
              <a:off x="5130203" y="401858"/>
              <a:ext cx="428465" cy="54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Statistiques individuelles</a:t>
              </a:r>
            </a:p>
            <a:p>
              <a:r>
                <a:rPr lang="fr-FR" sz="1200" noProof="0" dirty="0">
                  <a:solidFill>
                    <a:schemeClr val="tx1">
                      <a:lumMod val="85000"/>
                      <a:lumOff val="15000"/>
                    </a:schemeClr>
                  </a:solidFill>
                  <a:latin typeface="Barlow" panose="00000500000000000000" pitchFamily="2" charset="0"/>
                  <a:cs typeface="Segoe UI" panose="020B0502040204020203" pitchFamily="34" charset="0"/>
                </a:rPr>
                <a:t>Pour un judoka du groupe</a:t>
              </a:r>
            </a:p>
          </p:txBody>
        </p:sp>
        <p:cxnSp>
          <p:nvCxnSpPr>
            <p:cNvPr id="342" name="Connecteur droit 341">
              <a:extLst>
                <a:ext uri="{FF2B5EF4-FFF2-40B4-BE49-F238E27FC236}">
                  <a16:creationId xmlns:a16="http://schemas.microsoft.com/office/drawing/2014/main" id="{CCEF1398-195E-FE3D-25C0-1502A8204CEC}"/>
                </a:ext>
              </a:extLst>
            </p:cNvPr>
            <p:cNvCxnSpPr>
              <a:cxnSpLocks/>
            </p:cNvCxnSpPr>
            <p:nvPr/>
          </p:nvCxnSpPr>
          <p:spPr>
            <a:xfrm>
              <a:off x="5130203" y="401858"/>
              <a:ext cx="0" cy="540000"/>
            </a:xfrm>
            <a:prstGeom prst="lin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grpSp>
      <p:cxnSp>
        <p:nvCxnSpPr>
          <p:cNvPr id="343" name="Connecteur : en angle 342">
            <a:extLst>
              <a:ext uri="{FF2B5EF4-FFF2-40B4-BE49-F238E27FC236}">
                <a16:creationId xmlns:a16="http://schemas.microsoft.com/office/drawing/2014/main" id="{5EF1F8FB-5172-3B0C-EEBB-FA570121D42E}"/>
              </a:ext>
            </a:extLst>
          </p:cNvPr>
          <p:cNvCxnSpPr>
            <a:cxnSpLocks/>
            <a:stCxn id="325" idx="3"/>
            <a:endCxn id="337" idx="1"/>
          </p:cNvCxnSpPr>
          <p:nvPr/>
        </p:nvCxnSpPr>
        <p:spPr>
          <a:xfrm flipV="1">
            <a:off x="8726580" y="5452212"/>
            <a:ext cx="952256" cy="692827"/>
          </a:xfrm>
          <a:prstGeom prst="bentConnector3">
            <a:avLst>
              <a:gd name="adj1" fmla="val 50000"/>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2" name="Connecteur droit avec flèche 351">
            <a:extLst>
              <a:ext uri="{FF2B5EF4-FFF2-40B4-BE49-F238E27FC236}">
                <a16:creationId xmlns:a16="http://schemas.microsoft.com/office/drawing/2014/main" id="{E24782ED-11A7-9670-E2F7-9C6BD9BF736F}"/>
              </a:ext>
            </a:extLst>
          </p:cNvPr>
          <p:cNvCxnSpPr>
            <a:cxnSpLocks/>
            <a:stCxn id="337" idx="2"/>
            <a:endCxn id="341" idx="0"/>
          </p:cNvCxnSpPr>
          <p:nvPr/>
        </p:nvCxnSpPr>
        <p:spPr>
          <a:xfrm>
            <a:off x="10686838" y="5722212"/>
            <a:ext cx="2" cy="152827"/>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7" name="Connecteur : en angle 226">
            <a:extLst>
              <a:ext uri="{FF2B5EF4-FFF2-40B4-BE49-F238E27FC236}">
                <a16:creationId xmlns:a16="http://schemas.microsoft.com/office/drawing/2014/main" id="{254B4707-668F-F1CA-80B2-5FB765E6C9EA}"/>
              </a:ext>
            </a:extLst>
          </p:cNvPr>
          <p:cNvCxnSpPr>
            <a:cxnSpLocks/>
            <a:stCxn id="262" idx="3"/>
            <a:endCxn id="223" idx="1"/>
          </p:cNvCxnSpPr>
          <p:nvPr/>
        </p:nvCxnSpPr>
        <p:spPr>
          <a:xfrm flipV="1">
            <a:off x="5752861" y="1717986"/>
            <a:ext cx="957717" cy="1918733"/>
          </a:xfrm>
          <a:prstGeom prst="bentConnector3">
            <a:avLst>
              <a:gd name="adj1" fmla="val 50000"/>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0" name="Image 19">
            <a:extLst>
              <a:ext uri="{FF2B5EF4-FFF2-40B4-BE49-F238E27FC236}">
                <a16:creationId xmlns:a16="http://schemas.microsoft.com/office/drawing/2014/main" id="{28EAF7E6-702A-8042-5ABA-48301BCD44DA}"/>
              </a:ext>
            </a:extLst>
          </p:cNvPr>
          <p:cNvPicPr>
            <a:picLocks noChangeAspect="1"/>
          </p:cNvPicPr>
          <p:nvPr/>
        </p:nvPicPr>
        <p:blipFill>
          <a:blip r:embed="rId4"/>
          <a:srcRect t="20516" b="74800"/>
          <a:stretch>
            <a:fillRect/>
          </a:stretch>
        </p:blipFill>
        <p:spPr>
          <a:xfrm>
            <a:off x="4396293" y="4048440"/>
            <a:ext cx="1636731" cy="260062"/>
          </a:xfrm>
          <a:prstGeom prst="rect">
            <a:avLst/>
          </a:prstGeom>
        </p:spPr>
      </p:pic>
      <p:sp>
        <p:nvSpPr>
          <p:cNvPr id="49" name="Rectangle 48">
            <a:extLst>
              <a:ext uri="{FF2B5EF4-FFF2-40B4-BE49-F238E27FC236}">
                <a16:creationId xmlns:a16="http://schemas.microsoft.com/office/drawing/2014/main" id="{299BFEDB-DFFE-B803-9C49-A866E55786A6}"/>
              </a:ext>
            </a:extLst>
          </p:cNvPr>
          <p:cNvSpPr/>
          <p:nvPr/>
        </p:nvSpPr>
        <p:spPr>
          <a:xfrm>
            <a:off x="4399174" y="4070298"/>
            <a:ext cx="1356940" cy="224521"/>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latin typeface="Barlow" panose="00000500000000000000" pitchFamily="2" charset="0"/>
            </a:endParaRPr>
          </a:p>
        </p:txBody>
      </p:sp>
      <p:sp>
        <p:nvSpPr>
          <p:cNvPr id="141" name="Rectangle 140">
            <a:extLst>
              <a:ext uri="{FF2B5EF4-FFF2-40B4-BE49-F238E27FC236}">
                <a16:creationId xmlns:a16="http://schemas.microsoft.com/office/drawing/2014/main" id="{AC95C4CA-39F5-16DA-239C-ED3575C44C26}"/>
              </a:ext>
            </a:extLst>
          </p:cNvPr>
          <p:cNvSpPr/>
          <p:nvPr/>
        </p:nvSpPr>
        <p:spPr>
          <a:xfrm>
            <a:off x="3498746" y="4034471"/>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142" name="Connecteur droit avec flèche 141">
            <a:extLst>
              <a:ext uri="{FF2B5EF4-FFF2-40B4-BE49-F238E27FC236}">
                <a16:creationId xmlns:a16="http://schemas.microsoft.com/office/drawing/2014/main" id="{252DD212-3820-B8C6-6E5F-DC4CB3B6A227}"/>
              </a:ext>
            </a:extLst>
          </p:cNvPr>
          <p:cNvCxnSpPr>
            <a:cxnSpLocks/>
            <a:stCxn id="141" idx="3"/>
            <a:endCxn id="49" idx="1"/>
          </p:cNvCxnSpPr>
          <p:nvPr/>
        </p:nvCxnSpPr>
        <p:spPr>
          <a:xfrm>
            <a:off x="3786746" y="4178471"/>
            <a:ext cx="612428" cy="4088"/>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pic>
        <p:nvPicPr>
          <p:cNvPr id="25" name="Image 24">
            <a:extLst>
              <a:ext uri="{FF2B5EF4-FFF2-40B4-BE49-F238E27FC236}">
                <a16:creationId xmlns:a16="http://schemas.microsoft.com/office/drawing/2014/main" id="{CF9161D0-44E7-8BBA-F232-D2350F92FF5B}"/>
              </a:ext>
            </a:extLst>
          </p:cNvPr>
          <p:cNvPicPr>
            <a:picLocks noChangeAspect="1"/>
          </p:cNvPicPr>
          <p:nvPr/>
        </p:nvPicPr>
        <p:blipFill>
          <a:blip r:embed="rId4"/>
          <a:srcRect t="30419" b="64366"/>
          <a:stretch>
            <a:fillRect/>
          </a:stretch>
        </p:blipFill>
        <p:spPr>
          <a:xfrm>
            <a:off x="4402474" y="4581278"/>
            <a:ext cx="1617326" cy="286113"/>
          </a:xfrm>
          <a:prstGeom prst="rect">
            <a:avLst/>
          </a:prstGeom>
        </p:spPr>
      </p:pic>
      <p:sp>
        <p:nvSpPr>
          <p:cNvPr id="12" name="Rectangle 11">
            <a:extLst>
              <a:ext uri="{FF2B5EF4-FFF2-40B4-BE49-F238E27FC236}">
                <a16:creationId xmlns:a16="http://schemas.microsoft.com/office/drawing/2014/main" id="{FAA0A9C5-1773-0DFE-0ECD-5E3D4CDC3B19}"/>
              </a:ext>
            </a:extLst>
          </p:cNvPr>
          <p:cNvSpPr/>
          <p:nvPr/>
        </p:nvSpPr>
        <p:spPr>
          <a:xfrm>
            <a:off x="4407735" y="4626503"/>
            <a:ext cx="1369033" cy="213100"/>
          </a:xfrm>
          <a:custGeom>
            <a:avLst/>
            <a:gdLst>
              <a:gd name="csX0" fmla="*/ 0 w 1369033"/>
              <a:gd name="csY0" fmla="*/ 0 h 213100"/>
              <a:gd name="csX1" fmla="*/ 483725 w 1369033"/>
              <a:gd name="csY1" fmla="*/ 0 h 213100"/>
              <a:gd name="csX2" fmla="*/ 912689 w 1369033"/>
              <a:gd name="csY2" fmla="*/ 0 h 213100"/>
              <a:gd name="csX3" fmla="*/ 1369033 w 1369033"/>
              <a:gd name="csY3" fmla="*/ 0 h 213100"/>
              <a:gd name="csX4" fmla="*/ 1369033 w 1369033"/>
              <a:gd name="csY4" fmla="*/ 213100 h 213100"/>
              <a:gd name="csX5" fmla="*/ 926379 w 1369033"/>
              <a:gd name="csY5" fmla="*/ 213100 h 213100"/>
              <a:gd name="csX6" fmla="*/ 442654 w 1369033"/>
              <a:gd name="csY6" fmla="*/ 213100 h 213100"/>
              <a:gd name="csX7" fmla="*/ 0 w 1369033"/>
              <a:gd name="csY7" fmla="*/ 213100 h 213100"/>
              <a:gd name="csX8" fmla="*/ 0 w 1369033"/>
              <a:gd name="csY8" fmla="*/ 0 h 2131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69033" h="213100" extrusionOk="0">
                <a:moveTo>
                  <a:pt x="0" y="0"/>
                </a:moveTo>
                <a:cubicBezTo>
                  <a:pt x="225682" y="-41141"/>
                  <a:pt x="324761" y="9020"/>
                  <a:pt x="483725" y="0"/>
                </a:cubicBezTo>
                <a:cubicBezTo>
                  <a:pt x="642689" y="-9020"/>
                  <a:pt x="701347" y="33594"/>
                  <a:pt x="912689" y="0"/>
                </a:cubicBezTo>
                <a:cubicBezTo>
                  <a:pt x="1124031" y="-33594"/>
                  <a:pt x="1153107" y="41323"/>
                  <a:pt x="1369033" y="0"/>
                </a:cubicBezTo>
                <a:cubicBezTo>
                  <a:pt x="1379352" y="93957"/>
                  <a:pt x="1348541" y="111066"/>
                  <a:pt x="1369033" y="213100"/>
                </a:cubicBezTo>
                <a:cubicBezTo>
                  <a:pt x="1200431" y="243302"/>
                  <a:pt x="1058357" y="204311"/>
                  <a:pt x="926379" y="213100"/>
                </a:cubicBezTo>
                <a:cubicBezTo>
                  <a:pt x="794401" y="221889"/>
                  <a:pt x="668696" y="189040"/>
                  <a:pt x="442654" y="213100"/>
                </a:cubicBezTo>
                <a:cubicBezTo>
                  <a:pt x="216612" y="237160"/>
                  <a:pt x="197971" y="160801"/>
                  <a:pt x="0" y="213100"/>
                </a:cubicBezTo>
                <a:cubicBezTo>
                  <a:pt x="-5914" y="167168"/>
                  <a:pt x="16461" y="102979"/>
                  <a:pt x="0" y="0"/>
                </a:cubicBezTo>
                <a:close/>
              </a:path>
            </a:pathLst>
          </a:custGeom>
          <a:noFill/>
          <a:ln>
            <a:solidFill>
              <a:srgbClr val="358F6C"/>
            </a:solidFill>
            <a:prstDash val="sysDash"/>
            <a:extLst>
              <a:ext uri="{C807C97D-BFC1-408E-A445-0C87EB9F89A2}">
                <ask:lineSketchStyleProps xmlns:ask="http://schemas.microsoft.com/office/drawing/2018/sketchyshapes" sd="3359201351">
                  <a:prstGeom prst="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noProof="0" dirty="0">
              <a:latin typeface="Barlow" panose="00000500000000000000" pitchFamily="2" charset="0"/>
            </a:endParaRPr>
          </a:p>
        </p:txBody>
      </p:sp>
      <p:sp>
        <p:nvSpPr>
          <p:cNvPr id="154" name="Rectangle : coins arrondis 153">
            <a:extLst>
              <a:ext uri="{FF2B5EF4-FFF2-40B4-BE49-F238E27FC236}">
                <a16:creationId xmlns:a16="http://schemas.microsoft.com/office/drawing/2014/main" id="{ECE44A14-5DB1-6604-6662-7E81B907CA45}"/>
              </a:ext>
            </a:extLst>
          </p:cNvPr>
          <p:cNvSpPr>
            <a:spLocks noChangeAspect="1"/>
          </p:cNvSpPr>
          <p:nvPr/>
        </p:nvSpPr>
        <p:spPr>
          <a:xfrm>
            <a:off x="3891172" y="4588442"/>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c</a:t>
            </a:r>
          </a:p>
        </p:txBody>
      </p:sp>
      <p:cxnSp>
        <p:nvCxnSpPr>
          <p:cNvPr id="155" name="Connecteur droit avec flèche 154">
            <a:extLst>
              <a:ext uri="{FF2B5EF4-FFF2-40B4-BE49-F238E27FC236}">
                <a16:creationId xmlns:a16="http://schemas.microsoft.com/office/drawing/2014/main" id="{FFE14665-6A62-AA49-CD90-77AE4F290D51}"/>
              </a:ext>
            </a:extLst>
          </p:cNvPr>
          <p:cNvCxnSpPr>
            <a:cxnSpLocks/>
            <a:stCxn id="154" idx="3"/>
            <a:endCxn id="12" idx="1"/>
          </p:cNvCxnSpPr>
          <p:nvPr/>
        </p:nvCxnSpPr>
        <p:spPr>
          <a:xfrm>
            <a:off x="4179172" y="4732442"/>
            <a:ext cx="228563" cy="611"/>
          </a:xfrm>
          <a:prstGeom prst="straightConnector1">
            <a:avLst/>
          </a:prstGeom>
          <a:ln w="12700">
            <a:solidFill>
              <a:srgbClr val="358F6C"/>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57" name="Connecteur droit avec flèche 156">
            <a:extLst>
              <a:ext uri="{FF2B5EF4-FFF2-40B4-BE49-F238E27FC236}">
                <a16:creationId xmlns:a16="http://schemas.microsoft.com/office/drawing/2014/main" id="{DDA6E007-FC1F-CD05-6BF4-F970EC2CD0A9}"/>
              </a:ext>
            </a:extLst>
          </p:cNvPr>
          <p:cNvCxnSpPr>
            <a:cxnSpLocks/>
            <a:stCxn id="156" idx="3"/>
            <a:endCxn id="9" idx="1"/>
          </p:cNvCxnSpPr>
          <p:nvPr/>
        </p:nvCxnSpPr>
        <p:spPr>
          <a:xfrm>
            <a:off x="3848859" y="5021020"/>
            <a:ext cx="566694" cy="0"/>
          </a:xfrm>
          <a:prstGeom prst="straightConnector1">
            <a:avLst/>
          </a:prstGeom>
          <a:ln w="12700">
            <a:solidFill>
              <a:srgbClr val="358F6C"/>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68" name="Connecteur : en angle 267">
            <a:extLst>
              <a:ext uri="{FF2B5EF4-FFF2-40B4-BE49-F238E27FC236}">
                <a16:creationId xmlns:a16="http://schemas.microsoft.com/office/drawing/2014/main" id="{8FF7A1AE-06C2-C785-4C35-AA455E39573F}"/>
              </a:ext>
            </a:extLst>
          </p:cNvPr>
          <p:cNvCxnSpPr>
            <a:cxnSpLocks/>
            <a:stCxn id="49" idx="3"/>
            <a:endCxn id="288" idx="1"/>
          </p:cNvCxnSpPr>
          <p:nvPr/>
        </p:nvCxnSpPr>
        <p:spPr>
          <a:xfrm flipV="1">
            <a:off x="5756114" y="3488808"/>
            <a:ext cx="954464" cy="693751"/>
          </a:xfrm>
          <a:prstGeom prst="bentConnector3">
            <a:avLst>
              <a:gd name="adj1" fmla="val 69460"/>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7" name="Image 26">
            <a:extLst>
              <a:ext uri="{FF2B5EF4-FFF2-40B4-BE49-F238E27FC236}">
                <a16:creationId xmlns:a16="http://schemas.microsoft.com/office/drawing/2014/main" id="{4A0CF8DE-26C5-F969-D801-4DBEC11788AB}"/>
              </a:ext>
            </a:extLst>
          </p:cNvPr>
          <p:cNvPicPr>
            <a:picLocks noChangeAspect="1"/>
          </p:cNvPicPr>
          <p:nvPr/>
        </p:nvPicPr>
        <p:blipFill>
          <a:blip r:embed="rId4"/>
          <a:srcRect t="93039"/>
          <a:stretch>
            <a:fillRect/>
          </a:stretch>
        </p:blipFill>
        <p:spPr>
          <a:xfrm>
            <a:off x="4402901" y="5255585"/>
            <a:ext cx="1625684" cy="383868"/>
          </a:xfrm>
          <a:prstGeom prst="rect">
            <a:avLst/>
          </a:prstGeom>
        </p:spPr>
      </p:pic>
      <p:cxnSp>
        <p:nvCxnSpPr>
          <p:cNvPr id="274" name="Connecteur : en angle 273">
            <a:extLst>
              <a:ext uri="{FF2B5EF4-FFF2-40B4-BE49-F238E27FC236}">
                <a16:creationId xmlns:a16="http://schemas.microsoft.com/office/drawing/2014/main" id="{39DAB518-4FD6-43FF-F850-E9278ADD013E}"/>
              </a:ext>
            </a:extLst>
          </p:cNvPr>
          <p:cNvCxnSpPr>
            <a:cxnSpLocks/>
            <a:stCxn id="12" idx="3"/>
            <a:endCxn id="320" idx="1"/>
          </p:cNvCxnSpPr>
          <p:nvPr/>
        </p:nvCxnSpPr>
        <p:spPr>
          <a:xfrm>
            <a:off x="5776768" y="4733053"/>
            <a:ext cx="933810" cy="526577"/>
          </a:xfrm>
          <a:prstGeom prst="bentConnector3">
            <a:avLst>
              <a:gd name="adj1" fmla="val 68870"/>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5C4475B7-3329-31DC-E145-36CE62F68C67}"/>
              </a:ext>
            </a:extLst>
          </p:cNvPr>
          <p:cNvSpPr/>
          <p:nvPr/>
        </p:nvSpPr>
        <p:spPr>
          <a:xfrm>
            <a:off x="4377727" y="5372777"/>
            <a:ext cx="1369033" cy="226294"/>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latin typeface="Barlow" panose="00000500000000000000" pitchFamily="2" charset="0"/>
            </a:endParaRPr>
          </a:p>
        </p:txBody>
      </p:sp>
      <p:sp>
        <p:nvSpPr>
          <p:cNvPr id="30" name="Ellipse 29">
            <a:extLst>
              <a:ext uri="{FF2B5EF4-FFF2-40B4-BE49-F238E27FC236}">
                <a16:creationId xmlns:a16="http://schemas.microsoft.com/office/drawing/2014/main" id="{4861CE0C-7067-DAED-2518-675AB35C6C1E}"/>
              </a:ext>
            </a:extLst>
          </p:cNvPr>
          <p:cNvSpPr>
            <a:spLocks noChangeAspect="1"/>
          </p:cNvSpPr>
          <p:nvPr/>
        </p:nvSpPr>
        <p:spPr>
          <a:xfrm>
            <a:off x="3564708" y="5349945"/>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dirty="0">
                <a:latin typeface="Barlow" panose="00000500000000000000" pitchFamily="2" charset="0"/>
              </a:rPr>
              <a:t>3</a:t>
            </a:r>
            <a:endParaRPr lang="fr-FR" sz="1600" b="1" noProof="0" dirty="0">
              <a:latin typeface="Barlow" panose="00000500000000000000" pitchFamily="2" charset="0"/>
            </a:endParaRPr>
          </a:p>
        </p:txBody>
      </p:sp>
      <p:cxnSp>
        <p:nvCxnSpPr>
          <p:cNvPr id="31" name="Connecteur droit avec flèche 30">
            <a:extLst>
              <a:ext uri="{FF2B5EF4-FFF2-40B4-BE49-F238E27FC236}">
                <a16:creationId xmlns:a16="http://schemas.microsoft.com/office/drawing/2014/main" id="{79DBAF65-71FA-2C55-A2CD-A54AB6DA0E4A}"/>
              </a:ext>
            </a:extLst>
          </p:cNvPr>
          <p:cNvCxnSpPr>
            <a:cxnSpLocks/>
            <a:stCxn id="30" idx="6"/>
            <a:endCxn id="29" idx="1"/>
          </p:cNvCxnSpPr>
          <p:nvPr/>
        </p:nvCxnSpPr>
        <p:spPr>
          <a:xfrm flipV="1">
            <a:off x="3852708" y="5485924"/>
            <a:ext cx="525019" cy="0"/>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32" name="Groupe 31">
            <a:extLst>
              <a:ext uri="{FF2B5EF4-FFF2-40B4-BE49-F238E27FC236}">
                <a16:creationId xmlns:a16="http://schemas.microsoft.com/office/drawing/2014/main" id="{BB0D9009-2B6D-61EF-F079-5E832A0E3AEC}"/>
              </a:ext>
            </a:extLst>
          </p:cNvPr>
          <p:cNvGrpSpPr/>
          <p:nvPr/>
        </p:nvGrpSpPr>
        <p:grpSpPr>
          <a:xfrm>
            <a:off x="181997" y="2874520"/>
            <a:ext cx="3251471" cy="360000"/>
            <a:chOff x="1076957" y="5514260"/>
            <a:chExt cx="3251471" cy="360000"/>
          </a:xfrm>
        </p:grpSpPr>
        <p:sp>
          <p:nvSpPr>
            <p:cNvPr id="33" name="Rectangle : coins arrondis 32">
              <a:extLst>
                <a:ext uri="{FF2B5EF4-FFF2-40B4-BE49-F238E27FC236}">
                  <a16:creationId xmlns:a16="http://schemas.microsoft.com/office/drawing/2014/main" id="{9E17B850-D449-CFB8-E45C-621E74C2FC93}"/>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34" name="Rectangle : coins arrondis 33">
              <a:extLst>
                <a:ext uri="{FF2B5EF4-FFF2-40B4-BE49-F238E27FC236}">
                  <a16:creationId xmlns:a16="http://schemas.microsoft.com/office/drawing/2014/main" id="{C8EF4D4B-CCB3-D81E-FFC3-DD8B54C0646F}"/>
                </a:ext>
              </a:extLst>
            </p:cNvPr>
            <p:cNvSpPr/>
            <p:nvPr/>
          </p:nvSpPr>
          <p:spPr>
            <a:xfrm>
              <a:off x="1410332" y="5515015"/>
              <a:ext cx="2918096"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Mode sombre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Bascule le mode d’affichage.</a:t>
              </a:r>
            </a:p>
          </p:txBody>
        </p:sp>
        <p:cxnSp>
          <p:nvCxnSpPr>
            <p:cNvPr id="35" name="Connecteur droit 34">
              <a:extLst>
                <a:ext uri="{FF2B5EF4-FFF2-40B4-BE49-F238E27FC236}">
                  <a16:creationId xmlns:a16="http://schemas.microsoft.com/office/drawing/2014/main" id="{81FE7A25-2A54-C570-499A-DB8530D3B1DD}"/>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36" name="Ellipse 35">
              <a:extLst>
                <a:ext uri="{FF2B5EF4-FFF2-40B4-BE49-F238E27FC236}">
                  <a16:creationId xmlns:a16="http://schemas.microsoft.com/office/drawing/2014/main" id="{F04CF2FB-8CB9-43C9-73D9-0E9EDAEF9ABF}"/>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dirty="0"/>
                <a:t>3</a:t>
              </a:r>
              <a:endParaRPr lang="fr-FR" sz="1600" b="1" noProof="0" dirty="0"/>
            </a:p>
          </p:txBody>
        </p:sp>
      </p:grpSp>
    </p:spTree>
    <p:extLst>
      <p:ext uri="{BB962C8B-B14F-4D97-AF65-F5344CB8AC3E}">
        <p14:creationId xmlns:p14="http://schemas.microsoft.com/office/powerpoint/2010/main" val="7764031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e 17">
            <a:extLst>
              <a:ext uri="{FF2B5EF4-FFF2-40B4-BE49-F238E27FC236}">
                <a16:creationId xmlns:a16="http://schemas.microsoft.com/office/drawing/2014/main" id="{D70FC915-DB80-D84E-0784-D329D75E73EA}"/>
              </a:ext>
            </a:extLst>
          </p:cNvPr>
          <p:cNvGrpSpPr/>
          <p:nvPr/>
        </p:nvGrpSpPr>
        <p:grpSpPr>
          <a:xfrm>
            <a:off x="5211907" y="1387390"/>
            <a:ext cx="4604953" cy="4616504"/>
            <a:chOff x="9501895" y="1909944"/>
            <a:chExt cx="4604953" cy="4616504"/>
          </a:xfrm>
        </p:grpSpPr>
        <p:sp>
          <p:nvSpPr>
            <p:cNvPr id="16" name="Rectangle : coins arrondis 15">
              <a:extLst>
                <a:ext uri="{FF2B5EF4-FFF2-40B4-BE49-F238E27FC236}">
                  <a16:creationId xmlns:a16="http://schemas.microsoft.com/office/drawing/2014/main" id="{3000A7A2-B56D-EBEA-4665-150E69C00BA6}"/>
                </a:ext>
              </a:extLst>
            </p:cNvPr>
            <p:cNvSpPr/>
            <p:nvPr/>
          </p:nvSpPr>
          <p:spPr>
            <a:xfrm>
              <a:off x="9501904" y="1909944"/>
              <a:ext cx="4604944" cy="4616504"/>
            </a:xfrm>
            <a:prstGeom prst="roundRect">
              <a:avLst>
                <a:gd name="adj" fmla="val 2728"/>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Menu Chambre d’appel par tapis</a:t>
              </a:r>
            </a:p>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cxnSp>
          <p:nvCxnSpPr>
            <p:cNvPr id="17" name="Connecteur droit 16">
              <a:extLst>
                <a:ext uri="{FF2B5EF4-FFF2-40B4-BE49-F238E27FC236}">
                  <a16:creationId xmlns:a16="http://schemas.microsoft.com/office/drawing/2014/main" id="{BBE26CEA-AF28-61F9-0D12-E794F5EB01E8}"/>
                </a:ext>
              </a:extLst>
            </p:cNvPr>
            <p:cNvCxnSpPr>
              <a:cxnSpLocks/>
            </p:cNvCxnSpPr>
            <p:nvPr/>
          </p:nvCxnSpPr>
          <p:spPr>
            <a:xfrm>
              <a:off x="9501895" y="1932893"/>
              <a:ext cx="0" cy="4593555"/>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pic>
        <p:nvPicPr>
          <p:cNvPr id="14" name="Image 13">
            <a:extLst>
              <a:ext uri="{FF2B5EF4-FFF2-40B4-BE49-F238E27FC236}">
                <a16:creationId xmlns:a16="http://schemas.microsoft.com/office/drawing/2014/main" id="{4EF867A7-0E28-317E-11CA-E0F449788E5E}"/>
              </a:ext>
            </a:extLst>
          </p:cNvPr>
          <p:cNvPicPr>
            <a:picLocks noChangeAspect="1"/>
          </p:cNvPicPr>
          <p:nvPr/>
        </p:nvPicPr>
        <p:blipFill>
          <a:blip r:embed="rId2"/>
          <a:srcRect b="12787"/>
          <a:stretch>
            <a:fillRect/>
          </a:stretch>
        </p:blipFill>
        <p:spPr>
          <a:xfrm>
            <a:off x="5665987" y="1864950"/>
            <a:ext cx="3848495" cy="4006183"/>
          </a:xfrm>
          <a:prstGeom prst="rect">
            <a:avLst/>
          </a:prstGeom>
          <a:ln>
            <a:noFill/>
          </a:ln>
          <a:effectLst>
            <a:outerShdw blurRad="190500" algn="tl" rotWithShape="0">
              <a:srgbClr val="000000">
                <a:alpha val="70000"/>
              </a:srgbClr>
            </a:outerShdw>
          </a:effectLst>
        </p:spPr>
      </p:pic>
      <p:sp>
        <p:nvSpPr>
          <p:cNvPr id="2" name="Titre 1">
            <a:extLst>
              <a:ext uri="{FF2B5EF4-FFF2-40B4-BE49-F238E27FC236}">
                <a16:creationId xmlns:a16="http://schemas.microsoft.com/office/drawing/2014/main" id="{2C198829-35EB-6A46-EBAA-6A582DAFE970}"/>
              </a:ext>
            </a:extLst>
          </p:cNvPr>
          <p:cNvSpPr>
            <a:spLocks noGrp="1"/>
          </p:cNvSpPr>
          <p:nvPr>
            <p:ph type="title"/>
          </p:nvPr>
        </p:nvSpPr>
        <p:spPr/>
        <p:txBody>
          <a:bodyPr/>
          <a:lstStyle/>
          <a:p>
            <a:r>
              <a:rPr lang="fr-FR" noProof="0" dirty="0"/>
              <a:t>Plan du Site utilisateur – Se Prépare</a:t>
            </a:r>
          </a:p>
        </p:txBody>
      </p:sp>
      <p:sp>
        <p:nvSpPr>
          <p:cNvPr id="4" name="Espace réservé du texte 3">
            <a:extLst>
              <a:ext uri="{FF2B5EF4-FFF2-40B4-BE49-F238E27FC236}">
                <a16:creationId xmlns:a16="http://schemas.microsoft.com/office/drawing/2014/main" id="{55EE5942-743C-7FE0-DDCC-8AF825345982}"/>
              </a:ext>
            </a:extLst>
          </p:cNvPr>
          <p:cNvSpPr>
            <a:spLocks noGrp="1"/>
          </p:cNvSpPr>
          <p:nvPr>
            <p:ph type="body" sz="quarter" idx="15"/>
          </p:nvPr>
        </p:nvSpPr>
        <p:spPr/>
        <p:txBody>
          <a:bodyPr/>
          <a:lstStyle/>
          <a:p>
            <a:r>
              <a:rPr lang="fr-FR" noProof="0" dirty="0"/>
              <a:t>Annexe</a:t>
            </a:r>
          </a:p>
        </p:txBody>
      </p:sp>
      <p:sp>
        <p:nvSpPr>
          <p:cNvPr id="6" name="Rectangle 5">
            <a:extLst>
              <a:ext uri="{FF2B5EF4-FFF2-40B4-BE49-F238E27FC236}">
                <a16:creationId xmlns:a16="http://schemas.microsoft.com/office/drawing/2014/main" id="{B927D197-EA8C-364D-F076-81E8BA0C3E97}"/>
              </a:ext>
            </a:extLst>
          </p:cNvPr>
          <p:cNvSpPr/>
          <p:nvPr/>
        </p:nvSpPr>
        <p:spPr>
          <a:xfrm>
            <a:off x="5740399" y="2686759"/>
            <a:ext cx="3703093" cy="253291"/>
          </a:xfrm>
          <a:custGeom>
            <a:avLst/>
            <a:gdLst>
              <a:gd name="csX0" fmla="*/ 0 w 3703093"/>
              <a:gd name="csY0" fmla="*/ 0 h 253291"/>
              <a:gd name="csX1" fmla="*/ 603075 w 3703093"/>
              <a:gd name="csY1" fmla="*/ 0 h 253291"/>
              <a:gd name="csX2" fmla="*/ 1058027 w 3703093"/>
              <a:gd name="csY2" fmla="*/ 0 h 253291"/>
              <a:gd name="csX3" fmla="*/ 1512978 w 3703093"/>
              <a:gd name="csY3" fmla="*/ 0 h 253291"/>
              <a:gd name="csX4" fmla="*/ 2116053 w 3703093"/>
              <a:gd name="csY4" fmla="*/ 0 h 253291"/>
              <a:gd name="csX5" fmla="*/ 2682097 w 3703093"/>
              <a:gd name="csY5" fmla="*/ 0 h 253291"/>
              <a:gd name="csX6" fmla="*/ 3211111 w 3703093"/>
              <a:gd name="csY6" fmla="*/ 0 h 253291"/>
              <a:gd name="csX7" fmla="*/ 3703093 w 3703093"/>
              <a:gd name="csY7" fmla="*/ 0 h 253291"/>
              <a:gd name="csX8" fmla="*/ 3703093 w 3703093"/>
              <a:gd name="csY8" fmla="*/ 253291 h 253291"/>
              <a:gd name="csX9" fmla="*/ 3137049 w 3703093"/>
              <a:gd name="csY9" fmla="*/ 253291 h 253291"/>
              <a:gd name="csX10" fmla="*/ 2682097 w 3703093"/>
              <a:gd name="csY10" fmla="*/ 253291 h 253291"/>
              <a:gd name="csX11" fmla="*/ 2153084 w 3703093"/>
              <a:gd name="csY11" fmla="*/ 253291 h 253291"/>
              <a:gd name="csX12" fmla="*/ 1661102 w 3703093"/>
              <a:gd name="csY12" fmla="*/ 253291 h 253291"/>
              <a:gd name="csX13" fmla="*/ 1243181 w 3703093"/>
              <a:gd name="csY13" fmla="*/ 253291 h 253291"/>
              <a:gd name="csX14" fmla="*/ 825261 w 3703093"/>
              <a:gd name="csY14" fmla="*/ 253291 h 253291"/>
              <a:gd name="csX15" fmla="*/ 0 w 3703093"/>
              <a:gd name="csY15" fmla="*/ 253291 h 253291"/>
              <a:gd name="csX16" fmla="*/ 0 w 3703093"/>
              <a:gd name="csY16" fmla="*/ 0 h 2532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703093" h="253291" extrusionOk="0">
                <a:moveTo>
                  <a:pt x="0" y="0"/>
                </a:moveTo>
                <a:cubicBezTo>
                  <a:pt x="273235" y="-10550"/>
                  <a:pt x="441305" y="17666"/>
                  <a:pt x="603075" y="0"/>
                </a:cubicBezTo>
                <a:cubicBezTo>
                  <a:pt x="764846" y="-17666"/>
                  <a:pt x="937050" y="7607"/>
                  <a:pt x="1058027" y="0"/>
                </a:cubicBezTo>
                <a:cubicBezTo>
                  <a:pt x="1179004" y="-7607"/>
                  <a:pt x="1395615" y="52726"/>
                  <a:pt x="1512978" y="0"/>
                </a:cubicBezTo>
                <a:cubicBezTo>
                  <a:pt x="1630341" y="-52726"/>
                  <a:pt x="1943805" y="31591"/>
                  <a:pt x="2116053" y="0"/>
                </a:cubicBezTo>
                <a:cubicBezTo>
                  <a:pt x="2288302" y="-31591"/>
                  <a:pt x="2528686" y="41868"/>
                  <a:pt x="2682097" y="0"/>
                </a:cubicBezTo>
                <a:cubicBezTo>
                  <a:pt x="2835508" y="-41868"/>
                  <a:pt x="3070909" y="62934"/>
                  <a:pt x="3211111" y="0"/>
                </a:cubicBezTo>
                <a:cubicBezTo>
                  <a:pt x="3351313" y="-62934"/>
                  <a:pt x="3564664" y="6671"/>
                  <a:pt x="3703093" y="0"/>
                </a:cubicBezTo>
                <a:cubicBezTo>
                  <a:pt x="3723703" y="68580"/>
                  <a:pt x="3676739" y="178721"/>
                  <a:pt x="3703093" y="253291"/>
                </a:cubicBezTo>
                <a:cubicBezTo>
                  <a:pt x="3441636" y="320399"/>
                  <a:pt x="3399438" y="201444"/>
                  <a:pt x="3137049" y="253291"/>
                </a:cubicBezTo>
                <a:cubicBezTo>
                  <a:pt x="2874660" y="305138"/>
                  <a:pt x="2807387" y="206346"/>
                  <a:pt x="2682097" y="253291"/>
                </a:cubicBezTo>
                <a:cubicBezTo>
                  <a:pt x="2556807" y="300236"/>
                  <a:pt x="2322843" y="191299"/>
                  <a:pt x="2153084" y="253291"/>
                </a:cubicBezTo>
                <a:cubicBezTo>
                  <a:pt x="1983325" y="315283"/>
                  <a:pt x="1814803" y="215344"/>
                  <a:pt x="1661102" y="253291"/>
                </a:cubicBezTo>
                <a:cubicBezTo>
                  <a:pt x="1507401" y="291238"/>
                  <a:pt x="1380140" y="250416"/>
                  <a:pt x="1243181" y="253291"/>
                </a:cubicBezTo>
                <a:cubicBezTo>
                  <a:pt x="1106222" y="256166"/>
                  <a:pt x="931186" y="251033"/>
                  <a:pt x="825261" y="253291"/>
                </a:cubicBezTo>
                <a:cubicBezTo>
                  <a:pt x="719336" y="255549"/>
                  <a:pt x="329884" y="179541"/>
                  <a:pt x="0" y="253291"/>
                </a:cubicBezTo>
                <a:cubicBezTo>
                  <a:pt x="-26466" y="186837"/>
                  <a:pt x="4925" y="95483"/>
                  <a:pt x="0" y="0"/>
                </a:cubicBezTo>
                <a:close/>
              </a:path>
            </a:pathLst>
          </a:custGeom>
          <a:noFill/>
          <a:ln w="28575">
            <a:solidFill>
              <a:srgbClr val="358F6C"/>
            </a:solidFill>
            <a:prstDash val="sysDash"/>
            <a:extLst>
              <a:ext uri="{C807C97D-BFC1-408E-A445-0C87EB9F89A2}">
                <ask:lineSketchStyleProps xmlns:ask="http://schemas.microsoft.com/office/drawing/2018/sketchyshapes" sd="3359201351">
                  <a:prstGeom prst="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noProof="0" dirty="0"/>
          </a:p>
        </p:txBody>
      </p:sp>
      <p:sp>
        <p:nvSpPr>
          <p:cNvPr id="3" name="Rectangle : coins arrondis 2">
            <a:extLst>
              <a:ext uri="{FF2B5EF4-FFF2-40B4-BE49-F238E27FC236}">
                <a16:creationId xmlns:a16="http://schemas.microsoft.com/office/drawing/2014/main" id="{5C0FD0EC-E567-EACF-C31F-FD813CE2F910}"/>
              </a:ext>
            </a:extLst>
          </p:cNvPr>
          <p:cNvSpPr>
            <a:spLocks noChangeAspect="1"/>
          </p:cNvSpPr>
          <p:nvPr/>
        </p:nvSpPr>
        <p:spPr>
          <a:xfrm>
            <a:off x="4852917" y="2669404"/>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5" name="Connecteur droit avec flèche 4">
            <a:extLst>
              <a:ext uri="{FF2B5EF4-FFF2-40B4-BE49-F238E27FC236}">
                <a16:creationId xmlns:a16="http://schemas.microsoft.com/office/drawing/2014/main" id="{08C825C1-42FD-D8C6-B883-2F78FDD1A506}"/>
              </a:ext>
            </a:extLst>
          </p:cNvPr>
          <p:cNvCxnSpPr>
            <a:cxnSpLocks/>
            <a:stCxn id="3" idx="3"/>
            <a:endCxn id="6" idx="1"/>
          </p:cNvCxnSpPr>
          <p:nvPr/>
        </p:nvCxnSpPr>
        <p:spPr>
          <a:xfrm>
            <a:off x="5140917" y="2813404"/>
            <a:ext cx="599482" cy="1"/>
          </a:xfrm>
          <a:prstGeom prst="straightConnector1">
            <a:avLst/>
          </a:prstGeom>
          <a:ln w="12700">
            <a:solidFill>
              <a:srgbClr val="358F6C"/>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7" name="Groupe 6">
            <a:extLst>
              <a:ext uri="{FF2B5EF4-FFF2-40B4-BE49-F238E27FC236}">
                <a16:creationId xmlns:a16="http://schemas.microsoft.com/office/drawing/2014/main" id="{AB925A3E-9452-40B8-1C7E-BD15EE84FB91}"/>
              </a:ext>
            </a:extLst>
          </p:cNvPr>
          <p:cNvGrpSpPr/>
          <p:nvPr/>
        </p:nvGrpSpPr>
        <p:grpSpPr>
          <a:xfrm>
            <a:off x="980322" y="5446147"/>
            <a:ext cx="3213376" cy="557747"/>
            <a:chOff x="5346700" y="1873408"/>
            <a:chExt cx="3213376" cy="557747"/>
          </a:xfrm>
        </p:grpSpPr>
        <p:sp>
          <p:nvSpPr>
            <p:cNvPr id="9" name="Rectangle : coins arrondis 8">
              <a:extLst>
                <a:ext uri="{FF2B5EF4-FFF2-40B4-BE49-F238E27FC236}">
                  <a16:creationId xmlns:a16="http://schemas.microsoft.com/office/drawing/2014/main" id="{FE1C9D17-3748-C1A3-4FC4-AC4EF670738B}"/>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0" name="Rectangle : coins arrondis 9">
              <a:extLst>
                <a:ext uri="{FF2B5EF4-FFF2-40B4-BE49-F238E27FC236}">
                  <a16:creationId xmlns:a16="http://schemas.microsoft.com/office/drawing/2014/main" id="{19860AF7-EE06-1541-93B1-2EE2896E329F}"/>
                </a:ext>
              </a:extLst>
            </p:cNvPr>
            <p:cNvSpPr/>
            <p:nvPr/>
          </p:nvSpPr>
          <p:spPr>
            <a:xfrm>
              <a:off x="5680076" y="1876755"/>
              <a:ext cx="2880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Optionnel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Avec message configuré.</a:t>
              </a:r>
            </a:p>
          </p:txBody>
        </p:sp>
        <p:sp>
          <p:nvSpPr>
            <p:cNvPr id="11" name="Rectangle : coins arrondis 10">
              <a:extLst>
                <a:ext uri="{FF2B5EF4-FFF2-40B4-BE49-F238E27FC236}">
                  <a16:creationId xmlns:a16="http://schemas.microsoft.com/office/drawing/2014/main" id="{6711DDB6-2D51-64AE-5B41-E12AA322BFC4}"/>
                </a:ext>
              </a:extLst>
            </p:cNvPr>
            <p:cNvSpPr>
              <a:spLocks noChangeAspect="1"/>
            </p:cNvSpPr>
            <p:nvPr/>
          </p:nvSpPr>
          <p:spPr>
            <a:xfrm>
              <a:off x="5408816" y="2010394"/>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13" name="Connecteur droit 12">
              <a:extLst>
                <a:ext uri="{FF2B5EF4-FFF2-40B4-BE49-F238E27FC236}">
                  <a16:creationId xmlns:a16="http://schemas.microsoft.com/office/drawing/2014/main" id="{E69419FE-715C-0077-3916-A7F6DA9CD213}"/>
                </a:ext>
              </a:extLst>
            </p:cNvPr>
            <p:cNvCxnSpPr/>
            <p:nvPr/>
          </p:nvCxnSpPr>
          <p:spPr>
            <a:xfrm>
              <a:off x="5346700" y="1876755"/>
              <a:ext cx="0" cy="554400"/>
            </a:xfrm>
            <a:prstGeom prst="line">
              <a:avLst/>
            </a:prstGeom>
            <a:ln w="38100">
              <a:solidFill>
                <a:srgbClr val="358F6C"/>
              </a:solidFill>
            </a:ln>
          </p:spPr>
          <p:style>
            <a:lnRef idx="1">
              <a:schemeClr val="accent1"/>
            </a:lnRef>
            <a:fillRef idx="0">
              <a:schemeClr val="accent1"/>
            </a:fillRef>
            <a:effectRef idx="0">
              <a:schemeClr val="accent1"/>
            </a:effectRef>
            <a:fontRef idx="minor">
              <a:schemeClr val="tx1"/>
            </a:fontRef>
          </p:style>
        </p:cxnSp>
      </p:grpSp>
      <p:grpSp>
        <p:nvGrpSpPr>
          <p:cNvPr id="23" name="Groupe 22">
            <a:extLst>
              <a:ext uri="{FF2B5EF4-FFF2-40B4-BE49-F238E27FC236}">
                <a16:creationId xmlns:a16="http://schemas.microsoft.com/office/drawing/2014/main" id="{9D6FB933-7A3B-B22F-D3EE-82DF8385A10B}"/>
              </a:ext>
            </a:extLst>
          </p:cNvPr>
          <p:cNvGrpSpPr/>
          <p:nvPr/>
        </p:nvGrpSpPr>
        <p:grpSpPr>
          <a:xfrm>
            <a:off x="1815365" y="2254442"/>
            <a:ext cx="1183746" cy="325919"/>
            <a:chOff x="109544" y="3520584"/>
            <a:chExt cx="1183746" cy="325919"/>
          </a:xfrm>
        </p:grpSpPr>
        <p:grpSp>
          <p:nvGrpSpPr>
            <p:cNvPr id="24" name="Groupe 23">
              <a:extLst>
                <a:ext uri="{FF2B5EF4-FFF2-40B4-BE49-F238E27FC236}">
                  <a16:creationId xmlns:a16="http://schemas.microsoft.com/office/drawing/2014/main" id="{9FC37F47-A56E-0D1C-929D-EBE191A52D90}"/>
                </a:ext>
              </a:extLst>
            </p:cNvPr>
            <p:cNvGrpSpPr/>
            <p:nvPr/>
          </p:nvGrpSpPr>
          <p:grpSpPr>
            <a:xfrm>
              <a:off x="109544" y="3520584"/>
              <a:ext cx="1183746" cy="325919"/>
              <a:chOff x="5130203" y="401858"/>
              <a:chExt cx="251584" cy="325919"/>
            </a:xfrm>
          </p:grpSpPr>
          <p:sp>
            <p:nvSpPr>
              <p:cNvPr id="26" name="Rectangle : coins arrondis 25">
                <a:extLst>
                  <a:ext uri="{FF2B5EF4-FFF2-40B4-BE49-F238E27FC236}">
                    <a16:creationId xmlns:a16="http://schemas.microsoft.com/office/drawing/2014/main" id="{139F08E9-C2AD-60F8-976C-3FB4B4A83395}"/>
                  </a:ext>
                </a:extLst>
              </p:cNvPr>
              <p:cNvSpPr/>
              <p:nvPr/>
            </p:nvSpPr>
            <p:spPr>
              <a:xfrm>
                <a:off x="5130204" y="401858"/>
                <a:ext cx="251583" cy="325919"/>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      Menu</a:t>
                </a:r>
              </a:p>
            </p:txBody>
          </p:sp>
          <p:cxnSp>
            <p:nvCxnSpPr>
              <p:cNvPr id="27" name="Connecteur droit 26">
                <a:extLst>
                  <a:ext uri="{FF2B5EF4-FFF2-40B4-BE49-F238E27FC236}">
                    <a16:creationId xmlns:a16="http://schemas.microsoft.com/office/drawing/2014/main" id="{AF2AF99D-7D9E-0894-5F7F-4172925B2611}"/>
                  </a:ext>
                </a:extLst>
              </p:cNvPr>
              <p:cNvCxnSpPr>
                <a:cxnSpLocks/>
              </p:cNvCxnSpPr>
              <p:nvPr/>
            </p:nvCxnSpPr>
            <p:spPr>
              <a:xfrm>
                <a:off x="5130203" y="401858"/>
                <a:ext cx="1" cy="325919"/>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pic>
          <p:nvPicPr>
            <p:cNvPr id="25" name="Image 24">
              <a:extLst>
                <a:ext uri="{FF2B5EF4-FFF2-40B4-BE49-F238E27FC236}">
                  <a16:creationId xmlns:a16="http://schemas.microsoft.com/office/drawing/2014/main" id="{2A5052D0-0C4C-8ED5-DEDA-C1118AAF0014}"/>
                </a:ext>
              </a:extLst>
            </p:cNvPr>
            <p:cNvPicPr>
              <a:picLocks noChangeAspect="1"/>
            </p:cNvPicPr>
            <p:nvPr/>
          </p:nvPicPr>
          <p:blipFill>
            <a:blip r:embed="rId3"/>
            <a:srcRect l="1878" t="1402" r="94452" b="94927"/>
            <a:stretch>
              <a:fillRect/>
            </a:stretch>
          </p:blipFill>
          <p:spPr>
            <a:xfrm>
              <a:off x="174888" y="3592940"/>
              <a:ext cx="188118" cy="197644"/>
            </a:xfrm>
            <a:prstGeom prst="rect">
              <a:avLst/>
            </a:prstGeom>
          </p:spPr>
        </p:pic>
      </p:grpSp>
      <p:cxnSp>
        <p:nvCxnSpPr>
          <p:cNvPr id="28" name="Connecteur : en angle 27">
            <a:extLst>
              <a:ext uri="{FF2B5EF4-FFF2-40B4-BE49-F238E27FC236}">
                <a16:creationId xmlns:a16="http://schemas.microsoft.com/office/drawing/2014/main" id="{81E85384-BA02-A800-3524-16A4DD22B3E7}"/>
              </a:ext>
            </a:extLst>
          </p:cNvPr>
          <p:cNvCxnSpPr>
            <a:cxnSpLocks/>
            <a:stCxn id="26" idx="2"/>
            <a:endCxn id="16" idx="1"/>
          </p:cNvCxnSpPr>
          <p:nvPr/>
        </p:nvCxnSpPr>
        <p:spPr>
          <a:xfrm rot="16200000" flipH="1">
            <a:off x="3251938" y="1735663"/>
            <a:ext cx="1115281" cy="2804675"/>
          </a:xfrm>
          <a:prstGeom prst="bentConnector2">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16464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198829-35EB-6A46-EBAA-6A582DAFE970}"/>
              </a:ext>
            </a:extLst>
          </p:cNvPr>
          <p:cNvSpPr>
            <a:spLocks noGrp="1"/>
          </p:cNvSpPr>
          <p:nvPr>
            <p:ph type="title"/>
          </p:nvPr>
        </p:nvSpPr>
        <p:spPr/>
        <p:txBody>
          <a:bodyPr/>
          <a:lstStyle/>
          <a:p>
            <a:r>
              <a:rPr lang="fr-FR" noProof="0" dirty="0"/>
              <a:t>Plan du Site utilisateur – Prochains Combats</a:t>
            </a:r>
          </a:p>
        </p:txBody>
      </p:sp>
      <p:sp>
        <p:nvSpPr>
          <p:cNvPr id="4" name="Espace réservé du texte 3">
            <a:extLst>
              <a:ext uri="{FF2B5EF4-FFF2-40B4-BE49-F238E27FC236}">
                <a16:creationId xmlns:a16="http://schemas.microsoft.com/office/drawing/2014/main" id="{55EE5942-743C-7FE0-DDCC-8AF825345982}"/>
              </a:ext>
            </a:extLst>
          </p:cNvPr>
          <p:cNvSpPr>
            <a:spLocks noGrp="1"/>
          </p:cNvSpPr>
          <p:nvPr>
            <p:ph type="body" sz="quarter" idx="15"/>
          </p:nvPr>
        </p:nvSpPr>
        <p:spPr/>
        <p:txBody>
          <a:bodyPr/>
          <a:lstStyle/>
          <a:p>
            <a:r>
              <a:rPr lang="fr-FR" noProof="0" dirty="0"/>
              <a:t>Annexe</a:t>
            </a:r>
          </a:p>
        </p:txBody>
      </p:sp>
      <p:grpSp>
        <p:nvGrpSpPr>
          <p:cNvPr id="18" name="Groupe 17">
            <a:extLst>
              <a:ext uri="{FF2B5EF4-FFF2-40B4-BE49-F238E27FC236}">
                <a16:creationId xmlns:a16="http://schemas.microsoft.com/office/drawing/2014/main" id="{4E19140F-2E44-E46A-DF11-FE0D81A6805C}"/>
              </a:ext>
            </a:extLst>
          </p:cNvPr>
          <p:cNvGrpSpPr/>
          <p:nvPr/>
        </p:nvGrpSpPr>
        <p:grpSpPr>
          <a:xfrm>
            <a:off x="1774447" y="1609152"/>
            <a:ext cx="3849341" cy="4616504"/>
            <a:chOff x="9501895" y="1909944"/>
            <a:chExt cx="3849341" cy="4616504"/>
          </a:xfrm>
        </p:grpSpPr>
        <p:sp>
          <p:nvSpPr>
            <p:cNvPr id="22" name="Rectangle : coins arrondis 21">
              <a:extLst>
                <a:ext uri="{FF2B5EF4-FFF2-40B4-BE49-F238E27FC236}">
                  <a16:creationId xmlns:a16="http://schemas.microsoft.com/office/drawing/2014/main" id="{D65234EB-85E6-9126-66CA-F01BECD6DFE9}"/>
                </a:ext>
              </a:extLst>
            </p:cNvPr>
            <p:cNvSpPr/>
            <p:nvPr/>
          </p:nvSpPr>
          <p:spPr>
            <a:xfrm>
              <a:off x="9501903" y="1909944"/>
              <a:ext cx="3849333" cy="4616504"/>
            </a:xfrm>
            <a:prstGeom prst="roundRect">
              <a:avLst>
                <a:gd name="adj" fmla="val 2728"/>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Prochains Combats</a:t>
              </a:r>
            </a:p>
            <a:p>
              <a:r>
                <a:rPr lang="fr-FR" sz="1200" noProof="0" dirty="0">
                  <a:solidFill>
                    <a:schemeClr val="tx1">
                      <a:lumMod val="85000"/>
                      <a:lumOff val="15000"/>
                    </a:schemeClr>
                  </a:solidFill>
                  <a:latin typeface="Barlow" panose="00000500000000000000" pitchFamily="2" charset="0"/>
                  <a:cs typeface="Segoe UI" panose="020B0502040204020203" pitchFamily="34" charset="0"/>
                </a:rPr>
                <a:t>Choix de la catégorie</a:t>
              </a:r>
              <a:endParaRPr lang="fr-FR" sz="1200" b="1" noProof="0" dirty="0">
                <a:solidFill>
                  <a:schemeClr val="tx1">
                    <a:lumMod val="85000"/>
                    <a:lumOff val="15000"/>
                  </a:schemeClr>
                </a:solidFill>
                <a:latin typeface="Barlow" panose="00000500000000000000" pitchFamily="2" charset="0"/>
                <a:cs typeface="Segoe UI" panose="020B0502040204020203" pitchFamily="34" charset="0"/>
              </a:endParaRPr>
            </a:p>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cxnSp>
          <p:nvCxnSpPr>
            <p:cNvPr id="23" name="Connecteur droit 22">
              <a:extLst>
                <a:ext uri="{FF2B5EF4-FFF2-40B4-BE49-F238E27FC236}">
                  <a16:creationId xmlns:a16="http://schemas.microsoft.com/office/drawing/2014/main" id="{A786FDEC-80DA-E2BD-62DB-403D41C0FFFA}"/>
                </a:ext>
              </a:extLst>
            </p:cNvPr>
            <p:cNvCxnSpPr>
              <a:cxnSpLocks/>
            </p:cNvCxnSpPr>
            <p:nvPr/>
          </p:nvCxnSpPr>
          <p:spPr>
            <a:xfrm>
              <a:off x="9501895" y="1932893"/>
              <a:ext cx="0" cy="4593555"/>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31" name="Groupe 30">
            <a:extLst>
              <a:ext uri="{FF2B5EF4-FFF2-40B4-BE49-F238E27FC236}">
                <a16:creationId xmlns:a16="http://schemas.microsoft.com/office/drawing/2014/main" id="{96A15AC4-550C-B72C-54F9-E61FBC0E465C}"/>
              </a:ext>
            </a:extLst>
          </p:cNvPr>
          <p:cNvGrpSpPr/>
          <p:nvPr/>
        </p:nvGrpSpPr>
        <p:grpSpPr>
          <a:xfrm>
            <a:off x="7270042" y="5397229"/>
            <a:ext cx="3213376" cy="557747"/>
            <a:chOff x="5346700" y="1873408"/>
            <a:chExt cx="3213376" cy="557747"/>
          </a:xfrm>
        </p:grpSpPr>
        <p:sp>
          <p:nvSpPr>
            <p:cNvPr id="32" name="Rectangle : coins arrondis 31">
              <a:extLst>
                <a:ext uri="{FF2B5EF4-FFF2-40B4-BE49-F238E27FC236}">
                  <a16:creationId xmlns:a16="http://schemas.microsoft.com/office/drawing/2014/main" id="{522240DF-C0E9-8042-985F-F3EAEC203522}"/>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33" name="Rectangle : coins arrondis 32">
              <a:extLst>
                <a:ext uri="{FF2B5EF4-FFF2-40B4-BE49-F238E27FC236}">
                  <a16:creationId xmlns:a16="http://schemas.microsoft.com/office/drawing/2014/main" id="{F8BEDE6F-6FF0-FF25-AADD-D8E34044C6E8}"/>
                </a:ext>
              </a:extLst>
            </p:cNvPr>
            <p:cNvSpPr/>
            <p:nvPr/>
          </p:nvSpPr>
          <p:spPr>
            <a:xfrm>
              <a:off x="5680076" y="1876755"/>
              <a:ext cx="2880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Optionnel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Avec message configuré.</a:t>
              </a:r>
            </a:p>
          </p:txBody>
        </p:sp>
        <p:sp>
          <p:nvSpPr>
            <p:cNvPr id="35" name="Rectangle : coins arrondis 34">
              <a:extLst>
                <a:ext uri="{FF2B5EF4-FFF2-40B4-BE49-F238E27FC236}">
                  <a16:creationId xmlns:a16="http://schemas.microsoft.com/office/drawing/2014/main" id="{737B39FE-3AF8-AB54-BEAD-701CB990E631}"/>
                </a:ext>
              </a:extLst>
            </p:cNvPr>
            <p:cNvSpPr>
              <a:spLocks noChangeAspect="1"/>
            </p:cNvSpPr>
            <p:nvPr/>
          </p:nvSpPr>
          <p:spPr>
            <a:xfrm>
              <a:off x="5408816" y="2010394"/>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36" name="Connecteur droit 35">
              <a:extLst>
                <a:ext uri="{FF2B5EF4-FFF2-40B4-BE49-F238E27FC236}">
                  <a16:creationId xmlns:a16="http://schemas.microsoft.com/office/drawing/2014/main" id="{9EE6B6D3-6F82-39D1-9274-95B4ED66A604}"/>
                </a:ext>
              </a:extLst>
            </p:cNvPr>
            <p:cNvCxnSpPr/>
            <p:nvPr/>
          </p:nvCxnSpPr>
          <p:spPr>
            <a:xfrm>
              <a:off x="5346700" y="1876755"/>
              <a:ext cx="0" cy="554400"/>
            </a:xfrm>
            <a:prstGeom prst="line">
              <a:avLst/>
            </a:prstGeom>
            <a:ln w="38100">
              <a:solidFill>
                <a:srgbClr val="358F6C"/>
              </a:solidFill>
            </a:ln>
          </p:spPr>
          <p:style>
            <a:lnRef idx="1">
              <a:schemeClr val="accent1"/>
            </a:lnRef>
            <a:fillRef idx="0">
              <a:schemeClr val="accent1"/>
            </a:fillRef>
            <a:effectRef idx="0">
              <a:schemeClr val="accent1"/>
            </a:effectRef>
            <a:fontRef idx="minor">
              <a:schemeClr val="tx1"/>
            </a:fontRef>
          </p:style>
        </p:cxnSp>
      </p:grpSp>
      <p:grpSp>
        <p:nvGrpSpPr>
          <p:cNvPr id="5" name="Groupe 4">
            <a:extLst>
              <a:ext uri="{FF2B5EF4-FFF2-40B4-BE49-F238E27FC236}">
                <a16:creationId xmlns:a16="http://schemas.microsoft.com/office/drawing/2014/main" id="{63E1EEE3-46EB-9E5E-DD16-F34C9ACB7C6C}"/>
              </a:ext>
            </a:extLst>
          </p:cNvPr>
          <p:cNvGrpSpPr/>
          <p:nvPr/>
        </p:nvGrpSpPr>
        <p:grpSpPr>
          <a:xfrm>
            <a:off x="6568204" y="1317111"/>
            <a:ext cx="4323318" cy="3730220"/>
            <a:chOff x="9501895" y="1909944"/>
            <a:chExt cx="4323318" cy="3175148"/>
          </a:xfrm>
        </p:grpSpPr>
        <p:sp>
          <p:nvSpPr>
            <p:cNvPr id="14" name="Rectangle : coins arrondis 13">
              <a:extLst>
                <a:ext uri="{FF2B5EF4-FFF2-40B4-BE49-F238E27FC236}">
                  <a16:creationId xmlns:a16="http://schemas.microsoft.com/office/drawing/2014/main" id="{5D7A8E54-86A5-441A-B690-DA1525DDDCD3}"/>
                </a:ext>
              </a:extLst>
            </p:cNvPr>
            <p:cNvSpPr/>
            <p:nvPr/>
          </p:nvSpPr>
          <p:spPr>
            <a:xfrm>
              <a:off x="9501904" y="1909944"/>
              <a:ext cx="4323309" cy="3175148"/>
            </a:xfrm>
            <a:prstGeom prst="roundRect">
              <a:avLst>
                <a:gd name="adj" fmla="val 2728"/>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Chambre d’appel</a:t>
              </a:r>
            </a:p>
            <a:p>
              <a:r>
                <a:rPr lang="fr-FR" sz="1200" noProof="0" dirty="0">
                  <a:solidFill>
                    <a:schemeClr val="tx1">
                      <a:lumMod val="85000"/>
                      <a:lumOff val="15000"/>
                    </a:schemeClr>
                  </a:solidFill>
                  <a:latin typeface="Barlow" panose="00000500000000000000" pitchFamily="2" charset="0"/>
                  <a:cs typeface="Segoe UI" panose="020B0502040204020203" pitchFamily="34" charset="0"/>
                </a:rPr>
                <a:t>Pour la catégorie, par tapis</a:t>
              </a:r>
            </a:p>
          </p:txBody>
        </p:sp>
        <p:cxnSp>
          <p:nvCxnSpPr>
            <p:cNvPr id="15" name="Connecteur droit 14">
              <a:extLst>
                <a:ext uri="{FF2B5EF4-FFF2-40B4-BE49-F238E27FC236}">
                  <a16:creationId xmlns:a16="http://schemas.microsoft.com/office/drawing/2014/main" id="{ADCA231F-24F2-D571-91BE-6EE9EEE73D99}"/>
                </a:ext>
              </a:extLst>
            </p:cNvPr>
            <p:cNvCxnSpPr>
              <a:cxnSpLocks/>
            </p:cNvCxnSpPr>
            <p:nvPr/>
          </p:nvCxnSpPr>
          <p:spPr>
            <a:xfrm>
              <a:off x="9501895" y="1932893"/>
              <a:ext cx="9" cy="3152199"/>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55" name="Groupe 54">
            <a:extLst>
              <a:ext uri="{FF2B5EF4-FFF2-40B4-BE49-F238E27FC236}">
                <a16:creationId xmlns:a16="http://schemas.microsoft.com/office/drawing/2014/main" id="{AA649BCD-85F0-E270-00CA-103D21C2239D}"/>
              </a:ext>
            </a:extLst>
          </p:cNvPr>
          <p:cNvGrpSpPr/>
          <p:nvPr/>
        </p:nvGrpSpPr>
        <p:grpSpPr>
          <a:xfrm>
            <a:off x="257326" y="1858430"/>
            <a:ext cx="1183746" cy="325919"/>
            <a:chOff x="109544" y="3520584"/>
            <a:chExt cx="1183746" cy="325919"/>
          </a:xfrm>
        </p:grpSpPr>
        <p:grpSp>
          <p:nvGrpSpPr>
            <p:cNvPr id="49" name="Groupe 48">
              <a:extLst>
                <a:ext uri="{FF2B5EF4-FFF2-40B4-BE49-F238E27FC236}">
                  <a16:creationId xmlns:a16="http://schemas.microsoft.com/office/drawing/2014/main" id="{81EF5A91-E5B8-A936-310C-0019D8B59952}"/>
                </a:ext>
              </a:extLst>
            </p:cNvPr>
            <p:cNvGrpSpPr/>
            <p:nvPr/>
          </p:nvGrpSpPr>
          <p:grpSpPr>
            <a:xfrm>
              <a:off x="109544" y="3520584"/>
              <a:ext cx="1183746" cy="325919"/>
              <a:chOff x="5130203" y="401858"/>
              <a:chExt cx="251584" cy="325919"/>
            </a:xfrm>
          </p:grpSpPr>
          <p:sp>
            <p:nvSpPr>
              <p:cNvPr id="50" name="Rectangle : coins arrondis 49">
                <a:extLst>
                  <a:ext uri="{FF2B5EF4-FFF2-40B4-BE49-F238E27FC236}">
                    <a16:creationId xmlns:a16="http://schemas.microsoft.com/office/drawing/2014/main" id="{84F0AFBE-58F5-DD54-AE38-31E2C24F798F}"/>
                  </a:ext>
                </a:extLst>
              </p:cNvPr>
              <p:cNvSpPr/>
              <p:nvPr/>
            </p:nvSpPr>
            <p:spPr>
              <a:xfrm>
                <a:off x="5130204" y="401858"/>
                <a:ext cx="251583" cy="325919"/>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      Menu</a:t>
                </a:r>
              </a:p>
            </p:txBody>
          </p:sp>
          <p:cxnSp>
            <p:nvCxnSpPr>
              <p:cNvPr id="51" name="Connecteur droit 50">
                <a:extLst>
                  <a:ext uri="{FF2B5EF4-FFF2-40B4-BE49-F238E27FC236}">
                    <a16:creationId xmlns:a16="http://schemas.microsoft.com/office/drawing/2014/main" id="{4ED2B4F6-9B08-5D3E-A6A8-58368F1D7560}"/>
                  </a:ext>
                </a:extLst>
              </p:cNvPr>
              <p:cNvCxnSpPr>
                <a:cxnSpLocks/>
              </p:cNvCxnSpPr>
              <p:nvPr/>
            </p:nvCxnSpPr>
            <p:spPr>
              <a:xfrm>
                <a:off x="5130203" y="401858"/>
                <a:ext cx="1" cy="325919"/>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pic>
          <p:nvPicPr>
            <p:cNvPr id="53" name="Image 52">
              <a:extLst>
                <a:ext uri="{FF2B5EF4-FFF2-40B4-BE49-F238E27FC236}">
                  <a16:creationId xmlns:a16="http://schemas.microsoft.com/office/drawing/2014/main" id="{BCBC0796-A98A-217D-1733-285E06E693A1}"/>
                </a:ext>
              </a:extLst>
            </p:cNvPr>
            <p:cNvPicPr>
              <a:picLocks noChangeAspect="1"/>
            </p:cNvPicPr>
            <p:nvPr/>
          </p:nvPicPr>
          <p:blipFill>
            <a:blip r:embed="rId2"/>
            <a:srcRect l="1878" t="1402" r="94452" b="94927"/>
            <a:stretch>
              <a:fillRect/>
            </a:stretch>
          </p:blipFill>
          <p:spPr>
            <a:xfrm>
              <a:off x="174888" y="3592940"/>
              <a:ext cx="188118" cy="197644"/>
            </a:xfrm>
            <a:prstGeom prst="rect">
              <a:avLst/>
            </a:prstGeom>
          </p:spPr>
        </p:pic>
      </p:grpSp>
      <p:cxnSp>
        <p:nvCxnSpPr>
          <p:cNvPr id="56" name="Connecteur : en angle 55">
            <a:extLst>
              <a:ext uri="{FF2B5EF4-FFF2-40B4-BE49-F238E27FC236}">
                <a16:creationId xmlns:a16="http://schemas.microsoft.com/office/drawing/2014/main" id="{D52C3E23-05CD-DA1A-5069-E4B98F7225D6}"/>
              </a:ext>
            </a:extLst>
          </p:cNvPr>
          <p:cNvCxnSpPr>
            <a:cxnSpLocks/>
            <a:stCxn id="50" idx="2"/>
            <a:endCxn id="22" idx="1"/>
          </p:cNvCxnSpPr>
          <p:nvPr/>
        </p:nvCxnSpPr>
        <p:spPr>
          <a:xfrm rot="16200000" flipH="1">
            <a:off x="445301" y="2588249"/>
            <a:ext cx="1733055" cy="925253"/>
          </a:xfrm>
          <a:prstGeom prst="bentConnector2">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6" name="Image 5">
            <a:extLst>
              <a:ext uri="{FF2B5EF4-FFF2-40B4-BE49-F238E27FC236}">
                <a16:creationId xmlns:a16="http://schemas.microsoft.com/office/drawing/2014/main" id="{E3E4DAE6-2335-9BEA-69C1-C054EAB0E078}"/>
              </a:ext>
            </a:extLst>
          </p:cNvPr>
          <p:cNvPicPr>
            <a:picLocks noChangeAspect="1"/>
          </p:cNvPicPr>
          <p:nvPr/>
        </p:nvPicPr>
        <p:blipFill>
          <a:blip r:embed="rId3"/>
          <a:stretch>
            <a:fillRect/>
          </a:stretch>
        </p:blipFill>
        <p:spPr>
          <a:xfrm>
            <a:off x="1983038" y="2249428"/>
            <a:ext cx="3313236" cy="3775320"/>
          </a:xfrm>
          <a:prstGeom prst="rect">
            <a:avLst/>
          </a:prstGeom>
          <a:ln>
            <a:noFill/>
          </a:ln>
          <a:effectLst>
            <a:outerShdw blurRad="190500" algn="tl" rotWithShape="0">
              <a:srgbClr val="000000">
                <a:alpha val="70000"/>
              </a:srgbClr>
            </a:outerShdw>
          </a:effectLst>
        </p:spPr>
      </p:pic>
      <p:sp>
        <p:nvSpPr>
          <p:cNvPr id="25" name="Rectangle 24">
            <a:extLst>
              <a:ext uri="{FF2B5EF4-FFF2-40B4-BE49-F238E27FC236}">
                <a16:creationId xmlns:a16="http://schemas.microsoft.com/office/drawing/2014/main" id="{CAFA4E4D-BDCA-B2ED-6EA9-5418B196115D}"/>
              </a:ext>
            </a:extLst>
          </p:cNvPr>
          <p:cNvSpPr/>
          <p:nvPr/>
        </p:nvSpPr>
        <p:spPr>
          <a:xfrm>
            <a:off x="2229282" y="3241228"/>
            <a:ext cx="1307548" cy="187772"/>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cxnSp>
        <p:nvCxnSpPr>
          <p:cNvPr id="24" name="Connecteur : en angle 23">
            <a:extLst>
              <a:ext uri="{FF2B5EF4-FFF2-40B4-BE49-F238E27FC236}">
                <a16:creationId xmlns:a16="http://schemas.microsoft.com/office/drawing/2014/main" id="{ECB59437-3271-2A6D-B402-85BADAA3DEC2}"/>
              </a:ext>
            </a:extLst>
          </p:cNvPr>
          <p:cNvCxnSpPr>
            <a:cxnSpLocks/>
            <a:stCxn id="25" idx="3"/>
            <a:endCxn id="20" idx="1"/>
          </p:cNvCxnSpPr>
          <p:nvPr/>
        </p:nvCxnSpPr>
        <p:spPr>
          <a:xfrm flipV="1">
            <a:off x="3536830" y="3334418"/>
            <a:ext cx="3240909" cy="696"/>
          </a:xfrm>
          <a:prstGeom prst="bentConnector3">
            <a:avLst>
              <a:gd name="adj1" fmla="val 50000"/>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0" name="Image 19">
            <a:extLst>
              <a:ext uri="{FF2B5EF4-FFF2-40B4-BE49-F238E27FC236}">
                <a16:creationId xmlns:a16="http://schemas.microsoft.com/office/drawing/2014/main" id="{5C6416B2-19AD-0890-FAEE-A0C01CBF801F}"/>
              </a:ext>
            </a:extLst>
          </p:cNvPr>
          <p:cNvPicPr>
            <a:picLocks noChangeAspect="1"/>
          </p:cNvPicPr>
          <p:nvPr/>
        </p:nvPicPr>
        <p:blipFill>
          <a:blip r:embed="rId4"/>
          <a:stretch>
            <a:fillRect/>
          </a:stretch>
        </p:blipFill>
        <p:spPr>
          <a:xfrm>
            <a:off x="6777739" y="1884560"/>
            <a:ext cx="3924868" cy="2899716"/>
          </a:xfrm>
          <a:prstGeom prst="rect">
            <a:avLst/>
          </a:prstGeom>
          <a:ln>
            <a:noFill/>
          </a:ln>
          <a:effectLst>
            <a:outerShdw blurRad="190500" algn="tl" rotWithShape="0">
              <a:srgbClr val="000000">
                <a:alpha val="70000"/>
              </a:srgbClr>
            </a:outerShdw>
          </a:effectLst>
        </p:spPr>
      </p:pic>
      <p:cxnSp>
        <p:nvCxnSpPr>
          <p:cNvPr id="12" name="Connecteur droit avec flèche 11">
            <a:extLst>
              <a:ext uri="{FF2B5EF4-FFF2-40B4-BE49-F238E27FC236}">
                <a16:creationId xmlns:a16="http://schemas.microsoft.com/office/drawing/2014/main" id="{B23059E2-4F6A-00F9-7FC3-1746442E5387}"/>
              </a:ext>
            </a:extLst>
          </p:cNvPr>
          <p:cNvCxnSpPr>
            <a:cxnSpLocks/>
            <a:stCxn id="11" idx="1"/>
            <a:endCxn id="10" idx="3"/>
          </p:cNvCxnSpPr>
          <p:nvPr/>
        </p:nvCxnSpPr>
        <p:spPr>
          <a:xfrm flipH="1">
            <a:off x="10661650" y="3085727"/>
            <a:ext cx="1104588" cy="0"/>
          </a:xfrm>
          <a:prstGeom prst="straightConnector1">
            <a:avLst/>
          </a:prstGeom>
          <a:ln w="12700">
            <a:solidFill>
              <a:srgbClr val="358F6C"/>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1" name="Rectangle : coins arrondis 10">
            <a:extLst>
              <a:ext uri="{FF2B5EF4-FFF2-40B4-BE49-F238E27FC236}">
                <a16:creationId xmlns:a16="http://schemas.microsoft.com/office/drawing/2014/main" id="{BF1CCEB9-6502-1976-4D10-DC1EC2E4B217}"/>
              </a:ext>
            </a:extLst>
          </p:cNvPr>
          <p:cNvSpPr>
            <a:spLocks noChangeAspect="1"/>
          </p:cNvSpPr>
          <p:nvPr/>
        </p:nvSpPr>
        <p:spPr>
          <a:xfrm>
            <a:off x="11766238" y="2941727"/>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sp>
        <p:nvSpPr>
          <p:cNvPr id="10" name="Rectangle 9">
            <a:extLst>
              <a:ext uri="{FF2B5EF4-FFF2-40B4-BE49-F238E27FC236}">
                <a16:creationId xmlns:a16="http://schemas.microsoft.com/office/drawing/2014/main" id="{AA70102B-DF7C-1285-8E20-78774A49C414}"/>
              </a:ext>
            </a:extLst>
          </p:cNvPr>
          <p:cNvSpPr/>
          <p:nvPr/>
        </p:nvSpPr>
        <p:spPr>
          <a:xfrm>
            <a:off x="6809490" y="2933970"/>
            <a:ext cx="3852160" cy="303514"/>
          </a:xfrm>
          <a:custGeom>
            <a:avLst/>
            <a:gdLst>
              <a:gd name="csX0" fmla="*/ 0 w 3852160"/>
              <a:gd name="csY0" fmla="*/ 0 h 303514"/>
              <a:gd name="csX1" fmla="*/ 627352 w 3852160"/>
              <a:gd name="csY1" fmla="*/ 0 h 303514"/>
              <a:gd name="csX2" fmla="*/ 1100617 w 3852160"/>
              <a:gd name="csY2" fmla="*/ 0 h 303514"/>
              <a:gd name="csX3" fmla="*/ 1573883 w 3852160"/>
              <a:gd name="csY3" fmla="*/ 0 h 303514"/>
              <a:gd name="csX4" fmla="*/ 2201234 w 3852160"/>
              <a:gd name="csY4" fmla="*/ 0 h 303514"/>
              <a:gd name="csX5" fmla="*/ 2790064 w 3852160"/>
              <a:gd name="csY5" fmla="*/ 0 h 303514"/>
              <a:gd name="csX6" fmla="*/ 3340373 w 3852160"/>
              <a:gd name="csY6" fmla="*/ 0 h 303514"/>
              <a:gd name="csX7" fmla="*/ 3852160 w 3852160"/>
              <a:gd name="csY7" fmla="*/ 0 h 303514"/>
              <a:gd name="csX8" fmla="*/ 3852160 w 3852160"/>
              <a:gd name="csY8" fmla="*/ 303514 h 303514"/>
              <a:gd name="csX9" fmla="*/ 3263330 w 3852160"/>
              <a:gd name="csY9" fmla="*/ 303514 h 303514"/>
              <a:gd name="csX10" fmla="*/ 2790064 w 3852160"/>
              <a:gd name="csY10" fmla="*/ 303514 h 303514"/>
              <a:gd name="csX11" fmla="*/ 2239756 w 3852160"/>
              <a:gd name="csY11" fmla="*/ 303514 h 303514"/>
              <a:gd name="csX12" fmla="*/ 1727969 w 3852160"/>
              <a:gd name="csY12" fmla="*/ 303514 h 303514"/>
              <a:gd name="csX13" fmla="*/ 1293225 w 3852160"/>
              <a:gd name="csY13" fmla="*/ 303514 h 303514"/>
              <a:gd name="csX14" fmla="*/ 858481 w 3852160"/>
              <a:gd name="csY14" fmla="*/ 303514 h 303514"/>
              <a:gd name="csX15" fmla="*/ 0 w 3852160"/>
              <a:gd name="csY15" fmla="*/ 303514 h 303514"/>
              <a:gd name="csX16" fmla="*/ 0 w 3852160"/>
              <a:gd name="csY16" fmla="*/ 0 h 303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852160" h="303514" extrusionOk="0">
                <a:moveTo>
                  <a:pt x="0" y="0"/>
                </a:moveTo>
                <a:cubicBezTo>
                  <a:pt x="223186" y="-8443"/>
                  <a:pt x="495768" y="39289"/>
                  <a:pt x="627352" y="0"/>
                </a:cubicBezTo>
                <a:cubicBezTo>
                  <a:pt x="758936" y="-39289"/>
                  <a:pt x="898599" y="4372"/>
                  <a:pt x="1100617" y="0"/>
                </a:cubicBezTo>
                <a:cubicBezTo>
                  <a:pt x="1302636" y="-4372"/>
                  <a:pt x="1386412" y="56238"/>
                  <a:pt x="1573883" y="0"/>
                </a:cubicBezTo>
                <a:cubicBezTo>
                  <a:pt x="1761354" y="-56238"/>
                  <a:pt x="1907555" y="21316"/>
                  <a:pt x="2201234" y="0"/>
                </a:cubicBezTo>
                <a:cubicBezTo>
                  <a:pt x="2494913" y="-21316"/>
                  <a:pt x="2666383" y="15554"/>
                  <a:pt x="2790064" y="0"/>
                </a:cubicBezTo>
                <a:cubicBezTo>
                  <a:pt x="2913745" y="-15554"/>
                  <a:pt x="3154413" y="55791"/>
                  <a:pt x="3340373" y="0"/>
                </a:cubicBezTo>
                <a:cubicBezTo>
                  <a:pt x="3526333" y="-55791"/>
                  <a:pt x="3685872" y="51192"/>
                  <a:pt x="3852160" y="0"/>
                </a:cubicBezTo>
                <a:cubicBezTo>
                  <a:pt x="3874981" y="84567"/>
                  <a:pt x="3834635" y="238614"/>
                  <a:pt x="3852160" y="303514"/>
                </a:cubicBezTo>
                <a:cubicBezTo>
                  <a:pt x="3717986" y="371954"/>
                  <a:pt x="3422672" y="240017"/>
                  <a:pt x="3263330" y="303514"/>
                </a:cubicBezTo>
                <a:cubicBezTo>
                  <a:pt x="3103988" y="367011"/>
                  <a:pt x="2984213" y="291872"/>
                  <a:pt x="2790064" y="303514"/>
                </a:cubicBezTo>
                <a:cubicBezTo>
                  <a:pt x="2595915" y="315156"/>
                  <a:pt x="2509860" y="295113"/>
                  <a:pt x="2239756" y="303514"/>
                </a:cubicBezTo>
                <a:cubicBezTo>
                  <a:pt x="1969652" y="311915"/>
                  <a:pt x="1835556" y="267430"/>
                  <a:pt x="1727969" y="303514"/>
                </a:cubicBezTo>
                <a:cubicBezTo>
                  <a:pt x="1620382" y="339598"/>
                  <a:pt x="1507889" y="253137"/>
                  <a:pt x="1293225" y="303514"/>
                </a:cubicBezTo>
                <a:cubicBezTo>
                  <a:pt x="1078561" y="353891"/>
                  <a:pt x="1009304" y="278827"/>
                  <a:pt x="858481" y="303514"/>
                </a:cubicBezTo>
                <a:cubicBezTo>
                  <a:pt x="707658" y="328201"/>
                  <a:pt x="346369" y="211232"/>
                  <a:pt x="0" y="303514"/>
                </a:cubicBezTo>
                <a:cubicBezTo>
                  <a:pt x="-24511" y="189731"/>
                  <a:pt x="30196" y="148453"/>
                  <a:pt x="0" y="0"/>
                </a:cubicBezTo>
                <a:close/>
              </a:path>
            </a:pathLst>
          </a:custGeom>
          <a:noFill/>
          <a:ln w="28575">
            <a:solidFill>
              <a:srgbClr val="358F6C"/>
            </a:solidFill>
            <a:prstDash val="sysDash"/>
            <a:extLst>
              <a:ext uri="{C807C97D-BFC1-408E-A445-0C87EB9F89A2}">
                <ask:lineSketchStyleProps xmlns:ask="http://schemas.microsoft.com/office/drawing/2018/sketchyshapes" sd="3359201351">
                  <a:prstGeom prst="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noProof="0" dirty="0"/>
          </a:p>
        </p:txBody>
      </p:sp>
    </p:spTree>
    <p:extLst>
      <p:ext uri="{BB962C8B-B14F-4D97-AF65-F5344CB8AC3E}">
        <p14:creationId xmlns:p14="http://schemas.microsoft.com/office/powerpoint/2010/main" val="12825230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198829-35EB-6A46-EBAA-6A582DAFE970}"/>
              </a:ext>
            </a:extLst>
          </p:cNvPr>
          <p:cNvSpPr>
            <a:spLocks noGrp="1"/>
          </p:cNvSpPr>
          <p:nvPr>
            <p:ph type="title"/>
          </p:nvPr>
        </p:nvSpPr>
        <p:spPr/>
        <p:txBody>
          <a:bodyPr/>
          <a:lstStyle/>
          <a:p>
            <a:r>
              <a:rPr lang="fr-FR" noProof="0" dirty="0"/>
              <a:t>Plan du Site utilisateur – Affectations</a:t>
            </a:r>
          </a:p>
        </p:txBody>
      </p:sp>
      <p:sp>
        <p:nvSpPr>
          <p:cNvPr id="4" name="Espace réservé du texte 3">
            <a:extLst>
              <a:ext uri="{FF2B5EF4-FFF2-40B4-BE49-F238E27FC236}">
                <a16:creationId xmlns:a16="http://schemas.microsoft.com/office/drawing/2014/main" id="{55EE5942-743C-7FE0-DDCC-8AF825345982}"/>
              </a:ext>
            </a:extLst>
          </p:cNvPr>
          <p:cNvSpPr>
            <a:spLocks noGrp="1"/>
          </p:cNvSpPr>
          <p:nvPr>
            <p:ph type="body" sz="quarter" idx="15"/>
          </p:nvPr>
        </p:nvSpPr>
        <p:spPr/>
        <p:txBody>
          <a:bodyPr/>
          <a:lstStyle/>
          <a:p>
            <a:r>
              <a:rPr lang="fr-FR" noProof="0" dirty="0"/>
              <a:t>Annexe</a:t>
            </a:r>
          </a:p>
        </p:txBody>
      </p:sp>
      <p:grpSp>
        <p:nvGrpSpPr>
          <p:cNvPr id="6" name="Groupe 5">
            <a:extLst>
              <a:ext uri="{FF2B5EF4-FFF2-40B4-BE49-F238E27FC236}">
                <a16:creationId xmlns:a16="http://schemas.microsoft.com/office/drawing/2014/main" id="{DA420DF1-478C-6EC9-6B84-CFF23FC04842}"/>
              </a:ext>
            </a:extLst>
          </p:cNvPr>
          <p:cNvGrpSpPr/>
          <p:nvPr/>
        </p:nvGrpSpPr>
        <p:grpSpPr>
          <a:xfrm>
            <a:off x="5767680" y="1354321"/>
            <a:ext cx="5038140" cy="4871335"/>
            <a:chOff x="9501895" y="1909943"/>
            <a:chExt cx="5038140" cy="4871335"/>
          </a:xfrm>
        </p:grpSpPr>
        <p:sp>
          <p:nvSpPr>
            <p:cNvPr id="10" name="Rectangle : coins arrondis 9">
              <a:extLst>
                <a:ext uri="{FF2B5EF4-FFF2-40B4-BE49-F238E27FC236}">
                  <a16:creationId xmlns:a16="http://schemas.microsoft.com/office/drawing/2014/main" id="{DB896E49-78A2-0250-D6A6-2F290F5B0B38}"/>
                </a:ext>
              </a:extLst>
            </p:cNvPr>
            <p:cNvSpPr/>
            <p:nvPr/>
          </p:nvSpPr>
          <p:spPr>
            <a:xfrm>
              <a:off x="9501903" y="1909943"/>
              <a:ext cx="5038132" cy="4871335"/>
            </a:xfrm>
            <a:prstGeom prst="roundRect">
              <a:avLst>
                <a:gd name="adj" fmla="val 2728"/>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Affectation des tapis</a:t>
              </a:r>
            </a:p>
          </p:txBody>
        </p:sp>
        <p:cxnSp>
          <p:nvCxnSpPr>
            <p:cNvPr id="11" name="Connecteur droit 10">
              <a:extLst>
                <a:ext uri="{FF2B5EF4-FFF2-40B4-BE49-F238E27FC236}">
                  <a16:creationId xmlns:a16="http://schemas.microsoft.com/office/drawing/2014/main" id="{AF45F3BE-31E2-35F2-8928-D693D9FAD4C4}"/>
                </a:ext>
              </a:extLst>
            </p:cNvPr>
            <p:cNvCxnSpPr>
              <a:cxnSpLocks/>
            </p:cNvCxnSpPr>
            <p:nvPr/>
          </p:nvCxnSpPr>
          <p:spPr>
            <a:xfrm>
              <a:off x="9501895" y="1932893"/>
              <a:ext cx="8" cy="4848385"/>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14" name="Groupe 13">
            <a:extLst>
              <a:ext uri="{FF2B5EF4-FFF2-40B4-BE49-F238E27FC236}">
                <a16:creationId xmlns:a16="http://schemas.microsoft.com/office/drawing/2014/main" id="{FA6B71E4-EACC-2B3D-7D57-F0E821ABA0F0}"/>
              </a:ext>
            </a:extLst>
          </p:cNvPr>
          <p:cNvGrpSpPr/>
          <p:nvPr/>
        </p:nvGrpSpPr>
        <p:grpSpPr>
          <a:xfrm>
            <a:off x="3444140" y="2185863"/>
            <a:ext cx="1183746" cy="325919"/>
            <a:chOff x="109544" y="3520584"/>
            <a:chExt cx="1183746" cy="325919"/>
          </a:xfrm>
        </p:grpSpPr>
        <p:grpSp>
          <p:nvGrpSpPr>
            <p:cNvPr id="15" name="Groupe 14">
              <a:extLst>
                <a:ext uri="{FF2B5EF4-FFF2-40B4-BE49-F238E27FC236}">
                  <a16:creationId xmlns:a16="http://schemas.microsoft.com/office/drawing/2014/main" id="{DFDC5155-C858-3728-5E84-45CE5F4E1414}"/>
                </a:ext>
              </a:extLst>
            </p:cNvPr>
            <p:cNvGrpSpPr/>
            <p:nvPr/>
          </p:nvGrpSpPr>
          <p:grpSpPr>
            <a:xfrm>
              <a:off x="109544" y="3520584"/>
              <a:ext cx="1183746" cy="325919"/>
              <a:chOff x="5130203" y="401858"/>
              <a:chExt cx="251584" cy="325919"/>
            </a:xfrm>
          </p:grpSpPr>
          <p:sp>
            <p:nvSpPr>
              <p:cNvPr id="17" name="Rectangle : coins arrondis 16">
                <a:extLst>
                  <a:ext uri="{FF2B5EF4-FFF2-40B4-BE49-F238E27FC236}">
                    <a16:creationId xmlns:a16="http://schemas.microsoft.com/office/drawing/2014/main" id="{7D2A4330-1761-F370-1448-4C600664AEC5}"/>
                  </a:ext>
                </a:extLst>
              </p:cNvPr>
              <p:cNvSpPr/>
              <p:nvPr/>
            </p:nvSpPr>
            <p:spPr>
              <a:xfrm>
                <a:off x="5130204" y="401858"/>
                <a:ext cx="251583" cy="325919"/>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      Menu</a:t>
                </a:r>
              </a:p>
            </p:txBody>
          </p:sp>
          <p:cxnSp>
            <p:nvCxnSpPr>
              <p:cNvPr id="18" name="Connecteur droit 17">
                <a:extLst>
                  <a:ext uri="{FF2B5EF4-FFF2-40B4-BE49-F238E27FC236}">
                    <a16:creationId xmlns:a16="http://schemas.microsoft.com/office/drawing/2014/main" id="{1D28E510-EC65-2D7A-A707-5071C8DDF92C}"/>
                  </a:ext>
                </a:extLst>
              </p:cNvPr>
              <p:cNvCxnSpPr>
                <a:cxnSpLocks/>
              </p:cNvCxnSpPr>
              <p:nvPr/>
            </p:nvCxnSpPr>
            <p:spPr>
              <a:xfrm>
                <a:off x="5130203" y="401858"/>
                <a:ext cx="1" cy="325919"/>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pic>
          <p:nvPicPr>
            <p:cNvPr id="16" name="Image 15">
              <a:extLst>
                <a:ext uri="{FF2B5EF4-FFF2-40B4-BE49-F238E27FC236}">
                  <a16:creationId xmlns:a16="http://schemas.microsoft.com/office/drawing/2014/main" id="{0E5DA8B6-AFEC-B0B1-542C-EAB8F8BCF055}"/>
                </a:ext>
              </a:extLst>
            </p:cNvPr>
            <p:cNvPicPr>
              <a:picLocks noChangeAspect="1"/>
            </p:cNvPicPr>
            <p:nvPr/>
          </p:nvPicPr>
          <p:blipFill>
            <a:blip r:embed="rId2"/>
            <a:srcRect l="1878" t="1402" r="94452" b="94927"/>
            <a:stretch>
              <a:fillRect/>
            </a:stretch>
          </p:blipFill>
          <p:spPr>
            <a:xfrm>
              <a:off x="174888" y="3592940"/>
              <a:ext cx="188118" cy="197644"/>
            </a:xfrm>
            <a:prstGeom prst="rect">
              <a:avLst/>
            </a:prstGeom>
          </p:spPr>
        </p:pic>
      </p:grpSp>
      <p:cxnSp>
        <p:nvCxnSpPr>
          <p:cNvPr id="19" name="Connecteur : en angle 18">
            <a:extLst>
              <a:ext uri="{FF2B5EF4-FFF2-40B4-BE49-F238E27FC236}">
                <a16:creationId xmlns:a16="http://schemas.microsoft.com/office/drawing/2014/main" id="{288641A1-4304-AE9F-5E10-DB0D71A4511A}"/>
              </a:ext>
            </a:extLst>
          </p:cNvPr>
          <p:cNvCxnSpPr>
            <a:cxnSpLocks/>
            <a:stCxn id="17" idx="2"/>
            <a:endCxn id="10" idx="1"/>
          </p:cNvCxnSpPr>
          <p:nvPr/>
        </p:nvCxnSpPr>
        <p:spPr>
          <a:xfrm rot="16200000" flipH="1">
            <a:off x="4262749" y="2285049"/>
            <a:ext cx="1278207" cy="1731672"/>
          </a:xfrm>
          <a:prstGeom prst="bentConnector2">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7" name="Image 6">
            <a:extLst>
              <a:ext uri="{FF2B5EF4-FFF2-40B4-BE49-F238E27FC236}">
                <a16:creationId xmlns:a16="http://schemas.microsoft.com/office/drawing/2014/main" id="{96442920-7A25-D986-803B-9CE837900E38}"/>
              </a:ext>
            </a:extLst>
          </p:cNvPr>
          <p:cNvPicPr>
            <a:picLocks noChangeAspect="1"/>
          </p:cNvPicPr>
          <p:nvPr/>
        </p:nvPicPr>
        <p:blipFill>
          <a:blip r:embed="rId3"/>
          <a:srcRect b="12040"/>
          <a:stretch>
            <a:fillRect/>
          </a:stretch>
        </p:blipFill>
        <p:spPr>
          <a:xfrm>
            <a:off x="6019816" y="1777175"/>
            <a:ext cx="4533876" cy="4207884"/>
          </a:xfrm>
          <a:prstGeom prst="rect">
            <a:avLst/>
          </a:prstGeom>
          <a:ln>
            <a:noFill/>
          </a:ln>
          <a:effectLst>
            <a:outerShdw blurRad="190500" algn="tl" rotWithShape="0">
              <a:srgbClr val="000000">
                <a:alpha val="70000"/>
              </a:srgbClr>
            </a:outerShdw>
          </a:effectLst>
        </p:spPr>
      </p:pic>
      <p:sp>
        <p:nvSpPr>
          <p:cNvPr id="22" name="Rectangle 21">
            <a:extLst>
              <a:ext uri="{FF2B5EF4-FFF2-40B4-BE49-F238E27FC236}">
                <a16:creationId xmlns:a16="http://schemas.microsoft.com/office/drawing/2014/main" id="{DF29A911-5CFF-1192-D7FC-F19A47E0DEE8}"/>
              </a:ext>
            </a:extLst>
          </p:cNvPr>
          <p:cNvSpPr/>
          <p:nvPr/>
        </p:nvSpPr>
        <p:spPr>
          <a:xfrm>
            <a:off x="7724775" y="3240598"/>
            <a:ext cx="298892" cy="277746"/>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latin typeface="Barlow" panose="00000500000000000000" pitchFamily="2" charset="0"/>
            </a:endParaRPr>
          </a:p>
        </p:txBody>
      </p:sp>
      <p:sp>
        <p:nvSpPr>
          <p:cNvPr id="23" name="Ellipse 22">
            <a:extLst>
              <a:ext uri="{FF2B5EF4-FFF2-40B4-BE49-F238E27FC236}">
                <a16:creationId xmlns:a16="http://schemas.microsoft.com/office/drawing/2014/main" id="{EC721E84-AB1A-A065-C196-F27E2193646A}"/>
              </a:ext>
            </a:extLst>
          </p:cNvPr>
          <p:cNvSpPr>
            <a:spLocks noChangeAspect="1"/>
          </p:cNvSpPr>
          <p:nvPr/>
        </p:nvSpPr>
        <p:spPr>
          <a:xfrm>
            <a:off x="8529731" y="323034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a:t>
            </a:r>
            <a:endParaRPr lang="fr-FR" sz="1600" b="1" noProof="0" dirty="0">
              <a:latin typeface="Barlow" panose="00000500000000000000" pitchFamily="2" charset="0"/>
            </a:endParaRPr>
          </a:p>
        </p:txBody>
      </p:sp>
      <p:cxnSp>
        <p:nvCxnSpPr>
          <p:cNvPr id="24" name="Connecteur droit avec flèche 23">
            <a:extLst>
              <a:ext uri="{FF2B5EF4-FFF2-40B4-BE49-F238E27FC236}">
                <a16:creationId xmlns:a16="http://schemas.microsoft.com/office/drawing/2014/main" id="{370648D9-8DF8-8106-6199-677A41DC37A7}"/>
              </a:ext>
            </a:extLst>
          </p:cNvPr>
          <p:cNvCxnSpPr>
            <a:cxnSpLocks/>
            <a:stCxn id="23" idx="2"/>
            <a:endCxn id="22" idx="3"/>
          </p:cNvCxnSpPr>
          <p:nvPr/>
        </p:nvCxnSpPr>
        <p:spPr>
          <a:xfrm flipH="1">
            <a:off x="8023667" y="3374344"/>
            <a:ext cx="506064" cy="5127"/>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31" name="Groupe 30">
            <a:extLst>
              <a:ext uri="{FF2B5EF4-FFF2-40B4-BE49-F238E27FC236}">
                <a16:creationId xmlns:a16="http://schemas.microsoft.com/office/drawing/2014/main" id="{A8C0F8D2-43EA-7FF0-CFEE-3D35E903AAAA}"/>
              </a:ext>
            </a:extLst>
          </p:cNvPr>
          <p:cNvGrpSpPr/>
          <p:nvPr/>
        </p:nvGrpSpPr>
        <p:grpSpPr>
          <a:xfrm>
            <a:off x="1202103" y="4966511"/>
            <a:ext cx="3429376" cy="557747"/>
            <a:chOff x="6718452" y="1719483"/>
            <a:chExt cx="3429376" cy="557747"/>
          </a:xfrm>
        </p:grpSpPr>
        <p:grpSp>
          <p:nvGrpSpPr>
            <p:cNvPr id="32" name="Groupe 31">
              <a:extLst>
                <a:ext uri="{FF2B5EF4-FFF2-40B4-BE49-F238E27FC236}">
                  <a16:creationId xmlns:a16="http://schemas.microsoft.com/office/drawing/2014/main" id="{2C326522-4FD5-2342-775F-B5448F42F6F0}"/>
                </a:ext>
              </a:extLst>
            </p:cNvPr>
            <p:cNvGrpSpPr/>
            <p:nvPr/>
          </p:nvGrpSpPr>
          <p:grpSpPr>
            <a:xfrm>
              <a:off x="6718452" y="1719483"/>
              <a:ext cx="3429376" cy="557747"/>
              <a:chOff x="5346700" y="1873408"/>
              <a:chExt cx="3429376" cy="557747"/>
            </a:xfrm>
          </p:grpSpPr>
          <p:sp>
            <p:nvSpPr>
              <p:cNvPr id="34" name="Rectangle : coins arrondis 33">
                <a:extLst>
                  <a:ext uri="{FF2B5EF4-FFF2-40B4-BE49-F238E27FC236}">
                    <a16:creationId xmlns:a16="http://schemas.microsoft.com/office/drawing/2014/main" id="{2C25B7BF-3EEB-A224-1531-D5E66595C34E}"/>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35" name="Rectangle : coins arrondis 34">
                <a:extLst>
                  <a:ext uri="{FF2B5EF4-FFF2-40B4-BE49-F238E27FC236}">
                    <a16:creationId xmlns:a16="http://schemas.microsoft.com/office/drawing/2014/main" id="{CF0A5BDA-0C3B-A614-6EEC-1CDC8079D90E}"/>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dirty="0">
                    <a:solidFill>
                      <a:schemeClr val="tx1">
                        <a:lumMod val="85000"/>
                        <a:lumOff val="15000"/>
                      </a:schemeClr>
                    </a:solidFill>
                    <a:latin typeface="Barlow" panose="00000500000000000000" pitchFamily="2" charset="0"/>
                    <a:cs typeface="Segoe UI" panose="020B0502040204020203" pitchFamily="34" charset="0"/>
                  </a:rPr>
                  <a:t>Raccourci : </a:t>
                </a:r>
                <a:r>
                  <a:rPr lang="fr-FR" sz="1200" dirty="0">
                    <a:solidFill>
                      <a:schemeClr val="tx1">
                        <a:lumMod val="85000"/>
                        <a:lumOff val="15000"/>
                      </a:schemeClr>
                    </a:solidFill>
                    <a:latin typeface="Barlow" panose="00000500000000000000" pitchFamily="2" charset="0"/>
                    <a:cs typeface="Segoe UI" panose="020B0502040204020203" pitchFamily="34" charset="0"/>
                  </a:rPr>
                  <a:t>Accéder à l’avancement de l’épreuve.</a:t>
                </a:r>
              </a:p>
            </p:txBody>
          </p:sp>
          <p:cxnSp>
            <p:nvCxnSpPr>
              <p:cNvPr id="36" name="Connecteur droit 35">
                <a:extLst>
                  <a:ext uri="{FF2B5EF4-FFF2-40B4-BE49-F238E27FC236}">
                    <a16:creationId xmlns:a16="http://schemas.microsoft.com/office/drawing/2014/main" id="{46162933-450E-ED4A-E757-6D6E9405B804}"/>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33" name="Ellipse 32">
              <a:extLst>
                <a:ext uri="{FF2B5EF4-FFF2-40B4-BE49-F238E27FC236}">
                  <a16:creationId xmlns:a16="http://schemas.microsoft.com/office/drawing/2014/main" id="{2138B5C4-C29E-8900-4951-3BDA9FAB55AC}"/>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a:t>
              </a:r>
              <a:endParaRPr lang="fr-FR" sz="1600" b="1" noProof="0" dirty="0"/>
            </a:p>
          </p:txBody>
        </p:sp>
      </p:grpSp>
    </p:spTree>
    <p:extLst>
      <p:ext uri="{BB962C8B-B14F-4D97-AF65-F5344CB8AC3E}">
        <p14:creationId xmlns:p14="http://schemas.microsoft.com/office/powerpoint/2010/main" val="20559792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198829-35EB-6A46-EBAA-6A582DAFE970}"/>
              </a:ext>
            </a:extLst>
          </p:cNvPr>
          <p:cNvSpPr>
            <a:spLocks noGrp="1"/>
          </p:cNvSpPr>
          <p:nvPr>
            <p:ph type="title"/>
          </p:nvPr>
        </p:nvSpPr>
        <p:spPr/>
        <p:txBody>
          <a:bodyPr/>
          <a:lstStyle/>
          <a:p>
            <a:r>
              <a:rPr lang="fr-FR" noProof="0" dirty="0"/>
              <a:t>Plan du Site utilisateur – Avancements</a:t>
            </a:r>
          </a:p>
        </p:txBody>
      </p:sp>
      <p:sp>
        <p:nvSpPr>
          <p:cNvPr id="4" name="Espace réservé du texte 3">
            <a:extLst>
              <a:ext uri="{FF2B5EF4-FFF2-40B4-BE49-F238E27FC236}">
                <a16:creationId xmlns:a16="http://schemas.microsoft.com/office/drawing/2014/main" id="{55EE5942-743C-7FE0-DDCC-8AF825345982}"/>
              </a:ext>
            </a:extLst>
          </p:cNvPr>
          <p:cNvSpPr>
            <a:spLocks noGrp="1"/>
          </p:cNvSpPr>
          <p:nvPr>
            <p:ph type="body" sz="quarter" idx="15"/>
          </p:nvPr>
        </p:nvSpPr>
        <p:spPr/>
        <p:txBody>
          <a:bodyPr/>
          <a:lstStyle/>
          <a:p>
            <a:r>
              <a:rPr lang="fr-FR" noProof="0" dirty="0"/>
              <a:t>Annexe</a:t>
            </a:r>
          </a:p>
        </p:txBody>
      </p:sp>
      <p:grpSp>
        <p:nvGrpSpPr>
          <p:cNvPr id="5" name="Groupe 4">
            <a:extLst>
              <a:ext uri="{FF2B5EF4-FFF2-40B4-BE49-F238E27FC236}">
                <a16:creationId xmlns:a16="http://schemas.microsoft.com/office/drawing/2014/main" id="{1C047077-10F4-6755-0294-7A82D5FCE7B5}"/>
              </a:ext>
            </a:extLst>
          </p:cNvPr>
          <p:cNvGrpSpPr/>
          <p:nvPr/>
        </p:nvGrpSpPr>
        <p:grpSpPr>
          <a:xfrm>
            <a:off x="1477883" y="1348782"/>
            <a:ext cx="1183746" cy="325919"/>
            <a:chOff x="109544" y="3520584"/>
            <a:chExt cx="1183746" cy="325919"/>
          </a:xfrm>
        </p:grpSpPr>
        <p:grpSp>
          <p:nvGrpSpPr>
            <p:cNvPr id="9" name="Groupe 8">
              <a:extLst>
                <a:ext uri="{FF2B5EF4-FFF2-40B4-BE49-F238E27FC236}">
                  <a16:creationId xmlns:a16="http://schemas.microsoft.com/office/drawing/2014/main" id="{BA5D95E8-9308-C1C1-6B8C-364F8CCD8BBD}"/>
                </a:ext>
              </a:extLst>
            </p:cNvPr>
            <p:cNvGrpSpPr/>
            <p:nvPr/>
          </p:nvGrpSpPr>
          <p:grpSpPr>
            <a:xfrm>
              <a:off x="109544" y="3520584"/>
              <a:ext cx="1183746" cy="325919"/>
              <a:chOff x="5130203" y="401858"/>
              <a:chExt cx="251584" cy="325919"/>
            </a:xfrm>
          </p:grpSpPr>
          <p:sp>
            <p:nvSpPr>
              <p:cNvPr id="12" name="Rectangle : coins arrondis 11">
                <a:extLst>
                  <a:ext uri="{FF2B5EF4-FFF2-40B4-BE49-F238E27FC236}">
                    <a16:creationId xmlns:a16="http://schemas.microsoft.com/office/drawing/2014/main" id="{35F2E28D-3CF3-409E-9569-7A7DBC14089E}"/>
                  </a:ext>
                </a:extLst>
              </p:cNvPr>
              <p:cNvSpPr/>
              <p:nvPr/>
            </p:nvSpPr>
            <p:spPr>
              <a:xfrm>
                <a:off x="5130204" y="401858"/>
                <a:ext cx="251583" cy="325919"/>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      Menu</a:t>
                </a:r>
              </a:p>
            </p:txBody>
          </p:sp>
          <p:cxnSp>
            <p:nvCxnSpPr>
              <p:cNvPr id="13" name="Connecteur droit 12">
                <a:extLst>
                  <a:ext uri="{FF2B5EF4-FFF2-40B4-BE49-F238E27FC236}">
                    <a16:creationId xmlns:a16="http://schemas.microsoft.com/office/drawing/2014/main" id="{B11C1E73-1506-DD31-17E7-5B692DCB142F}"/>
                  </a:ext>
                </a:extLst>
              </p:cNvPr>
              <p:cNvCxnSpPr>
                <a:cxnSpLocks/>
              </p:cNvCxnSpPr>
              <p:nvPr/>
            </p:nvCxnSpPr>
            <p:spPr>
              <a:xfrm>
                <a:off x="5130203" y="401858"/>
                <a:ext cx="1" cy="325919"/>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pic>
          <p:nvPicPr>
            <p:cNvPr id="10" name="Image 9">
              <a:extLst>
                <a:ext uri="{FF2B5EF4-FFF2-40B4-BE49-F238E27FC236}">
                  <a16:creationId xmlns:a16="http://schemas.microsoft.com/office/drawing/2014/main" id="{F03F00F2-81B0-DA67-A3E0-B8A12A65F781}"/>
                </a:ext>
              </a:extLst>
            </p:cNvPr>
            <p:cNvPicPr>
              <a:picLocks noChangeAspect="1"/>
            </p:cNvPicPr>
            <p:nvPr/>
          </p:nvPicPr>
          <p:blipFill>
            <a:blip r:embed="rId2"/>
            <a:srcRect l="1878" t="1402" r="94452" b="94927"/>
            <a:stretch>
              <a:fillRect/>
            </a:stretch>
          </p:blipFill>
          <p:spPr>
            <a:xfrm>
              <a:off x="174888" y="3592940"/>
              <a:ext cx="188118" cy="197644"/>
            </a:xfrm>
            <a:prstGeom prst="rect">
              <a:avLst/>
            </a:prstGeom>
          </p:spPr>
        </p:pic>
      </p:grpSp>
      <p:grpSp>
        <p:nvGrpSpPr>
          <p:cNvPr id="23" name="Groupe 22">
            <a:extLst>
              <a:ext uri="{FF2B5EF4-FFF2-40B4-BE49-F238E27FC236}">
                <a16:creationId xmlns:a16="http://schemas.microsoft.com/office/drawing/2014/main" id="{66B04B7D-3251-794E-BBDB-FDBCCA4CECE4}"/>
              </a:ext>
            </a:extLst>
          </p:cNvPr>
          <p:cNvGrpSpPr/>
          <p:nvPr/>
        </p:nvGrpSpPr>
        <p:grpSpPr>
          <a:xfrm>
            <a:off x="443525" y="2157069"/>
            <a:ext cx="3252463" cy="3668421"/>
            <a:chOff x="9501895" y="1909944"/>
            <a:chExt cx="3252463" cy="3989250"/>
          </a:xfrm>
        </p:grpSpPr>
        <p:sp>
          <p:nvSpPr>
            <p:cNvPr id="25" name="Rectangle : coins arrondis 24">
              <a:extLst>
                <a:ext uri="{FF2B5EF4-FFF2-40B4-BE49-F238E27FC236}">
                  <a16:creationId xmlns:a16="http://schemas.microsoft.com/office/drawing/2014/main" id="{939DCB75-43AC-E51D-ADA3-23DFBA4A30E4}"/>
                </a:ext>
              </a:extLst>
            </p:cNvPr>
            <p:cNvSpPr/>
            <p:nvPr/>
          </p:nvSpPr>
          <p:spPr>
            <a:xfrm>
              <a:off x="9501903" y="1909944"/>
              <a:ext cx="3252455" cy="3989250"/>
            </a:xfrm>
            <a:prstGeom prst="roundRect">
              <a:avLst>
                <a:gd name="adj" fmla="val 2728"/>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Avancement</a:t>
              </a:r>
            </a:p>
            <a:p>
              <a:r>
                <a:rPr lang="fr-FR" sz="1200" noProof="0" dirty="0">
                  <a:solidFill>
                    <a:schemeClr val="tx1">
                      <a:lumMod val="85000"/>
                      <a:lumOff val="15000"/>
                    </a:schemeClr>
                  </a:solidFill>
                  <a:latin typeface="Barlow" panose="00000500000000000000" pitchFamily="2" charset="0"/>
                  <a:cs typeface="Segoe UI" panose="020B0502040204020203" pitchFamily="34" charset="0"/>
                </a:rPr>
                <a:t>Choix de la catégorie</a:t>
              </a:r>
              <a:endParaRPr lang="fr-FR" sz="1200" b="1" noProof="0" dirty="0">
                <a:solidFill>
                  <a:schemeClr val="tx1">
                    <a:lumMod val="85000"/>
                    <a:lumOff val="15000"/>
                  </a:schemeClr>
                </a:solidFill>
                <a:latin typeface="Barlow" panose="00000500000000000000" pitchFamily="2" charset="0"/>
                <a:cs typeface="Segoe UI" panose="020B0502040204020203" pitchFamily="34" charset="0"/>
              </a:endParaRPr>
            </a:p>
          </p:txBody>
        </p:sp>
        <p:cxnSp>
          <p:nvCxnSpPr>
            <p:cNvPr id="27" name="Connecteur droit 26">
              <a:extLst>
                <a:ext uri="{FF2B5EF4-FFF2-40B4-BE49-F238E27FC236}">
                  <a16:creationId xmlns:a16="http://schemas.microsoft.com/office/drawing/2014/main" id="{FB21D77F-C260-9EA2-CFB5-B21E6D40DAC9}"/>
                </a:ext>
              </a:extLst>
            </p:cNvPr>
            <p:cNvCxnSpPr>
              <a:cxnSpLocks/>
            </p:cNvCxnSpPr>
            <p:nvPr/>
          </p:nvCxnSpPr>
          <p:spPr>
            <a:xfrm>
              <a:off x="9501895" y="1932893"/>
              <a:ext cx="3" cy="3966301"/>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cxnSp>
        <p:nvCxnSpPr>
          <p:cNvPr id="33" name="Connecteur droit avec flèche 32">
            <a:extLst>
              <a:ext uri="{FF2B5EF4-FFF2-40B4-BE49-F238E27FC236}">
                <a16:creationId xmlns:a16="http://schemas.microsoft.com/office/drawing/2014/main" id="{C04DA7AA-F0E7-3AB9-4329-887ABC1CD4C3}"/>
              </a:ext>
            </a:extLst>
          </p:cNvPr>
          <p:cNvCxnSpPr>
            <a:cxnSpLocks/>
            <a:stCxn id="12" idx="2"/>
            <a:endCxn id="25" idx="0"/>
          </p:cNvCxnSpPr>
          <p:nvPr/>
        </p:nvCxnSpPr>
        <p:spPr>
          <a:xfrm>
            <a:off x="2069759" y="1674701"/>
            <a:ext cx="2" cy="482368"/>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38" name="Groupe 37">
            <a:extLst>
              <a:ext uri="{FF2B5EF4-FFF2-40B4-BE49-F238E27FC236}">
                <a16:creationId xmlns:a16="http://schemas.microsoft.com/office/drawing/2014/main" id="{9FFBA5D5-B97C-9D10-F682-4DDC0E8B9C7D}"/>
              </a:ext>
            </a:extLst>
          </p:cNvPr>
          <p:cNvGrpSpPr/>
          <p:nvPr/>
        </p:nvGrpSpPr>
        <p:grpSpPr>
          <a:xfrm>
            <a:off x="4034547" y="1341535"/>
            <a:ext cx="2359896" cy="3441371"/>
            <a:chOff x="9501895" y="1909944"/>
            <a:chExt cx="2631791" cy="3480404"/>
          </a:xfrm>
        </p:grpSpPr>
        <p:sp>
          <p:nvSpPr>
            <p:cNvPr id="39" name="Rectangle : coins arrondis 38">
              <a:extLst>
                <a:ext uri="{FF2B5EF4-FFF2-40B4-BE49-F238E27FC236}">
                  <a16:creationId xmlns:a16="http://schemas.microsoft.com/office/drawing/2014/main" id="{DFF9E0F7-6520-8DEF-8A8B-315F569A67F2}"/>
                </a:ext>
              </a:extLst>
            </p:cNvPr>
            <p:cNvSpPr/>
            <p:nvPr/>
          </p:nvSpPr>
          <p:spPr>
            <a:xfrm>
              <a:off x="9501903" y="1909944"/>
              <a:ext cx="2631783" cy="3480404"/>
            </a:xfrm>
            <a:prstGeom prst="roundRect">
              <a:avLst>
                <a:gd name="adj" fmla="val 2728"/>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Tableau</a:t>
              </a:r>
            </a:p>
            <a:p>
              <a:r>
                <a:rPr lang="fr-FR" sz="1200" noProof="0" dirty="0">
                  <a:solidFill>
                    <a:schemeClr val="tx1">
                      <a:lumMod val="85000"/>
                      <a:lumOff val="15000"/>
                    </a:schemeClr>
                  </a:solidFill>
                  <a:latin typeface="Barlow" panose="00000500000000000000" pitchFamily="2" charset="0"/>
                  <a:cs typeface="Segoe UI" panose="020B0502040204020203" pitchFamily="34" charset="0"/>
                </a:rPr>
                <a:t>Pour la catégorie</a:t>
              </a:r>
              <a:endParaRPr lang="fr-FR" sz="1200" b="1" noProof="0" dirty="0">
                <a:solidFill>
                  <a:schemeClr val="tx1">
                    <a:lumMod val="85000"/>
                    <a:lumOff val="15000"/>
                  </a:schemeClr>
                </a:solidFill>
                <a:latin typeface="Barlow" panose="00000500000000000000" pitchFamily="2" charset="0"/>
                <a:cs typeface="Segoe UI" panose="020B0502040204020203" pitchFamily="34" charset="0"/>
              </a:endParaRPr>
            </a:p>
          </p:txBody>
        </p:sp>
        <p:cxnSp>
          <p:nvCxnSpPr>
            <p:cNvPr id="40" name="Connecteur droit 39">
              <a:extLst>
                <a:ext uri="{FF2B5EF4-FFF2-40B4-BE49-F238E27FC236}">
                  <a16:creationId xmlns:a16="http://schemas.microsoft.com/office/drawing/2014/main" id="{F10778AF-F80B-64FA-F9D8-D6986AF3FC37}"/>
                </a:ext>
              </a:extLst>
            </p:cNvPr>
            <p:cNvCxnSpPr>
              <a:cxnSpLocks/>
            </p:cNvCxnSpPr>
            <p:nvPr/>
          </p:nvCxnSpPr>
          <p:spPr>
            <a:xfrm>
              <a:off x="9501895" y="1932893"/>
              <a:ext cx="1" cy="3437901"/>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50" name="Groupe 49">
            <a:extLst>
              <a:ext uri="{FF2B5EF4-FFF2-40B4-BE49-F238E27FC236}">
                <a16:creationId xmlns:a16="http://schemas.microsoft.com/office/drawing/2014/main" id="{07C4781F-F750-D006-A68E-AE8FD5DC0E47}"/>
              </a:ext>
            </a:extLst>
          </p:cNvPr>
          <p:cNvGrpSpPr/>
          <p:nvPr/>
        </p:nvGrpSpPr>
        <p:grpSpPr>
          <a:xfrm>
            <a:off x="8079554" y="1348782"/>
            <a:ext cx="3213376" cy="557747"/>
            <a:chOff x="5346700" y="1873408"/>
            <a:chExt cx="3213376" cy="557747"/>
          </a:xfrm>
        </p:grpSpPr>
        <p:sp>
          <p:nvSpPr>
            <p:cNvPr id="51" name="Rectangle : coins arrondis 50">
              <a:extLst>
                <a:ext uri="{FF2B5EF4-FFF2-40B4-BE49-F238E27FC236}">
                  <a16:creationId xmlns:a16="http://schemas.microsoft.com/office/drawing/2014/main" id="{A0423ADA-965D-7582-C10E-F3D25FDC8BCB}"/>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52" name="Rectangle : coins arrondis 51">
              <a:extLst>
                <a:ext uri="{FF2B5EF4-FFF2-40B4-BE49-F238E27FC236}">
                  <a16:creationId xmlns:a16="http://schemas.microsoft.com/office/drawing/2014/main" id="{ED110601-9B3F-57A3-8DAB-16AD2168F7F9}"/>
                </a:ext>
              </a:extLst>
            </p:cNvPr>
            <p:cNvSpPr/>
            <p:nvPr/>
          </p:nvSpPr>
          <p:spPr>
            <a:xfrm>
              <a:off x="5680076" y="1876755"/>
              <a:ext cx="2880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Optionnel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Selon la disposition de poule configurée.</a:t>
              </a:r>
            </a:p>
          </p:txBody>
        </p:sp>
        <p:sp>
          <p:nvSpPr>
            <p:cNvPr id="53" name="Rectangle : coins arrondis 52">
              <a:extLst>
                <a:ext uri="{FF2B5EF4-FFF2-40B4-BE49-F238E27FC236}">
                  <a16:creationId xmlns:a16="http://schemas.microsoft.com/office/drawing/2014/main" id="{703C992A-09AD-03F1-004F-9D455CF8D0F7}"/>
                </a:ext>
              </a:extLst>
            </p:cNvPr>
            <p:cNvSpPr>
              <a:spLocks noChangeAspect="1"/>
            </p:cNvSpPr>
            <p:nvPr/>
          </p:nvSpPr>
          <p:spPr>
            <a:xfrm>
              <a:off x="5408816" y="2010394"/>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54" name="Connecteur droit 53">
              <a:extLst>
                <a:ext uri="{FF2B5EF4-FFF2-40B4-BE49-F238E27FC236}">
                  <a16:creationId xmlns:a16="http://schemas.microsoft.com/office/drawing/2014/main" id="{3101B7A2-F01D-D602-B2A7-C0A6DE2D7A21}"/>
                </a:ext>
              </a:extLst>
            </p:cNvPr>
            <p:cNvCxnSpPr/>
            <p:nvPr/>
          </p:nvCxnSpPr>
          <p:spPr>
            <a:xfrm>
              <a:off x="5346700" y="1876755"/>
              <a:ext cx="0" cy="554400"/>
            </a:xfrm>
            <a:prstGeom prst="line">
              <a:avLst/>
            </a:prstGeom>
            <a:ln w="38100">
              <a:solidFill>
                <a:srgbClr val="358F6C"/>
              </a:solidFill>
            </a:ln>
          </p:spPr>
          <p:style>
            <a:lnRef idx="1">
              <a:schemeClr val="accent1"/>
            </a:lnRef>
            <a:fillRef idx="0">
              <a:schemeClr val="accent1"/>
            </a:fillRef>
            <a:effectRef idx="0">
              <a:schemeClr val="accent1"/>
            </a:effectRef>
            <a:fontRef idx="minor">
              <a:schemeClr val="tx1"/>
            </a:fontRef>
          </p:style>
        </p:cxnSp>
      </p:grpSp>
      <p:grpSp>
        <p:nvGrpSpPr>
          <p:cNvPr id="41" name="Groupe 40">
            <a:extLst>
              <a:ext uri="{FF2B5EF4-FFF2-40B4-BE49-F238E27FC236}">
                <a16:creationId xmlns:a16="http://schemas.microsoft.com/office/drawing/2014/main" id="{5F8CC1C2-5711-85C3-9F72-569157ACE3D9}"/>
              </a:ext>
            </a:extLst>
          </p:cNvPr>
          <p:cNvGrpSpPr/>
          <p:nvPr/>
        </p:nvGrpSpPr>
        <p:grpSpPr>
          <a:xfrm>
            <a:off x="7111368" y="2045687"/>
            <a:ext cx="4861736" cy="3526522"/>
            <a:chOff x="9501895" y="1909944"/>
            <a:chExt cx="3252463" cy="3526522"/>
          </a:xfrm>
        </p:grpSpPr>
        <p:sp>
          <p:nvSpPr>
            <p:cNvPr id="42" name="Rectangle : coins arrondis 41">
              <a:extLst>
                <a:ext uri="{FF2B5EF4-FFF2-40B4-BE49-F238E27FC236}">
                  <a16:creationId xmlns:a16="http://schemas.microsoft.com/office/drawing/2014/main" id="{8C2CCEAC-3965-0C8B-93CD-CC8B54A0A308}"/>
                </a:ext>
              </a:extLst>
            </p:cNvPr>
            <p:cNvSpPr/>
            <p:nvPr/>
          </p:nvSpPr>
          <p:spPr>
            <a:xfrm>
              <a:off x="9501903" y="1909944"/>
              <a:ext cx="3252455" cy="3526522"/>
            </a:xfrm>
            <a:prstGeom prst="roundRect">
              <a:avLst>
                <a:gd name="adj" fmla="val 1218"/>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Poule</a:t>
              </a:r>
            </a:p>
            <a:p>
              <a:r>
                <a:rPr lang="fr-FR" sz="1200" noProof="0" dirty="0">
                  <a:solidFill>
                    <a:schemeClr val="tx1">
                      <a:lumMod val="85000"/>
                      <a:lumOff val="15000"/>
                    </a:schemeClr>
                  </a:solidFill>
                  <a:latin typeface="Barlow" panose="00000500000000000000" pitchFamily="2" charset="0"/>
                  <a:cs typeface="Segoe UI" panose="020B0502040204020203" pitchFamily="34" charset="0"/>
                </a:rPr>
                <a:t>Pour la catégorie</a:t>
              </a:r>
              <a:endParaRPr lang="fr-FR" sz="1200" b="1" noProof="0" dirty="0">
                <a:solidFill>
                  <a:schemeClr val="tx1">
                    <a:lumMod val="85000"/>
                    <a:lumOff val="15000"/>
                  </a:schemeClr>
                </a:solidFill>
                <a:latin typeface="Barlow" panose="00000500000000000000" pitchFamily="2" charset="0"/>
                <a:cs typeface="Segoe UI" panose="020B0502040204020203" pitchFamily="34" charset="0"/>
              </a:endParaRPr>
            </a:p>
          </p:txBody>
        </p:sp>
        <p:cxnSp>
          <p:nvCxnSpPr>
            <p:cNvPr id="43" name="Connecteur droit 42">
              <a:extLst>
                <a:ext uri="{FF2B5EF4-FFF2-40B4-BE49-F238E27FC236}">
                  <a16:creationId xmlns:a16="http://schemas.microsoft.com/office/drawing/2014/main" id="{836D0113-888E-65F8-207C-FF81D5CBF79A}"/>
                </a:ext>
              </a:extLst>
            </p:cNvPr>
            <p:cNvCxnSpPr>
              <a:cxnSpLocks/>
            </p:cNvCxnSpPr>
            <p:nvPr/>
          </p:nvCxnSpPr>
          <p:spPr>
            <a:xfrm>
              <a:off x="9501895" y="1932893"/>
              <a:ext cx="0" cy="3503573"/>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cxnSp>
        <p:nvCxnSpPr>
          <p:cNvPr id="55" name="Connecteur droit avec flèche 54">
            <a:extLst>
              <a:ext uri="{FF2B5EF4-FFF2-40B4-BE49-F238E27FC236}">
                <a16:creationId xmlns:a16="http://schemas.microsoft.com/office/drawing/2014/main" id="{67FDC969-90CF-9E1A-2905-56558DE61E9F}"/>
              </a:ext>
            </a:extLst>
          </p:cNvPr>
          <p:cNvCxnSpPr>
            <a:cxnSpLocks/>
            <a:stCxn id="56" idx="0"/>
            <a:endCxn id="57" idx="2"/>
          </p:cNvCxnSpPr>
          <p:nvPr/>
        </p:nvCxnSpPr>
        <p:spPr>
          <a:xfrm flipV="1">
            <a:off x="9542242" y="5395316"/>
            <a:ext cx="5976" cy="358876"/>
          </a:xfrm>
          <a:prstGeom prst="straightConnector1">
            <a:avLst/>
          </a:prstGeom>
          <a:ln w="12700">
            <a:solidFill>
              <a:srgbClr val="358F6C"/>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56" name="Rectangle : coins arrondis 55">
            <a:extLst>
              <a:ext uri="{FF2B5EF4-FFF2-40B4-BE49-F238E27FC236}">
                <a16:creationId xmlns:a16="http://schemas.microsoft.com/office/drawing/2014/main" id="{64D7E6C6-B417-1E10-98F3-800C6243A2BA}"/>
              </a:ext>
            </a:extLst>
          </p:cNvPr>
          <p:cNvSpPr>
            <a:spLocks noChangeAspect="1"/>
          </p:cNvSpPr>
          <p:nvPr/>
        </p:nvSpPr>
        <p:spPr>
          <a:xfrm>
            <a:off x="9398242" y="5754192"/>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sp>
        <p:nvSpPr>
          <p:cNvPr id="57" name="Rectangle 56">
            <a:extLst>
              <a:ext uri="{FF2B5EF4-FFF2-40B4-BE49-F238E27FC236}">
                <a16:creationId xmlns:a16="http://schemas.microsoft.com/office/drawing/2014/main" id="{831DFA74-0311-4452-1523-B1917E26B40D}"/>
              </a:ext>
            </a:extLst>
          </p:cNvPr>
          <p:cNvSpPr/>
          <p:nvPr/>
        </p:nvSpPr>
        <p:spPr>
          <a:xfrm>
            <a:off x="7259712" y="2563595"/>
            <a:ext cx="4577011" cy="2831721"/>
          </a:xfrm>
          <a:custGeom>
            <a:avLst/>
            <a:gdLst>
              <a:gd name="csX0" fmla="*/ 0 w 4577011"/>
              <a:gd name="csY0" fmla="*/ 0 h 2831721"/>
              <a:gd name="csX1" fmla="*/ 663667 w 4577011"/>
              <a:gd name="csY1" fmla="*/ 0 h 2831721"/>
              <a:gd name="csX2" fmla="*/ 1144253 w 4577011"/>
              <a:gd name="csY2" fmla="*/ 0 h 2831721"/>
              <a:gd name="csX3" fmla="*/ 1624839 w 4577011"/>
              <a:gd name="csY3" fmla="*/ 0 h 2831721"/>
              <a:gd name="csX4" fmla="*/ 2288506 w 4577011"/>
              <a:gd name="csY4" fmla="*/ 0 h 2831721"/>
              <a:gd name="csX5" fmla="*/ 2906402 w 4577011"/>
              <a:gd name="csY5" fmla="*/ 0 h 2831721"/>
              <a:gd name="csX6" fmla="*/ 3478528 w 4577011"/>
              <a:gd name="csY6" fmla="*/ 0 h 2831721"/>
              <a:gd name="csX7" fmla="*/ 4577011 w 4577011"/>
              <a:gd name="csY7" fmla="*/ 0 h 2831721"/>
              <a:gd name="csX8" fmla="*/ 4577011 w 4577011"/>
              <a:gd name="csY8" fmla="*/ 481393 h 2831721"/>
              <a:gd name="csX9" fmla="*/ 4577011 w 4577011"/>
              <a:gd name="csY9" fmla="*/ 1076054 h 2831721"/>
              <a:gd name="csX10" fmla="*/ 4577011 w 4577011"/>
              <a:gd name="csY10" fmla="*/ 1642398 h 2831721"/>
              <a:gd name="csX11" fmla="*/ 4577011 w 4577011"/>
              <a:gd name="csY11" fmla="*/ 2152108 h 2831721"/>
              <a:gd name="csX12" fmla="*/ 4577011 w 4577011"/>
              <a:gd name="csY12" fmla="*/ 2831721 h 2831721"/>
              <a:gd name="csX13" fmla="*/ 4050655 w 4577011"/>
              <a:gd name="csY13" fmla="*/ 2831721 h 2831721"/>
              <a:gd name="csX14" fmla="*/ 3615839 w 4577011"/>
              <a:gd name="csY14" fmla="*/ 2831721 h 2831721"/>
              <a:gd name="csX15" fmla="*/ 2952172 w 4577011"/>
              <a:gd name="csY15" fmla="*/ 2831721 h 2831721"/>
              <a:gd name="csX16" fmla="*/ 2334276 w 4577011"/>
              <a:gd name="csY16" fmla="*/ 2831721 h 2831721"/>
              <a:gd name="csX17" fmla="*/ 1807919 w 4577011"/>
              <a:gd name="csY17" fmla="*/ 2831721 h 2831721"/>
              <a:gd name="csX18" fmla="*/ 1190023 w 4577011"/>
              <a:gd name="csY18" fmla="*/ 2831721 h 2831721"/>
              <a:gd name="csX19" fmla="*/ 526356 w 4577011"/>
              <a:gd name="csY19" fmla="*/ 2831721 h 2831721"/>
              <a:gd name="csX20" fmla="*/ 0 w 4577011"/>
              <a:gd name="csY20" fmla="*/ 2831721 h 2831721"/>
              <a:gd name="csX21" fmla="*/ 0 w 4577011"/>
              <a:gd name="csY21" fmla="*/ 2322011 h 2831721"/>
              <a:gd name="csX22" fmla="*/ 0 w 4577011"/>
              <a:gd name="csY22" fmla="*/ 1840619 h 2831721"/>
              <a:gd name="csX23" fmla="*/ 0 w 4577011"/>
              <a:gd name="csY23" fmla="*/ 1330909 h 2831721"/>
              <a:gd name="csX24" fmla="*/ 0 w 4577011"/>
              <a:gd name="csY24" fmla="*/ 849516 h 2831721"/>
              <a:gd name="csX25" fmla="*/ 0 w 4577011"/>
              <a:gd name="csY25" fmla="*/ 0 h 28317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4577011" h="2831721" extrusionOk="0">
                <a:moveTo>
                  <a:pt x="0" y="0"/>
                </a:moveTo>
                <a:cubicBezTo>
                  <a:pt x="140951" y="-68836"/>
                  <a:pt x="387185" y="22063"/>
                  <a:pt x="663667" y="0"/>
                </a:cubicBezTo>
                <a:cubicBezTo>
                  <a:pt x="940149" y="-22063"/>
                  <a:pt x="1000112" y="41022"/>
                  <a:pt x="1144253" y="0"/>
                </a:cubicBezTo>
                <a:cubicBezTo>
                  <a:pt x="1288394" y="-41022"/>
                  <a:pt x="1473221" y="3752"/>
                  <a:pt x="1624839" y="0"/>
                </a:cubicBezTo>
                <a:cubicBezTo>
                  <a:pt x="1776457" y="-3752"/>
                  <a:pt x="2144437" y="70615"/>
                  <a:pt x="2288506" y="0"/>
                </a:cubicBezTo>
                <a:cubicBezTo>
                  <a:pt x="2432575" y="-70615"/>
                  <a:pt x="2649001" y="63419"/>
                  <a:pt x="2906402" y="0"/>
                </a:cubicBezTo>
                <a:cubicBezTo>
                  <a:pt x="3163803" y="-63419"/>
                  <a:pt x="3235871" y="10707"/>
                  <a:pt x="3478528" y="0"/>
                </a:cubicBezTo>
                <a:cubicBezTo>
                  <a:pt x="3721185" y="-10707"/>
                  <a:pt x="4235307" y="7934"/>
                  <a:pt x="4577011" y="0"/>
                </a:cubicBezTo>
                <a:cubicBezTo>
                  <a:pt x="4627630" y="158932"/>
                  <a:pt x="4536812" y="383935"/>
                  <a:pt x="4577011" y="481393"/>
                </a:cubicBezTo>
                <a:cubicBezTo>
                  <a:pt x="4617210" y="578851"/>
                  <a:pt x="4531312" y="811825"/>
                  <a:pt x="4577011" y="1076054"/>
                </a:cubicBezTo>
                <a:cubicBezTo>
                  <a:pt x="4622710" y="1340283"/>
                  <a:pt x="4569627" y="1362203"/>
                  <a:pt x="4577011" y="1642398"/>
                </a:cubicBezTo>
                <a:cubicBezTo>
                  <a:pt x="4584395" y="1922593"/>
                  <a:pt x="4558752" y="2024816"/>
                  <a:pt x="4577011" y="2152108"/>
                </a:cubicBezTo>
                <a:cubicBezTo>
                  <a:pt x="4595270" y="2279400"/>
                  <a:pt x="4550811" y="2532453"/>
                  <a:pt x="4577011" y="2831721"/>
                </a:cubicBezTo>
                <a:cubicBezTo>
                  <a:pt x="4331856" y="2857037"/>
                  <a:pt x="4251271" y="2781917"/>
                  <a:pt x="4050655" y="2831721"/>
                </a:cubicBezTo>
                <a:cubicBezTo>
                  <a:pt x="3850039" y="2881525"/>
                  <a:pt x="3761964" y="2811323"/>
                  <a:pt x="3615839" y="2831721"/>
                </a:cubicBezTo>
                <a:cubicBezTo>
                  <a:pt x="3469714" y="2852119"/>
                  <a:pt x="3117426" y="2800740"/>
                  <a:pt x="2952172" y="2831721"/>
                </a:cubicBezTo>
                <a:cubicBezTo>
                  <a:pt x="2786918" y="2862702"/>
                  <a:pt x="2539693" y="2808332"/>
                  <a:pt x="2334276" y="2831721"/>
                </a:cubicBezTo>
                <a:cubicBezTo>
                  <a:pt x="2128859" y="2855110"/>
                  <a:pt x="1985747" y="2785705"/>
                  <a:pt x="1807919" y="2831721"/>
                </a:cubicBezTo>
                <a:cubicBezTo>
                  <a:pt x="1630091" y="2877737"/>
                  <a:pt x="1435219" y="2772368"/>
                  <a:pt x="1190023" y="2831721"/>
                </a:cubicBezTo>
                <a:cubicBezTo>
                  <a:pt x="944827" y="2891074"/>
                  <a:pt x="818689" y="2791249"/>
                  <a:pt x="526356" y="2831721"/>
                </a:cubicBezTo>
                <a:cubicBezTo>
                  <a:pt x="234023" y="2872193"/>
                  <a:pt x="175070" y="2831655"/>
                  <a:pt x="0" y="2831721"/>
                </a:cubicBezTo>
                <a:cubicBezTo>
                  <a:pt x="-40762" y="2610474"/>
                  <a:pt x="13666" y="2515016"/>
                  <a:pt x="0" y="2322011"/>
                </a:cubicBezTo>
                <a:cubicBezTo>
                  <a:pt x="-13666" y="2129006"/>
                  <a:pt x="11787" y="2007586"/>
                  <a:pt x="0" y="1840619"/>
                </a:cubicBezTo>
                <a:cubicBezTo>
                  <a:pt x="-11787" y="1673652"/>
                  <a:pt x="7601" y="1523677"/>
                  <a:pt x="0" y="1330909"/>
                </a:cubicBezTo>
                <a:cubicBezTo>
                  <a:pt x="-7601" y="1138141"/>
                  <a:pt x="19742" y="1055373"/>
                  <a:pt x="0" y="849516"/>
                </a:cubicBezTo>
                <a:cubicBezTo>
                  <a:pt x="-19742" y="643659"/>
                  <a:pt x="76933" y="399501"/>
                  <a:pt x="0" y="0"/>
                </a:cubicBezTo>
                <a:close/>
              </a:path>
            </a:pathLst>
          </a:custGeom>
          <a:noFill/>
          <a:ln w="28575">
            <a:solidFill>
              <a:srgbClr val="358F6C"/>
            </a:solidFill>
            <a:prstDash val="sysDash"/>
            <a:extLst>
              <a:ext uri="{C807C97D-BFC1-408E-A445-0C87EB9F89A2}">
                <ask:lineSketchStyleProps xmlns:ask="http://schemas.microsoft.com/office/drawing/2018/sketchyshapes" sd="3359201351">
                  <a:prstGeom prst="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noProof="0" dirty="0"/>
          </a:p>
        </p:txBody>
      </p:sp>
      <p:pic>
        <p:nvPicPr>
          <p:cNvPr id="6" name="Image 5">
            <a:extLst>
              <a:ext uri="{FF2B5EF4-FFF2-40B4-BE49-F238E27FC236}">
                <a16:creationId xmlns:a16="http://schemas.microsoft.com/office/drawing/2014/main" id="{4BF15333-B861-A0FC-30E0-74810894740C}"/>
              </a:ext>
            </a:extLst>
          </p:cNvPr>
          <p:cNvPicPr>
            <a:picLocks noChangeAspect="1"/>
          </p:cNvPicPr>
          <p:nvPr/>
        </p:nvPicPr>
        <p:blipFill>
          <a:blip r:embed="rId3"/>
          <a:stretch>
            <a:fillRect/>
          </a:stretch>
        </p:blipFill>
        <p:spPr>
          <a:xfrm>
            <a:off x="624447" y="2717355"/>
            <a:ext cx="2829903" cy="2842864"/>
          </a:xfrm>
          <a:prstGeom prst="rect">
            <a:avLst/>
          </a:prstGeom>
          <a:ln>
            <a:noFill/>
          </a:ln>
          <a:effectLst>
            <a:outerShdw blurRad="190500" algn="tl" rotWithShape="0">
              <a:srgbClr val="000000">
                <a:alpha val="70000"/>
              </a:srgbClr>
            </a:outerShdw>
          </a:effectLst>
        </p:spPr>
      </p:pic>
      <p:sp>
        <p:nvSpPr>
          <p:cNvPr id="30" name="Rectangle 29">
            <a:extLst>
              <a:ext uri="{FF2B5EF4-FFF2-40B4-BE49-F238E27FC236}">
                <a16:creationId xmlns:a16="http://schemas.microsoft.com/office/drawing/2014/main" id="{A6D698B7-621C-FC23-686E-D37A5B82E88E}"/>
              </a:ext>
            </a:extLst>
          </p:cNvPr>
          <p:cNvSpPr/>
          <p:nvPr/>
        </p:nvSpPr>
        <p:spPr>
          <a:xfrm>
            <a:off x="838246" y="4816225"/>
            <a:ext cx="1077844" cy="195281"/>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1" name="Rectangle 30">
            <a:extLst>
              <a:ext uri="{FF2B5EF4-FFF2-40B4-BE49-F238E27FC236}">
                <a16:creationId xmlns:a16="http://schemas.microsoft.com/office/drawing/2014/main" id="{BA6CF241-0F05-6EB4-BEAA-4BAE41B40885}"/>
              </a:ext>
            </a:extLst>
          </p:cNvPr>
          <p:cNvSpPr/>
          <p:nvPr/>
        </p:nvSpPr>
        <p:spPr>
          <a:xfrm>
            <a:off x="838246" y="4362745"/>
            <a:ext cx="1077844" cy="181633"/>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cxnSp>
        <p:nvCxnSpPr>
          <p:cNvPr id="32" name="Connecteur : en angle 31">
            <a:extLst>
              <a:ext uri="{FF2B5EF4-FFF2-40B4-BE49-F238E27FC236}">
                <a16:creationId xmlns:a16="http://schemas.microsoft.com/office/drawing/2014/main" id="{9ED8AE64-4D34-7F11-A2F4-9472D86FB023}"/>
              </a:ext>
            </a:extLst>
          </p:cNvPr>
          <p:cNvCxnSpPr>
            <a:cxnSpLocks/>
            <a:stCxn id="31" idx="3"/>
            <a:endCxn id="39" idx="1"/>
          </p:cNvCxnSpPr>
          <p:nvPr/>
        </p:nvCxnSpPr>
        <p:spPr>
          <a:xfrm flipV="1">
            <a:off x="1916090" y="3062221"/>
            <a:ext cx="2118464" cy="1391341"/>
          </a:xfrm>
          <a:prstGeom prst="bentConnector3">
            <a:avLst>
              <a:gd name="adj1" fmla="val 50000"/>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21" name="Groupe 20">
            <a:extLst>
              <a:ext uri="{FF2B5EF4-FFF2-40B4-BE49-F238E27FC236}">
                <a16:creationId xmlns:a16="http://schemas.microsoft.com/office/drawing/2014/main" id="{E64C6CD3-A578-D5A1-91C0-9BEF27CB0127}"/>
              </a:ext>
            </a:extLst>
          </p:cNvPr>
          <p:cNvGrpSpPr/>
          <p:nvPr/>
        </p:nvGrpSpPr>
        <p:grpSpPr>
          <a:xfrm>
            <a:off x="4034547" y="5811243"/>
            <a:ext cx="3429376" cy="557747"/>
            <a:chOff x="5346700" y="1873408"/>
            <a:chExt cx="3429376" cy="557747"/>
          </a:xfrm>
        </p:grpSpPr>
        <p:sp>
          <p:nvSpPr>
            <p:cNvPr id="22" name="Rectangle : coins arrondis 21">
              <a:extLst>
                <a:ext uri="{FF2B5EF4-FFF2-40B4-BE49-F238E27FC236}">
                  <a16:creationId xmlns:a16="http://schemas.microsoft.com/office/drawing/2014/main" id="{60763CF9-0FD7-095F-7BCF-2ED343492C6A}"/>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4" name="Rectangle : coins arrondis 23">
              <a:extLst>
                <a:ext uri="{FF2B5EF4-FFF2-40B4-BE49-F238E27FC236}">
                  <a16:creationId xmlns:a16="http://schemas.microsoft.com/office/drawing/2014/main" id="{2CB0260E-F84D-4F42-4A07-AC7236309B96}"/>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dirty="0">
                  <a:solidFill>
                    <a:schemeClr val="tx1">
                      <a:lumMod val="85000"/>
                      <a:lumOff val="15000"/>
                    </a:schemeClr>
                  </a:solidFill>
                  <a:latin typeface="Barlow" panose="00000500000000000000" pitchFamily="2" charset="0"/>
                  <a:cs typeface="Segoe UI" panose="020B0502040204020203" pitchFamily="34" charset="0"/>
                </a:rPr>
                <a:t>Epreuve à plusieurs phases</a:t>
              </a:r>
              <a:r>
                <a:rPr lang="fr-FR" sz="1200" b="1" noProof="0" dirty="0">
                  <a:solidFill>
                    <a:schemeClr val="tx1">
                      <a:lumMod val="85000"/>
                      <a:lumOff val="15000"/>
                    </a:schemeClr>
                  </a:solidFill>
                  <a:latin typeface="Barlow" panose="00000500000000000000" pitchFamily="2" charset="0"/>
                  <a:cs typeface="Segoe UI" panose="020B0502040204020203" pitchFamily="34" charset="0"/>
                </a:rPr>
                <a:t>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Chaque phase est affichée séparément.</a:t>
              </a:r>
            </a:p>
          </p:txBody>
        </p:sp>
        <p:sp>
          <p:nvSpPr>
            <p:cNvPr id="26" name="Rectangle 25">
              <a:extLst>
                <a:ext uri="{FF2B5EF4-FFF2-40B4-BE49-F238E27FC236}">
                  <a16:creationId xmlns:a16="http://schemas.microsoft.com/office/drawing/2014/main" id="{D0ADA927-5AC7-FD69-2304-135E98D21AFD}"/>
                </a:ext>
              </a:extLst>
            </p:cNvPr>
            <p:cNvSpPr>
              <a:spLocks noChangeAspect="1"/>
            </p:cNvSpPr>
            <p:nvPr/>
          </p:nvSpPr>
          <p:spPr>
            <a:xfrm>
              <a:off x="5408816" y="2010394"/>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28" name="Connecteur droit 27">
              <a:extLst>
                <a:ext uri="{FF2B5EF4-FFF2-40B4-BE49-F238E27FC236}">
                  <a16:creationId xmlns:a16="http://schemas.microsoft.com/office/drawing/2014/main" id="{2F4093BB-E784-92A9-69D5-DB4A0C3E38B8}"/>
                </a:ext>
              </a:extLst>
            </p:cNvPr>
            <p:cNvCxnSpPr/>
            <p:nvPr/>
          </p:nvCxnSpPr>
          <p:spPr>
            <a:xfrm>
              <a:off x="5346700" y="1876755"/>
              <a:ext cx="0" cy="5544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sp>
        <p:nvSpPr>
          <p:cNvPr id="29" name="Rectangle 28">
            <a:extLst>
              <a:ext uri="{FF2B5EF4-FFF2-40B4-BE49-F238E27FC236}">
                <a16:creationId xmlns:a16="http://schemas.microsoft.com/office/drawing/2014/main" id="{763AEA3C-5B6A-76E8-5535-C03E9F2154DA}"/>
              </a:ext>
            </a:extLst>
          </p:cNvPr>
          <p:cNvSpPr/>
          <p:nvPr/>
        </p:nvSpPr>
        <p:spPr>
          <a:xfrm>
            <a:off x="2162713" y="3793427"/>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34" name="Connecteur droit avec flèche 33">
            <a:extLst>
              <a:ext uri="{FF2B5EF4-FFF2-40B4-BE49-F238E27FC236}">
                <a16:creationId xmlns:a16="http://schemas.microsoft.com/office/drawing/2014/main" id="{689D9FFC-0689-2F2D-A4B3-1FEB1D621782}"/>
              </a:ext>
            </a:extLst>
          </p:cNvPr>
          <p:cNvCxnSpPr>
            <a:cxnSpLocks/>
            <a:stCxn id="29" idx="1"/>
            <a:endCxn id="36" idx="3"/>
          </p:cNvCxnSpPr>
          <p:nvPr/>
        </p:nvCxnSpPr>
        <p:spPr>
          <a:xfrm flipH="1">
            <a:off x="1916090" y="3937427"/>
            <a:ext cx="246623" cy="1273"/>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53888763-80CF-8018-B024-B99D39761180}"/>
              </a:ext>
            </a:extLst>
          </p:cNvPr>
          <p:cNvSpPr/>
          <p:nvPr/>
        </p:nvSpPr>
        <p:spPr>
          <a:xfrm>
            <a:off x="838246" y="3566385"/>
            <a:ext cx="1077844" cy="744630"/>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pic>
        <p:nvPicPr>
          <p:cNvPr id="49" name="Image 48">
            <a:extLst>
              <a:ext uri="{FF2B5EF4-FFF2-40B4-BE49-F238E27FC236}">
                <a16:creationId xmlns:a16="http://schemas.microsoft.com/office/drawing/2014/main" id="{96C5BD48-F083-BF7C-3FF2-B342BBBCCE32}"/>
              </a:ext>
            </a:extLst>
          </p:cNvPr>
          <p:cNvPicPr>
            <a:picLocks noChangeAspect="1"/>
          </p:cNvPicPr>
          <p:nvPr/>
        </p:nvPicPr>
        <p:blipFill>
          <a:blip r:embed="rId4"/>
          <a:stretch>
            <a:fillRect/>
          </a:stretch>
        </p:blipFill>
        <p:spPr>
          <a:xfrm>
            <a:off x="4239654" y="1815906"/>
            <a:ext cx="1930462" cy="2771719"/>
          </a:xfrm>
          <a:prstGeom prst="rect">
            <a:avLst/>
          </a:prstGeom>
          <a:ln>
            <a:noFill/>
          </a:ln>
          <a:effectLst>
            <a:outerShdw blurRad="190500" algn="tl" rotWithShape="0">
              <a:srgbClr val="000000">
                <a:alpha val="70000"/>
              </a:srgbClr>
            </a:outerShdw>
          </a:effectLst>
        </p:spPr>
      </p:pic>
      <p:cxnSp>
        <p:nvCxnSpPr>
          <p:cNvPr id="64" name="Connecteur : en angle 63">
            <a:extLst>
              <a:ext uri="{FF2B5EF4-FFF2-40B4-BE49-F238E27FC236}">
                <a16:creationId xmlns:a16="http://schemas.microsoft.com/office/drawing/2014/main" id="{6BD1AEAB-14A7-E4B7-24AF-AA0BE13282C3}"/>
              </a:ext>
            </a:extLst>
          </p:cNvPr>
          <p:cNvCxnSpPr>
            <a:cxnSpLocks/>
            <a:stCxn id="30" idx="3"/>
            <a:endCxn id="42" idx="1"/>
          </p:cNvCxnSpPr>
          <p:nvPr/>
        </p:nvCxnSpPr>
        <p:spPr>
          <a:xfrm flipV="1">
            <a:off x="1916090" y="3808948"/>
            <a:ext cx="5195290" cy="1104918"/>
          </a:xfrm>
          <a:prstGeom prst="bentConnector3">
            <a:avLst>
              <a:gd name="adj1" fmla="val 91948"/>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60" name="Image 59">
            <a:extLst>
              <a:ext uri="{FF2B5EF4-FFF2-40B4-BE49-F238E27FC236}">
                <a16:creationId xmlns:a16="http://schemas.microsoft.com/office/drawing/2014/main" id="{747C77E2-48A2-B53F-3E20-21DEE9458BA5}"/>
              </a:ext>
            </a:extLst>
          </p:cNvPr>
          <p:cNvPicPr>
            <a:picLocks noChangeAspect="1"/>
          </p:cNvPicPr>
          <p:nvPr/>
        </p:nvPicPr>
        <p:blipFill>
          <a:blip r:embed="rId5"/>
          <a:stretch>
            <a:fillRect/>
          </a:stretch>
        </p:blipFill>
        <p:spPr>
          <a:xfrm>
            <a:off x="7344783" y="2639796"/>
            <a:ext cx="2539537" cy="2127004"/>
          </a:xfrm>
          <a:prstGeom prst="rect">
            <a:avLst/>
          </a:prstGeom>
          <a:ln>
            <a:noFill/>
          </a:ln>
          <a:effectLst>
            <a:outerShdw blurRad="190500" algn="tl" rotWithShape="0">
              <a:srgbClr val="000000">
                <a:alpha val="70000"/>
              </a:srgbClr>
            </a:outerShdw>
          </a:effectLst>
        </p:spPr>
      </p:pic>
      <p:pic>
        <p:nvPicPr>
          <p:cNvPr id="62" name="Image 61">
            <a:extLst>
              <a:ext uri="{FF2B5EF4-FFF2-40B4-BE49-F238E27FC236}">
                <a16:creationId xmlns:a16="http://schemas.microsoft.com/office/drawing/2014/main" id="{E07DA1EC-2D7E-B772-5885-10D9A8DCE9DB}"/>
              </a:ext>
            </a:extLst>
          </p:cNvPr>
          <p:cNvPicPr>
            <a:picLocks noChangeAspect="1"/>
          </p:cNvPicPr>
          <p:nvPr/>
        </p:nvPicPr>
        <p:blipFill>
          <a:blip r:embed="rId6"/>
          <a:stretch>
            <a:fillRect/>
          </a:stretch>
        </p:blipFill>
        <p:spPr>
          <a:xfrm>
            <a:off x="9398242" y="3179785"/>
            <a:ext cx="2366468" cy="212700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2624137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198829-35EB-6A46-EBAA-6A582DAFE970}"/>
              </a:ext>
            </a:extLst>
          </p:cNvPr>
          <p:cNvSpPr>
            <a:spLocks noGrp="1"/>
          </p:cNvSpPr>
          <p:nvPr>
            <p:ph type="title"/>
          </p:nvPr>
        </p:nvSpPr>
        <p:spPr/>
        <p:txBody>
          <a:bodyPr/>
          <a:lstStyle/>
          <a:p>
            <a:r>
              <a:rPr lang="fr-FR" noProof="0" dirty="0"/>
              <a:t>Plan du Site utilisateur – Classements</a:t>
            </a:r>
          </a:p>
        </p:txBody>
      </p:sp>
      <p:sp>
        <p:nvSpPr>
          <p:cNvPr id="4" name="Espace réservé du texte 3">
            <a:extLst>
              <a:ext uri="{FF2B5EF4-FFF2-40B4-BE49-F238E27FC236}">
                <a16:creationId xmlns:a16="http://schemas.microsoft.com/office/drawing/2014/main" id="{55EE5942-743C-7FE0-DDCC-8AF825345982}"/>
              </a:ext>
            </a:extLst>
          </p:cNvPr>
          <p:cNvSpPr>
            <a:spLocks noGrp="1"/>
          </p:cNvSpPr>
          <p:nvPr>
            <p:ph type="body" sz="quarter" idx="15"/>
          </p:nvPr>
        </p:nvSpPr>
        <p:spPr/>
        <p:txBody>
          <a:bodyPr/>
          <a:lstStyle/>
          <a:p>
            <a:r>
              <a:rPr lang="fr-FR" noProof="0" dirty="0"/>
              <a:t>Annexe</a:t>
            </a:r>
          </a:p>
        </p:txBody>
      </p:sp>
      <p:grpSp>
        <p:nvGrpSpPr>
          <p:cNvPr id="17" name="Groupe 16">
            <a:extLst>
              <a:ext uri="{FF2B5EF4-FFF2-40B4-BE49-F238E27FC236}">
                <a16:creationId xmlns:a16="http://schemas.microsoft.com/office/drawing/2014/main" id="{3F6131DB-FE75-4D4C-0D68-1E46EBF07120}"/>
              </a:ext>
            </a:extLst>
          </p:cNvPr>
          <p:cNvGrpSpPr/>
          <p:nvPr/>
        </p:nvGrpSpPr>
        <p:grpSpPr>
          <a:xfrm>
            <a:off x="899913" y="1451969"/>
            <a:ext cx="1183746" cy="325919"/>
            <a:chOff x="109544" y="3520584"/>
            <a:chExt cx="1183746" cy="325919"/>
          </a:xfrm>
        </p:grpSpPr>
        <p:grpSp>
          <p:nvGrpSpPr>
            <p:cNvPr id="18" name="Groupe 17">
              <a:extLst>
                <a:ext uri="{FF2B5EF4-FFF2-40B4-BE49-F238E27FC236}">
                  <a16:creationId xmlns:a16="http://schemas.microsoft.com/office/drawing/2014/main" id="{2AB48EFF-D138-3FAF-E346-9F79D39C1C8F}"/>
                </a:ext>
              </a:extLst>
            </p:cNvPr>
            <p:cNvGrpSpPr/>
            <p:nvPr/>
          </p:nvGrpSpPr>
          <p:grpSpPr>
            <a:xfrm>
              <a:off x="109544" y="3520584"/>
              <a:ext cx="1183746" cy="325919"/>
              <a:chOff x="5130203" y="401858"/>
              <a:chExt cx="251584" cy="325919"/>
            </a:xfrm>
          </p:grpSpPr>
          <p:sp>
            <p:nvSpPr>
              <p:cNvPr id="20" name="Rectangle : coins arrondis 19">
                <a:extLst>
                  <a:ext uri="{FF2B5EF4-FFF2-40B4-BE49-F238E27FC236}">
                    <a16:creationId xmlns:a16="http://schemas.microsoft.com/office/drawing/2014/main" id="{0C5AA8C8-A924-E964-C72A-254095707B09}"/>
                  </a:ext>
                </a:extLst>
              </p:cNvPr>
              <p:cNvSpPr/>
              <p:nvPr/>
            </p:nvSpPr>
            <p:spPr>
              <a:xfrm>
                <a:off x="5130204" y="401858"/>
                <a:ext cx="251583" cy="325919"/>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      Menu</a:t>
                </a:r>
              </a:p>
            </p:txBody>
          </p:sp>
          <p:cxnSp>
            <p:nvCxnSpPr>
              <p:cNvPr id="21" name="Connecteur droit 20">
                <a:extLst>
                  <a:ext uri="{FF2B5EF4-FFF2-40B4-BE49-F238E27FC236}">
                    <a16:creationId xmlns:a16="http://schemas.microsoft.com/office/drawing/2014/main" id="{51BABD71-903D-B12E-610D-4DE9BC705824}"/>
                  </a:ext>
                </a:extLst>
              </p:cNvPr>
              <p:cNvCxnSpPr>
                <a:cxnSpLocks/>
              </p:cNvCxnSpPr>
              <p:nvPr/>
            </p:nvCxnSpPr>
            <p:spPr>
              <a:xfrm>
                <a:off x="5130203" y="401858"/>
                <a:ext cx="1" cy="325919"/>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pic>
          <p:nvPicPr>
            <p:cNvPr id="19" name="Image 18">
              <a:extLst>
                <a:ext uri="{FF2B5EF4-FFF2-40B4-BE49-F238E27FC236}">
                  <a16:creationId xmlns:a16="http://schemas.microsoft.com/office/drawing/2014/main" id="{A0CC3B98-3C06-A3D9-071C-40C9D2B11CFB}"/>
                </a:ext>
              </a:extLst>
            </p:cNvPr>
            <p:cNvPicPr>
              <a:picLocks noChangeAspect="1"/>
            </p:cNvPicPr>
            <p:nvPr/>
          </p:nvPicPr>
          <p:blipFill>
            <a:blip r:embed="rId2"/>
            <a:srcRect l="1878" t="1402" r="94452" b="94927"/>
            <a:stretch>
              <a:fillRect/>
            </a:stretch>
          </p:blipFill>
          <p:spPr>
            <a:xfrm>
              <a:off x="174888" y="3592940"/>
              <a:ext cx="188118" cy="197644"/>
            </a:xfrm>
            <a:prstGeom prst="rect">
              <a:avLst/>
            </a:prstGeom>
          </p:spPr>
        </p:pic>
      </p:grpSp>
      <p:grpSp>
        <p:nvGrpSpPr>
          <p:cNvPr id="22" name="Groupe 21">
            <a:extLst>
              <a:ext uri="{FF2B5EF4-FFF2-40B4-BE49-F238E27FC236}">
                <a16:creationId xmlns:a16="http://schemas.microsoft.com/office/drawing/2014/main" id="{D4937F49-B4B1-7F2E-D100-B0386732AF4D}"/>
              </a:ext>
            </a:extLst>
          </p:cNvPr>
          <p:cNvGrpSpPr/>
          <p:nvPr/>
        </p:nvGrpSpPr>
        <p:grpSpPr>
          <a:xfrm>
            <a:off x="2797344" y="1891663"/>
            <a:ext cx="3252463" cy="3989250"/>
            <a:chOff x="9501895" y="1909944"/>
            <a:chExt cx="3252463" cy="3989250"/>
          </a:xfrm>
        </p:grpSpPr>
        <p:sp>
          <p:nvSpPr>
            <p:cNvPr id="23" name="Rectangle : coins arrondis 22">
              <a:extLst>
                <a:ext uri="{FF2B5EF4-FFF2-40B4-BE49-F238E27FC236}">
                  <a16:creationId xmlns:a16="http://schemas.microsoft.com/office/drawing/2014/main" id="{23B09947-4CD6-6710-6240-7FFABD15EB20}"/>
                </a:ext>
              </a:extLst>
            </p:cNvPr>
            <p:cNvSpPr/>
            <p:nvPr/>
          </p:nvSpPr>
          <p:spPr>
            <a:xfrm>
              <a:off x="9501903" y="1909944"/>
              <a:ext cx="3252455" cy="3989250"/>
            </a:xfrm>
            <a:prstGeom prst="roundRect">
              <a:avLst>
                <a:gd name="adj" fmla="val 2728"/>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Classement</a:t>
              </a:r>
            </a:p>
            <a:p>
              <a:r>
                <a:rPr lang="fr-FR" sz="1200" noProof="0" dirty="0">
                  <a:solidFill>
                    <a:schemeClr val="tx1">
                      <a:lumMod val="85000"/>
                      <a:lumOff val="15000"/>
                    </a:schemeClr>
                  </a:solidFill>
                  <a:latin typeface="Barlow" panose="00000500000000000000" pitchFamily="2" charset="0"/>
                  <a:cs typeface="Segoe UI" panose="020B0502040204020203" pitchFamily="34" charset="0"/>
                </a:rPr>
                <a:t>Choix de la catégorie</a:t>
              </a:r>
              <a:endParaRPr lang="fr-FR" sz="1200" b="1" noProof="0" dirty="0">
                <a:solidFill>
                  <a:schemeClr val="tx1">
                    <a:lumMod val="85000"/>
                    <a:lumOff val="15000"/>
                  </a:schemeClr>
                </a:solidFill>
                <a:latin typeface="Barlow" panose="00000500000000000000" pitchFamily="2" charset="0"/>
                <a:cs typeface="Segoe UI" panose="020B0502040204020203" pitchFamily="34" charset="0"/>
              </a:endParaRPr>
            </a:p>
          </p:txBody>
        </p:sp>
        <p:cxnSp>
          <p:nvCxnSpPr>
            <p:cNvPr id="24" name="Connecteur droit 23">
              <a:extLst>
                <a:ext uri="{FF2B5EF4-FFF2-40B4-BE49-F238E27FC236}">
                  <a16:creationId xmlns:a16="http://schemas.microsoft.com/office/drawing/2014/main" id="{BCF36150-3406-E75A-2B41-9B2D4B6E3FCC}"/>
                </a:ext>
              </a:extLst>
            </p:cNvPr>
            <p:cNvCxnSpPr>
              <a:cxnSpLocks/>
            </p:cNvCxnSpPr>
            <p:nvPr/>
          </p:nvCxnSpPr>
          <p:spPr>
            <a:xfrm>
              <a:off x="9501895" y="1932893"/>
              <a:ext cx="3" cy="3966301"/>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70" name="Groupe 69">
            <a:extLst>
              <a:ext uri="{FF2B5EF4-FFF2-40B4-BE49-F238E27FC236}">
                <a16:creationId xmlns:a16="http://schemas.microsoft.com/office/drawing/2014/main" id="{1FFA87D9-0387-5B19-BFC0-D9348FE42B41}"/>
              </a:ext>
            </a:extLst>
          </p:cNvPr>
          <p:cNvGrpSpPr/>
          <p:nvPr/>
        </p:nvGrpSpPr>
        <p:grpSpPr>
          <a:xfrm>
            <a:off x="7742615" y="2045687"/>
            <a:ext cx="2732355" cy="2579654"/>
            <a:chOff x="9501895" y="1909944"/>
            <a:chExt cx="2732355" cy="3460850"/>
          </a:xfrm>
        </p:grpSpPr>
        <p:sp>
          <p:nvSpPr>
            <p:cNvPr id="72" name="Rectangle : coins arrondis 71">
              <a:extLst>
                <a:ext uri="{FF2B5EF4-FFF2-40B4-BE49-F238E27FC236}">
                  <a16:creationId xmlns:a16="http://schemas.microsoft.com/office/drawing/2014/main" id="{04CC34C8-162C-AAC6-F893-4EE14B174F57}"/>
                </a:ext>
              </a:extLst>
            </p:cNvPr>
            <p:cNvSpPr/>
            <p:nvPr/>
          </p:nvSpPr>
          <p:spPr>
            <a:xfrm>
              <a:off x="9501903" y="1909944"/>
              <a:ext cx="2732347" cy="3437901"/>
            </a:xfrm>
            <a:prstGeom prst="roundRect">
              <a:avLst>
                <a:gd name="adj" fmla="val 2728"/>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Tableau de classement</a:t>
              </a:r>
            </a:p>
            <a:p>
              <a:r>
                <a:rPr lang="fr-FR" sz="1200" noProof="0" dirty="0">
                  <a:solidFill>
                    <a:schemeClr val="tx1">
                      <a:lumMod val="85000"/>
                      <a:lumOff val="15000"/>
                    </a:schemeClr>
                  </a:solidFill>
                  <a:latin typeface="Barlow" panose="00000500000000000000" pitchFamily="2" charset="0"/>
                  <a:cs typeface="Segoe UI" panose="020B0502040204020203" pitchFamily="34" charset="0"/>
                </a:rPr>
                <a:t>Pour la catégorie</a:t>
              </a:r>
            </a:p>
          </p:txBody>
        </p:sp>
        <p:cxnSp>
          <p:nvCxnSpPr>
            <p:cNvPr id="73" name="Connecteur droit 72">
              <a:extLst>
                <a:ext uri="{FF2B5EF4-FFF2-40B4-BE49-F238E27FC236}">
                  <a16:creationId xmlns:a16="http://schemas.microsoft.com/office/drawing/2014/main" id="{2EB95FC6-3A3D-9BAF-9C38-25A62BD654A6}"/>
                </a:ext>
              </a:extLst>
            </p:cNvPr>
            <p:cNvCxnSpPr>
              <a:cxnSpLocks/>
            </p:cNvCxnSpPr>
            <p:nvPr/>
          </p:nvCxnSpPr>
          <p:spPr>
            <a:xfrm>
              <a:off x="9501895" y="1932893"/>
              <a:ext cx="1" cy="3437901"/>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cxnSp>
        <p:nvCxnSpPr>
          <p:cNvPr id="33" name="Connecteur : en angle 32">
            <a:extLst>
              <a:ext uri="{FF2B5EF4-FFF2-40B4-BE49-F238E27FC236}">
                <a16:creationId xmlns:a16="http://schemas.microsoft.com/office/drawing/2014/main" id="{79E4FDCC-24E7-5044-EEB1-A1E49F815158}"/>
              </a:ext>
            </a:extLst>
          </p:cNvPr>
          <p:cNvCxnSpPr>
            <a:cxnSpLocks/>
            <a:stCxn id="20" idx="2"/>
            <a:endCxn id="23" idx="1"/>
          </p:cNvCxnSpPr>
          <p:nvPr/>
        </p:nvCxnSpPr>
        <p:spPr>
          <a:xfrm rot="16200000" flipH="1">
            <a:off x="1090370" y="2179306"/>
            <a:ext cx="2108400" cy="1305563"/>
          </a:xfrm>
          <a:prstGeom prst="bentConnector2">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6" name="Image 5">
            <a:extLst>
              <a:ext uri="{FF2B5EF4-FFF2-40B4-BE49-F238E27FC236}">
                <a16:creationId xmlns:a16="http://schemas.microsoft.com/office/drawing/2014/main" id="{145B85D6-A2AC-B01E-C7FE-45AF786450B7}"/>
              </a:ext>
            </a:extLst>
          </p:cNvPr>
          <p:cNvPicPr>
            <a:picLocks noChangeAspect="1"/>
          </p:cNvPicPr>
          <p:nvPr/>
        </p:nvPicPr>
        <p:blipFill>
          <a:blip r:embed="rId3"/>
          <a:stretch>
            <a:fillRect/>
          </a:stretch>
        </p:blipFill>
        <p:spPr>
          <a:xfrm>
            <a:off x="3060648" y="2461483"/>
            <a:ext cx="2725861" cy="3250382"/>
          </a:xfrm>
          <a:prstGeom prst="rect">
            <a:avLst/>
          </a:prstGeom>
          <a:ln>
            <a:noFill/>
          </a:ln>
          <a:effectLst>
            <a:outerShdw blurRad="190500" algn="tl" rotWithShape="0">
              <a:srgbClr val="000000">
                <a:alpha val="70000"/>
              </a:srgbClr>
            </a:outerShdw>
          </a:effectLst>
        </p:spPr>
      </p:pic>
      <p:sp>
        <p:nvSpPr>
          <p:cNvPr id="27" name="Rectangle 26">
            <a:extLst>
              <a:ext uri="{FF2B5EF4-FFF2-40B4-BE49-F238E27FC236}">
                <a16:creationId xmlns:a16="http://schemas.microsoft.com/office/drawing/2014/main" id="{FA2A70E9-BD38-0463-C99D-CF02BB826646}"/>
              </a:ext>
            </a:extLst>
          </p:cNvPr>
          <p:cNvSpPr/>
          <p:nvPr/>
        </p:nvSpPr>
        <p:spPr>
          <a:xfrm>
            <a:off x="3288506" y="3964781"/>
            <a:ext cx="1031082" cy="192882"/>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cxnSp>
        <p:nvCxnSpPr>
          <p:cNvPr id="29" name="Connecteur : en angle 28">
            <a:extLst>
              <a:ext uri="{FF2B5EF4-FFF2-40B4-BE49-F238E27FC236}">
                <a16:creationId xmlns:a16="http://schemas.microsoft.com/office/drawing/2014/main" id="{923BA84A-99A0-74EE-746B-9AA0F8302218}"/>
              </a:ext>
            </a:extLst>
          </p:cNvPr>
          <p:cNvCxnSpPr>
            <a:cxnSpLocks/>
            <a:stCxn id="27" idx="3"/>
            <a:endCxn id="72" idx="1"/>
          </p:cNvCxnSpPr>
          <p:nvPr/>
        </p:nvCxnSpPr>
        <p:spPr>
          <a:xfrm flipV="1">
            <a:off x="4319588" y="3326961"/>
            <a:ext cx="3423035" cy="734261"/>
          </a:xfrm>
          <a:prstGeom prst="bentConnector3">
            <a:avLst>
              <a:gd name="adj1" fmla="val 72484"/>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1" name="Image 10">
            <a:extLst>
              <a:ext uri="{FF2B5EF4-FFF2-40B4-BE49-F238E27FC236}">
                <a16:creationId xmlns:a16="http://schemas.microsoft.com/office/drawing/2014/main" id="{7C01A1CE-7E0C-54BD-9F55-1268A4D1F32F}"/>
              </a:ext>
            </a:extLst>
          </p:cNvPr>
          <p:cNvPicPr>
            <a:picLocks noChangeAspect="1"/>
          </p:cNvPicPr>
          <p:nvPr/>
        </p:nvPicPr>
        <p:blipFill>
          <a:blip r:embed="rId4"/>
          <a:stretch>
            <a:fillRect/>
          </a:stretch>
        </p:blipFill>
        <p:spPr>
          <a:xfrm>
            <a:off x="7915109" y="2634425"/>
            <a:ext cx="2405142" cy="1777556"/>
          </a:xfrm>
          <a:prstGeom prst="rect">
            <a:avLst/>
          </a:prstGeom>
          <a:ln>
            <a:noFill/>
          </a:ln>
          <a:effectLst>
            <a:outerShdw blurRad="190500" algn="tl" rotWithShape="0">
              <a:srgbClr val="000000">
                <a:alpha val="70000"/>
              </a:srgbClr>
            </a:outerShdw>
          </a:effectLst>
        </p:spPr>
      </p:pic>
      <p:sp>
        <p:nvSpPr>
          <p:cNvPr id="13" name="Rectangle 12">
            <a:extLst>
              <a:ext uri="{FF2B5EF4-FFF2-40B4-BE49-F238E27FC236}">
                <a16:creationId xmlns:a16="http://schemas.microsoft.com/office/drawing/2014/main" id="{2CDBCED9-6ED8-07A9-C7B2-CB753C52ABBF}"/>
              </a:ext>
            </a:extLst>
          </p:cNvPr>
          <p:cNvSpPr/>
          <p:nvPr/>
        </p:nvSpPr>
        <p:spPr>
          <a:xfrm>
            <a:off x="9248775" y="3302354"/>
            <a:ext cx="1026319" cy="817209"/>
          </a:xfrm>
          <a:custGeom>
            <a:avLst/>
            <a:gdLst>
              <a:gd name="csX0" fmla="*/ 0 w 1026319"/>
              <a:gd name="csY0" fmla="*/ 0 h 817209"/>
              <a:gd name="csX1" fmla="*/ 533686 w 1026319"/>
              <a:gd name="csY1" fmla="*/ 0 h 817209"/>
              <a:gd name="csX2" fmla="*/ 1026319 w 1026319"/>
              <a:gd name="csY2" fmla="*/ 0 h 817209"/>
              <a:gd name="csX3" fmla="*/ 1026319 w 1026319"/>
              <a:gd name="csY3" fmla="*/ 392260 h 817209"/>
              <a:gd name="csX4" fmla="*/ 1026319 w 1026319"/>
              <a:gd name="csY4" fmla="*/ 817209 h 817209"/>
              <a:gd name="csX5" fmla="*/ 523423 w 1026319"/>
              <a:gd name="csY5" fmla="*/ 817209 h 817209"/>
              <a:gd name="csX6" fmla="*/ 0 w 1026319"/>
              <a:gd name="csY6" fmla="*/ 817209 h 817209"/>
              <a:gd name="csX7" fmla="*/ 0 w 1026319"/>
              <a:gd name="csY7" fmla="*/ 424949 h 817209"/>
              <a:gd name="csX8" fmla="*/ 0 w 1026319"/>
              <a:gd name="csY8" fmla="*/ 0 h 8172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26319" h="817209" extrusionOk="0">
                <a:moveTo>
                  <a:pt x="0" y="0"/>
                </a:moveTo>
                <a:cubicBezTo>
                  <a:pt x="112588" y="-23245"/>
                  <a:pt x="360739" y="6526"/>
                  <a:pt x="533686" y="0"/>
                </a:cubicBezTo>
                <a:cubicBezTo>
                  <a:pt x="706633" y="-6526"/>
                  <a:pt x="825949" y="16565"/>
                  <a:pt x="1026319" y="0"/>
                </a:cubicBezTo>
                <a:cubicBezTo>
                  <a:pt x="1032780" y="94079"/>
                  <a:pt x="987841" y="306617"/>
                  <a:pt x="1026319" y="392260"/>
                </a:cubicBezTo>
                <a:cubicBezTo>
                  <a:pt x="1064797" y="477903"/>
                  <a:pt x="997142" y="707811"/>
                  <a:pt x="1026319" y="817209"/>
                </a:cubicBezTo>
                <a:cubicBezTo>
                  <a:pt x="900019" y="833939"/>
                  <a:pt x="754039" y="794163"/>
                  <a:pt x="523423" y="817209"/>
                </a:cubicBezTo>
                <a:cubicBezTo>
                  <a:pt x="292807" y="840255"/>
                  <a:pt x="141726" y="816286"/>
                  <a:pt x="0" y="817209"/>
                </a:cubicBezTo>
                <a:cubicBezTo>
                  <a:pt x="-40508" y="693635"/>
                  <a:pt x="12093" y="560925"/>
                  <a:pt x="0" y="424949"/>
                </a:cubicBezTo>
                <a:cubicBezTo>
                  <a:pt x="-12093" y="288973"/>
                  <a:pt x="20807" y="145775"/>
                  <a:pt x="0" y="0"/>
                </a:cubicBezTo>
                <a:close/>
              </a:path>
            </a:pathLst>
          </a:custGeom>
          <a:noFill/>
          <a:ln w="28575">
            <a:solidFill>
              <a:srgbClr val="358F6C"/>
            </a:solidFill>
            <a:prstDash val="sysDash"/>
            <a:extLst>
              <a:ext uri="{C807C97D-BFC1-408E-A445-0C87EB9F89A2}">
                <ask:lineSketchStyleProps xmlns:ask="http://schemas.microsoft.com/office/drawing/2018/sketchyshapes" sd="3359201351">
                  <a:prstGeom prst="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noProof="0" dirty="0"/>
          </a:p>
        </p:txBody>
      </p:sp>
      <p:sp>
        <p:nvSpPr>
          <p:cNvPr id="15" name="Rectangle : coins arrondis 14">
            <a:extLst>
              <a:ext uri="{FF2B5EF4-FFF2-40B4-BE49-F238E27FC236}">
                <a16:creationId xmlns:a16="http://schemas.microsoft.com/office/drawing/2014/main" id="{26DF5CDC-2C1C-A708-8885-A3E4C6F387AA}"/>
              </a:ext>
            </a:extLst>
          </p:cNvPr>
          <p:cNvSpPr>
            <a:spLocks noChangeAspect="1"/>
          </p:cNvSpPr>
          <p:nvPr/>
        </p:nvSpPr>
        <p:spPr>
          <a:xfrm>
            <a:off x="10671263" y="3566959"/>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16" name="Connecteur droit avec flèche 15">
            <a:extLst>
              <a:ext uri="{FF2B5EF4-FFF2-40B4-BE49-F238E27FC236}">
                <a16:creationId xmlns:a16="http://schemas.microsoft.com/office/drawing/2014/main" id="{CC8A915C-F85C-D1CE-AB83-272AA1F603E5}"/>
              </a:ext>
            </a:extLst>
          </p:cNvPr>
          <p:cNvCxnSpPr>
            <a:cxnSpLocks/>
            <a:stCxn id="15" idx="1"/>
            <a:endCxn id="13" idx="3"/>
          </p:cNvCxnSpPr>
          <p:nvPr/>
        </p:nvCxnSpPr>
        <p:spPr>
          <a:xfrm flipH="1">
            <a:off x="10275094" y="3710959"/>
            <a:ext cx="396169" cy="0"/>
          </a:xfrm>
          <a:prstGeom prst="straightConnector1">
            <a:avLst/>
          </a:prstGeom>
          <a:ln w="12700">
            <a:solidFill>
              <a:srgbClr val="358F6C"/>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25" name="Groupe 24">
            <a:extLst>
              <a:ext uri="{FF2B5EF4-FFF2-40B4-BE49-F238E27FC236}">
                <a16:creationId xmlns:a16="http://schemas.microsoft.com/office/drawing/2014/main" id="{F0A478AC-2D49-094C-C35E-1135C45BDC25}"/>
              </a:ext>
            </a:extLst>
          </p:cNvPr>
          <p:cNvGrpSpPr/>
          <p:nvPr/>
        </p:nvGrpSpPr>
        <p:grpSpPr>
          <a:xfrm>
            <a:off x="7510992" y="5275987"/>
            <a:ext cx="3213376" cy="557747"/>
            <a:chOff x="5346700" y="1873408"/>
            <a:chExt cx="3213376" cy="557747"/>
          </a:xfrm>
        </p:grpSpPr>
        <p:sp>
          <p:nvSpPr>
            <p:cNvPr id="26" name="Rectangle : coins arrondis 25">
              <a:extLst>
                <a:ext uri="{FF2B5EF4-FFF2-40B4-BE49-F238E27FC236}">
                  <a16:creationId xmlns:a16="http://schemas.microsoft.com/office/drawing/2014/main" id="{1DDBAEC9-8C36-36CC-F394-0A67A1DC48E9}"/>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8" name="Rectangle : coins arrondis 27">
              <a:extLst>
                <a:ext uri="{FF2B5EF4-FFF2-40B4-BE49-F238E27FC236}">
                  <a16:creationId xmlns:a16="http://schemas.microsoft.com/office/drawing/2014/main" id="{2DFCBCA0-3E4F-40C1-5E51-AEDF1DCDE42E}"/>
                </a:ext>
              </a:extLst>
            </p:cNvPr>
            <p:cNvSpPr/>
            <p:nvPr/>
          </p:nvSpPr>
          <p:spPr>
            <a:xfrm>
              <a:off x="5680076" y="1876755"/>
              <a:ext cx="2880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dirty="0">
                  <a:solidFill>
                    <a:schemeClr val="tx1">
                      <a:lumMod val="85000"/>
                      <a:lumOff val="15000"/>
                    </a:schemeClr>
                  </a:solidFill>
                  <a:latin typeface="Barlow" panose="00000500000000000000" pitchFamily="2" charset="0"/>
                  <a:cs typeface="Segoe UI" panose="020B0502040204020203" pitchFamily="34" charset="0"/>
                </a:rPr>
                <a:t>Variable</a:t>
              </a:r>
              <a:r>
                <a:rPr lang="fr-FR" sz="1200" b="1" noProof="0" dirty="0">
                  <a:solidFill>
                    <a:schemeClr val="tx1">
                      <a:lumMod val="85000"/>
                      <a:lumOff val="15000"/>
                    </a:schemeClr>
                  </a:solidFill>
                  <a:latin typeface="Barlow" panose="00000500000000000000" pitchFamily="2" charset="0"/>
                  <a:cs typeface="Segoe UI" panose="020B0502040204020203" pitchFamily="34" charset="0"/>
                </a:rPr>
                <a:t>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s’adapte selon le niveau de la compétition.</a:t>
              </a:r>
            </a:p>
          </p:txBody>
        </p:sp>
        <p:sp>
          <p:nvSpPr>
            <p:cNvPr id="31" name="Rectangle : coins arrondis 30">
              <a:extLst>
                <a:ext uri="{FF2B5EF4-FFF2-40B4-BE49-F238E27FC236}">
                  <a16:creationId xmlns:a16="http://schemas.microsoft.com/office/drawing/2014/main" id="{63D59406-03D4-D55B-A67E-021967123BD6}"/>
                </a:ext>
              </a:extLst>
            </p:cNvPr>
            <p:cNvSpPr>
              <a:spLocks noChangeAspect="1"/>
            </p:cNvSpPr>
            <p:nvPr/>
          </p:nvSpPr>
          <p:spPr>
            <a:xfrm>
              <a:off x="5408816" y="2010394"/>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32" name="Connecteur droit 31">
              <a:extLst>
                <a:ext uri="{FF2B5EF4-FFF2-40B4-BE49-F238E27FC236}">
                  <a16:creationId xmlns:a16="http://schemas.microsoft.com/office/drawing/2014/main" id="{68E64723-8779-6E04-27D6-72B4B43316D3}"/>
                </a:ext>
              </a:extLst>
            </p:cNvPr>
            <p:cNvCxnSpPr/>
            <p:nvPr/>
          </p:nvCxnSpPr>
          <p:spPr>
            <a:xfrm>
              <a:off x="5346700" y="1876755"/>
              <a:ext cx="0" cy="554400"/>
            </a:xfrm>
            <a:prstGeom prst="line">
              <a:avLst/>
            </a:prstGeom>
            <a:ln w="38100">
              <a:solidFill>
                <a:srgbClr val="358F6C"/>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909288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198829-35EB-6A46-EBAA-6A582DAFE970}"/>
              </a:ext>
            </a:extLst>
          </p:cNvPr>
          <p:cNvSpPr>
            <a:spLocks noGrp="1"/>
          </p:cNvSpPr>
          <p:nvPr>
            <p:ph type="title"/>
          </p:nvPr>
        </p:nvSpPr>
        <p:spPr/>
        <p:txBody>
          <a:bodyPr/>
          <a:lstStyle/>
          <a:p>
            <a:r>
              <a:rPr lang="fr-FR" noProof="0" dirty="0"/>
              <a:t>Plan du Site utilisateur – Engagements</a:t>
            </a:r>
          </a:p>
        </p:txBody>
      </p:sp>
      <p:sp>
        <p:nvSpPr>
          <p:cNvPr id="4" name="Espace réservé du texte 3">
            <a:extLst>
              <a:ext uri="{FF2B5EF4-FFF2-40B4-BE49-F238E27FC236}">
                <a16:creationId xmlns:a16="http://schemas.microsoft.com/office/drawing/2014/main" id="{55EE5942-743C-7FE0-DDCC-8AF825345982}"/>
              </a:ext>
            </a:extLst>
          </p:cNvPr>
          <p:cNvSpPr>
            <a:spLocks noGrp="1"/>
          </p:cNvSpPr>
          <p:nvPr>
            <p:ph type="body" sz="quarter" idx="15"/>
          </p:nvPr>
        </p:nvSpPr>
        <p:spPr/>
        <p:txBody>
          <a:bodyPr/>
          <a:lstStyle/>
          <a:p>
            <a:r>
              <a:rPr lang="fr-FR" noProof="0" dirty="0"/>
              <a:t>Annexe</a:t>
            </a:r>
          </a:p>
        </p:txBody>
      </p:sp>
      <p:grpSp>
        <p:nvGrpSpPr>
          <p:cNvPr id="13" name="Groupe 12">
            <a:extLst>
              <a:ext uri="{FF2B5EF4-FFF2-40B4-BE49-F238E27FC236}">
                <a16:creationId xmlns:a16="http://schemas.microsoft.com/office/drawing/2014/main" id="{30FE485A-D834-EA1C-C52B-60A2441A6D53}"/>
              </a:ext>
            </a:extLst>
          </p:cNvPr>
          <p:cNvGrpSpPr/>
          <p:nvPr/>
        </p:nvGrpSpPr>
        <p:grpSpPr>
          <a:xfrm>
            <a:off x="1823086" y="1862574"/>
            <a:ext cx="1183746" cy="325919"/>
            <a:chOff x="109544" y="3520584"/>
            <a:chExt cx="1183746" cy="325919"/>
          </a:xfrm>
        </p:grpSpPr>
        <p:grpSp>
          <p:nvGrpSpPr>
            <p:cNvPr id="14" name="Groupe 13">
              <a:extLst>
                <a:ext uri="{FF2B5EF4-FFF2-40B4-BE49-F238E27FC236}">
                  <a16:creationId xmlns:a16="http://schemas.microsoft.com/office/drawing/2014/main" id="{AE0B2B56-0588-2C92-ADF6-E93F385836E5}"/>
                </a:ext>
              </a:extLst>
            </p:cNvPr>
            <p:cNvGrpSpPr/>
            <p:nvPr/>
          </p:nvGrpSpPr>
          <p:grpSpPr>
            <a:xfrm>
              <a:off x="109544" y="3520584"/>
              <a:ext cx="1183746" cy="325919"/>
              <a:chOff x="5130203" y="401858"/>
              <a:chExt cx="251584" cy="325919"/>
            </a:xfrm>
          </p:grpSpPr>
          <p:sp>
            <p:nvSpPr>
              <p:cNvPr id="21" name="Rectangle : coins arrondis 20">
                <a:extLst>
                  <a:ext uri="{FF2B5EF4-FFF2-40B4-BE49-F238E27FC236}">
                    <a16:creationId xmlns:a16="http://schemas.microsoft.com/office/drawing/2014/main" id="{48D3EEDC-2241-6B97-8CCE-177DA6EADFAA}"/>
                  </a:ext>
                </a:extLst>
              </p:cNvPr>
              <p:cNvSpPr/>
              <p:nvPr/>
            </p:nvSpPr>
            <p:spPr>
              <a:xfrm>
                <a:off x="5130204" y="401858"/>
                <a:ext cx="251583" cy="325919"/>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      Menu</a:t>
                </a:r>
              </a:p>
            </p:txBody>
          </p:sp>
          <p:cxnSp>
            <p:nvCxnSpPr>
              <p:cNvPr id="22" name="Connecteur droit 21">
                <a:extLst>
                  <a:ext uri="{FF2B5EF4-FFF2-40B4-BE49-F238E27FC236}">
                    <a16:creationId xmlns:a16="http://schemas.microsoft.com/office/drawing/2014/main" id="{12C502AE-E819-0214-DDC2-5F102A13D512}"/>
                  </a:ext>
                </a:extLst>
              </p:cNvPr>
              <p:cNvCxnSpPr>
                <a:cxnSpLocks/>
              </p:cNvCxnSpPr>
              <p:nvPr/>
            </p:nvCxnSpPr>
            <p:spPr>
              <a:xfrm>
                <a:off x="5130203" y="401858"/>
                <a:ext cx="1" cy="325919"/>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pic>
          <p:nvPicPr>
            <p:cNvPr id="16" name="Image 15">
              <a:extLst>
                <a:ext uri="{FF2B5EF4-FFF2-40B4-BE49-F238E27FC236}">
                  <a16:creationId xmlns:a16="http://schemas.microsoft.com/office/drawing/2014/main" id="{E6EEC025-7628-7D5C-F34A-F831F93F0B5B}"/>
                </a:ext>
              </a:extLst>
            </p:cNvPr>
            <p:cNvPicPr>
              <a:picLocks noChangeAspect="1"/>
            </p:cNvPicPr>
            <p:nvPr/>
          </p:nvPicPr>
          <p:blipFill>
            <a:blip r:embed="rId2"/>
            <a:srcRect l="1878" t="1402" r="94452" b="94927"/>
            <a:stretch>
              <a:fillRect/>
            </a:stretch>
          </p:blipFill>
          <p:spPr>
            <a:xfrm>
              <a:off x="174888" y="3592940"/>
              <a:ext cx="188118" cy="197644"/>
            </a:xfrm>
            <a:prstGeom prst="rect">
              <a:avLst/>
            </a:prstGeom>
          </p:spPr>
        </p:pic>
      </p:grpSp>
      <p:sp>
        <p:nvSpPr>
          <p:cNvPr id="24" name="Rectangle : coins arrondis 23">
            <a:extLst>
              <a:ext uri="{FF2B5EF4-FFF2-40B4-BE49-F238E27FC236}">
                <a16:creationId xmlns:a16="http://schemas.microsoft.com/office/drawing/2014/main" id="{66A63274-AF80-67FB-AEBB-5319826F9134}"/>
              </a:ext>
            </a:extLst>
          </p:cNvPr>
          <p:cNvSpPr/>
          <p:nvPr/>
        </p:nvSpPr>
        <p:spPr>
          <a:xfrm>
            <a:off x="4431801" y="1416065"/>
            <a:ext cx="2321424" cy="3832063"/>
          </a:xfrm>
          <a:prstGeom prst="roundRect">
            <a:avLst>
              <a:gd name="adj" fmla="val 2728"/>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Engagements</a:t>
            </a:r>
          </a:p>
          <a:p>
            <a:r>
              <a:rPr lang="fr-FR" sz="1200" noProof="0" dirty="0">
                <a:solidFill>
                  <a:schemeClr val="tx1">
                    <a:lumMod val="85000"/>
                    <a:lumOff val="15000"/>
                  </a:schemeClr>
                </a:solidFill>
                <a:latin typeface="Barlow" panose="00000500000000000000" pitchFamily="2" charset="0"/>
                <a:cs typeface="Segoe UI" panose="020B0502040204020203" pitchFamily="34" charset="0"/>
              </a:rPr>
              <a:t>Choix du groupe</a:t>
            </a:r>
            <a:endParaRPr lang="fr-FR" sz="1200" b="1" noProof="0" dirty="0">
              <a:solidFill>
                <a:schemeClr val="tx1">
                  <a:lumMod val="85000"/>
                  <a:lumOff val="15000"/>
                </a:schemeClr>
              </a:solidFill>
              <a:latin typeface="Barlow" panose="00000500000000000000" pitchFamily="2" charset="0"/>
              <a:cs typeface="Segoe UI" panose="020B0502040204020203" pitchFamily="34" charset="0"/>
            </a:endParaRPr>
          </a:p>
        </p:txBody>
      </p:sp>
      <p:cxnSp>
        <p:nvCxnSpPr>
          <p:cNvPr id="25" name="Connecteur droit 24">
            <a:extLst>
              <a:ext uri="{FF2B5EF4-FFF2-40B4-BE49-F238E27FC236}">
                <a16:creationId xmlns:a16="http://schemas.microsoft.com/office/drawing/2014/main" id="{7BACC3DC-8568-6706-F777-D4F6ECF9B547}"/>
              </a:ext>
            </a:extLst>
          </p:cNvPr>
          <p:cNvCxnSpPr>
            <a:cxnSpLocks/>
          </p:cNvCxnSpPr>
          <p:nvPr/>
        </p:nvCxnSpPr>
        <p:spPr>
          <a:xfrm>
            <a:off x="4431792" y="1439014"/>
            <a:ext cx="9" cy="3809114"/>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nvGrpSpPr>
          <p:cNvPr id="46" name="Groupe 45">
            <a:extLst>
              <a:ext uri="{FF2B5EF4-FFF2-40B4-BE49-F238E27FC236}">
                <a16:creationId xmlns:a16="http://schemas.microsoft.com/office/drawing/2014/main" id="{8EB39EC6-84E4-29B4-0FF8-93ADBD781411}"/>
              </a:ext>
            </a:extLst>
          </p:cNvPr>
          <p:cNvGrpSpPr/>
          <p:nvPr/>
        </p:nvGrpSpPr>
        <p:grpSpPr>
          <a:xfrm>
            <a:off x="372629" y="2953313"/>
            <a:ext cx="3213376" cy="557747"/>
            <a:chOff x="5346700" y="1873408"/>
            <a:chExt cx="3213376" cy="557747"/>
          </a:xfrm>
        </p:grpSpPr>
        <p:sp>
          <p:nvSpPr>
            <p:cNvPr id="47" name="Rectangle : coins arrondis 46">
              <a:extLst>
                <a:ext uri="{FF2B5EF4-FFF2-40B4-BE49-F238E27FC236}">
                  <a16:creationId xmlns:a16="http://schemas.microsoft.com/office/drawing/2014/main" id="{463E1060-297C-BB05-7689-C70E4C3B17A2}"/>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48" name="Rectangle : coins arrondis 47">
              <a:extLst>
                <a:ext uri="{FF2B5EF4-FFF2-40B4-BE49-F238E27FC236}">
                  <a16:creationId xmlns:a16="http://schemas.microsoft.com/office/drawing/2014/main" id="{8A0A7659-97CE-18C0-9A87-1D591A11A4A2}"/>
                </a:ext>
              </a:extLst>
            </p:cNvPr>
            <p:cNvSpPr/>
            <p:nvPr/>
          </p:nvSpPr>
          <p:spPr>
            <a:xfrm>
              <a:off x="5680076" y="1876755"/>
              <a:ext cx="2880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Optionnel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Les groupes s’affichent en fonction du niveau de la compétition.</a:t>
              </a:r>
            </a:p>
          </p:txBody>
        </p:sp>
        <p:sp>
          <p:nvSpPr>
            <p:cNvPr id="49" name="Rectangle : coins arrondis 48">
              <a:extLst>
                <a:ext uri="{FF2B5EF4-FFF2-40B4-BE49-F238E27FC236}">
                  <a16:creationId xmlns:a16="http://schemas.microsoft.com/office/drawing/2014/main" id="{6E40B6FF-A887-B123-951A-C0BBC4ADD758}"/>
                </a:ext>
              </a:extLst>
            </p:cNvPr>
            <p:cNvSpPr>
              <a:spLocks noChangeAspect="1"/>
            </p:cNvSpPr>
            <p:nvPr/>
          </p:nvSpPr>
          <p:spPr>
            <a:xfrm>
              <a:off x="5408816" y="2010394"/>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50" name="Connecteur droit 49">
              <a:extLst>
                <a:ext uri="{FF2B5EF4-FFF2-40B4-BE49-F238E27FC236}">
                  <a16:creationId xmlns:a16="http://schemas.microsoft.com/office/drawing/2014/main" id="{4B4D7FBE-0742-EB5D-F17A-13CCABD02E12}"/>
                </a:ext>
              </a:extLst>
            </p:cNvPr>
            <p:cNvCxnSpPr/>
            <p:nvPr/>
          </p:nvCxnSpPr>
          <p:spPr>
            <a:xfrm>
              <a:off x="5346700" y="1876755"/>
              <a:ext cx="0" cy="554400"/>
            </a:xfrm>
            <a:prstGeom prst="line">
              <a:avLst/>
            </a:prstGeom>
            <a:ln w="38100">
              <a:solidFill>
                <a:srgbClr val="358F6C"/>
              </a:solidFill>
            </a:ln>
          </p:spPr>
          <p:style>
            <a:lnRef idx="1">
              <a:schemeClr val="accent1"/>
            </a:lnRef>
            <a:fillRef idx="0">
              <a:schemeClr val="accent1"/>
            </a:fillRef>
            <a:effectRef idx="0">
              <a:schemeClr val="accent1"/>
            </a:effectRef>
            <a:fontRef idx="minor">
              <a:schemeClr val="tx1"/>
            </a:fontRef>
          </p:style>
        </p:cxnSp>
      </p:grpSp>
      <p:grpSp>
        <p:nvGrpSpPr>
          <p:cNvPr id="66" name="Groupe 65">
            <a:extLst>
              <a:ext uri="{FF2B5EF4-FFF2-40B4-BE49-F238E27FC236}">
                <a16:creationId xmlns:a16="http://schemas.microsoft.com/office/drawing/2014/main" id="{C57B5CCB-A7C7-C507-E8C4-9162A0CB285F}"/>
              </a:ext>
            </a:extLst>
          </p:cNvPr>
          <p:cNvGrpSpPr/>
          <p:nvPr/>
        </p:nvGrpSpPr>
        <p:grpSpPr>
          <a:xfrm>
            <a:off x="372629" y="3648046"/>
            <a:ext cx="3213376" cy="612000"/>
            <a:chOff x="5346700" y="-637515"/>
            <a:chExt cx="3213376" cy="612000"/>
          </a:xfrm>
        </p:grpSpPr>
        <p:sp>
          <p:nvSpPr>
            <p:cNvPr id="67" name="Rectangle : coins arrondis 66">
              <a:extLst>
                <a:ext uri="{FF2B5EF4-FFF2-40B4-BE49-F238E27FC236}">
                  <a16:creationId xmlns:a16="http://schemas.microsoft.com/office/drawing/2014/main" id="{6C7EA036-237C-D849-C950-EED572D76822}"/>
                </a:ext>
              </a:extLst>
            </p:cNvPr>
            <p:cNvSpPr/>
            <p:nvPr/>
          </p:nvSpPr>
          <p:spPr>
            <a:xfrm>
              <a:off x="5346701" y="-637515"/>
              <a:ext cx="412231" cy="612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68" name="Rectangle : coins arrondis 67">
              <a:extLst>
                <a:ext uri="{FF2B5EF4-FFF2-40B4-BE49-F238E27FC236}">
                  <a16:creationId xmlns:a16="http://schemas.microsoft.com/office/drawing/2014/main" id="{89F07E47-C059-3E78-BCC8-82CAF9362A54}"/>
                </a:ext>
              </a:extLst>
            </p:cNvPr>
            <p:cNvSpPr/>
            <p:nvPr/>
          </p:nvSpPr>
          <p:spPr>
            <a:xfrm>
              <a:off x="5680076" y="-637515"/>
              <a:ext cx="2880000" cy="612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Optionnel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En fonction du mode d’affichage (G/P ou 1</a:t>
              </a:r>
              <a:r>
                <a:rPr lang="fr-FR" sz="1200" baseline="30000" noProof="0" dirty="0">
                  <a:solidFill>
                    <a:schemeClr val="tx1">
                      <a:lumMod val="85000"/>
                      <a:lumOff val="15000"/>
                    </a:schemeClr>
                  </a:solidFill>
                  <a:latin typeface="Barlow" panose="00000500000000000000" pitchFamily="2" charset="0"/>
                  <a:cs typeface="Segoe UI" panose="020B0502040204020203" pitchFamily="34" charset="0"/>
                </a:rPr>
                <a:t>er</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/2</a:t>
              </a:r>
              <a:r>
                <a:rPr lang="fr-FR" sz="1200" baseline="30000" noProof="0" dirty="0">
                  <a:solidFill>
                    <a:schemeClr val="tx1">
                      <a:lumMod val="85000"/>
                      <a:lumOff val="15000"/>
                    </a:schemeClr>
                  </a:solidFill>
                  <a:latin typeface="Barlow" panose="00000500000000000000" pitchFamily="2" charset="0"/>
                  <a:cs typeface="Segoe UI" panose="020B0502040204020203" pitchFamily="34" charset="0"/>
                </a:rPr>
                <a:t>nd</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 et de l’affichage du niveau du combat.</a:t>
              </a:r>
            </a:p>
          </p:txBody>
        </p:sp>
        <p:sp>
          <p:nvSpPr>
            <p:cNvPr id="69" name="Rectangle : coins arrondis 68">
              <a:extLst>
                <a:ext uri="{FF2B5EF4-FFF2-40B4-BE49-F238E27FC236}">
                  <a16:creationId xmlns:a16="http://schemas.microsoft.com/office/drawing/2014/main" id="{9EEFE2AB-FD46-9982-CF09-68B1F2D74D9A}"/>
                </a:ext>
              </a:extLst>
            </p:cNvPr>
            <p:cNvSpPr>
              <a:spLocks noChangeAspect="1"/>
            </p:cNvSpPr>
            <p:nvPr/>
          </p:nvSpPr>
          <p:spPr>
            <a:xfrm>
              <a:off x="5408816" y="-475515"/>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70" name="Connecteur droit 69">
              <a:extLst>
                <a:ext uri="{FF2B5EF4-FFF2-40B4-BE49-F238E27FC236}">
                  <a16:creationId xmlns:a16="http://schemas.microsoft.com/office/drawing/2014/main" id="{02DDE835-CEC3-3140-EC41-0F0EDB2FD8F9}"/>
                </a:ext>
              </a:extLst>
            </p:cNvPr>
            <p:cNvCxnSpPr>
              <a:cxnSpLocks/>
            </p:cNvCxnSpPr>
            <p:nvPr/>
          </p:nvCxnSpPr>
          <p:spPr>
            <a:xfrm>
              <a:off x="5346700" y="-637515"/>
              <a:ext cx="0" cy="612000"/>
            </a:xfrm>
            <a:prstGeom prst="line">
              <a:avLst/>
            </a:prstGeom>
            <a:ln w="38100">
              <a:solidFill>
                <a:srgbClr val="358F6C"/>
              </a:solidFill>
            </a:ln>
          </p:spPr>
          <p:style>
            <a:lnRef idx="1">
              <a:schemeClr val="accent1"/>
            </a:lnRef>
            <a:fillRef idx="0">
              <a:schemeClr val="accent1"/>
            </a:fillRef>
            <a:effectRef idx="0">
              <a:schemeClr val="accent1"/>
            </a:effectRef>
            <a:fontRef idx="minor">
              <a:schemeClr val="tx1"/>
            </a:fontRef>
          </p:style>
        </p:cxnSp>
      </p:grpSp>
      <p:grpSp>
        <p:nvGrpSpPr>
          <p:cNvPr id="76" name="Groupe 75">
            <a:extLst>
              <a:ext uri="{FF2B5EF4-FFF2-40B4-BE49-F238E27FC236}">
                <a16:creationId xmlns:a16="http://schemas.microsoft.com/office/drawing/2014/main" id="{B7527802-046F-842A-55FF-35DCAAE9FEFA}"/>
              </a:ext>
            </a:extLst>
          </p:cNvPr>
          <p:cNvGrpSpPr/>
          <p:nvPr/>
        </p:nvGrpSpPr>
        <p:grpSpPr>
          <a:xfrm>
            <a:off x="372629" y="5081944"/>
            <a:ext cx="3213376" cy="557747"/>
            <a:chOff x="5346700" y="1873408"/>
            <a:chExt cx="3213376" cy="557747"/>
          </a:xfrm>
        </p:grpSpPr>
        <p:sp>
          <p:nvSpPr>
            <p:cNvPr id="77" name="Rectangle : coins arrondis 76">
              <a:extLst>
                <a:ext uri="{FF2B5EF4-FFF2-40B4-BE49-F238E27FC236}">
                  <a16:creationId xmlns:a16="http://schemas.microsoft.com/office/drawing/2014/main" id="{1B47DDAC-DEEC-7231-FEEF-880103B4EFB4}"/>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78" name="Rectangle : coins arrondis 77">
              <a:extLst>
                <a:ext uri="{FF2B5EF4-FFF2-40B4-BE49-F238E27FC236}">
                  <a16:creationId xmlns:a16="http://schemas.microsoft.com/office/drawing/2014/main" id="{C73BA8C9-C3C4-0092-0172-9FBA1C22B675}"/>
                </a:ext>
              </a:extLst>
            </p:cNvPr>
            <p:cNvSpPr/>
            <p:nvPr/>
          </p:nvSpPr>
          <p:spPr>
            <a:xfrm>
              <a:off x="5680076" y="1876755"/>
              <a:ext cx="2880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Optionnel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Uniquement si affichage de tous les judokas.</a:t>
              </a:r>
            </a:p>
          </p:txBody>
        </p:sp>
        <p:sp>
          <p:nvSpPr>
            <p:cNvPr id="79" name="Rectangle : coins arrondis 78">
              <a:extLst>
                <a:ext uri="{FF2B5EF4-FFF2-40B4-BE49-F238E27FC236}">
                  <a16:creationId xmlns:a16="http://schemas.microsoft.com/office/drawing/2014/main" id="{8263F717-4A21-CCF2-44C4-68775C2A7501}"/>
                </a:ext>
              </a:extLst>
            </p:cNvPr>
            <p:cNvSpPr>
              <a:spLocks noChangeAspect="1"/>
            </p:cNvSpPr>
            <p:nvPr/>
          </p:nvSpPr>
          <p:spPr>
            <a:xfrm>
              <a:off x="5408816" y="2010394"/>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d</a:t>
              </a:r>
            </a:p>
          </p:txBody>
        </p:sp>
        <p:cxnSp>
          <p:nvCxnSpPr>
            <p:cNvPr id="80" name="Connecteur droit 79">
              <a:extLst>
                <a:ext uri="{FF2B5EF4-FFF2-40B4-BE49-F238E27FC236}">
                  <a16:creationId xmlns:a16="http://schemas.microsoft.com/office/drawing/2014/main" id="{043BD60D-B347-2B51-0133-4D70FA5FE7D0}"/>
                </a:ext>
              </a:extLst>
            </p:cNvPr>
            <p:cNvCxnSpPr/>
            <p:nvPr/>
          </p:nvCxnSpPr>
          <p:spPr>
            <a:xfrm>
              <a:off x="5346700" y="1876755"/>
              <a:ext cx="0" cy="554400"/>
            </a:xfrm>
            <a:prstGeom prst="line">
              <a:avLst/>
            </a:prstGeom>
            <a:ln w="38100">
              <a:solidFill>
                <a:srgbClr val="358F6C"/>
              </a:solidFill>
            </a:ln>
          </p:spPr>
          <p:style>
            <a:lnRef idx="1">
              <a:schemeClr val="accent1"/>
            </a:lnRef>
            <a:fillRef idx="0">
              <a:schemeClr val="accent1"/>
            </a:fillRef>
            <a:effectRef idx="0">
              <a:schemeClr val="accent1"/>
            </a:effectRef>
            <a:fontRef idx="minor">
              <a:schemeClr val="tx1"/>
            </a:fontRef>
          </p:style>
        </p:cxnSp>
      </p:grpSp>
      <p:grpSp>
        <p:nvGrpSpPr>
          <p:cNvPr id="52" name="Groupe 51">
            <a:extLst>
              <a:ext uri="{FF2B5EF4-FFF2-40B4-BE49-F238E27FC236}">
                <a16:creationId xmlns:a16="http://schemas.microsoft.com/office/drawing/2014/main" id="{9B23CCB7-E89C-D4DC-DF53-E6EB7643BB63}"/>
              </a:ext>
            </a:extLst>
          </p:cNvPr>
          <p:cNvGrpSpPr/>
          <p:nvPr/>
        </p:nvGrpSpPr>
        <p:grpSpPr>
          <a:xfrm>
            <a:off x="7836872" y="1080604"/>
            <a:ext cx="2676062" cy="4360525"/>
            <a:chOff x="9501895" y="1909944"/>
            <a:chExt cx="2249037" cy="4271390"/>
          </a:xfrm>
        </p:grpSpPr>
        <p:sp>
          <p:nvSpPr>
            <p:cNvPr id="54" name="Rectangle : coins arrondis 53">
              <a:extLst>
                <a:ext uri="{FF2B5EF4-FFF2-40B4-BE49-F238E27FC236}">
                  <a16:creationId xmlns:a16="http://schemas.microsoft.com/office/drawing/2014/main" id="{F4F8FE28-02E9-342E-B15A-C6D6BD1E56FB}"/>
                </a:ext>
              </a:extLst>
            </p:cNvPr>
            <p:cNvSpPr/>
            <p:nvPr/>
          </p:nvSpPr>
          <p:spPr>
            <a:xfrm>
              <a:off x="9501904" y="1909944"/>
              <a:ext cx="2249028" cy="4271390"/>
            </a:xfrm>
            <a:prstGeom prst="roundRect">
              <a:avLst>
                <a:gd name="adj" fmla="val 2728"/>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Liste du judokas engagés</a:t>
              </a:r>
            </a:p>
            <a:p>
              <a:r>
                <a:rPr lang="fr-FR" sz="1200" noProof="0" dirty="0">
                  <a:solidFill>
                    <a:schemeClr val="tx1">
                      <a:lumMod val="85000"/>
                      <a:lumOff val="15000"/>
                    </a:schemeClr>
                  </a:solidFill>
                  <a:latin typeface="Barlow" panose="00000500000000000000" pitchFamily="2" charset="0"/>
                  <a:cs typeface="Segoe UI" panose="020B0502040204020203" pitchFamily="34" charset="0"/>
                </a:rPr>
                <a:t>Pour le groupe</a:t>
              </a:r>
            </a:p>
          </p:txBody>
        </p:sp>
        <p:cxnSp>
          <p:nvCxnSpPr>
            <p:cNvPr id="55" name="Connecteur droit 54">
              <a:extLst>
                <a:ext uri="{FF2B5EF4-FFF2-40B4-BE49-F238E27FC236}">
                  <a16:creationId xmlns:a16="http://schemas.microsoft.com/office/drawing/2014/main" id="{B3C25061-083C-10CB-1DED-45FEFEE96B8A}"/>
                </a:ext>
              </a:extLst>
            </p:cNvPr>
            <p:cNvCxnSpPr>
              <a:cxnSpLocks/>
            </p:cNvCxnSpPr>
            <p:nvPr/>
          </p:nvCxnSpPr>
          <p:spPr>
            <a:xfrm>
              <a:off x="9501895" y="1932893"/>
              <a:ext cx="0" cy="4248441"/>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cxnSp>
        <p:nvCxnSpPr>
          <p:cNvPr id="100" name="Connecteur : en angle 99">
            <a:extLst>
              <a:ext uri="{FF2B5EF4-FFF2-40B4-BE49-F238E27FC236}">
                <a16:creationId xmlns:a16="http://schemas.microsoft.com/office/drawing/2014/main" id="{F7348BF6-3E10-860F-6529-94DEA144A256}"/>
              </a:ext>
            </a:extLst>
          </p:cNvPr>
          <p:cNvCxnSpPr>
            <a:cxnSpLocks/>
            <a:stCxn id="21" idx="3"/>
            <a:endCxn id="24" idx="1"/>
          </p:cNvCxnSpPr>
          <p:nvPr/>
        </p:nvCxnSpPr>
        <p:spPr>
          <a:xfrm>
            <a:off x="3006832" y="2025534"/>
            <a:ext cx="1424969" cy="1306563"/>
          </a:xfrm>
          <a:prstGeom prst="bentConnector3">
            <a:avLst>
              <a:gd name="adj1" fmla="val 61502"/>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04" name="Groupe 103">
            <a:extLst>
              <a:ext uri="{FF2B5EF4-FFF2-40B4-BE49-F238E27FC236}">
                <a16:creationId xmlns:a16="http://schemas.microsoft.com/office/drawing/2014/main" id="{5B4953D7-A687-DDE5-F4D6-FA562AEF98AA}"/>
              </a:ext>
            </a:extLst>
          </p:cNvPr>
          <p:cNvGrpSpPr/>
          <p:nvPr/>
        </p:nvGrpSpPr>
        <p:grpSpPr>
          <a:xfrm>
            <a:off x="376963" y="4393905"/>
            <a:ext cx="3213376" cy="557747"/>
            <a:chOff x="5346700" y="1873408"/>
            <a:chExt cx="3213376" cy="557747"/>
          </a:xfrm>
        </p:grpSpPr>
        <p:sp>
          <p:nvSpPr>
            <p:cNvPr id="105" name="Rectangle : coins arrondis 104">
              <a:extLst>
                <a:ext uri="{FF2B5EF4-FFF2-40B4-BE49-F238E27FC236}">
                  <a16:creationId xmlns:a16="http://schemas.microsoft.com/office/drawing/2014/main" id="{5DC7F8DC-3082-94B1-2888-DE063021FD48}"/>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06" name="Rectangle : coins arrondis 105">
              <a:extLst>
                <a:ext uri="{FF2B5EF4-FFF2-40B4-BE49-F238E27FC236}">
                  <a16:creationId xmlns:a16="http://schemas.microsoft.com/office/drawing/2014/main" id="{2BD1E252-0F30-ED31-66B2-DBBE9A705D9A}"/>
                </a:ext>
              </a:extLst>
            </p:cNvPr>
            <p:cNvSpPr/>
            <p:nvPr/>
          </p:nvSpPr>
          <p:spPr>
            <a:xfrm>
              <a:off x="5680076" y="1876755"/>
              <a:ext cx="2880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Optionnel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Uniquement si affichage de tous les combats.</a:t>
              </a:r>
            </a:p>
          </p:txBody>
        </p:sp>
        <p:sp>
          <p:nvSpPr>
            <p:cNvPr id="107" name="Rectangle : coins arrondis 106">
              <a:extLst>
                <a:ext uri="{FF2B5EF4-FFF2-40B4-BE49-F238E27FC236}">
                  <a16:creationId xmlns:a16="http://schemas.microsoft.com/office/drawing/2014/main" id="{776B5C3B-31E3-B5B9-0B71-479997C3176B}"/>
                </a:ext>
              </a:extLst>
            </p:cNvPr>
            <p:cNvSpPr>
              <a:spLocks noChangeAspect="1"/>
            </p:cNvSpPr>
            <p:nvPr/>
          </p:nvSpPr>
          <p:spPr>
            <a:xfrm>
              <a:off x="5408816" y="2010394"/>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c</a:t>
              </a:r>
            </a:p>
          </p:txBody>
        </p:sp>
        <p:cxnSp>
          <p:nvCxnSpPr>
            <p:cNvPr id="108" name="Connecteur droit 107">
              <a:extLst>
                <a:ext uri="{FF2B5EF4-FFF2-40B4-BE49-F238E27FC236}">
                  <a16:creationId xmlns:a16="http://schemas.microsoft.com/office/drawing/2014/main" id="{CA543DBD-5383-DA2A-BA34-18FCAB28C2F4}"/>
                </a:ext>
              </a:extLst>
            </p:cNvPr>
            <p:cNvCxnSpPr/>
            <p:nvPr/>
          </p:nvCxnSpPr>
          <p:spPr>
            <a:xfrm>
              <a:off x="5346700" y="1876755"/>
              <a:ext cx="0" cy="554400"/>
            </a:xfrm>
            <a:prstGeom prst="line">
              <a:avLst/>
            </a:prstGeom>
            <a:ln w="38100">
              <a:solidFill>
                <a:srgbClr val="358F6C"/>
              </a:solidFill>
            </a:ln>
          </p:spPr>
          <p:style>
            <a:lnRef idx="1">
              <a:schemeClr val="accent1"/>
            </a:lnRef>
            <a:fillRef idx="0">
              <a:schemeClr val="accent1"/>
            </a:fillRef>
            <a:effectRef idx="0">
              <a:schemeClr val="accent1"/>
            </a:effectRef>
            <a:fontRef idx="minor">
              <a:schemeClr val="tx1"/>
            </a:fontRef>
          </p:style>
        </p:cxnSp>
      </p:grpSp>
      <p:pic>
        <p:nvPicPr>
          <p:cNvPr id="5" name="Image 4">
            <a:extLst>
              <a:ext uri="{FF2B5EF4-FFF2-40B4-BE49-F238E27FC236}">
                <a16:creationId xmlns:a16="http://schemas.microsoft.com/office/drawing/2014/main" id="{7198FE5F-F2E4-5924-5DB8-BCB607FD9360}"/>
              </a:ext>
            </a:extLst>
          </p:cNvPr>
          <p:cNvPicPr>
            <a:picLocks noChangeAspect="1"/>
          </p:cNvPicPr>
          <p:nvPr/>
        </p:nvPicPr>
        <p:blipFill>
          <a:blip r:embed="rId3"/>
          <a:stretch>
            <a:fillRect/>
          </a:stretch>
        </p:blipFill>
        <p:spPr>
          <a:xfrm>
            <a:off x="4624745" y="2053053"/>
            <a:ext cx="1912943" cy="2950129"/>
          </a:xfrm>
          <a:prstGeom prst="rect">
            <a:avLst/>
          </a:prstGeom>
          <a:ln>
            <a:noFill/>
          </a:ln>
          <a:effectLst>
            <a:outerShdw blurRad="190500" algn="tl" rotWithShape="0">
              <a:srgbClr val="000000">
                <a:alpha val="70000"/>
              </a:srgbClr>
            </a:outerShdw>
          </a:effectLst>
        </p:spPr>
      </p:pic>
      <p:sp>
        <p:nvSpPr>
          <p:cNvPr id="28" name="Rectangle 27">
            <a:extLst>
              <a:ext uri="{FF2B5EF4-FFF2-40B4-BE49-F238E27FC236}">
                <a16:creationId xmlns:a16="http://schemas.microsoft.com/office/drawing/2014/main" id="{F777E8D3-730A-2E92-245B-C39CE7BE82BE}"/>
              </a:ext>
            </a:extLst>
          </p:cNvPr>
          <p:cNvSpPr/>
          <p:nvPr/>
        </p:nvSpPr>
        <p:spPr>
          <a:xfrm>
            <a:off x="4818773" y="3543448"/>
            <a:ext cx="1518176" cy="171301"/>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cxnSp>
        <p:nvCxnSpPr>
          <p:cNvPr id="32" name="Connecteur droit avec flèche 31">
            <a:extLst>
              <a:ext uri="{FF2B5EF4-FFF2-40B4-BE49-F238E27FC236}">
                <a16:creationId xmlns:a16="http://schemas.microsoft.com/office/drawing/2014/main" id="{2F911BA3-1544-06A3-FE57-2D8D764E8DD5}"/>
              </a:ext>
            </a:extLst>
          </p:cNvPr>
          <p:cNvCxnSpPr>
            <a:cxnSpLocks/>
            <a:stCxn id="33" idx="3"/>
            <a:endCxn id="34" idx="1"/>
          </p:cNvCxnSpPr>
          <p:nvPr/>
        </p:nvCxnSpPr>
        <p:spPr>
          <a:xfrm>
            <a:off x="4321507" y="2949474"/>
            <a:ext cx="474058" cy="0"/>
          </a:xfrm>
          <a:prstGeom prst="straightConnector1">
            <a:avLst/>
          </a:prstGeom>
          <a:ln w="12700">
            <a:solidFill>
              <a:srgbClr val="358F6C"/>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33" name="Rectangle : coins arrondis 32">
            <a:extLst>
              <a:ext uri="{FF2B5EF4-FFF2-40B4-BE49-F238E27FC236}">
                <a16:creationId xmlns:a16="http://schemas.microsoft.com/office/drawing/2014/main" id="{79AE54A8-9CAF-24CB-13FE-3AE6EBDC65A4}"/>
              </a:ext>
            </a:extLst>
          </p:cNvPr>
          <p:cNvSpPr>
            <a:spLocks noChangeAspect="1"/>
          </p:cNvSpPr>
          <p:nvPr/>
        </p:nvSpPr>
        <p:spPr>
          <a:xfrm>
            <a:off x="4033507" y="2805474"/>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sp>
        <p:nvSpPr>
          <p:cNvPr id="34" name="Rectangle 33">
            <a:extLst>
              <a:ext uri="{FF2B5EF4-FFF2-40B4-BE49-F238E27FC236}">
                <a16:creationId xmlns:a16="http://schemas.microsoft.com/office/drawing/2014/main" id="{446E7949-6923-9675-2B41-8BCF66462744}"/>
              </a:ext>
            </a:extLst>
          </p:cNvPr>
          <p:cNvSpPr/>
          <p:nvPr/>
        </p:nvSpPr>
        <p:spPr>
          <a:xfrm>
            <a:off x="4795565" y="2865234"/>
            <a:ext cx="1565196" cy="168480"/>
          </a:xfrm>
          <a:custGeom>
            <a:avLst/>
            <a:gdLst>
              <a:gd name="csX0" fmla="*/ 0 w 1565196"/>
              <a:gd name="csY0" fmla="*/ 0 h 168480"/>
              <a:gd name="csX1" fmla="*/ 553036 w 1565196"/>
              <a:gd name="csY1" fmla="*/ 0 h 168480"/>
              <a:gd name="csX2" fmla="*/ 1043464 w 1565196"/>
              <a:gd name="csY2" fmla="*/ 0 h 168480"/>
              <a:gd name="csX3" fmla="*/ 1565196 w 1565196"/>
              <a:gd name="csY3" fmla="*/ 0 h 168480"/>
              <a:gd name="csX4" fmla="*/ 1565196 w 1565196"/>
              <a:gd name="csY4" fmla="*/ 168480 h 168480"/>
              <a:gd name="csX5" fmla="*/ 1059116 w 1565196"/>
              <a:gd name="csY5" fmla="*/ 168480 h 168480"/>
              <a:gd name="csX6" fmla="*/ 506080 w 1565196"/>
              <a:gd name="csY6" fmla="*/ 168480 h 168480"/>
              <a:gd name="csX7" fmla="*/ 0 w 1565196"/>
              <a:gd name="csY7" fmla="*/ 168480 h 168480"/>
              <a:gd name="csX8" fmla="*/ 0 w 1565196"/>
              <a:gd name="csY8" fmla="*/ 0 h 1684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65196" h="168480" extrusionOk="0">
                <a:moveTo>
                  <a:pt x="0" y="0"/>
                </a:moveTo>
                <a:cubicBezTo>
                  <a:pt x="137944" y="-4209"/>
                  <a:pt x="281042" y="53545"/>
                  <a:pt x="553036" y="0"/>
                </a:cubicBezTo>
                <a:cubicBezTo>
                  <a:pt x="825030" y="-53545"/>
                  <a:pt x="849737" y="5814"/>
                  <a:pt x="1043464" y="0"/>
                </a:cubicBezTo>
                <a:cubicBezTo>
                  <a:pt x="1237191" y="-5814"/>
                  <a:pt x="1455727" y="10313"/>
                  <a:pt x="1565196" y="0"/>
                </a:cubicBezTo>
                <a:cubicBezTo>
                  <a:pt x="1572424" y="74609"/>
                  <a:pt x="1564420" y="102959"/>
                  <a:pt x="1565196" y="168480"/>
                </a:cubicBezTo>
                <a:cubicBezTo>
                  <a:pt x="1343367" y="174961"/>
                  <a:pt x="1229986" y="163177"/>
                  <a:pt x="1059116" y="168480"/>
                </a:cubicBezTo>
                <a:cubicBezTo>
                  <a:pt x="888246" y="173783"/>
                  <a:pt x="761439" y="114282"/>
                  <a:pt x="506080" y="168480"/>
                </a:cubicBezTo>
                <a:cubicBezTo>
                  <a:pt x="250721" y="222678"/>
                  <a:pt x="226272" y="128922"/>
                  <a:pt x="0" y="168480"/>
                </a:cubicBezTo>
                <a:cubicBezTo>
                  <a:pt x="-5804" y="130312"/>
                  <a:pt x="17032" y="51517"/>
                  <a:pt x="0" y="0"/>
                </a:cubicBezTo>
                <a:close/>
              </a:path>
            </a:pathLst>
          </a:custGeom>
          <a:noFill/>
          <a:ln w="28575">
            <a:solidFill>
              <a:srgbClr val="358F6C"/>
            </a:solidFill>
            <a:prstDash val="sysDash"/>
            <a:extLst>
              <a:ext uri="{C807C97D-BFC1-408E-A445-0C87EB9F89A2}">
                <ask:lineSketchStyleProps xmlns:ask="http://schemas.microsoft.com/office/drawing/2018/sketchyshapes" sd="3359201351">
                  <a:prstGeom prst="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noProof="0" dirty="0"/>
          </a:p>
        </p:txBody>
      </p:sp>
      <p:cxnSp>
        <p:nvCxnSpPr>
          <p:cNvPr id="30" name="Connecteur : en angle 29">
            <a:extLst>
              <a:ext uri="{FF2B5EF4-FFF2-40B4-BE49-F238E27FC236}">
                <a16:creationId xmlns:a16="http://schemas.microsoft.com/office/drawing/2014/main" id="{B48DF9FB-C271-0EE9-E244-A13BC2BAE1F1}"/>
              </a:ext>
            </a:extLst>
          </p:cNvPr>
          <p:cNvCxnSpPr>
            <a:cxnSpLocks/>
            <a:stCxn id="28" idx="3"/>
            <a:endCxn id="54" idx="1"/>
          </p:cNvCxnSpPr>
          <p:nvPr/>
        </p:nvCxnSpPr>
        <p:spPr>
          <a:xfrm flipV="1">
            <a:off x="6336949" y="3260867"/>
            <a:ext cx="1499934" cy="368232"/>
          </a:xfrm>
          <a:prstGeom prst="bentConnector3">
            <a:avLst>
              <a:gd name="adj1" fmla="val 50000"/>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3" name="Image 22">
            <a:extLst>
              <a:ext uri="{FF2B5EF4-FFF2-40B4-BE49-F238E27FC236}">
                <a16:creationId xmlns:a16="http://schemas.microsoft.com/office/drawing/2014/main" id="{56C61BC8-276A-D51D-5818-1F0379C2E364}"/>
              </a:ext>
            </a:extLst>
          </p:cNvPr>
          <p:cNvPicPr>
            <a:picLocks noChangeAspect="1"/>
          </p:cNvPicPr>
          <p:nvPr/>
        </p:nvPicPr>
        <p:blipFill>
          <a:blip r:embed="rId4"/>
          <a:stretch>
            <a:fillRect/>
          </a:stretch>
        </p:blipFill>
        <p:spPr>
          <a:xfrm>
            <a:off x="8023578" y="1632420"/>
            <a:ext cx="2201392" cy="3649439"/>
          </a:xfrm>
          <a:prstGeom prst="rect">
            <a:avLst/>
          </a:prstGeom>
          <a:ln>
            <a:noFill/>
          </a:ln>
          <a:effectLst>
            <a:outerShdw blurRad="190500" algn="tl" rotWithShape="0">
              <a:srgbClr val="000000">
                <a:alpha val="70000"/>
              </a:srgbClr>
            </a:outerShdw>
          </a:effectLst>
        </p:spPr>
      </p:pic>
      <p:cxnSp>
        <p:nvCxnSpPr>
          <p:cNvPr id="59" name="Connecteur droit avec flèche 58">
            <a:extLst>
              <a:ext uri="{FF2B5EF4-FFF2-40B4-BE49-F238E27FC236}">
                <a16:creationId xmlns:a16="http://schemas.microsoft.com/office/drawing/2014/main" id="{606DA37D-77FB-F7C4-9D8B-9FF58AA13C69}"/>
              </a:ext>
            </a:extLst>
          </p:cNvPr>
          <p:cNvCxnSpPr>
            <a:cxnSpLocks/>
            <a:stCxn id="60" idx="3"/>
            <a:endCxn id="61" idx="1"/>
          </p:cNvCxnSpPr>
          <p:nvPr/>
        </p:nvCxnSpPr>
        <p:spPr>
          <a:xfrm flipV="1">
            <a:off x="7663394" y="4018360"/>
            <a:ext cx="1291159" cy="3843"/>
          </a:xfrm>
          <a:prstGeom prst="straightConnector1">
            <a:avLst/>
          </a:prstGeom>
          <a:ln w="12700">
            <a:solidFill>
              <a:srgbClr val="358F6C"/>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60" name="Rectangle : coins arrondis 59">
            <a:extLst>
              <a:ext uri="{FF2B5EF4-FFF2-40B4-BE49-F238E27FC236}">
                <a16:creationId xmlns:a16="http://schemas.microsoft.com/office/drawing/2014/main" id="{1A6A5694-7F3F-07A7-3662-13564F6329FE}"/>
              </a:ext>
            </a:extLst>
          </p:cNvPr>
          <p:cNvSpPr>
            <a:spLocks noChangeAspect="1"/>
          </p:cNvSpPr>
          <p:nvPr/>
        </p:nvSpPr>
        <p:spPr>
          <a:xfrm>
            <a:off x="7375394" y="3878203"/>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sp>
        <p:nvSpPr>
          <p:cNvPr id="61" name="Rectangle 60">
            <a:extLst>
              <a:ext uri="{FF2B5EF4-FFF2-40B4-BE49-F238E27FC236}">
                <a16:creationId xmlns:a16="http://schemas.microsoft.com/office/drawing/2014/main" id="{F6AC351E-C614-9CED-CA67-EF72E298DB60}"/>
              </a:ext>
            </a:extLst>
          </p:cNvPr>
          <p:cNvSpPr/>
          <p:nvPr/>
        </p:nvSpPr>
        <p:spPr>
          <a:xfrm>
            <a:off x="8954553" y="3969544"/>
            <a:ext cx="389472" cy="97631"/>
          </a:xfrm>
          <a:custGeom>
            <a:avLst/>
            <a:gdLst>
              <a:gd name="csX0" fmla="*/ 0 w 389472"/>
              <a:gd name="csY0" fmla="*/ 0 h 97631"/>
              <a:gd name="csX1" fmla="*/ 389472 w 389472"/>
              <a:gd name="csY1" fmla="*/ 0 h 97631"/>
              <a:gd name="csX2" fmla="*/ 389472 w 389472"/>
              <a:gd name="csY2" fmla="*/ 97631 h 97631"/>
              <a:gd name="csX3" fmla="*/ 0 w 389472"/>
              <a:gd name="csY3" fmla="*/ 97631 h 97631"/>
              <a:gd name="csX4" fmla="*/ 0 w 389472"/>
              <a:gd name="csY4" fmla="*/ 0 h 97631"/>
            </a:gdLst>
            <a:ahLst/>
            <a:cxnLst>
              <a:cxn ang="0">
                <a:pos x="csX0" y="csY0"/>
              </a:cxn>
              <a:cxn ang="0">
                <a:pos x="csX1" y="csY1"/>
              </a:cxn>
              <a:cxn ang="0">
                <a:pos x="csX2" y="csY2"/>
              </a:cxn>
              <a:cxn ang="0">
                <a:pos x="csX3" y="csY3"/>
              </a:cxn>
              <a:cxn ang="0">
                <a:pos x="csX4" y="csY4"/>
              </a:cxn>
            </a:cxnLst>
            <a:rect l="l" t="t" r="r" b="b"/>
            <a:pathLst>
              <a:path w="389472" h="97631" extrusionOk="0">
                <a:moveTo>
                  <a:pt x="0" y="0"/>
                </a:moveTo>
                <a:cubicBezTo>
                  <a:pt x="150478" y="-44270"/>
                  <a:pt x="307978" y="23871"/>
                  <a:pt x="389472" y="0"/>
                </a:cubicBezTo>
                <a:cubicBezTo>
                  <a:pt x="399832" y="46780"/>
                  <a:pt x="378741" y="62254"/>
                  <a:pt x="389472" y="97631"/>
                </a:cubicBezTo>
                <a:cubicBezTo>
                  <a:pt x="279973" y="139909"/>
                  <a:pt x="194493" y="67115"/>
                  <a:pt x="0" y="97631"/>
                </a:cubicBezTo>
                <a:cubicBezTo>
                  <a:pt x="-3550" y="54283"/>
                  <a:pt x="8382" y="33567"/>
                  <a:pt x="0" y="0"/>
                </a:cubicBezTo>
                <a:close/>
              </a:path>
            </a:pathLst>
          </a:custGeom>
          <a:noFill/>
          <a:ln w="28575">
            <a:solidFill>
              <a:srgbClr val="358F6C"/>
            </a:solidFill>
            <a:prstDash val="sysDash"/>
            <a:extLst>
              <a:ext uri="{C807C97D-BFC1-408E-A445-0C87EB9F89A2}">
                <ask:lineSketchStyleProps xmlns:ask="http://schemas.microsoft.com/office/drawing/2018/sketchyshapes" sd="3359201351">
                  <a:prstGeom prst="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noProof="0" dirty="0"/>
          </a:p>
        </p:txBody>
      </p:sp>
      <p:cxnSp>
        <p:nvCxnSpPr>
          <p:cNvPr id="81" name="Connecteur droit avec flèche 80">
            <a:extLst>
              <a:ext uri="{FF2B5EF4-FFF2-40B4-BE49-F238E27FC236}">
                <a16:creationId xmlns:a16="http://schemas.microsoft.com/office/drawing/2014/main" id="{FF526DF0-D8E8-3974-0ECD-16295748C495}"/>
              </a:ext>
            </a:extLst>
          </p:cNvPr>
          <p:cNvCxnSpPr>
            <a:cxnSpLocks/>
            <a:stCxn id="82" idx="1"/>
            <a:endCxn id="84" idx="3"/>
          </p:cNvCxnSpPr>
          <p:nvPr/>
        </p:nvCxnSpPr>
        <p:spPr>
          <a:xfrm flipH="1">
            <a:off x="10158296" y="3959882"/>
            <a:ext cx="399932" cy="1"/>
          </a:xfrm>
          <a:prstGeom prst="straightConnector1">
            <a:avLst/>
          </a:prstGeom>
          <a:ln w="12700">
            <a:solidFill>
              <a:srgbClr val="358F6C"/>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82" name="Rectangle : coins arrondis 81">
            <a:extLst>
              <a:ext uri="{FF2B5EF4-FFF2-40B4-BE49-F238E27FC236}">
                <a16:creationId xmlns:a16="http://schemas.microsoft.com/office/drawing/2014/main" id="{7B4A0773-E2E9-5E93-AB5B-AC165701A5CA}"/>
              </a:ext>
            </a:extLst>
          </p:cNvPr>
          <p:cNvSpPr>
            <a:spLocks noChangeAspect="1"/>
          </p:cNvSpPr>
          <p:nvPr/>
        </p:nvSpPr>
        <p:spPr>
          <a:xfrm>
            <a:off x="10558228" y="3815882"/>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c</a:t>
            </a:r>
          </a:p>
        </p:txBody>
      </p:sp>
      <p:sp>
        <p:nvSpPr>
          <p:cNvPr id="84" name="Rectangle 83">
            <a:extLst>
              <a:ext uri="{FF2B5EF4-FFF2-40B4-BE49-F238E27FC236}">
                <a16:creationId xmlns:a16="http://schemas.microsoft.com/office/drawing/2014/main" id="{20CA461B-B37C-9B84-2FD3-1BA9DDC3F40D}"/>
              </a:ext>
            </a:extLst>
          </p:cNvPr>
          <p:cNvSpPr/>
          <p:nvPr/>
        </p:nvSpPr>
        <p:spPr>
          <a:xfrm>
            <a:off x="8057444" y="3829201"/>
            <a:ext cx="2100852" cy="261363"/>
          </a:xfrm>
          <a:custGeom>
            <a:avLst/>
            <a:gdLst>
              <a:gd name="csX0" fmla="*/ 0 w 2100852"/>
              <a:gd name="csY0" fmla="*/ 0 h 261363"/>
              <a:gd name="csX1" fmla="*/ 567230 w 2100852"/>
              <a:gd name="csY1" fmla="*/ 0 h 261363"/>
              <a:gd name="csX2" fmla="*/ 1050426 w 2100852"/>
              <a:gd name="csY2" fmla="*/ 0 h 261363"/>
              <a:gd name="csX3" fmla="*/ 1533622 w 2100852"/>
              <a:gd name="csY3" fmla="*/ 0 h 261363"/>
              <a:gd name="csX4" fmla="*/ 2100852 w 2100852"/>
              <a:gd name="csY4" fmla="*/ 0 h 261363"/>
              <a:gd name="csX5" fmla="*/ 2100852 w 2100852"/>
              <a:gd name="csY5" fmla="*/ 261363 h 261363"/>
              <a:gd name="csX6" fmla="*/ 1533622 w 2100852"/>
              <a:gd name="csY6" fmla="*/ 261363 h 261363"/>
              <a:gd name="csX7" fmla="*/ 1050426 w 2100852"/>
              <a:gd name="csY7" fmla="*/ 261363 h 261363"/>
              <a:gd name="csX8" fmla="*/ 546222 w 2100852"/>
              <a:gd name="csY8" fmla="*/ 261363 h 261363"/>
              <a:gd name="csX9" fmla="*/ 0 w 2100852"/>
              <a:gd name="csY9" fmla="*/ 261363 h 261363"/>
              <a:gd name="csX10" fmla="*/ 0 w 2100852"/>
              <a:gd name="csY10" fmla="*/ 0 h 2613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00852" h="261363" extrusionOk="0">
                <a:moveTo>
                  <a:pt x="0" y="0"/>
                </a:moveTo>
                <a:cubicBezTo>
                  <a:pt x="187284" y="-22124"/>
                  <a:pt x="365547" y="22834"/>
                  <a:pt x="567230" y="0"/>
                </a:cubicBezTo>
                <a:cubicBezTo>
                  <a:pt x="768913" y="-22834"/>
                  <a:pt x="883647" y="357"/>
                  <a:pt x="1050426" y="0"/>
                </a:cubicBezTo>
                <a:cubicBezTo>
                  <a:pt x="1217205" y="-357"/>
                  <a:pt x="1311400" y="55472"/>
                  <a:pt x="1533622" y="0"/>
                </a:cubicBezTo>
                <a:cubicBezTo>
                  <a:pt x="1755844" y="-55472"/>
                  <a:pt x="1936635" y="9475"/>
                  <a:pt x="2100852" y="0"/>
                </a:cubicBezTo>
                <a:cubicBezTo>
                  <a:pt x="2131602" y="77072"/>
                  <a:pt x="2074799" y="198234"/>
                  <a:pt x="2100852" y="261363"/>
                </a:cubicBezTo>
                <a:cubicBezTo>
                  <a:pt x="1964014" y="279233"/>
                  <a:pt x="1691051" y="246364"/>
                  <a:pt x="1533622" y="261363"/>
                </a:cubicBezTo>
                <a:cubicBezTo>
                  <a:pt x="1376193" y="276362"/>
                  <a:pt x="1162439" y="226008"/>
                  <a:pt x="1050426" y="261363"/>
                </a:cubicBezTo>
                <a:cubicBezTo>
                  <a:pt x="938413" y="296718"/>
                  <a:pt x="667378" y="209929"/>
                  <a:pt x="546222" y="261363"/>
                </a:cubicBezTo>
                <a:cubicBezTo>
                  <a:pt x="425066" y="312797"/>
                  <a:pt x="175058" y="215841"/>
                  <a:pt x="0" y="261363"/>
                </a:cubicBezTo>
                <a:cubicBezTo>
                  <a:pt x="-24900" y="153054"/>
                  <a:pt x="22212" y="112664"/>
                  <a:pt x="0" y="0"/>
                </a:cubicBezTo>
                <a:close/>
              </a:path>
            </a:pathLst>
          </a:custGeom>
          <a:noFill/>
          <a:ln w="28575">
            <a:solidFill>
              <a:srgbClr val="358F6C"/>
            </a:solidFill>
            <a:prstDash val="sysDash"/>
            <a:extLst>
              <a:ext uri="{C807C97D-BFC1-408E-A445-0C87EB9F89A2}">
                <ask:lineSketchStyleProps xmlns:ask="http://schemas.microsoft.com/office/drawing/2018/sketchyshapes" sd="3359201351">
                  <a:prstGeom prst="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noProof="0" dirty="0"/>
          </a:p>
        </p:txBody>
      </p:sp>
      <p:cxnSp>
        <p:nvCxnSpPr>
          <p:cNvPr id="91" name="Connecteur droit avec flèche 90">
            <a:extLst>
              <a:ext uri="{FF2B5EF4-FFF2-40B4-BE49-F238E27FC236}">
                <a16:creationId xmlns:a16="http://schemas.microsoft.com/office/drawing/2014/main" id="{8CF74923-F9C0-62CB-E166-97BCBC381C7D}"/>
              </a:ext>
            </a:extLst>
          </p:cNvPr>
          <p:cNvCxnSpPr>
            <a:cxnSpLocks/>
            <a:stCxn id="92" idx="3"/>
            <a:endCxn id="93" idx="1"/>
          </p:cNvCxnSpPr>
          <p:nvPr/>
        </p:nvCxnSpPr>
        <p:spPr>
          <a:xfrm>
            <a:off x="7663394" y="4721510"/>
            <a:ext cx="394050" cy="1"/>
          </a:xfrm>
          <a:prstGeom prst="straightConnector1">
            <a:avLst/>
          </a:prstGeom>
          <a:ln w="12700">
            <a:solidFill>
              <a:srgbClr val="358F6C"/>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92" name="Rectangle : coins arrondis 91">
            <a:extLst>
              <a:ext uri="{FF2B5EF4-FFF2-40B4-BE49-F238E27FC236}">
                <a16:creationId xmlns:a16="http://schemas.microsoft.com/office/drawing/2014/main" id="{F130C8E5-0537-1E69-71E2-CAB9453415FA}"/>
              </a:ext>
            </a:extLst>
          </p:cNvPr>
          <p:cNvSpPr>
            <a:spLocks noChangeAspect="1"/>
          </p:cNvSpPr>
          <p:nvPr/>
        </p:nvSpPr>
        <p:spPr>
          <a:xfrm>
            <a:off x="7375394" y="4577510"/>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d</a:t>
            </a:r>
          </a:p>
        </p:txBody>
      </p:sp>
      <p:sp>
        <p:nvSpPr>
          <p:cNvPr id="93" name="Rectangle 92">
            <a:extLst>
              <a:ext uri="{FF2B5EF4-FFF2-40B4-BE49-F238E27FC236}">
                <a16:creationId xmlns:a16="http://schemas.microsoft.com/office/drawing/2014/main" id="{941E89BE-80CD-5A0D-5183-92A6E8B15D8C}"/>
              </a:ext>
            </a:extLst>
          </p:cNvPr>
          <p:cNvSpPr/>
          <p:nvPr/>
        </p:nvSpPr>
        <p:spPr>
          <a:xfrm>
            <a:off x="8057444" y="4345241"/>
            <a:ext cx="2160976" cy="752539"/>
          </a:xfrm>
          <a:custGeom>
            <a:avLst/>
            <a:gdLst>
              <a:gd name="csX0" fmla="*/ 0 w 2160976"/>
              <a:gd name="csY0" fmla="*/ 0 h 752539"/>
              <a:gd name="csX1" fmla="*/ 583464 w 2160976"/>
              <a:gd name="csY1" fmla="*/ 0 h 752539"/>
              <a:gd name="csX2" fmla="*/ 1080488 w 2160976"/>
              <a:gd name="csY2" fmla="*/ 0 h 752539"/>
              <a:gd name="csX3" fmla="*/ 1577512 w 2160976"/>
              <a:gd name="csY3" fmla="*/ 0 h 752539"/>
              <a:gd name="csX4" fmla="*/ 2160976 w 2160976"/>
              <a:gd name="csY4" fmla="*/ 0 h 752539"/>
              <a:gd name="csX5" fmla="*/ 2160976 w 2160976"/>
              <a:gd name="csY5" fmla="*/ 383795 h 752539"/>
              <a:gd name="csX6" fmla="*/ 2160976 w 2160976"/>
              <a:gd name="csY6" fmla="*/ 752539 h 752539"/>
              <a:gd name="csX7" fmla="*/ 1642342 w 2160976"/>
              <a:gd name="csY7" fmla="*/ 752539 h 752539"/>
              <a:gd name="csX8" fmla="*/ 1123708 w 2160976"/>
              <a:gd name="csY8" fmla="*/ 752539 h 752539"/>
              <a:gd name="csX9" fmla="*/ 648293 w 2160976"/>
              <a:gd name="csY9" fmla="*/ 752539 h 752539"/>
              <a:gd name="csX10" fmla="*/ 0 w 2160976"/>
              <a:gd name="csY10" fmla="*/ 752539 h 752539"/>
              <a:gd name="csX11" fmla="*/ 0 w 2160976"/>
              <a:gd name="csY11" fmla="*/ 376270 h 752539"/>
              <a:gd name="csX12" fmla="*/ 0 w 2160976"/>
              <a:gd name="csY12" fmla="*/ 0 h 7525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160976" h="752539" extrusionOk="0">
                <a:moveTo>
                  <a:pt x="0" y="0"/>
                </a:moveTo>
                <a:cubicBezTo>
                  <a:pt x="247494" y="-54748"/>
                  <a:pt x="466124" y="11568"/>
                  <a:pt x="583464" y="0"/>
                </a:cubicBezTo>
                <a:cubicBezTo>
                  <a:pt x="700804" y="-11568"/>
                  <a:pt x="900669" y="33498"/>
                  <a:pt x="1080488" y="0"/>
                </a:cubicBezTo>
                <a:cubicBezTo>
                  <a:pt x="1260307" y="-33498"/>
                  <a:pt x="1446394" y="45837"/>
                  <a:pt x="1577512" y="0"/>
                </a:cubicBezTo>
                <a:cubicBezTo>
                  <a:pt x="1708630" y="-45837"/>
                  <a:pt x="1906932" y="54315"/>
                  <a:pt x="2160976" y="0"/>
                </a:cubicBezTo>
                <a:cubicBezTo>
                  <a:pt x="2201965" y="115133"/>
                  <a:pt x="2127119" y="225048"/>
                  <a:pt x="2160976" y="383795"/>
                </a:cubicBezTo>
                <a:cubicBezTo>
                  <a:pt x="2194833" y="542542"/>
                  <a:pt x="2159885" y="670947"/>
                  <a:pt x="2160976" y="752539"/>
                </a:cubicBezTo>
                <a:cubicBezTo>
                  <a:pt x="1990052" y="765451"/>
                  <a:pt x="1848038" y="728097"/>
                  <a:pt x="1642342" y="752539"/>
                </a:cubicBezTo>
                <a:cubicBezTo>
                  <a:pt x="1436646" y="776981"/>
                  <a:pt x="1329751" y="698009"/>
                  <a:pt x="1123708" y="752539"/>
                </a:cubicBezTo>
                <a:cubicBezTo>
                  <a:pt x="917665" y="807069"/>
                  <a:pt x="754457" y="697071"/>
                  <a:pt x="648293" y="752539"/>
                </a:cubicBezTo>
                <a:cubicBezTo>
                  <a:pt x="542129" y="808007"/>
                  <a:pt x="256754" y="727614"/>
                  <a:pt x="0" y="752539"/>
                </a:cubicBezTo>
                <a:cubicBezTo>
                  <a:pt x="-18450" y="579302"/>
                  <a:pt x="14922" y="478552"/>
                  <a:pt x="0" y="376270"/>
                </a:cubicBezTo>
                <a:cubicBezTo>
                  <a:pt x="-14922" y="273988"/>
                  <a:pt x="43922" y="181981"/>
                  <a:pt x="0" y="0"/>
                </a:cubicBezTo>
                <a:close/>
              </a:path>
            </a:pathLst>
          </a:custGeom>
          <a:noFill/>
          <a:ln w="28575">
            <a:solidFill>
              <a:srgbClr val="358F6C"/>
            </a:solidFill>
            <a:prstDash val="sysDash"/>
            <a:extLst>
              <a:ext uri="{C807C97D-BFC1-408E-A445-0C87EB9F89A2}">
                <ask:lineSketchStyleProps xmlns:ask="http://schemas.microsoft.com/office/drawing/2018/sketchyshapes" sd="3359201351">
                  <a:prstGeom prst="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noProof="0" dirty="0"/>
          </a:p>
        </p:txBody>
      </p:sp>
      <p:sp>
        <p:nvSpPr>
          <p:cNvPr id="86" name="Rectangle 85">
            <a:extLst>
              <a:ext uri="{FF2B5EF4-FFF2-40B4-BE49-F238E27FC236}">
                <a16:creationId xmlns:a16="http://schemas.microsoft.com/office/drawing/2014/main" id="{C2474EFE-D665-2148-E5CE-9510E6F062B5}"/>
              </a:ext>
            </a:extLst>
          </p:cNvPr>
          <p:cNvSpPr/>
          <p:nvPr/>
        </p:nvSpPr>
        <p:spPr>
          <a:xfrm>
            <a:off x="9816985" y="2167806"/>
            <a:ext cx="184265" cy="194394"/>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latin typeface="Barlow" panose="00000500000000000000" pitchFamily="2" charset="0"/>
            </a:endParaRPr>
          </a:p>
        </p:txBody>
      </p:sp>
      <p:sp>
        <p:nvSpPr>
          <p:cNvPr id="87" name="Ellipse 86">
            <a:extLst>
              <a:ext uri="{FF2B5EF4-FFF2-40B4-BE49-F238E27FC236}">
                <a16:creationId xmlns:a16="http://schemas.microsoft.com/office/drawing/2014/main" id="{0A3124ED-EEEA-6432-9928-E08B7BB8440B}"/>
              </a:ext>
            </a:extLst>
          </p:cNvPr>
          <p:cNvSpPr>
            <a:spLocks noChangeAspect="1"/>
          </p:cNvSpPr>
          <p:nvPr/>
        </p:nvSpPr>
        <p:spPr>
          <a:xfrm>
            <a:off x="10555629" y="2121003"/>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a:t>
            </a:r>
            <a:endParaRPr lang="fr-FR" sz="1600" b="1" noProof="0" dirty="0">
              <a:latin typeface="Barlow" panose="00000500000000000000" pitchFamily="2" charset="0"/>
            </a:endParaRPr>
          </a:p>
        </p:txBody>
      </p:sp>
      <p:cxnSp>
        <p:nvCxnSpPr>
          <p:cNvPr id="88" name="Connecteur droit avec flèche 87">
            <a:extLst>
              <a:ext uri="{FF2B5EF4-FFF2-40B4-BE49-F238E27FC236}">
                <a16:creationId xmlns:a16="http://schemas.microsoft.com/office/drawing/2014/main" id="{679EAC46-DBD4-73F6-673E-627FE3CD5DA2}"/>
              </a:ext>
            </a:extLst>
          </p:cNvPr>
          <p:cNvCxnSpPr>
            <a:cxnSpLocks/>
            <a:stCxn id="87" idx="2"/>
            <a:endCxn id="86" idx="3"/>
          </p:cNvCxnSpPr>
          <p:nvPr/>
        </p:nvCxnSpPr>
        <p:spPr>
          <a:xfrm flipH="1">
            <a:off x="10001250" y="2265003"/>
            <a:ext cx="554379" cy="0"/>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89" name="Groupe 88">
            <a:extLst>
              <a:ext uri="{FF2B5EF4-FFF2-40B4-BE49-F238E27FC236}">
                <a16:creationId xmlns:a16="http://schemas.microsoft.com/office/drawing/2014/main" id="{87BA107B-00FA-D04F-58D7-5F4E032EC2BF}"/>
              </a:ext>
            </a:extLst>
          </p:cNvPr>
          <p:cNvGrpSpPr/>
          <p:nvPr/>
        </p:nvGrpSpPr>
        <p:grpSpPr>
          <a:xfrm>
            <a:off x="8023578" y="5761209"/>
            <a:ext cx="3429376" cy="557747"/>
            <a:chOff x="6718452" y="1719483"/>
            <a:chExt cx="3429376" cy="557747"/>
          </a:xfrm>
        </p:grpSpPr>
        <p:grpSp>
          <p:nvGrpSpPr>
            <p:cNvPr id="90" name="Groupe 89">
              <a:extLst>
                <a:ext uri="{FF2B5EF4-FFF2-40B4-BE49-F238E27FC236}">
                  <a16:creationId xmlns:a16="http://schemas.microsoft.com/office/drawing/2014/main" id="{A5C0F0FD-4635-6D07-9A4A-F832368AF18E}"/>
                </a:ext>
              </a:extLst>
            </p:cNvPr>
            <p:cNvGrpSpPr/>
            <p:nvPr/>
          </p:nvGrpSpPr>
          <p:grpSpPr>
            <a:xfrm>
              <a:off x="6718452" y="1719483"/>
              <a:ext cx="3429376" cy="557747"/>
              <a:chOff x="5346700" y="1873408"/>
              <a:chExt cx="3429376" cy="557747"/>
            </a:xfrm>
          </p:grpSpPr>
          <p:sp>
            <p:nvSpPr>
              <p:cNvPr id="95" name="Rectangle : coins arrondis 94">
                <a:extLst>
                  <a:ext uri="{FF2B5EF4-FFF2-40B4-BE49-F238E27FC236}">
                    <a16:creationId xmlns:a16="http://schemas.microsoft.com/office/drawing/2014/main" id="{95197C9D-548A-34A4-A7FA-E8E40B8DE121}"/>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96" name="Rectangle : coins arrondis 95">
                <a:extLst>
                  <a:ext uri="{FF2B5EF4-FFF2-40B4-BE49-F238E27FC236}">
                    <a16:creationId xmlns:a16="http://schemas.microsoft.com/office/drawing/2014/main" id="{EE67F82B-6D38-3929-45E2-5F1FFDF47BE3}"/>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dirty="0">
                    <a:solidFill>
                      <a:schemeClr val="tx1">
                        <a:lumMod val="85000"/>
                        <a:lumOff val="15000"/>
                      </a:schemeClr>
                    </a:solidFill>
                    <a:latin typeface="Barlow" panose="00000500000000000000" pitchFamily="2" charset="0"/>
                    <a:cs typeface="Segoe UI" panose="020B0502040204020203" pitchFamily="34" charset="0"/>
                  </a:rPr>
                  <a:t>Raccourci : </a:t>
                </a:r>
                <a:r>
                  <a:rPr lang="fr-FR" sz="1200" dirty="0">
                    <a:solidFill>
                      <a:schemeClr val="tx1">
                        <a:lumMod val="85000"/>
                        <a:lumOff val="15000"/>
                      </a:schemeClr>
                    </a:solidFill>
                    <a:latin typeface="Barlow" panose="00000500000000000000" pitchFamily="2" charset="0"/>
                    <a:cs typeface="Segoe UI" panose="020B0502040204020203" pitchFamily="34" charset="0"/>
                  </a:rPr>
                  <a:t>Accéder à l’avancement de l’épreuve.</a:t>
                </a:r>
              </a:p>
            </p:txBody>
          </p:sp>
          <p:cxnSp>
            <p:nvCxnSpPr>
              <p:cNvPr id="97" name="Connecteur droit 96">
                <a:extLst>
                  <a:ext uri="{FF2B5EF4-FFF2-40B4-BE49-F238E27FC236}">
                    <a16:creationId xmlns:a16="http://schemas.microsoft.com/office/drawing/2014/main" id="{E0354DF4-1C5A-24DD-FC1E-7B7B92CDDA29}"/>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94" name="Ellipse 93">
              <a:extLst>
                <a:ext uri="{FF2B5EF4-FFF2-40B4-BE49-F238E27FC236}">
                  <a16:creationId xmlns:a16="http://schemas.microsoft.com/office/drawing/2014/main" id="{48AF83D4-296E-DEC2-EB82-18E544479D29}"/>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2</a:t>
              </a:r>
              <a:endParaRPr lang="fr-FR" sz="1600" b="1" noProof="0" dirty="0"/>
            </a:p>
          </p:txBody>
        </p:sp>
      </p:grpSp>
      <p:sp>
        <p:nvSpPr>
          <p:cNvPr id="101" name="Rectangle 100">
            <a:extLst>
              <a:ext uri="{FF2B5EF4-FFF2-40B4-BE49-F238E27FC236}">
                <a16:creationId xmlns:a16="http://schemas.microsoft.com/office/drawing/2014/main" id="{54FDB925-A0A3-4E4C-2702-64F93D9F9224}"/>
              </a:ext>
            </a:extLst>
          </p:cNvPr>
          <p:cNvSpPr/>
          <p:nvPr/>
        </p:nvSpPr>
        <p:spPr>
          <a:xfrm>
            <a:off x="10001250" y="3316666"/>
            <a:ext cx="184265" cy="194394"/>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latin typeface="Barlow" panose="00000500000000000000" pitchFamily="2" charset="0"/>
            </a:endParaRPr>
          </a:p>
        </p:txBody>
      </p:sp>
      <p:sp>
        <p:nvSpPr>
          <p:cNvPr id="102" name="Ellipse 101">
            <a:extLst>
              <a:ext uri="{FF2B5EF4-FFF2-40B4-BE49-F238E27FC236}">
                <a16:creationId xmlns:a16="http://schemas.microsoft.com/office/drawing/2014/main" id="{5ECF0106-5F96-F96E-FC72-8ADFAA99B97D}"/>
              </a:ext>
            </a:extLst>
          </p:cNvPr>
          <p:cNvSpPr>
            <a:spLocks noChangeAspect="1"/>
          </p:cNvSpPr>
          <p:nvPr/>
        </p:nvSpPr>
        <p:spPr>
          <a:xfrm>
            <a:off x="10555629" y="3269863"/>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2</a:t>
            </a:r>
            <a:endParaRPr lang="fr-FR" sz="1600" b="1" noProof="0" dirty="0">
              <a:latin typeface="Barlow" panose="00000500000000000000" pitchFamily="2" charset="0"/>
            </a:endParaRPr>
          </a:p>
        </p:txBody>
      </p:sp>
      <p:cxnSp>
        <p:nvCxnSpPr>
          <p:cNvPr id="109" name="Connecteur droit avec flèche 108">
            <a:extLst>
              <a:ext uri="{FF2B5EF4-FFF2-40B4-BE49-F238E27FC236}">
                <a16:creationId xmlns:a16="http://schemas.microsoft.com/office/drawing/2014/main" id="{71E82DC1-5BF3-6BCD-9AC2-11B7C9D3CA40}"/>
              </a:ext>
            </a:extLst>
          </p:cNvPr>
          <p:cNvCxnSpPr>
            <a:cxnSpLocks/>
            <a:stCxn id="102" idx="2"/>
            <a:endCxn id="101" idx="3"/>
          </p:cNvCxnSpPr>
          <p:nvPr/>
        </p:nvCxnSpPr>
        <p:spPr>
          <a:xfrm flipH="1">
            <a:off x="10185515" y="3413863"/>
            <a:ext cx="370114" cy="0"/>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111" name="Groupe 110">
            <a:extLst>
              <a:ext uri="{FF2B5EF4-FFF2-40B4-BE49-F238E27FC236}">
                <a16:creationId xmlns:a16="http://schemas.microsoft.com/office/drawing/2014/main" id="{980E9725-FACE-C50E-7277-E80DC997806D}"/>
              </a:ext>
            </a:extLst>
          </p:cNvPr>
          <p:cNvGrpSpPr/>
          <p:nvPr/>
        </p:nvGrpSpPr>
        <p:grpSpPr>
          <a:xfrm>
            <a:off x="3964593" y="5757862"/>
            <a:ext cx="3429376" cy="557747"/>
            <a:chOff x="6718452" y="1719483"/>
            <a:chExt cx="3429376" cy="557747"/>
          </a:xfrm>
        </p:grpSpPr>
        <p:grpSp>
          <p:nvGrpSpPr>
            <p:cNvPr id="112" name="Groupe 111">
              <a:extLst>
                <a:ext uri="{FF2B5EF4-FFF2-40B4-BE49-F238E27FC236}">
                  <a16:creationId xmlns:a16="http://schemas.microsoft.com/office/drawing/2014/main" id="{ED305CC9-8AF2-209D-E891-C3BCF6D2882C}"/>
                </a:ext>
              </a:extLst>
            </p:cNvPr>
            <p:cNvGrpSpPr/>
            <p:nvPr/>
          </p:nvGrpSpPr>
          <p:grpSpPr>
            <a:xfrm>
              <a:off x="6718452" y="1719483"/>
              <a:ext cx="3429376" cy="557747"/>
              <a:chOff x="5346700" y="1873408"/>
              <a:chExt cx="3429376" cy="557747"/>
            </a:xfrm>
          </p:grpSpPr>
          <p:sp>
            <p:nvSpPr>
              <p:cNvPr id="114" name="Rectangle : coins arrondis 113">
                <a:extLst>
                  <a:ext uri="{FF2B5EF4-FFF2-40B4-BE49-F238E27FC236}">
                    <a16:creationId xmlns:a16="http://schemas.microsoft.com/office/drawing/2014/main" id="{E9E6B3C8-B1C0-7FA8-EB31-C15356F923FA}"/>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15" name="Rectangle : coins arrondis 114">
                <a:extLst>
                  <a:ext uri="{FF2B5EF4-FFF2-40B4-BE49-F238E27FC236}">
                    <a16:creationId xmlns:a16="http://schemas.microsoft.com/office/drawing/2014/main" id="{E6B84A36-C6C9-558B-2BCF-2797344D99B8}"/>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dirty="0">
                    <a:solidFill>
                      <a:schemeClr val="tx1">
                        <a:lumMod val="85000"/>
                        <a:lumOff val="15000"/>
                      </a:schemeClr>
                    </a:solidFill>
                    <a:latin typeface="Barlow" panose="00000500000000000000" pitchFamily="2" charset="0"/>
                    <a:cs typeface="Segoe UI" panose="020B0502040204020203" pitchFamily="34" charset="0"/>
                  </a:rPr>
                  <a:t>Raccourci : </a:t>
                </a:r>
                <a:r>
                  <a:rPr lang="fr-FR" sz="1200" dirty="0">
                    <a:solidFill>
                      <a:schemeClr val="tx1">
                        <a:lumMod val="85000"/>
                        <a:lumOff val="15000"/>
                      </a:schemeClr>
                    </a:solidFill>
                    <a:latin typeface="Barlow" panose="00000500000000000000" pitchFamily="2" charset="0"/>
                    <a:cs typeface="Segoe UI" panose="020B0502040204020203" pitchFamily="34" charset="0"/>
                  </a:rPr>
                  <a:t>Accéder aux statistiques du groupe.</a:t>
                </a:r>
              </a:p>
            </p:txBody>
          </p:sp>
          <p:cxnSp>
            <p:nvCxnSpPr>
              <p:cNvPr id="116" name="Connecteur droit 115">
                <a:extLst>
                  <a:ext uri="{FF2B5EF4-FFF2-40B4-BE49-F238E27FC236}">
                    <a16:creationId xmlns:a16="http://schemas.microsoft.com/office/drawing/2014/main" id="{572A83D1-527B-AF95-D42F-D28CF2E8D2FB}"/>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13" name="Ellipse 112">
              <a:extLst>
                <a:ext uri="{FF2B5EF4-FFF2-40B4-BE49-F238E27FC236}">
                  <a16:creationId xmlns:a16="http://schemas.microsoft.com/office/drawing/2014/main" id="{A1646612-9C50-4F7E-8AAF-EE004D009C51}"/>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a:t>
              </a:r>
              <a:endParaRPr lang="fr-FR" sz="1600" b="1" noProof="0" dirty="0"/>
            </a:p>
          </p:txBody>
        </p:sp>
      </p:grpSp>
      <p:grpSp>
        <p:nvGrpSpPr>
          <p:cNvPr id="117" name="Groupe 116">
            <a:extLst>
              <a:ext uri="{FF2B5EF4-FFF2-40B4-BE49-F238E27FC236}">
                <a16:creationId xmlns:a16="http://schemas.microsoft.com/office/drawing/2014/main" id="{F65D9FD8-D7A5-1907-D040-AAC5B8407EAA}"/>
              </a:ext>
            </a:extLst>
          </p:cNvPr>
          <p:cNvGrpSpPr/>
          <p:nvPr/>
        </p:nvGrpSpPr>
        <p:grpSpPr>
          <a:xfrm>
            <a:off x="375203" y="5749969"/>
            <a:ext cx="3213376" cy="557747"/>
            <a:chOff x="5346700" y="1873408"/>
            <a:chExt cx="3213376" cy="557747"/>
          </a:xfrm>
        </p:grpSpPr>
        <p:sp>
          <p:nvSpPr>
            <p:cNvPr id="118" name="Rectangle : coins arrondis 117">
              <a:extLst>
                <a:ext uri="{FF2B5EF4-FFF2-40B4-BE49-F238E27FC236}">
                  <a16:creationId xmlns:a16="http://schemas.microsoft.com/office/drawing/2014/main" id="{B019D84E-2144-5370-0E12-55AD7E373905}"/>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19" name="Rectangle : coins arrondis 118">
              <a:extLst>
                <a:ext uri="{FF2B5EF4-FFF2-40B4-BE49-F238E27FC236}">
                  <a16:creationId xmlns:a16="http://schemas.microsoft.com/office/drawing/2014/main" id="{6BC71301-9CAA-21BF-463F-0697D3B38603}"/>
                </a:ext>
              </a:extLst>
            </p:cNvPr>
            <p:cNvSpPr/>
            <p:nvPr/>
          </p:nvSpPr>
          <p:spPr>
            <a:xfrm>
              <a:off x="5680076" y="1876755"/>
              <a:ext cx="2880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Optionnel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Avec option « Publier Statistiques ».</a:t>
              </a:r>
            </a:p>
          </p:txBody>
        </p:sp>
        <p:sp>
          <p:nvSpPr>
            <p:cNvPr id="120" name="Rectangle : coins arrondis 119">
              <a:extLst>
                <a:ext uri="{FF2B5EF4-FFF2-40B4-BE49-F238E27FC236}">
                  <a16:creationId xmlns:a16="http://schemas.microsoft.com/office/drawing/2014/main" id="{D6177A76-696C-3BDA-E729-E37322A882C2}"/>
                </a:ext>
              </a:extLst>
            </p:cNvPr>
            <p:cNvSpPr>
              <a:spLocks noChangeAspect="1"/>
            </p:cNvSpPr>
            <p:nvPr/>
          </p:nvSpPr>
          <p:spPr>
            <a:xfrm>
              <a:off x="5408816" y="2010394"/>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e</a:t>
              </a:r>
            </a:p>
          </p:txBody>
        </p:sp>
        <p:cxnSp>
          <p:nvCxnSpPr>
            <p:cNvPr id="121" name="Connecteur droit 120">
              <a:extLst>
                <a:ext uri="{FF2B5EF4-FFF2-40B4-BE49-F238E27FC236}">
                  <a16:creationId xmlns:a16="http://schemas.microsoft.com/office/drawing/2014/main" id="{18EFC93E-07ED-F898-265C-B3C869C040BF}"/>
                </a:ext>
              </a:extLst>
            </p:cNvPr>
            <p:cNvCxnSpPr/>
            <p:nvPr/>
          </p:nvCxnSpPr>
          <p:spPr>
            <a:xfrm>
              <a:off x="5346700" y="1876755"/>
              <a:ext cx="0" cy="554400"/>
            </a:xfrm>
            <a:prstGeom prst="line">
              <a:avLst/>
            </a:prstGeom>
            <a:ln w="38100">
              <a:solidFill>
                <a:srgbClr val="358F6C"/>
              </a:solidFill>
            </a:ln>
          </p:spPr>
          <p:style>
            <a:lnRef idx="1">
              <a:schemeClr val="accent1"/>
            </a:lnRef>
            <a:fillRef idx="0">
              <a:schemeClr val="accent1"/>
            </a:fillRef>
            <a:effectRef idx="0">
              <a:schemeClr val="accent1"/>
            </a:effectRef>
            <a:fontRef idx="minor">
              <a:schemeClr val="tx1"/>
            </a:fontRef>
          </p:style>
        </p:cxnSp>
      </p:grpSp>
      <p:sp>
        <p:nvSpPr>
          <p:cNvPr id="122" name="Rectangle 121">
            <a:extLst>
              <a:ext uri="{FF2B5EF4-FFF2-40B4-BE49-F238E27FC236}">
                <a16:creationId xmlns:a16="http://schemas.microsoft.com/office/drawing/2014/main" id="{26F75471-AE37-B409-831A-9D66AF842B91}"/>
              </a:ext>
            </a:extLst>
          </p:cNvPr>
          <p:cNvSpPr/>
          <p:nvPr/>
        </p:nvSpPr>
        <p:spPr>
          <a:xfrm>
            <a:off x="9775031" y="2122185"/>
            <a:ext cx="261938" cy="275734"/>
          </a:xfrm>
          <a:custGeom>
            <a:avLst/>
            <a:gdLst>
              <a:gd name="csX0" fmla="*/ 0 w 261938"/>
              <a:gd name="csY0" fmla="*/ 0 h 275734"/>
              <a:gd name="csX1" fmla="*/ 261938 w 261938"/>
              <a:gd name="csY1" fmla="*/ 0 h 275734"/>
              <a:gd name="csX2" fmla="*/ 261938 w 261938"/>
              <a:gd name="csY2" fmla="*/ 275734 h 275734"/>
              <a:gd name="csX3" fmla="*/ 0 w 261938"/>
              <a:gd name="csY3" fmla="*/ 275734 h 275734"/>
              <a:gd name="csX4" fmla="*/ 0 w 261938"/>
              <a:gd name="csY4" fmla="*/ 0 h 275734"/>
            </a:gdLst>
            <a:ahLst/>
            <a:cxnLst>
              <a:cxn ang="0">
                <a:pos x="csX0" y="csY0"/>
              </a:cxn>
              <a:cxn ang="0">
                <a:pos x="csX1" y="csY1"/>
              </a:cxn>
              <a:cxn ang="0">
                <a:pos x="csX2" y="csY2"/>
              </a:cxn>
              <a:cxn ang="0">
                <a:pos x="csX3" y="csY3"/>
              </a:cxn>
              <a:cxn ang="0">
                <a:pos x="csX4" y="csY4"/>
              </a:cxn>
            </a:cxnLst>
            <a:rect l="l" t="t" r="r" b="b"/>
            <a:pathLst>
              <a:path w="261938" h="275734" extrusionOk="0">
                <a:moveTo>
                  <a:pt x="0" y="0"/>
                </a:moveTo>
                <a:cubicBezTo>
                  <a:pt x="78984" y="-20668"/>
                  <a:pt x="195491" y="4151"/>
                  <a:pt x="261938" y="0"/>
                </a:cubicBezTo>
                <a:cubicBezTo>
                  <a:pt x="267195" y="108309"/>
                  <a:pt x="252831" y="182801"/>
                  <a:pt x="261938" y="275734"/>
                </a:cubicBezTo>
                <a:cubicBezTo>
                  <a:pt x="184325" y="277770"/>
                  <a:pt x="71096" y="249808"/>
                  <a:pt x="0" y="275734"/>
                </a:cubicBezTo>
                <a:cubicBezTo>
                  <a:pt x="-4472" y="168116"/>
                  <a:pt x="1156" y="77531"/>
                  <a:pt x="0" y="0"/>
                </a:cubicBezTo>
                <a:close/>
              </a:path>
            </a:pathLst>
          </a:custGeom>
          <a:noFill/>
          <a:ln>
            <a:solidFill>
              <a:srgbClr val="358F6C"/>
            </a:solidFill>
            <a:prstDash val="sysDash"/>
            <a:extLst>
              <a:ext uri="{C807C97D-BFC1-408E-A445-0C87EB9F89A2}">
                <ask:lineSketchStyleProps xmlns:ask="http://schemas.microsoft.com/office/drawing/2018/sketchyshapes" sd="3359201351">
                  <a:prstGeom prst="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noProof="0" dirty="0">
              <a:latin typeface="Barlow" panose="00000500000000000000" pitchFamily="2" charset="0"/>
            </a:endParaRPr>
          </a:p>
        </p:txBody>
      </p:sp>
      <p:sp>
        <p:nvSpPr>
          <p:cNvPr id="123" name="Rectangle : coins arrondis 122">
            <a:extLst>
              <a:ext uri="{FF2B5EF4-FFF2-40B4-BE49-F238E27FC236}">
                <a16:creationId xmlns:a16="http://schemas.microsoft.com/office/drawing/2014/main" id="{17CF7420-4EA3-3835-8C62-7076D4295C69}"/>
              </a:ext>
            </a:extLst>
          </p:cNvPr>
          <p:cNvSpPr>
            <a:spLocks noChangeAspect="1"/>
          </p:cNvSpPr>
          <p:nvPr/>
        </p:nvSpPr>
        <p:spPr>
          <a:xfrm>
            <a:off x="9762000" y="690903"/>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e</a:t>
            </a:r>
          </a:p>
        </p:txBody>
      </p:sp>
      <p:cxnSp>
        <p:nvCxnSpPr>
          <p:cNvPr id="124" name="Connecteur droit avec flèche 123">
            <a:extLst>
              <a:ext uri="{FF2B5EF4-FFF2-40B4-BE49-F238E27FC236}">
                <a16:creationId xmlns:a16="http://schemas.microsoft.com/office/drawing/2014/main" id="{782B716F-96E1-5AEC-EBD8-42F2C56EE664}"/>
              </a:ext>
            </a:extLst>
          </p:cNvPr>
          <p:cNvCxnSpPr>
            <a:cxnSpLocks/>
            <a:stCxn id="123" idx="2"/>
            <a:endCxn id="122" idx="0"/>
          </p:cNvCxnSpPr>
          <p:nvPr/>
        </p:nvCxnSpPr>
        <p:spPr>
          <a:xfrm>
            <a:off x="9906000" y="978903"/>
            <a:ext cx="0" cy="1143282"/>
          </a:xfrm>
          <a:prstGeom prst="straightConnector1">
            <a:avLst/>
          </a:prstGeom>
          <a:ln w="12700">
            <a:solidFill>
              <a:srgbClr val="358F6C"/>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08312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198829-35EB-6A46-EBAA-6A582DAFE970}"/>
              </a:ext>
            </a:extLst>
          </p:cNvPr>
          <p:cNvSpPr>
            <a:spLocks noGrp="1"/>
          </p:cNvSpPr>
          <p:nvPr>
            <p:ph type="title"/>
          </p:nvPr>
        </p:nvSpPr>
        <p:spPr/>
        <p:txBody>
          <a:bodyPr/>
          <a:lstStyle/>
          <a:p>
            <a:r>
              <a:rPr lang="fr-FR" noProof="0" dirty="0"/>
              <a:t>Plan du Site utilisateur – Statistiques</a:t>
            </a:r>
          </a:p>
        </p:txBody>
      </p:sp>
      <p:sp>
        <p:nvSpPr>
          <p:cNvPr id="4" name="Espace réservé du texte 3">
            <a:extLst>
              <a:ext uri="{FF2B5EF4-FFF2-40B4-BE49-F238E27FC236}">
                <a16:creationId xmlns:a16="http://schemas.microsoft.com/office/drawing/2014/main" id="{55EE5942-743C-7FE0-DDCC-8AF825345982}"/>
              </a:ext>
            </a:extLst>
          </p:cNvPr>
          <p:cNvSpPr>
            <a:spLocks noGrp="1"/>
          </p:cNvSpPr>
          <p:nvPr>
            <p:ph type="body" sz="quarter" idx="15"/>
          </p:nvPr>
        </p:nvSpPr>
        <p:spPr/>
        <p:txBody>
          <a:bodyPr/>
          <a:lstStyle/>
          <a:p>
            <a:r>
              <a:rPr lang="fr-FR" noProof="0" dirty="0"/>
              <a:t>Annexe</a:t>
            </a:r>
          </a:p>
        </p:txBody>
      </p:sp>
      <p:grpSp>
        <p:nvGrpSpPr>
          <p:cNvPr id="46" name="Groupe 45">
            <a:extLst>
              <a:ext uri="{FF2B5EF4-FFF2-40B4-BE49-F238E27FC236}">
                <a16:creationId xmlns:a16="http://schemas.microsoft.com/office/drawing/2014/main" id="{8EB39EC6-84E4-29B4-0FF8-93ADBD781411}"/>
              </a:ext>
            </a:extLst>
          </p:cNvPr>
          <p:cNvGrpSpPr/>
          <p:nvPr/>
        </p:nvGrpSpPr>
        <p:grpSpPr>
          <a:xfrm>
            <a:off x="980322" y="5817473"/>
            <a:ext cx="3213376" cy="557747"/>
            <a:chOff x="5346700" y="1873408"/>
            <a:chExt cx="3213376" cy="557747"/>
          </a:xfrm>
        </p:grpSpPr>
        <p:sp>
          <p:nvSpPr>
            <p:cNvPr id="47" name="Rectangle : coins arrondis 46">
              <a:extLst>
                <a:ext uri="{FF2B5EF4-FFF2-40B4-BE49-F238E27FC236}">
                  <a16:creationId xmlns:a16="http://schemas.microsoft.com/office/drawing/2014/main" id="{463E1060-297C-BB05-7689-C70E4C3B17A2}"/>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48" name="Rectangle : coins arrondis 47">
              <a:extLst>
                <a:ext uri="{FF2B5EF4-FFF2-40B4-BE49-F238E27FC236}">
                  <a16:creationId xmlns:a16="http://schemas.microsoft.com/office/drawing/2014/main" id="{8A0A7659-97CE-18C0-9A87-1D591A11A4A2}"/>
                </a:ext>
              </a:extLst>
            </p:cNvPr>
            <p:cNvSpPr/>
            <p:nvPr/>
          </p:nvSpPr>
          <p:spPr>
            <a:xfrm>
              <a:off x="5680076" y="1876755"/>
              <a:ext cx="2880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Optionnel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Les groupes s’affichent en fonction du niveau de la compétition.</a:t>
              </a:r>
            </a:p>
          </p:txBody>
        </p:sp>
        <p:sp>
          <p:nvSpPr>
            <p:cNvPr id="49" name="Rectangle : coins arrondis 48">
              <a:extLst>
                <a:ext uri="{FF2B5EF4-FFF2-40B4-BE49-F238E27FC236}">
                  <a16:creationId xmlns:a16="http://schemas.microsoft.com/office/drawing/2014/main" id="{6E40B6FF-A887-B123-951A-C0BBC4ADD758}"/>
                </a:ext>
              </a:extLst>
            </p:cNvPr>
            <p:cNvSpPr>
              <a:spLocks noChangeAspect="1"/>
            </p:cNvSpPr>
            <p:nvPr/>
          </p:nvSpPr>
          <p:spPr>
            <a:xfrm>
              <a:off x="5408816" y="2010394"/>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50" name="Connecteur droit 49">
              <a:extLst>
                <a:ext uri="{FF2B5EF4-FFF2-40B4-BE49-F238E27FC236}">
                  <a16:creationId xmlns:a16="http://schemas.microsoft.com/office/drawing/2014/main" id="{4B4D7FBE-0742-EB5D-F17A-13CCABD02E12}"/>
                </a:ext>
              </a:extLst>
            </p:cNvPr>
            <p:cNvCxnSpPr/>
            <p:nvPr/>
          </p:nvCxnSpPr>
          <p:spPr>
            <a:xfrm>
              <a:off x="5346700" y="1876755"/>
              <a:ext cx="0" cy="554400"/>
            </a:xfrm>
            <a:prstGeom prst="line">
              <a:avLst/>
            </a:prstGeom>
            <a:ln w="38100">
              <a:solidFill>
                <a:srgbClr val="358F6C"/>
              </a:solidFill>
            </a:ln>
          </p:spPr>
          <p:style>
            <a:lnRef idx="1">
              <a:schemeClr val="accent1"/>
            </a:lnRef>
            <a:fillRef idx="0">
              <a:schemeClr val="accent1"/>
            </a:fillRef>
            <a:effectRef idx="0">
              <a:schemeClr val="accent1"/>
            </a:effectRef>
            <a:fontRef idx="minor">
              <a:schemeClr val="tx1"/>
            </a:fontRef>
          </p:style>
        </p:cxnSp>
      </p:grpSp>
      <p:grpSp>
        <p:nvGrpSpPr>
          <p:cNvPr id="59" name="Groupe 58">
            <a:extLst>
              <a:ext uri="{FF2B5EF4-FFF2-40B4-BE49-F238E27FC236}">
                <a16:creationId xmlns:a16="http://schemas.microsoft.com/office/drawing/2014/main" id="{3F1911C6-6FFF-D1E8-BB14-13599E0EDBBB}"/>
              </a:ext>
            </a:extLst>
          </p:cNvPr>
          <p:cNvGrpSpPr/>
          <p:nvPr/>
        </p:nvGrpSpPr>
        <p:grpSpPr>
          <a:xfrm>
            <a:off x="784907" y="1306964"/>
            <a:ext cx="3581171" cy="4304700"/>
            <a:chOff x="251835" y="1306964"/>
            <a:chExt cx="3581171" cy="4304700"/>
          </a:xfrm>
        </p:grpSpPr>
        <p:grpSp>
          <p:nvGrpSpPr>
            <p:cNvPr id="13" name="Groupe 12">
              <a:extLst>
                <a:ext uri="{FF2B5EF4-FFF2-40B4-BE49-F238E27FC236}">
                  <a16:creationId xmlns:a16="http://schemas.microsoft.com/office/drawing/2014/main" id="{30FE485A-D834-EA1C-C52B-60A2441A6D53}"/>
                </a:ext>
              </a:extLst>
            </p:cNvPr>
            <p:cNvGrpSpPr/>
            <p:nvPr/>
          </p:nvGrpSpPr>
          <p:grpSpPr>
            <a:xfrm>
              <a:off x="251835" y="1306964"/>
              <a:ext cx="1183746" cy="325919"/>
              <a:chOff x="109544" y="3520584"/>
              <a:chExt cx="1183746" cy="325919"/>
            </a:xfrm>
          </p:grpSpPr>
          <p:grpSp>
            <p:nvGrpSpPr>
              <p:cNvPr id="14" name="Groupe 13">
                <a:extLst>
                  <a:ext uri="{FF2B5EF4-FFF2-40B4-BE49-F238E27FC236}">
                    <a16:creationId xmlns:a16="http://schemas.microsoft.com/office/drawing/2014/main" id="{AE0B2B56-0588-2C92-ADF6-E93F385836E5}"/>
                  </a:ext>
                </a:extLst>
              </p:cNvPr>
              <p:cNvGrpSpPr/>
              <p:nvPr/>
            </p:nvGrpSpPr>
            <p:grpSpPr>
              <a:xfrm>
                <a:off x="109544" y="3520584"/>
                <a:ext cx="1183746" cy="325919"/>
                <a:chOff x="5130203" y="401858"/>
                <a:chExt cx="251584" cy="325919"/>
              </a:xfrm>
            </p:grpSpPr>
            <p:sp>
              <p:nvSpPr>
                <p:cNvPr id="21" name="Rectangle : coins arrondis 20">
                  <a:extLst>
                    <a:ext uri="{FF2B5EF4-FFF2-40B4-BE49-F238E27FC236}">
                      <a16:creationId xmlns:a16="http://schemas.microsoft.com/office/drawing/2014/main" id="{48D3EEDC-2241-6B97-8CCE-177DA6EADFAA}"/>
                    </a:ext>
                  </a:extLst>
                </p:cNvPr>
                <p:cNvSpPr/>
                <p:nvPr/>
              </p:nvSpPr>
              <p:spPr>
                <a:xfrm>
                  <a:off x="5130204" y="401858"/>
                  <a:ext cx="251583" cy="325919"/>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      Menu</a:t>
                  </a:r>
                </a:p>
              </p:txBody>
            </p:sp>
            <p:cxnSp>
              <p:nvCxnSpPr>
                <p:cNvPr id="22" name="Connecteur droit 21">
                  <a:extLst>
                    <a:ext uri="{FF2B5EF4-FFF2-40B4-BE49-F238E27FC236}">
                      <a16:creationId xmlns:a16="http://schemas.microsoft.com/office/drawing/2014/main" id="{12C502AE-E819-0214-DDC2-5F102A13D512}"/>
                    </a:ext>
                  </a:extLst>
                </p:cNvPr>
                <p:cNvCxnSpPr>
                  <a:cxnSpLocks/>
                </p:cNvCxnSpPr>
                <p:nvPr/>
              </p:nvCxnSpPr>
              <p:spPr>
                <a:xfrm>
                  <a:off x="5130203" y="401858"/>
                  <a:ext cx="1" cy="325919"/>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pic>
            <p:nvPicPr>
              <p:cNvPr id="16" name="Image 15">
                <a:extLst>
                  <a:ext uri="{FF2B5EF4-FFF2-40B4-BE49-F238E27FC236}">
                    <a16:creationId xmlns:a16="http://schemas.microsoft.com/office/drawing/2014/main" id="{E6EEC025-7628-7D5C-F34A-F831F93F0B5B}"/>
                  </a:ext>
                </a:extLst>
              </p:cNvPr>
              <p:cNvPicPr>
                <a:picLocks noChangeAspect="1"/>
              </p:cNvPicPr>
              <p:nvPr/>
            </p:nvPicPr>
            <p:blipFill>
              <a:blip r:embed="rId2"/>
              <a:srcRect l="1878" t="1402" r="94452" b="94927"/>
              <a:stretch>
                <a:fillRect/>
              </a:stretch>
            </p:blipFill>
            <p:spPr>
              <a:xfrm>
                <a:off x="174888" y="3592940"/>
                <a:ext cx="188118" cy="197644"/>
              </a:xfrm>
              <a:prstGeom prst="rect">
                <a:avLst/>
              </a:prstGeom>
            </p:spPr>
          </p:pic>
        </p:grpSp>
        <p:sp>
          <p:nvSpPr>
            <p:cNvPr id="24" name="Rectangle : coins arrondis 23">
              <a:extLst>
                <a:ext uri="{FF2B5EF4-FFF2-40B4-BE49-F238E27FC236}">
                  <a16:creationId xmlns:a16="http://schemas.microsoft.com/office/drawing/2014/main" id="{66A63274-AF80-67FB-AEBB-5319826F9134}"/>
                </a:ext>
              </a:extLst>
            </p:cNvPr>
            <p:cNvSpPr/>
            <p:nvPr/>
          </p:nvSpPr>
          <p:spPr>
            <a:xfrm>
              <a:off x="1511582" y="1667918"/>
              <a:ext cx="2321424" cy="3943746"/>
            </a:xfrm>
            <a:prstGeom prst="roundRect">
              <a:avLst>
                <a:gd name="adj" fmla="val 2728"/>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Statistiques</a:t>
              </a:r>
            </a:p>
            <a:p>
              <a:r>
                <a:rPr lang="fr-FR" sz="1200" noProof="0" dirty="0">
                  <a:solidFill>
                    <a:schemeClr val="tx1">
                      <a:lumMod val="85000"/>
                      <a:lumOff val="15000"/>
                    </a:schemeClr>
                  </a:solidFill>
                  <a:latin typeface="Barlow" panose="00000500000000000000" pitchFamily="2" charset="0"/>
                  <a:cs typeface="Segoe UI" panose="020B0502040204020203" pitchFamily="34" charset="0"/>
                </a:rPr>
                <a:t>Choix du groupe</a:t>
              </a:r>
              <a:endParaRPr lang="fr-FR" sz="1200" b="1" noProof="0" dirty="0">
                <a:solidFill>
                  <a:schemeClr val="tx1">
                    <a:lumMod val="85000"/>
                    <a:lumOff val="15000"/>
                  </a:schemeClr>
                </a:solidFill>
                <a:latin typeface="Barlow" panose="00000500000000000000" pitchFamily="2" charset="0"/>
                <a:cs typeface="Segoe UI" panose="020B0502040204020203" pitchFamily="34" charset="0"/>
              </a:endParaRPr>
            </a:p>
          </p:txBody>
        </p:sp>
        <p:cxnSp>
          <p:nvCxnSpPr>
            <p:cNvPr id="25" name="Connecteur droit 24">
              <a:extLst>
                <a:ext uri="{FF2B5EF4-FFF2-40B4-BE49-F238E27FC236}">
                  <a16:creationId xmlns:a16="http://schemas.microsoft.com/office/drawing/2014/main" id="{7BACC3DC-8568-6706-F777-D4F6ECF9B547}"/>
                </a:ext>
              </a:extLst>
            </p:cNvPr>
            <p:cNvCxnSpPr>
              <a:cxnSpLocks/>
            </p:cNvCxnSpPr>
            <p:nvPr/>
          </p:nvCxnSpPr>
          <p:spPr>
            <a:xfrm>
              <a:off x="1511573" y="1690867"/>
              <a:ext cx="9" cy="3809114"/>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cxnSp>
          <p:nvCxnSpPr>
            <p:cNvPr id="100" name="Connecteur : en angle 99">
              <a:extLst>
                <a:ext uri="{FF2B5EF4-FFF2-40B4-BE49-F238E27FC236}">
                  <a16:creationId xmlns:a16="http://schemas.microsoft.com/office/drawing/2014/main" id="{F7348BF6-3E10-860F-6529-94DEA144A256}"/>
                </a:ext>
              </a:extLst>
            </p:cNvPr>
            <p:cNvCxnSpPr>
              <a:cxnSpLocks/>
              <a:stCxn id="21" idx="2"/>
              <a:endCxn id="24" idx="1"/>
            </p:cNvCxnSpPr>
            <p:nvPr/>
          </p:nvCxnSpPr>
          <p:spPr>
            <a:xfrm rot="16200000" flipH="1">
              <a:off x="174192" y="2302401"/>
              <a:ext cx="2006908" cy="667871"/>
            </a:xfrm>
            <a:prstGeom prst="bentConnector2">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5" name="Image 14">
              <a:extLst>
                <a:ext uri="{FF2B5EF4-FFF2-40B4-BE49-F238E27FC236}">
                  <a16:creationId xmlns:a16="http://schemas.microsoft.com/office/drawing/2014/main" id="{6B822984-84A2-992E-806E-5E38A50C1863}"/>
                </a:ext>
              </a:extLst>
            </p:cNvPr>
            <p:cNvPicPr>
              <a:picLocks noChangeAspect="1"/>
            </p:cNvPicPr>
            <p:nvPr/>
          </p:nvPicPr>
          <p:blipFill>
            <a:blip r:embed="rId3"/>
            <a:srcRect b="9615"/>
            <a:stretch>
              <a:fillRect/>
            </a:stretch>
          </p:blipFill>
          <p:spPr>
            <a:xfrm>
              <a:off x="1670807" y="2239332"/>
              <a:ext cx="1967458" cy="3156829"/>
            </a:xfrm>
            <a:prstGeom prst="rect">
              <a:avLst/>
            </a:prstGeom>
            <a:ln>
              <a:noFill/>
            </a:ln>
            <a:effectLst>
              <a:outerShdw blurRad="190500" algn="tl" rotWithShape="0">
                <a:srgbClr val="000000">
                  <a:alpha val="70000"/>
                </a:srgbClr>
              </a:outerShdw>
            </a:effectLst>
          </p:spPr>
        </p:pic>
        <p:sp>
          <p:nvSpPr>
            <p:cNvPr id="28" name="Rectangle 27">
              <a:extLst>
                <a:ext uri="{FF2B5EF4-FFF2-40B4-BE49-F238E27FC236}">
                  <a16:creationId xmlns:a16="http://schemas.microsoft.com/office/drawing/2014/main" id="{F777E8D3-730A-2E92-245B-C39CE7BE82BE}"/>
                </a:ext>
              </a:extLst>
            </p:cNvPr>
            <p:cNvSpPr/>
            <p:nvPr/>
          </p:nvSpPr>
          <p:spPr>
            <a:xfrm>
              <a:off x="1866718" y="3759449"/>
              <a:ext cx="1574982" cy="193426"/>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cxnSp>
          <p:nvCxnSpPr>
            <p:cNvPr id="32" name="Connecteur droit avec flèche 31">
              <a:extLst>
                <a:ext uri="{FF2B5EF4-FFF2-40B4-BE49-F238E27FC236}">
                  <a16:creationId xmlns:a16="http://schemas.microsoft.com/office/drawing/2014/main" id="{2F911BA3-1544-06A3-FE57-2D8D764E8DD5}"/>
                </a:ext>
              </a:extLst>
            </p:cNvPr>
            <p:cNvCxnSpPr>
              <a:cxnSpLocks/>
              <a:stCxn id="33" idx="3"/>
              <a:endCxn id="34" idx="1"/>
            </p:cNvCxnSpPr>
            <p:nvPr/>
          </p:nvCxnSpPr>
          <p:spPr>
            <a:xfrm>
              <a:off x="1422735" y="3168016"/>
              <a:ext cx="422590" cy="0"/>
            </a:xfrm>
            <a:prstGeom prst="straightConnector1">
              <a:avLst/>
            </a:prstGeom>
            <a:ln w="12700">
              <a:solidFill>
                <a:srgbClr val="358F6C"/>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33" name="Rectangle : coins arrondis 32">
              <a:extLst>
                <a:ext uri="{FF2B5EF4-FFF2-40B4-BE49-F238E27FC236}">
                  <a16:creationId xmlns:a16="http://schemas.microsoft.com/office/drawing/2014/main" id="{79AE54A8-9CAF-24CB-13FE-3AE6EBDC65A4}"/>
                </a:ext>
              </a:extLst>
            </p:cNvPr>
            <p:cNvSpPr>
              <a:spLocks noChangeAspect="1"/>
            </p:cNvSpPr>
            <p:nvPr/>
          </p:nvSpPr>
          <p:spPr>
            <a:xfrm>
              <a:off x="1134735" y="3024016"/>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sp>
          <p:nvSpPr>
            <p:cNvPr id="34" name="Rectangle 33">
              <a:extLst>
                <a:ext uri="{FF2B5EF4-FFF2-40B4-BE49-F238E27FC236}">
                  <a16:creationId xmlns:a16="http://schemas.microsoft.com/office/drawing/2014/main" id="{446E7949-6923-9675-2B41-8BCF66462744}"/>
                </a:ext>
              </a:extLst>
            </p:cNvPr>
            <p:cNvSpPr/>
            <p:nvPr/>
          </p:nvSpPr>
          <p:spPr>
            <a:xfrm>
              <a:off x="1845325" y="3053081"/>
              <a:ext cx="1653525" cy="229870"/>
            </a:xfrm>
            <a:custGeom>
              <a:avLst/>
              <a:gdLst>
                <a:gd name="csX0" fmla="*/ 0 w 1653525"/>
                <a:gd name="csY0" fmla="*/ 0 h 229870"/>
                <a:gd name="csX1" fmla="*/ 584246 w 1653525"/>
                <a:gd name="csY1" fmla="*/ 0 h 229870"/>
                <a:gd name="csX2" fmla="*/ 1102350 w 1653525"/>
                <a:gd name="csY2" fmla="*/ 0 h 229870"/>
                <a:gd name="csX3" fmla="*/ 1653525 w 1653525"/>
                <a:gd name="csY3" fmla="*/ 0 h 229870"/>
                <a:gd name="csX4" fmla="*/ 1653525 w 1653525"/>
                <a:gd name="csY4" fmla="*/ 229870 h 229870"/>
                <a:gd name="csX5" fmla="*/ 1118885 w 1653525"/>
                <a:gd name="csY5" fmla="*/ 229870 h 229870"/>
                <a:gd name="csX6" fmla="*/ 534640 w 1653525"/>
                <a:gd name="csY6" fmla="*/ 229870 h 229870"/>
                <a:gd name="csX7" fmla="*/ 0 w 1653525"/>
                <a:gd name="csY7" fmla="*/ 229870 h 229870"/>
                <a:gd name="csX8" fmla="*/ 0 w 1653525"/>
                <a:gd name="csY8" fmla="*/ 0 h 2298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653525" h="229870" extrusionOk="0">
                  <a:moveTo>
                    <a:pt x="0" y="0"/>
                  </a:moveTo>
                  <a:cubicBezTo>
                    <a:pt x="213748" y="-65192"/>
                    <a:pt x="374529" y="54613"/>
                    <a:pt x="584246" y="0"/>
                  </a:cubicBezTo>
                  <a:cubicBezTo>
                    <a:pt x="793963" y="-54613"/>
                    <a:pt x="871126" y="37855"/>
                    <a:pt x="1102350" y="0"/>
                  </a:cubicBezTo>
                  <a:cubicBezTo>
                    <a:pt x="1333574" y="-37855"/>
                    <a:pt x="1451374" y="9815"/>
                    <a:pt x="1653525" y="0"/>
                  </a:cubicBezTo>
                  <a:cubicBezTo>
                    <a:pt x="1679371" y="75928"/>
                    <a:pt x="1641165" y="147139"/>
                    <a:pt x="1653525" y="229870"/>
                  </a:cubicBezTo>
                  <a:cubicBezTo>
                    <a:pt x="1445160" y="247266"/>
                    <a:pt x="1369440" y="214919"/>
                    <a:pt x="1118885" y="229870"/>
                  </a:cubicBezTo>
                  <a:cubicBezTo>
                    <a:pt x="868330" y="244821"/>
                    <a:pt x="655208" y="206159"/>
                    <a:pt x="534640" y="229870"/>
                  </a:cubicBezTo>
                  <a:cubicBezTo>
                    <a:pt x="414072" y="253581"/>
                    <a:pt x="122630" y="170929"/>
                    <a:pt x="0" y="229870"/>
                  </a:cubicBezTo>
                  <a:cubicBezTo>
                    <a:pt x="-25186" y="173130"/>
                    <a:pt x="13502" y="91943"/>
                    <a:pt x="0" y="0"/>
                  </a:cubicBezTo>
                  <a:close/>
                </a:path>
              </a:pathLst>
            </a:custGeom>
            <a:noFill/>
            <a:ln w="28575">
              <a:solidFill>
                <a:srgbClr val="358F6C"/>
              </a:solidFill>
              <a:prstDash val="sysDash"/>
              <a:extLst>
                <a:ext uri="{C807C97D-BFC1-408E-A445-0C87EB9F89A2}">
                  <ask:lineSketchStyleProps xmlns:ask="http://schemas.microsoft.com/office/drawing/2018/sketchyshapes" sd="3359201351">
                    <a:prstGeom prst="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noProof="0" dirty="0"/>
            </a:p>
          </p:txBody>
        </p:sp>
      </p:grpSp>
      <p:cxnSp>
        <p:nvCxnSpPr>
          <p:cNvPr id="30" name="Connecteur : en angle 29">
            <a:extLst>
              <a:ext uri="{FF2B5EF4-FFF2-40B4-BE49-F238E27FC236}">
                <a16:creationId xmlns:a16="http://schemas.microsoft.com/office/drawing/2014/main" id="{B48DF9FB-C271-0EE9-E244-A13BC2BAE1F1}"/>
              </a:ext>
            </a:extLst>
          </p:cNvPr>
          <p:cNvCxnSpPr>
            <a:cxnSpLocks/>
            <a:stCxn id="28" idx="3"/>
            <a:endCxn id="54" idx="1"/>
          </p:cNvCxnSpPr>
          <p:nvPr/>
        </p:nvCxnSpPr>
        <p:spPr>
          <a:xfrm flipV="1">
            <a:off x="3974772" y="3707131"/>
            <a:ext cx="1176222" cy="149031"/>
          </a:xfrm>
          <a:prstGeom prst="bentConnector3">
            <a:avLst>
              <a:gd name="adj1" fmla="val 50000"/>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52" name="Groupe 51">
            <a:extLst>
              <a:ext uri="{FF2B5EF4-FFF2-40B4-BE49-F238E27FC236}">
                <a16:creationId xmlns:a16="http://schemas.microsoft.com/office/drawing/2014/main" id="{9B23CCB7-E89C-D4DC-DF53-E6EB7643BB63}"/>
              </a:ext>
            </a:extLst>
          </p:cNvPr>
          <p:cNvGrpSpPr/>
          <p:nvPr/>
        </p:nvGrpSpPr>
        <p:grpSpPr>
          <a:xfrm>
            <a:off x="5150985" y="1160744"/>
            <a:ext cx="2811374" cy="5092774"/>
            <a:chOff x="9501895" y="1909944"/>
            <a:chExt cx="2388093" cy="4271390"/>
          </a:xfrm>
        </p:grpSpPr>
        <p:sp>
          <p:nvSpPr>
            <p:cNvPr id="54" name="Rectangle : coins arrondis 53">
              <a:extLst>
                <a:ext uri="{FF2B5EF4-FFF2-40B4-BE49-F238E27FC236}">
                  <a16:creationId xmlns:a16="http://schemas.microsoft.com/office/drawing/2014/main" id="{F4F8FE28-02E9-342E-B15A-C6D6BD1E56FB}"/>
                </a:ext>
              </a:extLst>
            </p:cNvPr>
            <p:cNvSpPr/>
            <p:nvPr/>
          </p:nvSpPr>
          <p:spPr>
            <a:xfrm>
              <a:off x="9501903" y="1909944"/>
              <a:ext cx="2388085" cy="4271390"/>
            </a:xfrm>
            <a:prstGeom prst="roundRect">
              <a:avLst>
                <a:gd name="adj" fmla="val 2728"/>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Statistiques</a:t>
              </a:r>
            </a:p>
            <a:p>
              <a:r>
                <a:rPr lang="fr-FR" sz="1200" noProof="0" dirty="0">
                  <a:solidFill>
                    <a:schemeClr val="tx1">
                      <a:lumMod val="85000"/>
                      <a:lumOff val="15000"/>
                    </a:schemeClr>
                  </a:solidFill>
                  <a:latin typeface="Barlow" panose="00000500000000000000" pitchFamily="2" charset="0"/>
                  <a:cs typeface="Segoe UI" panose="020B0502040204020203" pitchFamily="34" charset="0"/>
                </a:rPr>
                <a:t>Pour le groupe</a:t>
              </a:r>
            </a:p>
          </p:txBody>
        </p:sp>
        <p:cxnSp>
          <p:nvCxnSpPr>
            <p:cNvPr id="55" name="Connecteur droit 54">
              <a:extLst>
                <a:ext uri="{FF2B5EF4-FFF2-40B4-BE49-F238E27FC236}">
                  <a16:creationId xmlns:a16="http://schemas.microsoft.com/office/drawing/2014/main" id="{B3C25061-083C-10CB-1DED-45FEFEE96B8A}"/>
                </a:ext>
              </a:extLst>
            </p:cNvPr>
            <p:cNvCxnSpPr>
              <a:cxnSpLocks/>
            </p:cNvCxnSpPr>
            <p:nvPr/>
          </p:nvCxnSpPr>
          <p:spPr>
            <a:xfrm>
              <a:off x="9501895" y="1932893"/>
              <a:ext cx="0" cy="4248441"/>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53" name="Groupe 52">
            <a:extLst>
              <a:ext uri="{FF2B5EF4-FFF2-40B4-BE49-F238E27FC236}">
                <a16:creationId xmlns:a16="http://schemas.microsoft.com/office/drawing/2014/main" id="{855F8B43-43CE-15A9-EBB3-622AF9D36038}"/>
              </a:ext>
            </a:extLst>
          </p:cNvPr>
          <p:cNvGrpSpPr/>
          <p:nvPr/>
        </p:nvGrpSpPr>
        <p:grpSpPr>
          <a:xfrm>
            <a:off x="8851657" y="896544"/>
            <a:ext cx="3119988" cy="4365515"/>
            <a:chOff x="8902805" y="1397030"/>
            <a:chExt cx="3119988" cy="4365515"/>
          </a:xfrm>
        </p:grpSpPr>
        <p:grpSp>
          <p:nvGrpSpPr>
            <p:cNvPr id="40" name="Groupe 39">
              <a:extLst>
                <a:ext uri="{FF2B5EF4-FFF2-40B4-BE49-F238E27FC236}">
                  <a16:creationId xmlns:a16="http://schemas.microsoft.com/office/drawing/2014/main" id="{6E2D5631-898D-7747-EBFD-5FFB41F348B8}"/>
                </a:ext>
              </a:extLst>
            </p:cNvPr>
            <p:cNvGrpSpPr/>
            <p:nvPr/>
          </p:nvGrpSpPr>
          <p:grpSpPr>
            <a:xfrm>
              <a:off x="8902805" y="1397030"/>
              <a:ext cx="2659827" cy="4365515"/>
              <a:chOff x="9501895" y="1909944"/>
              <a:chExt cx="2388093" cy="4271390"/>
            </a:xfrm>
          </p:grpSpPr>
          <p:sp>
            <p:nvSpPr>
              <p:cNvPr id="41" name="Rectangle : coins arrondis 40">
                <a:extLst>
                  <a:ext uri="{FF2B5EF4-FFF2-40B4-BE49-F238E27FC236}">
                    <a16:creationId xmlns:a16="http://schemas.microsoft.com/office/drawing/2014/main" id="{DB1D8DCE-B40F-0256-EABB-620CEE6FF4E7}"/>
                  </a:ext>
                </a:extLst>
              </p:cNvPr>
              <p:cNvSpPr/>
              <p:nvPr/>
            </p:nvSpPr>
            <p:spPr>
              <a:xfrm>
                <a:off x="9501903" y="1909944"/>
                <a:ext cx="2388085" cy="4271390"/>
              </a:xfrm>
              <a:prstGeom prst="roundRect">
                <a:avLst>
                  <a:gd name="adj" fmla="val 2728"/>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Statistiques individuelles</a:t>
                </a:r>
              </a:p>
              <a:p>
                <a:r>
                  <a:rPr lang="fr-FR" sz="1200" noProof="0" dirty="0">
                    <a:solidFill>
                      <a:schemeClr val="tx1">
                        <a:lumMod val="85000"/>
                        <a:lumOff val="15000"/>
                      </a:schemeClr>
                    </a:solidFill>
                    <a:latin typeface="Barlow" panose="00000500000000000000" pitchFamily="2" charset="0"/>
                    <a:cs typeface="Segoe UI" panose="020B0502040204020203" pitchFamily="34" charset="0"/>
                  </a:rPr>
                  <a:t>Pour un judoka du groupe</a:t>
                </a:r>
              </a:p>
            </p:txBody>
          </p:sp>
          <p:cxnSp>
            <p:nvCxnSpPr>
              <p:cNvPr id="42" name="Connecteur droit 41">
                <a:extLst>
                  <a:ext uri="{FF2B5EF4-FFF2-40B4-BE49-F238E27FC236}">
                    <a16:creationId xmlns:a16="http://schemas.microsoft.com/office/drawing/2014/main" id="{EC715F75-778F-4D4C-3933-77F7790378FA}"/>
                  </a:ext>
                </a:extLst>
              </p:cNvPr>
              <p:cNvCxnSpPr>
                <a:cxnSpLocks/>
              </p:cNvCxnSpPr>
              <p:nvPr/>
            </p:nvCxnSpPr>
            <p:spPr>
              <a:xfrm>
                <a:off x="9501895" y="1932893"/>
                <a:ext cx="0" cy="4248441"/>
              </a:xfrm>
              <a:prstGeom prst="lin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grpSp>
        <p:pic>
          <p:nvPicPr>
            <p:cNvPr id="37" name="Image 36">
              <a:extLst>
                <a:ext uri="{FF2B5EF4-FFF2-40B4-BE49-F238E27FC236}">
                  <a16:creationId xmlns:a16="http://schemas.microsoft.com/office/drawing/2014/main" id="{0E6AC0B0-3EEE-C806-9A55-BE76A668E945}"/>
                </a:ext>
              </a:extLst>
            </p:cNvPr>
            <p:cNvPicPr>
              <a:picLocks noChangeAspect="1"/>
            </p:cNvPicPr>
            <p:nvPr/>
          </p:nvPicPr>
          <p:blipFill>
            <a:blip r:embed="rId4"/>
            <a:stretch>
              <a:fillRect/>
            </a:stretch>
          </p:blipFill>
          <p:spPr>
            <a:xfrm>
              <a:off x="9096978" y="1970199"/>
              <a:ext cx="2243609" cy="3664255"/>
            </a:xfrm>
            <a:prstGeom prst="rect">
              <a:avLst/>
            </a:prstGeom>
            <a:ln>
              <a:noFill/>
            </a:ln>
            <a:effectLst>
              <a:outerShdw blurRad="190500" algn="tl" rotWithShape="0">
                <a:srgbClr val="000000">
                  <a:alpha val="70000"/>
                </a:srgbClr>
              </a:outerShdw>
            </a:effectLst>
          </p:spPr>
        </p:pic>
        <p:sp>
          <p:nvSpPr>
            <p:cNvPr id="72" name="Rectangle 71">
              <a:extLst>
                <a:ext uri="{FF2B5EF4-FFF2-40B4-BE49-F238E27FC236}">
                  <a16:creationId xmlns:a16="http://schemas.microsoft.com/office/drawing/2014/main" id="{D83EF490-0976-CAEE-8964-47C40C44F45E}"/>
                </a:ext>
              </a:extLst>
            </p:cNvPr>
            <p:cNvSpPr/>
            <p:nvPr/>
          </p:nvSpPr>
          <p:spPr>
            <a:xfrm>
              <a:off x="11149584" y="1993498"/>
              <a:ext cx="191592" cy="204395"/>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latin typeface="Barlow" panose="00000500000000000000" pitchFamily="2" charset="0"/>
              </a:endParaRPr>
            </a:p>
          </p:txBody>
        </p:sp>
        <p:sp>
          <p:nvSpPr>
            <p:cNvPr id="73" name="Ellipse 72">
              <a:extLst>
                <a:ext uri="{FF2B5EF4-FFF2-40B4-BE49-F238E27FC236}">
                  <a16:creationId xmlns:a16="http://schemas.microsoft.com/office/drawing/2014/main" id="{6D21A26D-DD0B-948A-ED63-7C17290AD60F}"/>
                </a:ext>
              </a:extLst>
            </p:cNvPr>
            <p:cNvSpPr>
              <a:spLocks noChangeAspect="1"/>
            </p:cNvSpPr>
            <p:nvPr/>
          </p:nvSpPr>
          <p:spPr>
            <a:xfrm>
              <a:off x="11734793" y="1951332"/>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dirty="0">
                  <a:latin typeface="Barlow" panose="00000500000000000000" pitchFamily="2" charset="0"/>
                </a:rPr>
                <a:t>2</a:t>
              </a:r>
              <a:endParaRPr lang="fr-FR" sz="1600" b="1" noProof="0" dirty="0">
                <a:latin typeface="Barlow" panose="00000500000000000000" pitchFamily="2" charset="0"/>
              </a:endParaRPr>
            </a:p>
          </p:txBody>
        </p:sp>
        <p:cxnSp>
          <p:nvCxnSpPr>
            <p:cNvPr id="74" name="Connecteur droit avec flèche 73">
              <a:extLst>
                <a:ext uri="{FF2B5EF4-FFF2-40B4-BE49-F238E27FC236}">
                  <a16:creationId xmlns:a16="http://schemas.microsoft.com/office/drawing/2014/main" id="{083022FE-2FA1-EC44-78C2-FEEED0ACF802}"/>
                </a:ext>
              </a:extLst>
            </p:cNvPr>
            <p:cNvCxnSpPr>
              <a:cxnSpLocks/>
              <a:stCxn id="73" idx="2"/>
              <a:endCxn id="72" idx="3"/>
            </p:cNvCxnSpPr>
            <p:nvPr/>
          </p:nvCxnSpPr>
          <p:spPr>
            <a:xfrm flipH="1">
              <a:off x="11341176" y="2095332"/>
              <a:ext cx="393617" cy="364"/>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pic>
        <p:nvPicPr>
          <p:cNvPr id="5" name="Image 4">
            <a:extLst>
              <a:ext uri="{FF2B5EF4-FFF2-40B4-BE49-F238E27FC236}">
                <a16:creationId xmlns:a16="http://schemas.microsoft.com/office/drawing/2014/main" id="{88291277-0E76-5028-2075-1EB0525E4CBB}"/>
              </a:ext>
            </a:extLst>
          </p:cNvPr>
          <p:cNvPicPr>
            <a:picLocks noChangeAspect="1"/>
          </p:cNvPicPr>
          <p:nvPr/>
        </p:nvPicPr>
        <p:blipFill>
          <a:blip r:embed="rId5"/>
          <a:stretch>
            <a:fillRect/>
          </a:stretch>
        </p:blipFill>
        <p:spPr>
          <a:xfrm>
            <a:off x="5314739" y="1799128"/>
            <a:ext cx="2466988" cy="4209267"/>
          </a:xfrm>
          <a:prstGeom prst="rect">
            <a:avLst/>
          </a:prstGeom>
          <a:ln>
            <a:noFill/>
          </a:ln>
          <a:effectLst>
            <a:outerShdw blurRad="190500" algn="tl" rotWithShape="0">
              <a:srgbClr val="000000">
                <a:alpha val="70000"/>
              </a:srgbClr>
            </a:outerShdw>
          </a:effectLst>
        </p:spPr>
      </p:pic>
      <p:sp>
        <p:nvSpPr>
          <p:cNvPr id="38" name="Rectangle 37">
            <a:extLst>
              <a:ext uri="{FF2B5EF4-FFF2-40B4-BE49-F238E27FC236}">
                <a16:creationId xmlns:a16="http://schemas.microsoft.com/office/drawing/2014/main" id="{34129C01-7C7C-58CA-142B-820513DBAAA1}"/>
              </a:ext>
            </a:extLst>
          </p:cNvPr>
          <p:cNvSpPr/>
          <p:nvPr/>
        </p:nvSpPr>
        <p:spPr>
          <a:xfrm>
            <a:off x="5366220" y="5743575"/>
            <a:ext cx="2401418" cy="280988"/>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cxnSp>
        <p:nvCxnSpPr>
          <p:cNvPr id="39" name="Connecteur : en angle 38">
            <a:extLst>
              <a:ext uri="{FF2B5EF4-FFF2-40B4-BE49-F238E27FC236}">
                <a16:creationId xmlns:a16="http://schemas.microsoft.com/office/drawing/2014/main" id="{36FF4411-DDB6-3BE6-6F0A-2BFA86E6352C}"/>
              </a:ext>
            </a:extLst>
          </p:cNvPr>
          <p:cNvCxnSpPr>
            <a:cxnSpLocks/>
            <a:stCxn id="38" idx="3"/>
            <a:endCxn id="41" idx="1"/>
          </p:cNvCxnSpPr>
          <p:nvPr/>
        </p:nvCxnSpPr>
        <p:spPr>
          <a:xfrm flipV="1">
            <a:off x="7767638" y="3079302"/>
            <a:ext cx="1084028" cy="2804767"/>
          </a:xfrm>
          <a:prstGeom prst="bentConnector3">
            <a:avLst>
              <a:gd name="adj1" fmla="val 50000"/>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D1D15CE4-59B1-EE9F-1266-1B39D1E0D2F6}"/>
              </a:ext>
            </a:extLst>
          </p:cNvPr>
          <p:cNvSpPr/>
          <p:nvPr/>
        </p:nvSpPr>
        <p:spPr>
          <a:xfrm>
            <a:off x="7330354" y="2405222"/>
            <a:ext cx="191592" cy="204395"/>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latin typeface="Barlow" panose="00000500000000000000" pitchFamily="2" charset="0"/>
            </a:endParaRPr>
          </a:p>
        </p:txBody>
      </p:sp>
      <p:sp>
        <p:nvSpPr>
          <p:cNvPr id="9" name="Ellipse 8">
            <a:extLst>
              <a:ext uri="{FF2B5EF4-FFF2-40B4-BE49-F238E27FC236}">
                <a16:creationId xmlns:a16="http://schemas.microsoft.com/office/drawing/2014/main" id="{EDDBE760-651A-2CE3-DA65-60FB61EF4305}"/>
              </a:ext>
            </a:extLst>
          </p:cNvPr>
          <p:cNvSpPr>
            <a:spLocks noChangeAspect="1"/>
          </p:cNvSpPr>
          <p:nvPr/>
        </p:nvSpPr>
        <p:spPr>
          <a:xfrm>
            <a:off x="8080204" y="2356137"/>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dirty="0">
                <a:latin typeface="Barlow" panose="00000500000000000000" pitchFamily="2" charset="0"/>
              </a:rPr>
              <a:t>1</a:t>
            </a:r>
            <a:endParaRPr lang="fr-FR" sz="1600" b="1" noProof="0" dirty="0">
              <a:latin typeface="Barlow" panose="00000500000000000000" pitchFamily="2" charset="0"/>
            </a:endParaRPr>
          </a:p>
        </p:txBody>
      </p:sp>
      <p:cxnSp>
        <p:nvCxnSpPr>
          <p:cNvPr id="10" name="Connecteur droit avec flèche 9">
            <a:extLst>
              <a:ext uri="{FF2B5EF4-FFF2-40B4-BE49-F238E27FC236}">
                <a16:creationId xmlns:a16="http://schemas.microsoft.com/office/drawing/2014/main" id="{AA096070-7714-C9F8-9D03-BDC63A72F1BA}"/>
              </a:ext>
            </a:extLst>
          </p:cNvPr>
          <p:cNvCxnSpPr>
            <a:cxnSpLocks/>
            <a:stCxn id="9" idx="2"/>
            <a:endCxn id="8" idx="3"/>
          </p:cNvCxnSpPr>
          <p:nvPr/>
        </p:nvCxnSpPr>
        <p:spPr>
          <a:xfrm flipH="1">
            <a:off x="7521946" y="2500137"/>
            <a:ext cx="558258" cy="7283"/>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26" name="Groupe 25">
            <a:extLst>
              <a:ext uri="{FF2B5EF4-FFF2-40B4-BE49-F238E27FC236}">
                <a16:creationId xmlns:a16="http://schemas.microsoft.com/office/drawing/2014/main" id="{257769CE-AD21-33A4-CAB9-395B48FB2EE9}"/>
              </a:ext>
            </a:extLst>
          </p:cNvPr>
          <p:cNvGrpSpPr/>
          <p:nvPr/>
        </p:nvGrpSpPr>
        <p:grpSpPr>
          <a:xfrm>
            <a:off x="8609939" y="6080774"/>
            <a:ext cx="3249375" cy="360000"/>
            <a:chOff x="1076957" y="5514260"/>
            <a:chExt cx="3249375" cy="360000"/>
          </a:xfrm>
        </p:grpSpPr>
        <p:sp>
          <p:nvSpPr>
            <p:cNvPr id="27" name="Rectangle : coins arrondis 26">
              <a:extLst>
                <a:ext uri="{FF2B5EF4-FFF2-40B4-BE49-F238E27FC236}">
                  <a16:creationId xmlns:a16="http://schemas.microsoft.com/office/drawing/2014/main" id="{011B9A1F-4632-766F-3EF4-B6FAED539819}"/>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9" name="Rectangle : coins arrondis 28">
              <a:extLst>
                <a:ext uri="{FF2B5EF4-FFF2-40B4-BE49-F238E27FC236}">
                  <a16:creationId xmlns:a16="http://schemas.microsoft.com/office/drawing/2014/main" id="{07436CCC-C413-E13F-533F-0D1337E8D528}"/>
                </a:ext>
              </a:extLst>
            </p:cNvPr>
            <p:cNvSpPr/>
            <p:nvPr/>
          </p:nvSpPr>
          <p:spPr>
            <a:xfrm>
              <a:off x="1410332" y="5515015"/>
              <a:ext cx="2916000"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Fermer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Ferme l’affichage individuel.</a:t>
              </a:r>
            </a:p>
          </p:txBody>
        </p:sp>
        <p:cxnSp>
          <p:nvCxnSpPr>
            <p:cNvPr id="31" name="Connecteur droit 30">
              <a:extLst>
                <a:ext uri="{FF2B5EF4-FFF2-40B4-BE49-F238E27FC236}">
                  <a16:creationId xmlns:a16="http://schemas.microsoft.com/office/drawing/2014/main" id="{A869CBDD-2E40-D47C-A4F5-4479B5DE2E07}"/>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35" name="Ellipse 34">
              <a:extLst>
                <a:ext uri="{FF2B5EF4-FFF2-40B4-BE49-F238E27FC236}">
                  <a16:creationId xmlns:a16="http://schemas.microsoft.com/office/drawing/2014/main" id="{B07E9722-2A17-8977-7EFF-9E8A770E07FF}"/>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dirty="0"/>
                <a:t>2</a:t>
              </a:r>
              <a:endParaRPr lang="fr-FR" sz="1600" b="1" noProof="0" dirty="0"/>
            </a:p>
          </p:txBody>
        </p:sp>
      </p:grpSp>
      <p:grpSp>
        <p:nvGrpSpPr>
          <p:cNvPr id="36" name="Groupe 35">
            <a:extLst>
              <a:ext uri="{FF2B5EF4-FFF2-40B4-BE49-F238E27FC236}">
                <a16:creationId xmlns:a16="http://schemas.microsoft.com/office/drawing/2014/main" id="{3A46AFB9-40FA-5CA2-0525-50435B0408E0}"/>
              </a:ext>
            </a:extLst>
          </p:cNvPr>
          <p:cNvGrpSpPr/>
          <p:nvPr/>
        </p:nvGrpSpPr>
        <p:grpSpPr>
          <a:xfrm>
            <a:off x="8609939" y="5413077"/>
            <a:ext cx="3249373" cy="557747"/>
            <a:chOff x="6718452" y="1719483"/>
            <a:chExt cx="3249373" cy="557747"/>
          </a:xfrm>
        </p:grpSpPr>
        <p:grpSp>
          <p:nvGrpSpPr>
            <p:cNvPr id="43" name="Groupe 42">
              <a:extLst>
                <a:ext uri="{FF2B5EF4-FFF2-40B4-BE49-F238E27FC236}">
                  <a16:creationId xmlns:a16="http://schemas.microsoft.com/office/drawing/2014/main" id="{BADB6082-27EE-D496-76D7-49D8DEDDA2BD}"/>
                </a:ext>
              </a:extLst>
            </p:cNvPr>
            <p:cNvGrpSpPr/>
            <p:nvPr/>
          </p:nvGrpSpPr>
          <p:grpSpPr>
            <a:xfrm>
              <a:off x="6718452" y="1719483"/>
              <a:ext cx="3249373" cy="557747"/>
              <a:chOff x="5346700" y="1873408"/>
              <a:chExt cx="3249373" cy="557747"/>
            </a:xfrm>
          </p:grpSpPr>
          <p:sp>
            <p:nvSpPr>
              <p:cNvPr id="45" name="Rectangle : coins arrondis 44">
                <a:extLst>
                  <a:ext uri="{FF2B5EF4-FFF2-40B4-BE49-F238E27FC236}">
                    <a16:creationId xmlns:a16="http://schemas.microsoft.com/office/drawing/2014/main" id="{363EEACF-3B12-9BCB-74E5-4CF0FE45543F}"/>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51" name="Rectangle : coins arrondis 50">
                <a:extLst>
                  <a:ext uri="{FF2B5EF4-FFF2-40B4-BE49-F238E27FC236}">
                    <a16:creationId xmlns:a16="http://schemas.microsoft.com/office/drawing/2014/main" id="{80AA6AC2-C4D1-5B51-C0C4-9292E9B86F6C}"/>
                  </a:ext>
                </a:extLst>
              </p:cNvPr>
              <p:cNvSpPr/>
              <p:nvPr/>
            </p:nvSpPr>
            <p:spPr>
              <a:xfrm>
                <a:off x="5680076" y="1876755"/>
                <a:ext cx="2915997"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dirty="0">
                    <a:solidFill>
                      <a:schemeClr val="tx1">
                        <a:lumMod val="85000"/>
                        <a:lumOff val="15000"/>
                      </a:schemeClr>
                    </a:solidFill>
                    <a:latin typeface="Barlow" panose="00000500000000000000" pitchFamily="2" charset="0"/>
                    <a:cs typeface="Segoe UI" panose="020B0502040204020203" pitchFamily="34" charset="0"/>
                  </a:rPr>
                  <a:t>Raccourci : </a:t>
                </a:r>
                <a:r>
                  <a:rPr lang="fr-FR" sz="1200" dirty="0">
                    <a:solidFill>
                      <a:schemeClr val="tx1">
                        <a:lumMod val="85000"/>
                        <a:lumOff val="15000"/>
                      </a:schemeClr>
                    </a:solidFill>
                    <a:latin typeface="Barlow" panose="00000500000000000000" pitchFamily="2" charset="0"/>
                    <a:cs typeface="Segoe UI" panose="020B0502040204020203" pitchFamily="34" charset="0"/>
                  </a:rPr>
                  <a:t>Accéder aux engagements du groupe.</a:t>
                </a:r>
              </a:p>
            </p:txBody>
          </p:sp>
          <p:cxnSp>
            <p:nvCxnSpPr>
              <p:cNvPr id="57" name="Connecteur droit 56">
                <a:extLst>
                  <a:ext uri="{FF2B5EF4-FFF2-40B4-BE49-F238E27FC236}">
                    <a16:creationId xmlns:a16="http://schemas.microsoft.com/office/drawing/2014/main" id="{1710A1E7-8CDC-E470-2595-1B21A8B0508B}"/>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44" name="Ellipse 43">
              <a:extLst>
                <a:ext uri="{FF2B5EF4-FFF2-40B4-BE49-F238E27FC236}">
                  <a16:creationId xmlns:a16="http://schemas.microsoft.com/office/drawing/2014/main" id="{4274863B-3FB3-622F-EFF5-A9EC5217DDB4}"/>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1</a:t>
              </a:r>
              <a:endParaRPr lang="fr-FR" sz="1600" b="1" noProof="0" dirty="0"/>
            </a:p>
          </p:txBody>
        </p:sp>
      </p:grpSp>
    </p:spTree>
    <p:extLst>
      <p:ext uri="{BB962C8B-B14F-4D97-AF65-F5344CB8AC3E}">
        <p14:creationId xmlns:p14="http://schemas.microsoft.com/office/powerpoint/2010/main" val="7626082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198829-35EB-6A46-EBAA-6A582DAFE970}"/>
              </a:ext>
            </a:extLst>
          </p:cNvPr>
          <p:cNvSpPr>
            <a:spLocks noGrp="1"/>
          </p:cNvSpPr>
          <p:nvPr>
            <p:ph type="title"/>
          </p:nvPr>
        </p:nvSpPr>
        <p:spPr/>
        <p:txBody>
          <a:bodyPr/>
          <a:lstStyle/>
          <a:p>
            <a:r>
              <a:rPr lang="fr-FR" noProof="0" dirty="0"/>
              <a:t>Plan du Site utilisateur – Chambre d’appel</a:t>
            </a:r>
          </a:p>
        </p:txBody>
      </p:sp>
      <p:sp>
        <p:nvSpPr>
          <p:cNvPr id="4" name="Espace réservé du texte 3">
            <a:extLst>
              <a:ext uri="{FF2B5EF4-FFF2-40B4-BE49-F238E27FC236}">
                <a16:creationId xmlns:a16="http://schemas.microsoft.com/office/drawing/2014/main" id="{55EE5942-743C-7FE0-DDCC-8AF825345982}"/>
              </a:ext>
            </a:extLst>
          </p:cNvPr>
          <p:cNvSpPr>
            <a:spLocks noGrp="1"/>
          </p:cNvSpPr>
          <p:nvPr>
            <p:ph type="body" sz="quarter" idx="15"/>
          </p:nvPr>
        </p:nvSpPr>
        <p:spPr/>
        <p:txBody>
          <a:bodyPr/>
          <a:lstStyle/>
          <a:p>
            <a:r>
              <a:rPr lang="fr-FR" noProof="0" dirty="0"/>
              <a:t>Annexe</a:t>
            </a:r>
          </a:p>
        </p:txBody>
      </p:sp>
      <p:grpSp>
        <p:nvGrpSpPr>
          <p:cNvPr id="29" name="Groupe 28">
            <a:extLst>
              <a:ext uri="{FF2B5EF4-FFF2-40B4-BE49-F238E27FC236}">
                <a16:creationId xmlns:a16="http://schemas.microsoft.com/office/drawing/2014/main" id="{77563315-970E-DADC-3531-038305DAF1D3}"/>
              </a:ext>
            </a:extLst>
          </p:cNvPr>
          <p:cNvGrpSpPr/>
          <p:nvPr/>
        </p:nvGrpSpPr>
        <p:grpSpPr>
          <a:xfrm>
            <a:off x="209540" y="2114671"/>
            <a:ext cx="3429376" cy="360000"/>
            <a:chOff x="5346700" y="1891328"/>
            <a:chExt cx="3429376" cy="360000"/>
          </a:xfrm>
        </p:grpSpPr>
        <p:sp>
          <p:nvSpPr>
            <p:cNvPr id="30" name="Rectangle : coins arrondis 29">
              <a:extLst>
                <a:ext uri="{FF2B5EF4-FFF2-40B4-BE49-F238E27FC236}">
                  <a16:creationId xmlns:a16="http://schemas.microsoft.com/office/drawing/2014/main" id="{16EECE8A-613C-469A-6E4E-192B71454739}"/>
                </a:ext>
              </a:extLst>
            </p:cNvPr>
            <p:cNvSpPr/>
            <p:nvPr/>
          </p:nvSpPr>
          <p:spPr>
            <a:xfrm>
              <a:off x="5346701" y="1891328"/>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31" name="Rectangle : coins arrondis 30">
              <a:extLst>
                <a:ext uri="{FF2B5EF4-FFF2-40B4-BE49-F238E27FC236}">
                  <a16:creationId xmlns:a16="http://schemas.microsoft.com/office/drawing/2014/main" id="{2A9B25D8-E88D-4C73-03A3-F93BC8611CB2}"/>
                </a:ext>
              </a:extLst>
            </p:cNvPr>
            <p:cNvSpPr/>
            <p:nvPr/>
          </p:nvSpPr>
          <p:spPr>
            <a:xfrm>
              <a:off x="5680076" y="1891328"/>
              <a:ext cx="3096000"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Numéro du combat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selon l’ordre de déroulement du tapis.</a:t>
              </a:r>
            </a:p>
          </p:txBody>
        </p:sp>
        <p:sp>
          <p:nvSpPr>
            <p:cNvPr id="32" name="Rectangle 31">
              <a:extLst>
                <a:ext uri="{FF2B5EF4-FFF2-40B4-BE49-F238E27FC236}">
                  <a16:creationId xmlns:a16="http://schemas.microsoft.com/office/drawing/2014/main" id="{E2AD8264-BB64-FE16-F675-22E2B8B57EF9}"/>
                </a:ext>
              </a:extLst>
            </p:cNvPr>
            <p:cNvSpPr>
              <a:spLocks noChangeAspect="1"/>
            </p:cNvSpPr>
            <p:nvPr/>
          </p:nvSpPr>
          <p:spPr>
            <a:xfrm>
              <a:off x="5408816" y="1927328"/>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33" name="Connecteur droit 32">
              <a:extLst>
                <a:ext uri="{FF2B5EF4-FFF2-40B4-BE49-F238E27FC236}">
                  <a16:creationId xmlns:a16="http://schemas.microsoft.com/office/drawing/2014/main" id="{23240398-C7A8-BF0A-5ACC-70C2C13E7160}"/>
                </a:ext>
              </a:extLst>
            </p:cNvPr>
            <p:cNvCxnSpPr>
              <a:cxnSpLocks/>
            </p:cNvCxnSpPr>
            <p:nvPr/>
          </p:nvCxnSpPr>
          <p:spPr>
            <a:xfrm>
              <a:off x="5346700" y="1891328"/>
              <a:ext cx="0" cy="36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40" name="Groupe 39">
            <a:extLst>
              <a:ext uri="{FF2B5EF4-FFF2-40B4-BE49-F238E27FC236}">
                <a16:creationId xmlns:a16="http://schemas.microsoft.com/office/drawing/2014/main" id="{1A740E1E-4199-4CEE-9564-F498D60141D1}"/>
              </a:ext>
            </a:extLst>
          </p:cNvPr>
          <p:cNvGrpSpPr/>
          <p:nvPr/>
        </p:nvGrpSpPr>
        <p:grpSpPr>
          <a:xfrm>
            <a:off x="209540" y="2791305"/>
            <a:ext cx="3429376" cy="360000"/>
            <a:chOff x="5346700" y="1891328"/>
            <a:chExt cx="3429376" cy="360000"/>
          </a:xfrm>
        </p:grpSpPr>
        <p:sp>
          <p:nvSpPr>
            <p:cNvPr id="41" name="Rectangle : coins arrondis 40">
              <a:extLst>
                <a:ext uri="{FF2B5EF4-FFF2-40B4-BE49-F238E27FC236}">
                  <a16:creationId xmlns:a16="http://schemas.microsoft.com/office/drawing/2014/main" id="{C9F68D1C-AFFD-2DD0-6235-AD7DD9F966FF}"/>
                </a:ext>
              </a:extLst>
            </p:cNvPr>
            <p:cNvSpPr/>
            <p:nvPr/>
          </p:nvSpPr>
          <p:spPr>
            <a:xfrm>
              <a:off x="5346701" y="1891328"/>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42" name="Rectangle : coins arrondis 41">
              <a:extLst>
                <a:ext uri="{FF2B5EF4-FFF2-40B4-BE49-F238E27FC236}">
                  <a16:creationId xmlns:a16="http://schemas.microsoft.com/office/drawing/2014/main" id="{2F9BABCC-8920-6AA1-DE80-1CB65395B11B}"/>
                </a:ext>
              </a:extLst>
            </p:cNvPr>
            <p:cNvSpPr/>
            <p:nvPr/>
          </p:nvSpPr>
          <p:spPr>
            <a:xfrm>
              <a:off x="5680076" y="1891328"/>
              <a:ext cx="3096000"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Chronomètre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Déroule le temps d’affichage de la page.</a:t>
              </a:r>
            </a:p>
          </p:txBody>
        </p:sp>
        <p:sp>
          <p:nvSpPr>
            <p:cNvPr id="43" name="Rectangle 42">
              <a:extLst>
                <a:ext uri="{FF2B5EF4-FFF2-40B4-BE49-F238E27FC236}">
                  <a16:creationId xmlns:a16="http://schemas.microsoft.com/office/drawing/2014/main" id="{DC2B9C16-0008-6699-76D2-06EB5FDC7010}"/>
                </a:ext>
              </a:extLst>
            </p:cNvPr>
            <p:cNvSpPr>
              <a:spLocks noChangeAspect="1"/>
            </p:cNvSpPr>
            <p:nvPr/>
          </p:nvSpPr>
          <p:spPr>
            <a:xfrm>
              <a:off x="5408816" y="1927328"/>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44" name="Connecteur droit 43">
              <a:extLst>
                <a:ext uri="{FF2B5EF4-FFF2-40B4-BE49-F238E27FC236}">
                  <a16:creationId xmlns:a16="http://schemas.microsoft.com/office/drawing/2014/main" id="{62B50A2A-F9EA-3D42-0348-F91A46420A5D}"/>
                </a:ext>
              </a:extLst>
            </p:cNvPr>
            <p:cNvCxnSpPr>
              <a:cxnSpLocks/>
            </p:cNvCxnSpPr>
            <p:nvPr/>
          </p:nvCxnSpPr>
          <p:spPr>
            <a:xfrm>
              <a:off x="5346700" y="1891328"/>
              <a:ext cx="0" cy="36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76" name="Groupe 75">
            <a:extLst>
              <a:ext uri="{FF2B5EF4-FFF2-40B4-BE49-F238E27FC236}">
                <a16:creationId xmlns:a16="http://schemas.microsoft.com/office/drawing/2014/main" id="{01FAD373-A3A7-2E3F-CA44-C8F0132E3756}"/>
              </a:ext>
            </a:extLst>
          </p:cNvPr>
          <p:cNvGrpSpPr/>
          <p:nvPr/>
        </p:nvGrpSpPr>
        <p:grpSpPr>
          <a:xfrm>
            <a:off x="209540" y="3467939"/>
            <a:ext cx="3429376" cy="360000"/>
            <a:chOff x="5346700" y="1891328"/>
            <a:chExt cx="3429376" cy="360000"/>
          </a:xfrm>
        </p:grpSpPr>
        <p:sp>
          <p:nvSpPr>
            <p:cNvPr id="77" name="Rectangle : coins arrondis 76">
              <a:extLst>
                <a:ext uri="{FF2B5EF4-FFF2-40B4-BE49-F238E27FC236}">
                  <a16:creationId xmlns:a16="http://schemas.microsoft.com/office/drawing/2014/main" id="{91A99C7D-369B-D6A1-18EA-22623CB97C87}"/>
                </a:ext>
              </a:extLst>
            </p:cNvPr>
            <p:cNvSpPr/>
            <p:nvPr/>
          </p:nvSpPr>
          <p:spPr>
            <a:xfrm>
              <a:off x="5346701" y="1891328"/>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78" name="Rectangle : coins arrondis 77">
              <a:extLst>
                <a:ext uri="{FF2B5EF4-FFF2-40B4-BE49-F238E27FC236}">
                  <a16:creationId xmlns:a16="http://schemas.microsoft.com/office/drawing/2014/main" id="{3B828B6A-9FD0-A307-D5F4-3AD9D5C3F56D}"/>
                </a:ext>
              </a:extLst>
            </p:cNvPr>
            <p:cNvSpPr/>
            <p:nvPr/>
          </p:nvSpPr>
          <p:spPr>
            <a:xfrm>
              <a:off x="5680076" y="1891328"/>
              <a:ext cx="3096000"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cap="all" noProof="0" dirty="0">
                  <a:solidFill>
                    <a:schemeClr val="tx1">
                      <a:lumMod val="85000"/>
                      <a:lumOff val="15000"/>
                    </a:schemeClr>
                  </a:solidFill>
                  <a:latin typeface="Barlow" panose="00000500000000000000" pitchFamily="2" charset="0"/>
                  <a:cs typeface="Segoe UI" panose="020B0502040204020203" pitchFamily="34" charset="0"/>
                </a:rPr>
                <a:t>é</a:t>
              </a:r>
              <a:r>
                <a:rPr lang="fr-FR" sz="1200" b="1" noProof="0" dirty="0">
                  <a:solidFill>
                    <a:schemeClr val="tx1">
                      <a:lumMod val="85000"/>
                      <a:lumOff val="15000"/>
                    </a:schemeClr>
                  </a:solidFill>
                  <a:latin typeface="Barlow" panose="00000500000000000000" pitchFamily="2" charset="0"/>
                  <a:cs typeface="Segoe UI" panose="020B0502040204020203" pitchFamily="34" charset="0"/>
                </a:rPr>
                <a:t>cran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Version et numéro de l’écran.</a:t>
              </a:r>
            </a:p>
          </p:txBody>
        </p:sp>
        <p:sp>
          <p:nvSpPr>
            <p:cNvPr id="79" name="Rectangle 78">
              <a:extLst>
                <a:ext uri="{FF2B5EF4-FFF2-40B4-BE49-F238E27FC236}">
                  <a16:creationId xmlns:a16="http://schemas.microsoft.com/office/drawing/2014/main" id="{41E6E100-C8DE-F0EB-2B38-262861EE4BF4}"/>
                </a:ext>
              </a:extLst>
            </p:cNvPr>
            <p:cNvSpPr>
              <a:spLocks noChangeAspect="1"/>
            </p:cNvSpPr>
            <p:nvPr/>
          </p:nvSpPr>
          <p:spPr>
            <a:xfrm>
              <a:off x="5408816" y="1927328"/>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C</a:t>
              </a:r>
            </a:p>
          </p:txBody>
        </p:sp>
        <p:cxnSp>
          <p:nvCxnSpPr>
            <p:cNvPr id="80" name="Connecteur droit 79">
              <a:extLst>
                <a:ext uri="{FF2B5EF4-FFF2-40B4-BE49-F238E27FC236}">
                  <a16:creationId xmlns:a16="http://schemas.microsoft.com/office/drawing/2014/main" id="{48A379D2-8457-B232-9161-5AA9101C938B}"/>
                </a:ext>
              </a:extLst>
            </p:cNvPr>
            <p:cNvCxnSpPr>
              <a:cxnSpLocks/>
            </p:cNvCxnSpPr>
            <p:nvPr/>
          </p:nvCxnSpPr>
          <p:spPr>
            <a:xfrm>
              <a:off x="5346700" y="1891328"/>
              <a:ext cx="0" cy="36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88" name="Groupe 87">
            <a:extLst>
              <a:ext uri="{FF2B5EF4-FFF2-40B4-BE49-F238E27FC236}">
                <a16:creationId xmlns:a16="http://schemas.microsoft.com/office/drawing/2014/main" id="{0D4C41EE-6AF5-AC0E-8E76-791D6181B304}"/>
              </a:ext>
            </a:extLst>
          </p:cNvPr>
          <p:cNvGrpSpPr/>
          <p:nvPr/>
        </p:nvGrpSpPr>
        <p:grpSpPr>
          <a:xfrm>
            <a:off x="1883649" y="5646496"/>
            <a:ext cx="3213376" cy="557747"/>
            <a:chOff x="5346700" y="1873408"/>
            <a:chExt cx="3213376" cy="557747"/>
          </a:xfrm>
        </p:grpSpPr>
        <p:sp>
          <p:nvSpPr>
            <p:cNvPr id="89" name="Rectangle : coins arrondis 88">
              <a:extLst>
                <a:ext uri="{FF2B5EF4-FFF2-40B4-BE49-F238E27FC236}">
                  <a16:creationId xmlns:a16="http://schemas.microsoft.com/office/drawing/2014/main" id="{A58E61F4-4E5D-03DD-4E86-403DDABFF044}"/>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90" name="Rectangle : coins arrondis 89">
              <a:extLst>
                <a:ext uri="{FF2B5EF4-FFF2-40B4-BE49-F238E27FC236}">
                  <a16:creationId xmlns:a16="http://schemas.microsoft.com/office/drawing/2014/main" id="{63A70E46-4B43-AB5A-4ABB-48A5E8A7D5E5}"/>
                </a:ext>
              </a:extLst>
            </p:cNvPr>
            <p:cNvSpPr/>
            <p:nvPr/>
          </p:nvSpPr>
          <p:spPr>
            <a:xfrm>
              <a:off x="5680076" y="1876755"/>
              <a:ext cx="2880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Optionnel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Selon l’orientation des tapis sélectionnée.</a:t>
              </a:r>
            </a:p>
          </p:txBody>
        </p:sp>
        <p:sp>
          <p:nvSpPr>
            <p:cNvPr id="91" name="Rectangle : coins arrondis 90">
              <a:extLst>
                <a:ext uri="{FF2B5EF4-FFF2-40B4-BE49-F238E27FC236}">
                  <a16:creationId xmlns:a16="http://schemas.microsoft.com/office/drawing/2014/main" id="{7D01DAF9-07E5-4AB5-2A07-56765ABDEB26}"/>
                </a:ext>
              </a:extLst>
            </p:cNvPr>
            <p:cNvSpPr>
              <a:spLocks noChangeAspect="1"/>
            </p:cNvSpPr>
            <p:nvPr/>
          </p:nvSpPr>
          <p:spPr>
            <a:xfrm>
              <a:off x="5408816" y="2010394"/>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92" name="Connecteur droit 91">
              <a:extLst>
                <a:ext uri="{FF2B5EF4-FFF2-40B4-BE49-F238E27FC236}">
                  <a16:creationId xmlns:a16="http://schemas.microsoft.com/office/drawing/2014/main" id="{2D274890-D542-87F8-B8F5-3A78BC00E321}"/>
                </a:ext>
              </a:extLst>
            </p:cNvPr>
            <p:cNvCxnSpPr/>
            <p:nvPr/>
          </p:nvCxnSpPr>
          <p:spPr>
            <a:xfrm>
              <a:off x="5346700" y="1876755"/>
              <a:ext cx="0" cy="554400"/>
            </a:xfrm>
            <a:prstGeom prst="line">
              <a:avLst/>
            </a:prstGeom>
            <a:ln w="38100">
              <a:solidFill>
                <a:srgbClr val="358F6C"/>
              </a:solidFill>
            </a:ln>
          </p:spPr>
          <p:style>
            <a:lnRef idx="1">
              <a:schemeClr val="accent1"/>
            </a:lnRef>
            <a:fillRef idx="0">
              <a:schemeClr val="accent1"/>
            </a:fillRef>
            <a:effectRef idx="0">
              <a:schemeClr val="accent1"/>
            </a:effectRef>
            <a:fontRef idx="minor">
              <a:schemeClr val="tx1"/>
            </a:fontRef>
          </p:style>
        </p:cxnSp>
      </p:grpSp>
      <p:grpSp>
        <p:nvGrpSpPr>
          <p:cNvPr id="99" name="Groupe 98">
            <a:extLst>
              <a:ext uri="{FF2B5EF4-FFF2-40B4-BE49-F238E27FC236}">
                <a16:creationId xmlns:a16="http://schemas.microsoft.com/office/drawing/2014/main" id="{7963B843-F124-F01B-8461-FFA43281E224}"/>
              </a:ext>
            </a:extLst>
          </p:cNvPr>
          <p:cNvGrpSpPr/>
          <p:nvPr/>
        </p:nvGrpSpPr>
        <p:grpSpPr>
          <a:xfrm>
            <a:off x="7018774" y="5623439"/>
            <a:ext cx="3213376" cy="612000"/>
            <a:chOff x="5346700" y="-637515"/>
            <a:chExt cx="3213376" cy="612000"/>
          </a:xfrm>
        </p:grpSpPr>
        <p:sp>
          <p:nvSpPr>
            <p:cNvPr id="100" name="Rectangle : coins arrondis 99">
              <a:extLst>
                <a:ext uri="{FF2B5EF4-FFF2-40B4-BE49-F238E27FC236}">
                  <a16:creationId xmlns:a16="http://schemas.microsoft.com/office/drawing/2014/main" id="{BF8A84BB-5AF5-C490-24D2-977BCA226289}"/>
                </a:ext>
              </a:extLst>
            </p:cNvPr>
            <p:cNvSpPr/>
            <p:nvPr/>
          </p:nvSpPr>
          <p:spPr>
            <a:xfrm>
              <a:off x="5346701" y="-637515"/>
              <a:ext cx="412231" cy="612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01" name="Rectangle : coins arrondis 100">
              <a:extLst>
                <a:ext uri="{FF2B5EF4-FFF2-40B4-BE49-F238E27FC236}">
                  <a16:creationId xmlns:a16="http://schemas.microsoft.com/office/drawing/2014/main" id="{FC16EAE2-EC33-5E31-EAA1-7011A2C69C5C}"/>
                </a:ext>
              </a:extLst>
            </p:cNvPr>
            <p:cNvSpPr/>
            <p:nvPr/>
          </p:nvSpPr>
          <p:spPr>
            <a:xfrm>
              <a:off x="5680076" y="-637515"/>
              <a:ext cx="2880000" cy="612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Optionnel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Selon l’orientation des combats sélectionnée et l’ajustement automatique.</a:t>
              </a:r>
            </a:p>
          </p:txBody>
        </p:sp>
        <p:sp>
          <p:nvSpPr>
            <p:cNvPr id="102" name="Rectangle : coins arrondis 101">
              <a:extLst>
                <a:ext uri="{FF2B5EF4-FFF2-40B4-BE49-F238E27FC236}">
                  <a16:creationId xmlns:a16="http://schemas.microsoft.com/office/drawing/2014/main" id="{2F4A384D-8BE3-60AB-44F5-9F63B3D542CD}"/>
                </a:ext>
              </a:extLst>
            </p:cNvPr>
            <p:cNvSpPr>
              <a:spLocks noChangeAspect="1"/>
            </p:cNvSpPr>
            <p:nvPr/>
          </p:nvSpPr>
          <p:spPr>
            <a:xfrm>
              <a:off x="5408816" y="-475515"/>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103" name="Connecteur droit 102">
              <a:extLst>
                <a:ext uri="{FF2B5EF4-FFF2-40B4-BE49-F238E27FC236}">
                  <a16:creationId xmlns:a16="http://schemas.microsoft.com/office/drawing/2014/main" id="{3B507CD2-AEB4-9440-8505-C8460C807C4D}"/>
                </a:ext>
              </a:extLst>
            </p:cNvPr>
            <p:cNvCxnSpPr>
              <a:cxnSpLocks/>
            </p:cNvCxnSpPr>
            <p:nvPr/>
          </p:nvCxnSpPr>
          <p:spPr>
            <a:xfrm>
              <a:off x="5346700" y="-637515"/>
              <a:ext cx="0" cy="612000"/>
            </a:xfrm>
            <a:prstGeom prst="line">
              <a:avLst/>
            </a:prstGeom>
            <a:ln w="38100">
              <a:solidFill>
                <a:srgbClr val="358F6C"/>
              </a:solidFill>
            </a:ln>
          </p:spPr>
          <p:style>
            <a:lnRef idx="1">
              <a:schemeClr val="accent1"/>
            </a:lnRef>
            <a:fillRef idx="0">
              <a:schemeClr val="accent1"/>
            </a:fillRef>
            <a:effectRef idx="0">
              <a:schemeClr val="accent1"/>
            </a:effectRef>
            <a:fontRef idx="minor">
              <a:schemeClr val="tx1"/>
            </a:fontRef>
          </p:style>
        </p:cxnSp>
      </p:grpSp>
      <p:grpSp>
        <p:nvGrpSpPr>
          <p:cNvPr id="112" name="Groupe 111">
            <a:extLst>
              <a:ext uri="{FF2B5EF4-FFF2-40B4-BE49-F238E27FC236}">
                <a16:creationId xmlns:a16="http://schemas.microsoft.com/office/drawing/2014/main" id="{E3337AC4-50B2-21B8-0F77-F7A7D3633E8E}"/>
              </a:ext>
            </a:extLst>
          </p:cNvPr>
          <p:cNvGrpSpPr/>
          <p:nvPr/>
        </p:nvGrpSpPr>
        <p:grpSpPr>
          <a:xfrm>
            <a:off x="209540" y="4144573"/>
            <a:ext cx="3537376" cy="360000"/>
            <a:chOff x="5346700" y="1891328"/>
            <a:chExt cx="3537376" cy="360000"/>
          </a:xfrm>
        </p:grpSpPr>
        <p:sp>
          <p:nvSpPr>
            <p:cNvPr id="113" name="Rectangle : coins arrondis 112">
              <a:extLst>
                <a:ext uri="{FF2B5EF4-FFF2-40B4-BE49-F238E27FC236}">
                  <a16:creationId xmlns:a16="http://schemas.microsoft.com/office/drawing/2014/main" id="{BC08F6E8-3FF4-D4A3-ABBE-C9FDB2675537}"/>
                </a:ext>
              </a:extLst>
            </p:cNvPr>
            <p:cNvSpPr/>
            <p:nvPr/>
          </p:nvSpPr>
          <p:spPr>
            <a:xfrm>
              <a:off x="5346701" y="1891328"/>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14" name="Rectangle : coins arrondis 113">
              <a:extLst>
                <a:ext uri="{FF2B5EF4-FFF2-40B4-BE49-F238E27FC236}">
                  <a16:creationId xmlns:a16="http://schemas.microsoft.com/office/drawing/2014/main" id="{2F59D60B-A72B-E46B-BDA6-4B2691681A72}"/>
                </a:ext>
              </a:extLst>
            </p:cNvPr>
            <p:cNvSpPr/>
            <p:nvPr/>
          </p:nvSpPr>
          <p:spPr>
            <a:xfrm>
              <a:off x="5680076" y="1891328"/>
              <a:ext cx="3204000"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Ins="72000"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Pagination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Pagination selon la configuration.</a:t>
              </a:r>
            </a:p>
          </p:txBody>
        </p:sp>
        <p:sp>
          <p:nvSpPr>
            <p:cNvPr id="115" name="Rectangle 114">
              <a:extLst>
                <a:ext uri="{FF2B5EF4-FFF2-40B4-BE49-F238E27FC236}">
                  <a16:creationId xmlns:a16="http://schemas.microsoft.com/office/drawing/2014/main" id="{0AB6A2D3-A0A6-2F34-9F52-CDD59B947785}"/>
                </a:ext>
              </a:extLst>
            </p:cNvPr>
            <p:cNvSpPr>
              <a:spLocks noChangeAspect="1"/>
            </p:cNvSpPr>
            <p:nvPr/>
          </p:nvSpPr>
          <p:spPr>
            <a:xfrm>
              <a:off x="5408816" y="1927328"/>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D</a:t>
              </a:r>
            </a:p>
          </p:txBody>
        </p:sp>
        <p:cxnSp>
          <p:nvCxnSpPr>
            <p:cNvPr id="116" name="Connecteur droit 115">
              <a:extLst>
                <a:ext uri="{FF2B5EF4-FFF2-40B4-BE49-F238E27FC236}">
                  <a16:creationId xmlns:a16="http://schemas.microsoft.com/office/drawing/2014/main" id="{A5FA8915-1CD1-823E-0CB9-50A8D31405D3}"/>
                </a:ext>
              </a:extLst>
            </p:cNvPr>
            <p:cNvCxnSpPr>
              <a:cxnSpLocks/>
            </p:cNvCxnSpPr>
            <p:nvPr/>
          </p:nvCxnSpPr>
          <p:spPr>
            <a:xfrm>
              <a:off x="5346700" y="1891328"/>
              <a:ext cx="0" cy="36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125" name="Groupe 124">
            <a:extLst>
              <a:ext uri="{FF2B5EF4-FFF2-40B4-BE49-F238E27FC236}">
                <a16:creationId xmlns:a16="http://schemas.microsoft.com/office/drawing/2014/main" id="{5DC61EC8-1C81-32A9-2315-5EBD03127E85}"/>
              </a:ext>
            </a:extLst>
          </p:cNvPr>
          <p:cNvGrpSpPr/>
          <p:nvPr/>
        </p:nvGrpSpPr>
        <p:grpSpPr>
          <a:xfrm>
            <a:off x="4018176" y="1322744"/>
            <a:ext cx="7858579" cy="3976441"/>
            <a:chOff x="959597" y="1361359"/>
            <a:chExt cx="7858579" cy="3976441"/>
          </a:xfrm>
        </p:grpSpPr>
        <p:sp>
          <p:nvSpPr>
            <p:cNvPr id="17" name="Légende : encadrée à une bordure 16">
              <a:extLst>
                <a:ext uri="{FF2B5EF4-FFF2-40B4-BE49-F238E27FC236}">
                  <a16:creationId xmlns:a16="http://schemas.microsoft.com/office/drawing/2014/main" id="{90A36C5C-3C35-F6B9-A5BF-FF2843189B06}"/>
                </a:ext>
              </a:extLst>
            </p:cNvPr>
            <p:cNvSpPr/>
            <p:nvPr/>
          </p:nvSpPr>
          <p:spPr>
            <a:xfrm flipH="1">
              <a:off x="2777704" y="2099386"/>
              <a:ext cx="1658118" cy="215900"/>
            </a:xfrm>
            <a:prstGeom prst="accentBorderCallout1">
              <a:avLst>
                <a:gd name="adj1" fmla="val 18750"/>
                <a:gd name="adj2" fmla="val -8333"/>
                <a:gd name="adj3" fmla="val 356575"/>
                <a:gd name="adj4" fmla="val -59151"/>
              </a:avLst>
            </a:prstGeom>
            <a:solidFill>
              <a:schemeClr val="accent6">
                <a:alpha val="50000"/>
              </a:schemeClr>
            </a:solidFill>
            <a:ln>
              <a:solidFill>
                <a:schemeClr val="accent6"/>
              </a:solidFill>
            </a:ln>
          </p:spPr>
          <p:style>
            <a:lnRef idx="0">
              <a:scrgbClr r="0" g="0" b="0"/>
            </a:lnRef>
            <a:fillRef idx="0">
              <a:scrgbClr r="0" g="0" b="0"/>
            </a:fillRef>
            <a:effectRef idx="0">
              <a:scrgbClr r="0" g="0" b="0"/>
            </a:effectRef>
            <a:fontRef idx="minor">
              <a:schemeClr val="lt1"/>
            </a:fontRef>
          </p:style>
          <p:txBody>
            <a:bodyPr rtlCol="0" anchor="ctr"/>
            <a:lstStyle/>
            <a:p>
              <a:pPr algn="ctr"/>
              <a:r>
                <a:rPr lang="fr-FR" sz="1050" noProof="0" dirty="0"/>
                <a:t>Indicateur de pagination</a:t>
              </a:r>
            </a:p>
          </p:txBody>
        </p:sp>
        <p:sp>
          <p:nvSpPr>
            <p:cNvPr id="7" name="Rectangle : coins arrondis 6">
              <a:extLst>
                <a:ext uri="{FF2B5EF4-FFF2-40B4-BE49-F238E27FC236}">
                  <a16:creationId xmlns:a16="http://schemas.microsoft.com/office/drawing/2014/main" id="{A8AD37D5-5C21-621A-5FB4-DBD9443CEA62}"/>
                </a:ext>
              </a:extLst>
            </p:cNvPr>
            <p:cNvSpPr/>
            <p:nvPr/>
          </p:nvSpPr>
          <p:spPr>
            <a:xfrm>
              <a:off x="1363377" y="1361359"/>
              <a:ext cx="7454799" cy="3965170"/>
            </a:xfrm>
            <a:prstGeom prst="roundRect">
              <a:avLst>
                <a:gd name="adj" fmla="val 1889"/>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Chambre d’appel</a:t>
              </a:r>
            </a:p>
          </p:txBody>
        </p:sp>
        <p:cxnSp>
          <p:nvCxnSpPr>
            <p:cNvPr id="8" name="Connecteur droit 7">
              <a:extLst>
                <a:ext uri="{FF2B5EF4-FFF2-40B4-BE49-F238E27FC236}">
                  <a16:creationId xmlns:a16="http://schemas.microsoft.com/office/drawing/2014/main" id="{7BF15058-CBD0-AD8E-60FB-C7BD83DA73C8}"/>
                </a:ext>
              </a:extLst>
            </p:cNvPr>
            <p:cNvCxnSpPr>
              <a:cxnSpLocks/>
            </p:cNvCxnSpPr>
            <p:nvPr/>
          </p:nvCxnSpPr>
          <p:spPr>
            <a:xfrm flipH="1">
              <a:off x="1354913" y="1384307"/>
              <a:ext cx="8456" cy="3942222"/>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pic>
          <p:nvPicPr>
            <p:cNvPr id="9" name="Image 8">
              <a:extLst>
                <a:ext uri="{FF2B5EF4-FFF2-40B4-BE49-F238E27FC236}">
                  <a16:creationId xmlns:a16="http://schemas.microsoft.com/office/drawing/2014/main" id="{629546D1-D4BD-6415-12F0-5FBDAAE435E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656429" y="1762484"/>
              <a:ext cx="6986648" cy="3484193"/>
            </a:xfrm>
            <a:prstGeom prst="rect">
              <a:avLst/>
            </a:prstGeom>
            <a:ln>
              <a:noFill/>
            </a:ln>
            <a:effectLst>
              <a:outerShdw blurRad="190500" algn="tl" rotWithShape="0">
                <a:srgbClr val="000000">
                  <a:alpha val="70000"/>
                </a:srgbClr>
              </a:outerShdw>
            </a:effectLst>
          </p:spPr>
        </p:pic>
        <p:cxnSp>
          <p:nvCxnSpPr>
            <p:cNvPr id="14" name="Connecteur droit avec flèche 13">
              <a:extLst>
                <a:ext uri="{FF2B5EF4-FFF2-40B4-BE49-F238E27FC236}">
                  <a16:creationId xmlns:a16="http://schemas.microsoft.com/office/drawing/2014/main" id="{B2906D86-2547-0D38-B845-447DCD98EAC6}"/>
                </a:ext>
              </a:extLst>
            </p:cNvPr>
            <p:cNvCxnSpPr>
              <a:cxnSpLocks/>
              <a:stCxn id="15" idx="0"/>
              <a:endCxn id="16" idx="2"/>
            </p:cNvCxnSpPr>
            <p:nvPr/>
          </p:nvCxnSpPr>
          <p:spPr>
            <a:xfrm flipV="1">
              <a:off x="6860154" y="3976484"/>
              <a:ext cx="0" cy="186578"/>
            </a:xfrm>
            <a:prstGeom prst="straightConnector1">
              <a:avLst/>
            </a:prstGeom>
            <a:ln w="12700">
              <a:solidFill>
                <a:srgbClr val="358F6C"/>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5" name="Rectangle : coins arrondis 14">
              <a:extLst>
                <a:ext uri="{FF2B5EF4-FFF2-40B4-BE49-F238E27FC236}">
                  <a16:creationId xmlns:a16="http://schemas.microsoft.com/office/drawing/2014/main" id="{F1962A7E-3AC5-1581-0010-16D18ADF4D4A}"/>
                </a:ext>
              </a:extLst>
            </p:cNvPr>
            <p:cNvSpPr>
              <a:spLocks noChangeAspect="1"/>
            </p:cNvSpPr>
            <p:nvPr/>
          </p:nvSpPr>
          <p:spPr>
            <a:xfrm>
              <a:off x="6716154" y="4163062"/>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sp>
          <p:nvSpPr>
            <p:cNvPr id="16" name="Rectangle 15">
              <a:extLst>
                <a:ext uri="{FF2B5EF4-FFF2-40B4-BE49-F238E27FC236}">
                  <a16:creationId xmlns:a16="http://schemas.microsoft.com/office/drawing/2014/main" id="{E1755C50-99E1-E7C5-BA07-1B3357D89893}"/>
                </a:ext>
              </a:extLst>
            </p:cNvPr>
            <p:cNvSpPr/>
            <p:nvPr/>
          </p:nvSpPr>
          <p:spPr>
            <a:xfrm>
              <a:off x="5155572" y="2072343"/>
              <a:ext cx="3409163" cy="1904141"/>
            </a:xfrm>
            <a:custGeom>
              <a:avLst/>
              <a:gdLst>
                <a:gd name="csX0" fmla="*/ 0 w 3409163"/>
                <a:gd name="csY0" fmla="*/ 0 h 1904141"/>
                <a:gd name="csX1" fmla="*/ 636377 w 3409163"/>
                <a:gd name="csY1" fmla="*/ 0 h 1904141"/>
                <a:gd name="csX2" fmla="*/ 1136388 w 3409163"/>
                <a:gd name="csY2" fmla="*/ 0 h 1904141"/>
                <a:gd name="csX3" fmla="*/ 1636398 w 3409163"/>
                <a:gd name="csY3" fmla="*/ 0 h 1904141"/>
                <a:gd name="csX4" fmla="*/ 2272775 w 3409163"/>
                <a:gd name="csY4" fmla="*/ 0 h 1904141"/>
                <a:gd name="csX5" fmla="*/ 2875061 w 3409163"/>
                <a:gd name="csY5" fmla="*/ 0 h 1904141"/>
                <a:gd name="csX6" fmla="*/ 3409163 w 3409163"/>
                <a:gd name="csY6" fmla="*/ 0 h 1904141"/>
                <a:gd name="csX7" fmla="*/ 3409163 w 3409163"/>
                <a:gd name="csY7" fmla="*/ 495077 h 1904141"/>
                <a:gd name="csX8" fmla="*/ 3409163 w 3409163"/>
                <a:gd name="csY8" fmla="*/ 913988 h 1904141"/>
                <a:gd name="csX9" fmla="*/ 3409163 w 3409163"/>
                <a:gd name="csY9" fmla="*/ 1409064 h 1904141"/>
                <a:gd name="csX10" fmla="*/ 3409163 w 3409163"/>
                <a:gd name="csY10" fmla="*/ 1904141 h 1904141"/>
                <a:gd name="csX11" fmla="*/ 2909152 w 3409163"/>
                <a:gd name="csY11" fmla="*/ 1904141 h 1904141"/>
                <a:gd name="csX12" fmla="*/ 2375050 w 3409163"/>
                <a:gd name="csY12" fmla="*/ 1904141 h 1904141"/>
                <a:gd name="csX13" fmla="*/ 1909131 w 3409163"/>
                <a:gd name="csY13" fmla="*/ 1904141 h 1904141"/>
                <a:gd name="csX14" fmla="*/ 1443212 w 3409163"/>
                <a:gd name="csY14" fmla="*/ 1904141 h 1904141"/>
                <a:gd name="csX15" fmla="*/ 806835 w 3409163"/>
                <a:gd name="csY15" fmla="*/ 1904141 h 1904141"/>
                <a:gd name="csX16" fmla="*/ 0 w 3409163"/>
                <a:gd name="csY16" fmla="*/ 1904141 h 1904141"/>
                <a:gd name="csX17" fmla="*/ 0 w 3409163"/>
                <a:gd name="csY17" fmla="*/ 1447147 h 1904141"/>
                <a:gd name="csX18" fmla="*/ 0 w 3409163"/>
                <a:gd name="csY18" fmla="*/ 990153 h 1904141"/>
                <a:gd name="csX19" fmla="*/ 0 w 3409163"/>
                <a:gd name="csY19" fmla="*/ 476035 h 1904141"/>
                <a:gd name="csX20" fmla="*/ 0 w 3409163"/>
                <a:gd name="csY20" fmla="*/ 0 h 19041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3409163" h="1904141" extrusionOk="0">
                  <a:moveTo>
                    <a:pt x="0" y="0"/>
                  </a:moveTo>
                  <a:cubicBezTo>
                    <a:pt x="162814" y="-53105"/>
                    <a:pt x="403293" y="27021"/>
                    <a:pt x="636377" y="0"/>
                  </a:cubicBezTo>
                  <a:cubicBezTo>
                    <a:pt x="869461" y="-27021"/>
                    <a:pt x="933797" y="18146"/>
                    <a:pt x="1136388" y="0"/>
                  </a:cubicBezTo>
                  <a:cubicBezTo>
                    <a:pt x="1338979" y="-18146"/>
                    <a:pt x="1447489" y="42069"/>
                    <a:pt x="1636398" y="0"/>
                  </a:cubicBezTo>
                  <a:cubicBezTo>
                    <a:pt x="1825307" y="-42069"/>
                    <a:pt x="2100865" y="31352"/>
                    <a:pt x="2272775" y="0"/>
                  </a:cubicBezTo>
                  <a:cubicBezTo>
                    <a:pt x="2444685" y="-31352"/>
                    <a:pt x="2674599" y="12997"/>
                    <a:pt x="2875061" y="0"/>
                  </a:cubicBezTo>
                  <a:cubicBezTo>
                    <a:pt x="3075523" y="-12997"/>
                    <a:pt x="3259460" y="30722"/>
                    <a:pt x="3409163" y="0"/>
                  </a:cubicBezTo>
                  <a:cubicBezTo>
                    <a:pt x="3418468" y="221639"/>
                    <a:pt x="3354602" y="342448"/>
                    <a:pt x="3409163" y="495077"/>
                  </a:cubicBezTo>
                  <a:cubicBezTo>
                    <a:pt x="3463724" y="647706"/>
                    <a:pt x="3408416" y="713427"/>
                    <a:pt x="3409163" y="913988"/>
                  </a:cubicBezTo>
                  <a:cubicBezTo>
                    <a:pt x="3409910" y="1114549"/>
                    <a:pt x="3408227" y="1237508"/>
                    <a:pt x="3409163" y="1409064"/>
                  </a:cubicBezTo>
                  <a:cubicBezTo>
                    <a:pt x="3410099" y="1580620"/>
                    <a:pt x="3351494" y="1803852"/>
                    <a:pt x="3409163" y="1904141"/>
                  </a:cubicBezTo>
                  <a:cubicBezTo>
                    <a:pt x="3187351" y="1927069"/>
                    <a:pt x="3103672" y="1846924"/>
                    <a:pt x="2909152" y="1904141"/>
                  </a:cubicBezTo>
                  <a:cubicBezTo>
                    <a:pt x="2714632" y="1961358"/>
                    <a:pt x="2570313" y="1883409"/>
                    <a:pt x="2375050" y="1904141"/>
                  </a:cubicBezTo>
                  <a:cubicBezTo>
                    <a:pt x="2179787" y="1924873"/>
                    <a:pt x="2124984" y="1853418"/>
                    <a:pt x="1909131" y="1904141"/>
                  </a:cubicBezTo>
                  <a:cubicBezTo>
                    <a:pt x="1693278" y="1954864"/>
                    <a:pt x="1668036" y="1858511"/>
                    <a:pt x="1443212" y="1904141"/>
                  </a:cubicBezTo>
                  <a:cubicBezTo>
                    <a:pt x="1218388" y="1949771"/>
                    <a:pt x="954275" y="1859674"/>
                    <a:pt x="806835" y="1904141"/>
                  </a:cubicBezTo>
                  <a:cubicBezTo>
                    <a:pt x="659395" y="1948608"/>
                    <a:pt x="397084" y="1813981"/>
                    <a:pt x="0" y="1904141"/>
                  </a:cubicBezTo>
                  <a:cubicBezTo>
                    <a:pt x="-33767" y="1752200"/>
                    <a:pt x="26800" y="1575322"/>
                    <a:pt x="0" y="1447147"/>
                  </a:cubicBezTo>
                  <a:cubicBezTo>
                    <a:pt x="-26800" y="1318972"/>
                    <a:pt x="25334" y="1217821"/>
                    <a:pt x="0" y="990153"/>
                  </a:cubicBezTo>
                  <a:cubicBezTo>
                    <a:pt x="-25334" y="762485"/>
                    <a:pt x="51120" y="699150"/>
                    <a:pt x="0" y="476035"/>
                  </a:cubicBezTo>
                  <a:cubicBezTo>
                    <a:pt x="-51120" y="252920"/>
                    <a:pt x="14170" y="98843"/>
                    <a:pt x="0" y="0"/>
                  </a:cubicBezTo>
                  <a:close/>
                </a:path>
              </a:pathLst>
            </a:custGeom>
            <a:noFill/>
            <a:ln w="28575">
              <a:solidFill>
                <a:srgbClr val="358F6C"/>
              </a:solidFill>
              <a:prstDash val="sysDash"/>
              <a:extLst>
                <a:ext uri="{C807C97D-BFC1-408E-A445-0C87EB9F89A2}">
                  <ask:lineSketchStyleProps xmlns:ask="http://schemas.microsoft.com/office/drawing/2018/sketchyshapes" sd="3359201351">
                    <a:prstGeom prst="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noProof="0" dirty="0"/>
            </a:p>
          </p:txBody>
        </p:sp>
        <p:sp>
          <p:nvSpPr>
            <p:cNvPr id="26" name="Rectangle 25">
              <a:extLst>
                <a:ext uri="{FF2B5EF4-FFF2-40B4-BE49-F238E27FC236}">
                  <a16:creationId xmlns:a16="http://schemas.microsoft.com/office/drawing/2014/main" id="{79C90257-7A92-C7FF-0A08-5851761CFF80}"/>
                </a:ext>
              </a:extLst>
            </p:cNvPr>
            <p:cNvSpPr/>
            <p:nvPr/>
          </p:nvSpPr>
          <p:spPr>
            <a:xfrm>
              <a:off x="1706294" y="2330564"/>
              <a:ext cx="480501" cy="2773680"/>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latin typeface="Barlow" panose="00000500000000000000" pitchFamily="2" charset="0"/>
              </a:endParaRPr>
            </a:p>
          </p:txBody>
        </p:sp>
        <p:sp>
          <p:nvSpPr>
            <p:cNvPr id="27" name="Rectangle 26">
              <a:extLst>
                <a:ext uri="{FF2B5EF4-FFF2-40B4-BE49-F238E27FC236}">
                  <a16:creationId xmlns:a16="http://schemas.microsoft.com/office/drawing/2014/main" id="{99E66505-44D4-EF6D-AAA4-1F0456C03153}"/>
                </a:ext>
              </a:extLst>
            </p:cNvPr>
            <p:cNvSpPr/>
            <p:nvPr/>
          </p:nvSpPr>
          <p:spPr>
            <a:xfrm>
              <a:off x="959597" y="3569491"/>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28" name="Connecteur droit avec flèche 27">
              <a:extLst>
                <a:ext uri="{FF2B5EF4-FFF2-40B4-BE49-F238E27FC236}">
                  <a16:creationId xmlns:a16="http://schemas.microsoft.com/office/drawing/2014/main" id="{B8C42467-86C8-5A1B-87A4-F791E5DF2B37}"/>
                </a:ext>
              </a:extLst>
            </p:cNvPr>
            <p:cNvCxnSpPr>
              <a:cxnSpLocks/>
              <a:stCxn id="27" idx="3"/>
              <a:endCxn id="26" idx="1"/>
            </p:cNvCxnSpPr>
            <p:nvPr/>
          </p:nvCxnSpPr>
          <p:spPr>
            <a:xfrm>
              <a:off x="1247597" y="3713491"/>
              <a:ext cx="458697" cy="3913"/>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7F449614-DFC2-9321-8B2A-17048290CF8A}"/>
                </a:ext>
              </a:extLst>
            </p:cNvPr>
            <p:cNvSpPr/>
            <p:nvPr/>
          </p:nvSpPr>
          <p:spPr>
            <a:xfrm>
              <a:off x="1640330" y="5136102"/>
              <a:ext cx="6985365" cy="112922"/>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latin typeface="Barlow" panose="00000500000000000000" pitchFamily="2" charset="0"/>
              </a:endParaRPr>
            </a:p>
          </p:txBody>
        </p:sp>
        <p:sp>
          <p:nvSpPr>
            <p:cNvPr id="46" name="Rectangle 45">
              <a:extLst>
                <a:ext uri="{FF2B5EF4-FFF2-40B4-BE49-F238E27FC236}">
                  <a16:creationId xmlns:a16="http://schemas.microsoft.com/office/drawing/2014/main" id="{7F73E40A-8FE8-F6E5-0E2F-AE80C9438D33}"/>
                </a:ext>
              </a:extLst>
            </p:cNvPr>
            <p:cNvSpPr/>
            <p:nvPr/>
          </p:nvSpPr>
          <p:spPr>
            <a:xfrm>
              <a:off x="959597" y="5049800"/>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47" name="Connecteur droit avec flèche 46">
              <a:extLst>
                <a:ext uri="{FF2B5EF4-FFF2-40B4-BE49-F238E27FC236}">
                  <a16:creationId xmlns:a16="http://schemas.microsoft.com/office/drawing/2014/main" id="{BEF64A4C-09D2-C694-990A-B818BD231802}"/>
                </a:ext>
              </a:extLst>
            </p:cNvPr>
            <p:cNvCxnSpPr>
              <a:cxnSpLocks/>
              <a:stCxn id="46" idx="3"/>
              <a:endCxn id="45" idx="1"/>
            </p:cNvCxnSpPr>
            <p:nvPr/>
          </p:nvCxnSpPr>
          <p:spPr>
            <a:xfrm flipV="1">
              <a:off x="1247597" y="5192563"/>
              <a:ext cx="392733" cy="1237"/>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95F84B13-5253-A2BA-2E46-C39D9A2E48D1}"/>
                </a:ext>
              </a:extLst>
            </p:cNvPr>
            <p:cNvSpPr/>
            <p:nvPr/>
          </p:nvSpPr>
          <p:spPr>
            <a:xfrm>
              <a:off x="8180959" y="1762484"/>
              <a:ext cx="475216" cy="278520"/>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latin typeface="Barlow" panose="00000500000000000000" pitchFamily="2" charset="0"/>
              </a:endParaRPr>
            </a:p>
          </p:txBody>
        </p:sp>
        <p:sp>
          <p:nvSpPr>
            <p:cNvPr id="49" name="Rectangle 48">
              <a:extLst>
                <a:ext uri="{FF2B5EF4-FFF2-40B4-BE49-F238E27FC236}">
                  <a16:creationId xmlns:a16="http://schemas.microsoft.com/office/drawing/2014/main" id="{3EA8768E-7CE6-E9C3-0BB4-8E09390E5951}"/>
                </a:ext>
              </a:extLst>
            </p:cNvPr>
            <p:cNvSpPr/>
            <p:nvPr/>
          </p:nvSpPr>
          <p:spPr>
            <a:xfrm>
              <a:off x="8274567" y="1365679"/>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C</a:t>
              </a:r>
            </a:p>
          </p:txBody>
        </p:sp>
        <p:cxnSp>
          <p:nvCxnSpPr>
            <p:cNvPr id="50" name="Connecteur droit avec flèche 49">
              <a:extLst>
                <a:ext uri="{FF2B5EF4-FFF2-40B4-BE49-F238E27FC236}">
                  <a16:creationId xmlns:a16="http://schemas.microsoft.com/office/drawing/2014/main" id="{AAF199CA-2BFB-2A00-BA9C-BC78184BB5C8}"/>
                </a:ext>
              </a:extLst>
            </p:cNvPr>
            <p:cNvCxnSpPr>
              <a:cxnSpLocks/>
              <a:stCxn id="49" idx="2"/>
              <a:endCxn id="48" idx="0"/>
            </p:cNvCxnSpPr>
            <p:nvPr/>
          </p:nvCxnSpPr>
          <p:spPr>
            <a:xfrm>
              <a:off x="8418567" y="1653679"/>
              <a:ext cx="0" cy="108805"/>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05" name="Rectangle : coins arrondis 104">
              <a:extLst>
                <a:ext uri="{FF2B5EF4-FFF2-40B4-BE49-F238E27FC236}">
                  <a16:creationId xmlns:a16="http://schemas.microsoft.com/office/drawing/2014/main" id="{3B0A6755-6C35-2BCC-0159-FEA6E191C5AE}"/>
                </a:ext>
              </a:extLst>
            </p:cNvPr>
            <p:cNvSpPr>
              <a:spLocks noChangeAspect="1"/>
            </p:cNvSpPr>
            <p:nvPr/>
          </p:nvSpPr>
          <p:spPr>
            <a:xfrm>
              <a:off x="959597" y="2987015"/>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sp>
          <p:nvSpPr>
            <p:cNvPr id="107" name="Rectangle 106">
              <a:extLst>
                <a:ext uri="{FF2B5EF4-FFF2-40B4-BE49-F238E27FC236}">
                  <a16:creationId xmlns:a16="http://schemas.microsoft.com/office/drawing/2014/main" id="{E5E8B193-B07F-7218-1FB9-243BCE6A8F74}"/>
                </a:ext>
              </a:extLst>
            </p:cNvPr>
            <p:cNvSpPr/>
            <p:nvPr/>
          </p:nvSpPr>
          <p:spPr>
            <a:xfrm>
              <a:off x="2233151" y="2884955"/>
              <a:ext cx="2856864" cy="497170"/>
            </a:xfrm>
            <a:custGeom>
              <a:avLst/>
              <a:gdLst>
                <a:gd name="csX0" fmla="*/ 0 w 2856864"/>
                <a:gd name="csY0" fmla="*/ 0 h 497170"/>
                <a:gd name="csX1" fmla="*/ 628510 w 2856864"/>
                <a:gd name="csY1" fmla="*/ 0 h 497170"/>
                <a:gd name="csX2" fmla="*/ 1142746 w 2856864"/>
                <a:gd name="csY2" fmla="*/ 0 h 497170"/>
                <a:gd name="csX3" fmla="*/ 1656981 w 2856864"/>
                <a:gd name="csY3" fmla="*/ 0 h 497170"/>
                <a:gd name="csX4" fmla="*/ 2285491 w 2856864"/>
                <a:gd name="csY4" fmla="*/ 0 h 497170"/>
                <a:gd name="csX5" fmla="*/ 2856864 w 2856864"/>
                <a:gd name="csY5" fmla="*/ 0 h 497170"/>
                <a:gd name="csX6" fmla="*/ 2856864 w 2856864"/>
                <a:gd name="csY6" fmla="*/ 497170 h 497170"/>
                <a:gd name="csX7" fmla="*/ 2314060 w 2856864"/>
                <a:gd name="csY7" fmla="*/ 497170 h 497170"/>
                <a:gd name="csX8" fmla="*/ 1771256 w 2856864"/>
                <a:gd name="csY8" fmla="*/ 497170 h 497170"/>
                <a:gd name="csX9" fmla="*/ 1285589 w 2856864"/>
                <a:gd name="csY9" fmla="*/ 497170 h 497170"/>
                <a:gd name="csX10" fmla="*/ 771353 w 2856864"/>
                <a:gd name="csY10" fmla="*/ 497170 h 497170"/>
                <a:gd name="csX11" fmla="*/ 0 w 2856864"/>
                <a:gd name="csY11" fmla="*/ 497170 h 497170"/>
                <a:gd name="csX12" fmla="*/ 0 w 2856864"/>
                <a:gd name="csY12" fmla="*/ 0 h 4971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856864" h="497170" extrusionOk="0">
                  <a:moveTo>
                    <a:pt x="0" y="0"/>
                  </a:moveTo>
                  <a:cubicBezTo>
                    <a:pt x="153864" y="-74132"/>
                    <a:pt x="375821" y="43033"/>
                    <a:pt x="628510" y="0"/>
                  </a:cubicBezTo>
                  <a:cubicBezTo>
                    <a:pt x="881199" y="-43033"/>
                    <a:pt x="1027071" y="29766"/>
                    <a:pt x="1142746" y="0"/>
                  </a:cubicBezTo>
                  <a:cubicBezTo>
                    <a:pt x="1258421" y="-29766"/>
                    <a:pt x="1460062" y="8527"/>
                    <a:pt x="1656981" y="0"/>
                  </a:cubicBezTo>
                  <a:cubicBezTo>
                    <a:pt x="1853901" y="-8527"/>
                    <a:pt x="2089584" y="14351"/>
                    <a:pt x="2285491" y="0"/>
                  </a:cubicBezTo>
                  <a:cubicBezTo>
                    <a:pt x="2481398" y="-14351"/>
                    <a:pt x="2704352" y="43522"/>
                    <a:pt x="2856864" y="0"/>
                  </a:cubicBezTo>
                  <a:cubicBezTo>
                    <a:pt x="2867180" y="110470"/>
                    <a:pt x="2833573" y="397037"/>
                    <a:pt x="2856864" y="497170"/>
                  </a:cubicBezTo>
                  <a:cubicBezTo>
                    <a:pt x="2721977" y="502922"/>
                    <a:pt x="2466770" y="467358"/>
                    <a:pt x="2314060" y="497170"/>
                  </a:cubicBezTo>
                  <a:cubicBezTo>
                    <a:pt x="2161350" y="526982"/>
                    <a:pt x="1916414" y="452245"/>
                    <a:pt x="1771256" y="497170"/>
                  </a:cubicBezTo>
                  <a:cubicBezTo>
                    <a:pt x="1626098" y="542095"/>
                    <a:pt x="1399132" y="464249"/>
                    <a:pt x="1285589" y="497170"/>
                  </a:cubicBezTo>
                  <a:cubicBezTo>
                    <a:pt x="1172046" y="530091"/>
                    <a:pt x="920097" y="447307"/>
                    <a:pt x="771353" y="497170"/>
                  </a:cubicBezTo>
                  <a:cubicBezTo>
                    <a:pt x="622609" y="547033"/>
                    <a:pt x="230521" y="455601"/>
                    <a:pt x="0" y="497170"/>
                  </a:cubicBezTo>
                  <a:cubicBezTo>
                    <a:pt x="-48715" y="260436"/>
                    <a:pt x="49323" y="105711"/>
                    <a:pt x="0" y="0"/>
                  </a:cubicBezTo>
                  <a:close/>
                </a:path>
              </a:pathLst>
            </a:custGeom>
            <a:noFill/>
            <a:ln w="28575">
              <a:solidFill>
                <a:srgbClr val="358F6C"/>
              </a:solidFill>
              <a:prstDash val="sysDash"/>
              <a:extLst>
                <a:ext uri="{C807C97D-BFC1-408E-A445-0C87EB9F89A2}">
                  <ask:lineSketchStyleProps xmlns:ask="http://schemas.microsoft.com/office/drawing/2018/sketchyshapes" sd="3359201351">
                    <a:prstGeom prst="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noProof="0" dirty="0"/>
            </a:p>
          </p:txBody>
        </p:sp>
        <p:cxnSp>
          <p:nvCxnSpPr>
            <p:cNvPr id="108" name="Connecteur droit avec flèche 107">
              <a:extLst>
                <a:ext uri="{FF2B5EF4-FFF2-40B4-BE49-F238E27FC236}">
                  <a16:creationId xmlns:a16="http://schemas.microsoft.com/office/drawing/2014/main" id="{B82B5140-C3C6-6F78-E3A7-A94964435DC8}"/>
                </a:ext>
              </a:extLst>
            </p:cNvPr>
            <p:cNvCxnSpPr>
              <a:cxnSpLocks/>
              <a:stCxn id="105" idx="3"/>
              <a:endCxn id="107" idx="1"/>
            </p:cNvCxnSpPr>
            <p:nvPr/>
          </p:nvCxnSpPr>
          <p:spPr>
            <a:xfrm>
              <a:off x="1247597" y="3131015"/>
              <a:ext cx="985554" cy="2525"/>
            </a:xfrm>
            <a:prstGeom prst="straightConnector1">
              <a:avLst/>
            </a:prstGeom>
            <a:ln w="12700">
              <a:solidFill>
                <a:srgbClr val="358F6C"/>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17" name="Rectangle 116">
              <a:extLst>
                <a:ext uri="{FF2B5EF4-FFF2-40B4-BE49-F238E27FC236}">
                  <a16:creationId xmlns:a16="http://schemas.microsoft.com/office/drawing/2014/main" id="{4CC84CE0-32EA-E492-1C38-9823A8193233}"/>
                </a:ext>
              </a:extLst>
            </p:cNvPr>
            <p:cNvSpPr/>
            <p:nvPr/>
          </p:nvSpPr>
          <p:spPr>
            <a:xfrm>
              <a:off x="4765666" y="2048666"/>
              <a:ext cx="350114" cy="239770"/>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latin typeface="Barlow" panose="00000500000000000000" pitchFamily="2" charset="0"/>
              </a:endParaRPr>
            </a:p>
          </p:txBody>
        </p:sp>
        <p:sp>
          <p:nvSpPr>
            <p:cNvPr id="118" name="Rectangle 117">
              <a:extLst>
                <a:ext uri="{FF2B5EF4-FFF2-40B4-BE49-F238E27FC236}">
                  <a16:creationId xmlns:a16="http://schemas.microsoft.com/office/drawing/2014/main" id="{00061B0E-48EF-EF3F-6ADD-B9344352D5C9}"/>
                </a:ext>
              </a:extLst>
            </p:cNvPr>
            <p:cNvSpPr/>
            <p:nvPr/>
          </p:nvSpPr>
          <p:spPr>
            <a:xfrm>
              <a:off x="4806782" y="1365679"/>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D</a:t>
              </a:r>
            </a:p>
          </p:txBody>
        </p:sp>
        <p:cxnSp>
          <p:nvCxnSpPr>
            <p:cNvPr id="119" name="Connecteur droit avec flèche 118">
              <a:extLst>
                <a:ext uri="{FF2B5EF4-FFF2-40B4-BE49-F238E27FC236}">
                  <a16:creationId xmlns:a16="http://schemas.microsoft.com/office/drawing/2014/main" id="{25AFE84B-43C3-CDDE-C5E1-675190AF034B}"/>
                </a:ext>
              </a:extLst>
            </p:cNvPr>
            <p:cNvCxnSpPr>
              <a:cxnSpLocks/>
              <a:stCxn id="118" idx="2"/>
              <a:endCxn id="117" idx="0"/>
            </p:cNvCxnSpPr>
            <p:nvPr/>
          </p:nvCxnSpPr>
          <p:spPr>
            <a:xfrm flipH="1">
              <a:off x="4940723" y="1653679"/>
              <a:ext cx="10059" cy="394987"/>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646343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198829-35EB-6A46-EBAA-6A582DAFE970}"/>
              </a:ext>
            </a:extLst>
          </p:cNvPr>
          <p:cNvSpPr>
            <a:spLocks noGrp="1"/>
          </p:cNvSpPr>
          <p:nvPr>
            <p:ph type="title"/>
          </p:nvPr>
        </p:nvSpPr>
        <p:spPr/>
        <p:txBody>
          <a:bodyPr/>
          <a:lstStyle/>
          <a:p>
            <a:r>
              <a:rPr lang="fr-FR" noProof="0" dirty="0"/>
              <a:t>Chambre d’appel – </a:t>
            </a:r>
            <a:r>
              <a:rPr lang="fr-FR" cap="all" noProof="0" dirty="0"/>
              <a:t>é</a:t>
            </a:r>
            <a:r>
              <a:rPr lang="fr-FR" noProof="0" dirty="0"/>
              <a:t>cran par défaut</a:t>
            </a:r>
          </a:p>
        </p:txBody>
      </p:sp>
      <p:sp>
        <p:nvSpPr>
          <p:cNvPr id="5" name="Espace réservé du texte 4">
            <a:extLst>
              <a:ext uri="{FF2B5EF4-FFF2-40B4-BE49-F238E27FC236}">
                <a16:creationId xmlns:a16="http://schemas.microsoft.com/office/drawing/2014/main" id="{CEA4EB4E-AF57-B438-AAF2-4FF731F0802B}"/>
              </a:ext>
            </a:extLst>
          </p:cNvPr>
          <p:cNvSpPr>
            <a:spLocks noGrp="1"/>
          </p:cNvSpPr>
          <p:nvPr>
            <p:ph type="body" idx="1"/>
          </p:nvPr>
        </p:nvSpPr>
        <p:spPr/>
        <p:txBody>
          <a:bodyPr/>
          <a:lstStyle/>
          <a:p>
            <a:pPr marL="101598" indent="0">
              <a:buNone/>
            </a:pPr>
            <a:r>
              <a:rPr lang="fr-FR" sz="1400" noProof="0" dirty="0">
                <a:latin typeface="Barlow" panose="00000500000000000000" pitchFamily="2" charset="0"/>
              </a:rPr>
              <a:t>L’affichage par défaut qui est retourné si un écran n’est pas connu de l’application est configuré comme suit (non modifiable) :</a:t>
            </a:r>
          </a:p>
          <a:p>
            <a:pPr lvl="1">
              <a:buFont typeface="Wingdings" panose="05000000000000000000" pitchFamily="2" charset="2"/>
              <a:buChar char="§"/>
            </a:pPr>
            <a:r>
              <a:rPr lang="fr-FR" sz="1200" noProof="0" dirty="0">
                <a:latin typeface="Barlow" panose="00000500000000000000" pitchFamily="2" charset="0"/>
              </a:rPr>
              <a:t>1 tapis par page,</a:t>
            </a:r>
          </a:p>
          <a:p>
            <a:pPr lvl="1">
              <a:buFont typeface="Wingdings" panose="05000000000000000000" pitchFamily="2" charset="2"/>
              <a:buChar char="§"/>
            </a:pPr>
            <a:r>
              <a:rPr lang="fr-FR" sz="1200" noProof="0" dirty="0">
                <a:latin typeface="Barlow" panose="00000500000000000000" pitchFamily="2" charset="0"/>
              </a:rPr>
              <a:t>8 combats affichés par page,</a:t>
            </a:r>
          </a:p>
          <a:p>
            <a:pPr lvl="1">
              <a:buFont typeface="Wingdings" panose="05000000000000000000" pitchFamily="2" charset="2"/>
              <a:buChar char="§"/>
            </a:pPr>
            <a:r>
              <a:rPr lang="fr-FR" sz="1200" noProof="0" dirty="0">
                <a:latin typeface="Barlow" panose="00000500000000000000" pitchFamily="2" charset="0"/>
              </a:rPr>
              <a:t>Disposition du tapis en Colonne,</a:t>
            </a:r>
          </a:p>
          <a:p>
            <a:pPr lvl="1">
              <a:buFont typeface="Wingdings" panose="05000000000000000000" pitchFamily="2" charset="2"/>
              <a:buChar char="§"/>
            </a:pPr>
            <a:r>
              <a:rPr lang="fr-FR" sz="1200" noProof="0" dirty="0">
                <a:latin typeface="Barlow" panose="00000500000000000000" pitchFamily="2" charset="0"/>
              </a:rPr>
              <a:t>Disposition des combats en Colonne,</a:t>
            </a:r>
          </a:p>
          <a:p>
            <a:pPr lvl="1">
              <a:buFont typeface="Wingdings" panose="05000000000000000000" pitchFamily="2" charset="2"/>
              <a:buChar char="§"/>
            </a:pPr>
            <a:r>
              <a:rPr lang="fr-FR" sz="1200" noProof="0" dirty="0">
                <a:latin typeface="Barlow" panose="00000500000000000000" pitchFamily="2" charset="0"/>
              </a:rPr>
              <a:t>Ajustement automatique désactivé,</a:t>
            </a:r>
          </a:p>
          <a:p>
            <a:pPr lvl="1">
              <a:buFont typeface="Wingdings" panose="05000000000000000000" pitchFamily="2" charset="2"/>
              <a:buChar char="§"/>
            </a:pPr>
            <a:r>
              <a:rPr lang="fr-FR" sz="1200" noProof="0" dirty="0">
                <a:latin typeface="Barlow" panose="00000500000000000000" pitchFamily="2" charset="0"/>
              </a:rPr>
              <a:t>Affichage de tous les tapis déclarés de la compétition</a:t>
            </a:r>
          </a:p>
        </p:txBody>
      </p:sp>
      <p:sp>
        <p:nvSpPr>
          <p:cNvPr id="4" name="Espace réservé du texte 3">
            <a:extLst>
              <a:ext uri="{FF2B5EF4-FFF2-40B4-BE49-F238E27FC236}">
                <a16:creationId xmlns:a16="http://schemas.microsoft.com/office/drawing/2014/main" id="{55EE5942-743C-7FE0-DDCC-8AF825345982}"/>
              </a:ext>
            </a:extLst>
          </p:cNvPr>
          <p:cNvSpPr>
            <a:spLocks noGrp="1"/>
          </p:cNvSpPr>
          <p:nvPr>
            <p:ph type="body" sz="quarter" idx="15"/>
          </p:nvPr>
        </p:nvSpPr>
        <p:spPr/>
        <p:txBody>
          <a:bodyPr/>
          <a:lstStyle/>
          <a:p>
            <a:r>
              <a:rPr lang="fr-FR" noProof="0" dirty="0"/>
              <a:t>Annexe</a:t>
            </a:r>
          </a:p>
        </p:txBody>
      </p:sp>
    </p:spTree>
    <p:extLst>
      <p:ext uri="{BB962C8B-B14F-4D97-AF65-F5344CB8AC3E}">
        <p14:creationId xmlns:p14="http://schemas.microsoft.com/office/powerpoint/2010/main" val="1835701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291882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4A41C6-DF2C-73CC-AFAE-856E82C0624F}"/>
              </a:ext>
            </a:extLst>
          </p:cNvPr>
          <p:cNvSpPr>
            <a:spLocks noGrp="1"/>
          </p:cNvSpPr>
          <p:nvPr>
            <p:ph type="title"/>
          </p:nvPr>
        </p:nvSpPr>
        <p:spPr/>
        <p:txBody>
          <a:bodyPr/>
          <a:lstStyle/>
          <a:p>
            <a:endParaRPr lang="fr-FR" noProof="0" dirty="0"/>
          </a:p>
        </p:txBody>
      </p:sp>
      <p:sp>
        <p:nvSpPr>
          <p:cNvPr id="4" name="Espace réservé du texte 3">
            <a:extLst>
              <a:ext uri="{FF2B5EF4-FFF2-40B4-BE49-F238E27FC236}">
                <a16:creationId xmlns:a16="http://schemas.microsoft.com/office/drawing/2014/main" id="{64D5DAAF-7D23-73D6-1DA9-F3CC174482D7}"/>
              </a:ext>
            </a:extLst>
          </p:cNvPr>
          <p:cNvSpPr>
            <a:spLocks noGrp="1"/>
          </p:cNvSpPr>
          <p:nvPr>
            <p:ph type="body" sz="quarter" idx="15"/>
          </p:nvPr>
        </p:nvSpPr>
        <p:spPr/>
        <p:txBody>
          <a:bodyPr/>
          <a:lstStyle/>
          <a:p>
            <a:endParaRPr lang="fr-FR" noProof="0" dirty="0"/>
          </a:p>
        </p:txBody>
      </p:sp>
      <p:sp>
        <p:nvSpPr>
          <p:cNvPr id="5" name="Ellipse 4">
            <a:extLst>
              <a:ext uri="{FF2B5EF4-FFF2-40B4-BE49-F238E27FC236}">
                <a16:creationId xmlns:a16="http://schemas.microsoft.com/office/drawing/2014/main" id="{11051F4D-6A0D-D334-51B3-9EB95C466984}"/>
              </a:ext>
            </a:extLst>
          </p:cNvPr>
          <p:cNvSpPr>
            <a:spLocks noChangeAspect="1"/>
          </p:cNvSpPr>
          <p:nvPr/>
        </p:nvSpPr>
        <p:spPr>
          <a:xfrm>
            <a:off x="6489165" y="3184241"/>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a:t>
            </a:r>
            <a:endParaRPr lang="fr-FR" sz="1600" b="1" noProof="0" dirty="0">
              <a:latin typeface="Barlow" panose="00000500000000000000" pitchFamily="2" charset="0"/>
            </a:endParaRPr>
          </a:p>
        </p:txBody>
      </p:sp>
      <p:cxnSp>
        <p:nvCxnSpPr>
          <p:cNvPr id="6" name="Connecteur droit avec flèche 5">
            <a:extLst>
              <a:ext uri="{FF2B5EF4-FFF2-40B4-BE49-F238E27FC236}">
                <a16:creationId xmlns:a16="http://schemas.microsoft.com/office/drawing/2014/main" id="{FA4B5EEB-D7A7-3390-9117-E09BAAFD7424}"/>
              </a:ext>
            </a:extLst>
          </p:cNvPr>
          <p:cNvCxnSpPr>
            <a:cxnSpLocks/>
          </p:cNvCxnSpPr>
          <p:nvPr/>
        </p:nvCxnSpPr>
        <p:spPr>
          <a:xfrm>
            <a:off x="6633165" y="3472241"/>
            <a:ext cx="1" cy="324711"/>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3C5FB274-3755-76AD-A468-55D8562EB1D0}"/>
              </a:ext>
            </a:extLst>
          </p:cNvPr>
          <p:cNvSpPr/>
          <p:nvPr/>
        </p:nvSpPr>
        <p:spPr>
          <a:xfrm>
            <a:off x="2381280" y="2864145"/>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8" name="Connecteur droit avec flèche 7">
            <a:extLst>
              <a:ext uri="{FF2B5EF4-FFF2-40B4-BE49-F238E27FC236}">
                <a16:creationId xmlns:a16="http://schemas.microsoft.com/office/drawing/2014/main" id="{B90DAACB-FDDC-AFFB-ED40-1BE9BC5E11B6}"/>
              </a:ext>
            </a:extLst>
          </p:cNvPr>
          <p:cNvCxnSpPr>
            <a:cxnSpLocks/>
            <a:stCxn id="7" idx="2"/>
          </p:cNvCxnSpPr>
          <p:nvPr/>
        </p:nvCxnSpPr>
        <p:spPr>
          <a:xfrm>
            <a:off x="2525280" y="3152145"/>
            <a:ext cx="0" cy="348777"/>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9" name="Ellipse 8">
            <a:extLst>
              <a:ext uri="{FF2B5EF4-FFF2-40B4-BE49-F238E27FC236}">
                <a16:creationId xmlns:a16="http://schemas.microsoft.com/office/drawing/2014/main" id="{64A6C60B-2496-ABC3-F90E-832912569ED2}"/>
              </a:ext>
            </a:extLst>
          </p:cNvPr>
          <p:cNvSpPr>
            <a:spLocks noChangeAspect="1"/>
          </p:cNvSpPr>
          <p:nvPr/>
        </p:nvSpPr>
        <p:spPr>
          <a:xfrm>
            <a:off x="6489165" y="4782073"/>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1</a:t>
            </a:r>
            <a:endParaRPr lang="fr-FR" sz="1600" b="1" noProof="0" dirty="0">
              <a:latin typeface="Barlow" panose="00000500000000000000" pitchFamily="2" charset="0"/>
            </a:endParaRPr>
          </a:p>
        </p:txBody>
      </p:sp>
      <p:cxnSp>
        <p:nvCxnSpPr>
          <p:cNvPr id="10" name="Connecteur droit avec flèche 9">
            <a:extLst>
              <a:ext uri="{FF2B5EF4-FFF2-40B4-BE49-F238E27FC236}">
                <a16:creationId xmlns:a16="http://schemas.microsoft.com/office/drawing/2014/main" id="{AAD69DAB-D4D3-A1F6-CAF3-12672A3A7E07}"/>
              </a:ext>
            </a:extLst>
          </p:cNvPr>
          <p:cNvCxnSpPr>
            <a:cxnSpLocks/>
          </p:cNvCxnSpPr>
          <p:nvPr/>
        </p:nvCxnSpPr>
        <p:spPr>
          <a:xfrm flipV="1">
            <a:off x="6633165" y="4545198"/>
            <a:ext cx="1" cy="236875"/>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2DAAF45C-A76E-D79B-A516-3206F1ECE6E3}"/>
              </a:ext>
            </a:extLst>
          </p:cNvPr>
          <p:cNvSpPr/>
          <p:nvPr/>
        </p:nvSpPr>
        <p:spPr>
          <a:xfrm>
            <a:off x="2381280" y="4390560"/>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12" name="Connecteur droit avec flèche 11">
            <a:extLst>
              <a:ext uri="{FF2B5EF4-FFF2-40B4-BE49-F238E27FC236}">
                <a16:creationId xmlns:a16="http://schemas.microsoft.com/office/drawing/2014/main" id="{2A4AF98A-C464-FC5B-EFFC-5B1C6E0C0B38}"/>
              </a:ext>
            </a:extLst>
          </p:cNvPr>
          <p:cNvCxnSpPr>
            <a:cxnSpLocks/>
            <a:stCxn id="11" idx="0"/>
          </p:cNvCxnSpPr>
          <p:nvPr/>
        </p:nvCxnSpPr>
        <p:spPr>
          <a:xfrm flipV="1">
            <a:off x="2525280" y="4162711"/>
            <a:ext cx="0" cy="227849"/>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68924324-0049-9C2B-ABB9-14CAA3B5BEFC}"/>
              </a:ext>
            </a:extLst>
          </p:cNvPr>
          <p:cNvSpPr/>
          <p:nvPr/>
        </p:nvSpPr>
        <p:spPr>
          <a:xfrm>
            <a:off x="282786" y="5739873"/>
            <a:ext cx="2386494" cy="243223"/>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6" name="Rectangle 15">
            <a:extLst>
              <a:ext uri="{FF2B5EF4-FFF2-40B4-BE49-F238E27FC236}">
                <a16:creationId xmlns:a16="http://schemas.microsoft.com/office/drawing/2014/main" id="{E494AC71-EE46-0BB5-F3DA-7DF8B175E5CA}"/>
              </a:ext>
            </a:extLst>
          </p:cNvPr>
          <p:cNvSpPr/>
          <p:nvPr/>
        </p:nvSpPr>
        <p:spPr>
          <a:xfrm>
            <a:off x="6203429" y="3796952"/>
            <a:ext cx="859473" cy="329680"/>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nvGrpSpPr>
          <p:cNvPr id="17" name="Groupe 16">
            <a:extLst>
              <a:ext uri="{FF2B5EF4-FFF2-40B4-BE49-F238E27FC236}">
                <a16:creationId xmlns:a16="http://schemas.microsoft.com/office/drawing/2014/main" id="{9455AECA-0DF2-5BF7-E05B-DB7EA2D25EA6}"/>
              </a:ext>
            </a:extLst>
          </p:cNvPr>
          <p:cNvGrpSpPr/>
          <p:nvPr/>
        </p:nvGrpSpPr>
        <p:grpSpPr>
          <a:xfrm>
            <a:off x="475968" y="1514102"/>
            <a:ext cx="3429376" cy="557747"/>
            <a:chOff x="5346700" y="1873408"/>
            <a:chExt cx="3429376" cy="557747"/>
          </a:xfrm>
        </p:grpSpPr>
        <p:sp>
          <p:nvSpPr>
            <p:cNvPr id="18" name="Rectangle : coins arrondis 17">
              <a:extLst>
                <a:ext uri="{FF2B5EF4-FFF2-40B4-BE49-F238E27FC236}">
                  <a16:creationId xmlns:a16="http://schemas.microsoft.com/office/drawing/2014/main" id="{CF5C88D2-909F-02E2-5560-5D0163FD48EE}"/>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9" name="Rectangle : coins arrondis 18">
              <a:extLst>
                <a:ext uri="{FF2B5EF4-FFF2-40B4-BE49-F238E27FC236}">
                  <a16:creationId xmlns:a16="http://schemas.microsoft.com/office/drawing/2014/main" id="{6763F682-CA47-1764-C5B6-D14A72E28D3D}"/>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Etat de la connexion au serveur de compétition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 vert si connecté, rouge sinon</a:t>
              </a:r>
            </a:p>
          </p:txBody>
        </p:sp>
        <p:sp>
          <p:nvSpPr>
            <p:cNvPr id="20" name="Rectangle 19">
              <a:extLst>
                <a:ext uri="{FF2B5EF4-FFF2-40B4-BE49-F238E27FC236}">
                  <a16:creationId xmlns:a16="http://schemas.microsoft.com/office/drawing/2014/main" id="{3D5C5855-4E9E-17E0-6273-DFEF3A7A13A5}"/>
                </a:ext>
              </a:extLst>
            </p:cNvPr>
            <p:cNvSpPr>
              <a:spLocks noChangeAspect="1"/>
            </p:cNvSpPr>
            <p:nvPr/>
          </p:nvSpPr>
          <p:spPr>
            <a:xfrm>
              <a:off x="5408816" y="2010394"/>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21" name="Connecteur droit 20">
              <a:extLst>
                <a:ext uri="{FF2B5EF4-FFF2-40B4-BE49-F238E27FC236}">
                  <a16:creationId xmlns:a16="http://schemas.microsoft.com/office/drawing/2014/main" id="{7C933098-FB5E-A9F4-AE03-6DDBF25E5A69}"/>
                </a:ext>
              </a:extLst>
            </p:cNvPr>
            <p:cNvCxnSpPr/>
            <p:nvPr/>
          </p:nvCxnSpPr>
          <p:spPr>
            <a:xfrm>
              <a:off x="5346700" y="1876755"/>
              <a:ext cx="0" cy="5544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22" name="Groupe 21">
            <a:extLst>
              <a:ext uri="{FF2B5EF4-FFF2-40B4-BE49-F238E27FC236}">
                <a16:creationId xmlns:a16="http://schemas.microsoft.com/office/drawing/2014/main" id="{320F0411-A009-8529-0335-E378B3A771F9}"/>
              </a:ext>
            </a:extLst>
          </p:cNvPr>
          <p:cNvGrpSpPr/>
          <p:nvPr/>
        </p:nvGrpSpPr>
        <p:grpSpPr>
          <a:xfrm>
            <a:off x="5963120" y="1728735"/>
            <a:ext cx="3429375" cy="360000"/>
            <a:chOff x="1076957" y="5514260"/>
            <a:chExt cx="3429375" cy="360000"/>
          </a:xfrm>
        </p:grpSpPr>
        <p:sp>
          <p:nvSpPr>
            <p:cNvPr id="23" name="Rectangle : coins arrondis 22">
              <a:extLst>
                <a:ext uri="{FF2B5EF4-FFF2-40B4-BE49-F238E27FC236}">
                  <a16:creationId xmlns:a16="http://schemas.microsoft.com/office/drawing/2014/main" id="{E81C3A33-1654-4A14-D501-1E67428DF2D2}"/>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4" name="Rectangle : coins arrondis 23">
              <a:extLst>
                <a:ext uri="{FF2B5EF4-FFF2-40B4-BE49-F238E27FC236}">
                  <a16:creationId xmlns:a16="http://schemas.microsoft.com/office/drawing/2014/main" id="{108F6E14-4D77-E97E-B78F-675D9421E587}"/>
                </a:ext>
              </a:extLst>
            </p:cNvPr>
            <p:cNvSpPr/>
            <p:nvPr/>
          </p:nvSpPr>
          <p:spPr>
            <a:xfrm>
              <a:off x="1410332" y="5515015"/>
              <a:ext cx="3096000"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Site local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Affiche le site local</a:t>
              </a:r>
            </a:p>
          </p:txBody>
        </p:sp>
        <p:cxnSp>
          <p:nvCxnSpPr>
            <p:cNvPr id="25" name="Connecteur droit 24">
              <a:extLst>
                <a:ext uri="{FF2B5EF4-FFF2-40B4-BE49-F238E27FC236}">
                  <a16:creationId xmlns:a16="http://schemas.microsoft.com/office/drawing/2014/main" id="{A7F60790-227B-34BF-C567-C6A49C74EEC2}"/>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26" name="Ellipse 25">
              <a:extLst>
                <a:ext uri="{FF2B5EF4-FFF2-40B4-BE49-F238E27FC236}">
                  <a16:creationId xmlns:a16="http://schemas.microsoft.com/office/drawing/2014/main" id="{D983F84C-A427-C03D-C27B-3B7744CC4601}"/>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2</a:t>
              </a:r>
              <a:endParaRPr lang="fr-FR" sz="1600" b="1" noProof="0" dirty="0"/>
            </a:p>
          </p:txBody>
        </p:sp>
      </p:grpSp>
      <p:grpSp>
        <p:nvGrpSpPr>
          <p:cNvPr id="27" name="Groupe 26">
            <a:extLst>
              <a:ext uri="{FF2B5EF4-FFF2-40B4-BE49-F238E27FC236}">
                <a16:creationId xmlns:a16="http://schemas.microsoft.com/office/drawing/2014/main" id="{C6459926-247D-8C49-2C86-BA0E289F094A}"/>
              </a:ext>
            </a:extLst>
          </p:cNvPr>
          <p:cNvGrpSpPr/>
          <p:nvPr/>
        </p:nvGrpSpPr>
        <p:grpSpPr>
          <a:xfrm>
            <a:off x="4816393" y="2472175"/>
            <a:ext cx="3429376" cy="360000"/>
            <a:chOff x="1076957" y="5514260"/>
            <a:chExt cx="3429376" cy="360000"/>
          </a:xfrm>
        </p:grpSpPr>
        <p:sp>
          <p:nvSpPr>
            <p:cNvPr id="28" name="Rectangle : coins arrondis 27">
              <a:extLst>
                <a:ext uri="{FF2B5EF4-FFF2-40B4-BE49-F238E27FC236}">
                  <a16:creationId xmlns:a16="http://schemas.microsoft.com/office/drawing/2014/main" id="{3BC911D8-C05A-95E6-15DD-ABE34DFDE0E0}"/>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29" name="Rectangle : coins arrondis 28">
              <a:extLst>
                <a:ext uri="{FF2B5EF4-FFF2-40B4-BE49-F238E27FC236}">
                  <a16:creationId xmlns:a16="http://schemas.microsoft.com/office/drawing/2014/main" id="{626CC530-8996-3105-4179-F246CEA2517E}"/>
                </a:ext>
              </a:extLst>
            </p:cNvPr>
            <p:cNvSpPr/>
            <p:nvPr/>
          </p:nvSpPr>
          <p:spPr>
            <a:xfrm>
              <a:off x="1410333" y="5515015"/>
              <a:ext cx="3096000"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Statistiques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Affiche l’écran des statistiques</a:t>
              </a:r>
            </a:p>
          </p:txBody>
        </p:sp>
        <p:cxnSp>
          <p:nvCxnSpPr>
            <p:cNvPr id="30" name="Connecteur droit 29">
              <a:extLst>
                <a:ext uri="{FF2B5EF4-FFF2-40B4-BE49-F238E27FC236}">
                  <a16:creationId xmlns:a16="http://schemas.microsoft.com/office/drawing/2014/main" id="{5EF3888A-ED45-ED6B-6099-F27C7CD125F0}"/>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31" name="Ellipse 30">
              <a:extLst>
                <a:ext uri="{FF2B5EF4-FFF2-40B4-BE49-F238E27FC236}">
                  <a16:creationId xmlns:a16="http://schemas.microsoft.com/office/drawing/2014/main" id="{386E84AF-7FBD-9898-5AA7-72E03815BBD6}"/>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5</a:t>
              </a:r>
              <a:endParaRPr lang="fr-FR" sz="1600" b="1" noProof="0" dirty="0"/>
            </a:p>
          </p:txBody>
        </p:sp>
      </p:grpSp>
      <p:grpSp>
        <p:nvGrpSpPr>
          <p:cNvPr id="32" name="Groupe 31">
            <a:extLst>
              <a:ext uri="{FF2B5EF4-FFF2-40B4-BE49-F238E27FC236}">
                <a16:creationId xmlns:a16="http://schemas.microsoft.com/office/drawing/2014/main" id="{EFBEF520-F49A-A32B-984B-1FF2D942CB1A}"/>
              </a:ext>
            </a:extLst>
          </p:cNvPr>
          <p:cNvGrpSpPr/>
          <p:nvPr/>
        </p:nvGrpSpPr>
        <p:grpSpPr>
          <a:xfrm>
            <a:off x="384052" y="3728771"/>
            <a:ext cx="3429376" cy="360000"/>
            <a:chOff x="5346700" y="1891328"/>
            <a:chExt cx="3429376" cy="360000"/>
          </a:xfrm>
        </p:grpSpPr>
        <p:sp>
          <p:nvSpPr>
            <p:cNvPr id="33" name="Rectangle : coins arrondis 32">
              <a:extLst>
                <a:ext uri="{FF2B5EF4-FFF2-40B4-BE49-F238E27FC236}">
                  <a16:creationId xmlns:a16="http://schemas.microsoft.com/office/drawing/2014/main" id="{6B552DD8-DF95-A7B3-6FA8-617B95FDB1DF}"/>
                </a:ext>
              </a:extLst>
            </p:cNvPr>
            <p:cNvSpPr/>
            <p:nvPr/>
          </p:nvSpPr>
          <p:spPr>
            <a:xfrm>
              <a:off x="5346701" y="1891328"/>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34" name="Rectangle : coins arrondis 33">
              <a:extLst>
                <a:ext uri="{FF2B5EF4-FFF2-40B4-BE49-F238E27FC236}">
                  <a16:creationId xmlns:a16="http://schemas.microsoft.com/office/drawing/2014/main" id="{42A71DC4-109A-68D2-E790-A5216A8B08A0}"/>
                </a:ext>
              </a:extLst>
            </p:cNvPr>
            <p:cNvSpPr/>
            <p:nvPr/>
          </p:nvSpPr>
          <p:spPr>
            <a:xfrm>
              <a:off x="5680076" y="1891328"/>
              <a:ext cx="3096000"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Nom de la compétition connectée</a:t>
              </a:r>
            </a:p>
          </p:txBody>
        </p:sp>
        <p:sp>
          <p:nvSpPr>
            <p:cNvPr id="35" name="Rectangle 34">
              <a:extLst>
                <a:ext uri="{FF2B5EF4-FFF2-40B4-BE49-F238E27FC236}">
                  <a16:creationId xmlns:a16="http://schemas.microsoft.com/office/drawing/2014/main" id="{3CDE36D6-4D64-C7E9-44A0-8D17E9FF7394}"/>
                </a:ext>
              </a:extLst>
            </p:cNvPr>
            <p:cNvSpPr>
              <a:spLocks noChangeAspect="1"/>
            </p:cNvSpPr>
            <p:nvPr/>
          </p:nvSpPr>
          <p:spPr>
            <a:xfrm>
              <a:off x="5408816" y="1927328"/>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36" name="Connecteur droit 35">
              <a:extLst>
                <a:ext uri="{FF2B5EF4-FFF2-40B4-BE49-F238E27FC236}">
                  <a16:creationId xmlns:a16="http://schemas.microsoft.com/office/drawing/2014/main" id="{CFDF1F0B-B989-3247-8CE1-98268630215A}"/>
                </a:ext>
              </a:extLst>
            </p:cNvPr>
            <p:cNvCxnSpPr>
              <a:cxnSpLocks/>
            </p:cNvCxnSpPr>
            <p:nvPr/>
          </p:nvCxnSpPr>
          <p:spPr>
            <a:xfrm>
              <a:off x="5346700" y="1891328"/>
              <a:ext cx="0" cy="36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sp>
        <p:nvSpPr>
          <p:cNvPr id="37" name="Rectangle 36">
            <a:extLst>
              <a:ext uri="{FF2B5EF4-FFF2-40B4-BE49-F238E27FC236}">
                <a16:creationId xmlns:a16="http://schemas.microsoft.com/office/drawing/2014/main" id="{C0146193-C255-C7D2-2B0C-E18F97F719D4}"/>
              </a:ext>
            </a:extLst>
          </p:cNvPr>
          <p:cNvSpPr/>
          <p:nvPr/>
        </p:nvSpPr>
        <p:spPr>
          <a:xfrm>
            <a:off x="10116186" y="1544052"/>
            <a:ext cx="1537730" cy="1133259"/>
          </a:xfrm>
          <a:prstGeom prst="rect">
            <a:avLst/>
          </a:prstGeom>
          <a:noFill/>
          <a:ln w="28575">
            <a:solidFill>
              <a:srgbClr val="358F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nvGrpSpPr>
          <p:cNvPr id="38" name="Groupe 37">
            <a:extLst>
              <a:ext uri="{FF2B5EF4-FFF2-40B4-BE49-F238E27FC236}">
                <a16:creationId xmlns:a16="http://schemas.microsoft.com/office/drawing/2014/main" id="{6343C528-B81F-E8E7-39AC-0E07CC75684A}"/>
              </a:ext>
            </a:extLst>
          </p:cNvPr>
          <p:cNvGrpSpPr/>
          <p:nvPr/>
        </p:nvGrpSpPr>
        <p:grpSpPr>
          <a:xfrm>
            <a:off x="8364715" y="2922317"/>
            <a:ext cx="3429376" cy="557747"/>
            <a:chOff x="5346700" y="1873408"/>
            <a:chExt cx="3429376" cy="557747"/>
          </a:xfrm>
        </p:grpSpPr>
        <p:sp>
          <p:nvSpPr>
            <p:cNvPr id="39" name="Rectangle : coins arrondis 38">
              <a:extLst>
                <a:ext uri="{FF2B5EF4-FFF2-40B4-BE49-F238E27FC236}">
                  <a16:creationId xmlns:a16="http://schemas.microsoft.com/office/drawing/2014/main" id="{6CD01B13-7CEF-BFDA-5E6E-11136214E231}"/>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40" name="Rectangle : coins arrondis 39">
              <a:extLst>
                <a:ext uri="{FF2B5EF4-FFF2-40B4-BE49-F238E27FC236}">
                  <a16:creationId xmlns:a16="http://schemas.microsoft.com/office/drawing/2014/main" id="{1F085E18-CC39-1132-C5E1-B6990C484C19}"/>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Commandes principales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 les commandes générales (connexion au TAS, etc.)</a:t>
              </a:r>
            </a:p>
          </p:txBody>
        </p:sp>
        <p:sp>
          <p:nvSpPr>
            <p:cNvPr id="41" name="Rectangle : coins arrondis 40">
              <a:extLst>
                <a:ext uri="{FF2B5EF4-FFF2-40B4-BE49-F238E27FC236}">
                  <a16:creationId xmlns:a16="http://schemas.microsoft.com/office/drawing/2014/main" id="{5DF39522-BDD2-B4D4-C2DC-70C11F5EB2B5}"/>
                </a:ext>
              </a:extLst>
            </p:cNvPr>
            <p:cNvSpPr>
              <a:spLocks noChangeAspect="1"/>
            </p:cNvSpPr>
            <p:nvPr/>
          </p:nvSpPr>
          <p:spPr>
            <a:xfrm>
              <a:off x="5408816" y="2010394"/>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42" name="Connecteur droit 41">
              <a:extLst>
                <a:ext uri="{FF2B5EF4-FFF2-40B4-BE49-F238E27FC236}">
                  <a16:creationId xmlns:a16="http://schemas.microsoft.com/office/drawing/2014/main" id="{6BFFA638-74A4-A9FA-4F83-C8AF9DAC6744}"/>
                </a:ext>
              </a:extLst>
            </p:cNvPr>
            <p:cNvCxnSpPr/>
            <p:nvPr/>
          </p:nvCxnSpPr>
          <p:spPr>
            <a:xfrm>
              <a:off x="5346700" y="1876755"/>
              <a:ext cx="0" cy="554400"/>
            </a:xfrm>
            <a:prstGeom prst="line">
              <a:avLst/>
            </a:prstGeom>
            <a:ln w="38100">
              <a:solidFill>
                <a:srgbClr val="358F6C"/>
              </a:solidFill>
            </a:ln>
          </p:spPr>
          <p:style>
            <a:lnRef idx="1">
              <a:schemeClr val="accent1"/>
            </a:lnRef>
            <a:fillRef idx="0">
              <a:schemeClr val="accent1"/>
            </a:fillRef>
            <a:effectRef idx="0">
              <a:schemeClr val="accent1"/>
            </a:effectRef>
            <a:fontRef idx="minor">
              <a:schemeClr val="tx1"/>
            </a:fontRef>
          </p:style>
        </p:cxnSp>
      </p:grpSp>
      <p:sp>
        <p:nvSpPr>
          <p:cNvPr id="43" name="Rectangle : coins arrondis 42">
            <a:extLst>
              <a:ext uri="{FF2B5EF4-FFF2-40B4-BE49-F238E27FC236}">
                <a16:creationId xmlns:a16="http://schemas.microsoft.com/office/drawing/2014/main" id="{D668B408-FDD0-EA65-D1D7-2CFA832411B6}"/>
              </a:ext>
            </a:extLst>
          </p:cNvPr>
          <p:cNvSpPr>
            <a:spLocks noChangeAspect="1"/>
          </p:cNvSpPr>
          <p:nvPr/>
        </p:nvSpPr>
        <p:spPr>
          <a:xfrm>
            <a:off x="9918540" y="3658241"/>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sp>
        <p:nvSpPr>
          <p:cNvPr id="44" name="Ellipse 43">
            <a:extLst>
              <a:ext uri="{FF2B5EF4-FFF2-40B4-BE49-F238E27FC236}">
                <a16:creationId xmlns:a16="http://schemas.microsoft.com/office/drawing/2014/main" id="{2B0A1FD4-3C05-A998-FA53-4CDAFFB11855}"/>
              </a:ext>
            </a:extLst>
          </p:cNvPr>
          <p:cNvSpPr>
            <a:spLocks noChangeAspect="1"/>
          </p:cNvSpPr>
          <p:nvPr/>
        </p:nvSpPr>
        <p:spPr>
          <a:xfrm>
            <a:off x="6641565" y="3336641"/>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2</a:t>
            </a:r>
            <a:endParaRPr lang="fr-FR" sz="1600" b="1" noProof="0" dirty="0">
              <a:latin typeface="Barlow" panose="00000500000000000000" pitchFamily="2" charset="0"/>
            </a:endParaRPr>
          </a:p>
        </p:txBody>
      </p:sp>
      <p:cxnSp>
        <p:nvCxnSpPr>
          <p:cNvPr id="45" name="Connecteur droit avec flèche 44">
            <a:extLst>
              <a:ext uri="{FF2B5EF4-FFF2-40B4-BE49-F238E27FC236}">
                <a16:creationId xmlns:a16="http://schemas.microsoft.com/office/drawing/2014/main" id="{F504901D-CE6D-BD6E-3E94-A1DA97043201}"/>
              </a:ext>
            </a:extLst>
          </p:cNvPr>
          <p:cNvCxnSpPr>
            <a:cxnSpLocks/>
            <a:stCxn id="44" idx="6"/>
          </p:cNvCxnSpPr>
          <p:nvPr/>
        </p:nvCxnSpPr>
        <p:spPr>
          <a:xfrm>
            <a:off x="6929565" y="3480641"/>
            <a:ext cx="454583" cy="20281"/>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46" name="Ellipse 45">
            <a:extLst>
              <a:ext uri="{FF2B5EF4-FFF2-40B4-BE49-F238E27FC236}">
                <a16:creationId xmlns:a16="http://schemas.microsoft.com/office/drawing/2014/main" id="{19BEF8C3-7B65-8E9C-8887-3A6670000669}"/>
              </a:ext>
            </a:extLst>
          </p:cNvPr>
          <p:cNvSpPr>
            <a:spLocks noChangeAspect="1"/>
          </p:cNvSpPr>
          <p:nvPr/>
        </p:nvSpPr>
        <p:spPr>
          <a:xfrm>
            <a:off x="7858255" y="3480641"/>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3</a:t>
            </a:r>
            <a:endParaRPr lang="fr-FR" sz="1600" b="1" noProof="0" dirty="0">
              <a:latin typeface="Barlow" panose="00000500000000000000" pitchFamily="2" charset="0"/>
            </a:endParaRPr>
          </a:p>
        </p:txBody>
      </p:sp>
      <p:cxnSp>
        <p:nvCxnSpPr>
          <p:cNvPr id="47" name="Connecteur droit avec flèche 46">
            <a:extLst>
              <a:ext uri="{FF2B5EF4-FFF2-40B4-BE49-F238E27FC236}">
                <a16:creationId xmlns:a16="http://schemas.microsoft.com/office/drawing/2014/main" id="{38258F41-C183-32AB-47F4-414CF7AFFAC8}"/>
              </a:ext>
            </a:extLst>
          </p:cNvPr>
          <p:cNvCxnSpPr>
            <a:cxnSpLocks/>
            <a:stCxn id="46" idx="2"/>
          </p:cNvCxnSpPr>
          <p:nvPr/>
        </p:nvCxnSpPr>
        <p:spPr>
          <a:xfrm flipH="1">
            <a:off x="7367702" y="3624641"/>
            <a:ext cx="490553" cy="0"/>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8AB5BAD2-A1EC-0268-9BD8-CD36B9B634CE}"/>
              </a:ext>
            </a:extLst>
          </p:cNvPr>
          <p:cNvSpPr/>
          <p:nvPr/>
        </p:nvSpPr>
        <p:spPr>
          <a:xfrm>
            <a:off x="2847352" y="2479338"/>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77" name="Connecteur droit avec flèche 76">
            <a:extLst>
              <a:ext uri="{FF2B5EF4-FFF2-40B4-BE49-F238E27FC236}">
                <a16:creationId xmlns:a16="http://schemas.microsoft.com/office/drawing/2014/main" id="{1CC83919-0D52-9A38-C07E-AD7B8D6D7E49}"/>
              </a:ext>
            </a:extLst>
          </p:cNvPr>
          <p:cNvCxnSpPr>
            <a:cxnSpLocks/>
            <a:stCxn id="76" idx="3"/>
          </p:cNvCxnSpPr>
          <p:nvPr/>
        </p:nvCxnSpPr>
        <p:spPr>
          <a:xfrm>
            <a:off x="3135352" y="2623338"/>
            <a:ext cx="337156" cy="0"/>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5758C392-24DA-3D73-8146-9878BC05DEB1}"/>
              </a:ext>
            </a:extLst>
          </p:cNvPr>
          <p:cNvSpPr/>
          <p:nvPr/>
        </p:nvSpPr>
        <p:spPr>
          <a:xfrm>
            <a:off x="1915252" y="2642854"/>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81" name="Connecteur droit avec flèche 80">
            <a:extLst>
              <a:ext uri="{FF2B5EF4-FFF2-40B4-BE49-F238E27FC236}">
                <a16:creationId xmlns:a16="http://schemas.microsoft.com/office/drawing/2014/main" id="{1AB0A805-7450-8797-4EC0-FC3A58F01415}"/>
              </a:ext>
            </a:extLst>
          </p:cNvPr>
          <p:cNvCxnSpPr>
            <a:cxnSpLocks/>
            <a:stCxn id="80" idx="1"/>
          </p:cNvCxnSpPr>
          <p:nvPr/>
        </p:nvCxnSpPr>
        <p:spPr>
          <a:xfrm flipH="1">
            <a:off x="1542314" y="2786854"/>
            <a:ext cx="372938" cy="0"/>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88" name="Groupe 87">
            <a:extLst>
              <a:ext uri="{FF2B5EF4-FFF2-40B4-BE49-F238E27FC236}">
                <a16:creationId xmlns:a16="http://schemas.microsoft.com/office/drawing/2014/main" id="{AFE0E163-BC25-9377-E3CD-5B5E4DD617E4}"/>
              </a:ext>
            </a:extLst>
          </p:cNvPr>
          <p:cNvGrpSpPr/>
          <p:nvPr/>
        </p:nvGrpSpPr>
        <p:grpSpPr>
          <a:xfrm>
            <a:off x="3547273" y="5827044"/>
            <a:ext cx="3429376" cy="649675"/>
            <a:chOff x="6718452" y="1721155"/>
            <a:chExt cx="3429376" cy="649675"/>
          </a:xfrm>
        </p:grpSpPr>
        <p:grpSp>
          <p:nvGrpSpPr>
            <p:cNvPr id="89" name="Groupe 88">
              <a:extLst>
                <a:ext uri="{FF2B5EF4-FFF2-40B4-BE49-F238E27FC236}">
                  <a16:creationId xmlns:a16="http://schemas.microsoft.com/office/drawing/2014/main" id="{BFB6809B-C252-1C7E-9998-938E205CBF04}"/>
                </a:ext>
              </a:extLst>
            </p:cNvPr>
            <p:cNvGrpSpPr/>
            <p:nvPr/>
          </p:nvGrpSpPr>
          <p:grpSpPr>
            <a:xfrm>
              <a:off x="6718452" y="1721155"/>
              <a:ext cx="3429376" cy="649675"/>
              <a:chOff x="5346700" y="1875080"/>
              <a:chExt cx="3429376" cy="649675"/>
            </a:xfrm>
          </p:grpSpPr>
          <p:sp>
            <p:nvSpPr>
              <p:cNvPr id="91" name="Rectangle : coins arrondis 90">
                <a:extLst>
                  <a:ext uri="{FF2B5EF4-FFF2-40B4-BE49-F238E27FC236}">
                    <a16:creationId xmlns:a16="http://schemas.microsoft.com/office/drawing/2014/main" id="{D068E3AF-FCDD-C562-DB0A-D4F1A07B3F12}"/>
                  </a:ext>
                </a:extLst>
              </p:cNvPr>
              <p:cNvSpPr/>
              <p:nvPr/>
            </p:nvSpPr>
            <p:spPr>
              <a:xfrm>
                <a:off x="5346701" y="1875080"/>
                <a:ext cx="412231"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92" name="Rectangle : coins arrondis 91">
                <a:extLst>
                  <a:ext uri="{FF2B5EF4-FFF2-40B4-BE49-F238E27FC236}">
                    <a16:creationId xmlns:a16="http://schemas.microsoft.com/office/drawing/2014/main" id="{4EDFD398-1205-C9FA-0E88-DA7C5E5D0310}"/>
                  </a:ext>
                </a:extLst>
              </p:cNvPr>
              <p:cNvSpPr/>
              <p:nvPr/>
            </p:nvSpPr>
            <p:spPr>
              <a:xfrm>
                <a:off x="5680076" y="1875080"/>
                <a:ext cx="3096000"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Interface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Sélectionne l’interface réseau sur laquelle se fait la publication (uniquement la publication est arrêtée).</a:t>
                </a:r>
              </a:p>
            </p:txBody>
          </p:sp>
          <p:cxnSp>
            <p:nvCxnSpPr>
              <p:cNvPr id="93" name="Connecteur droit 92">
                <a:extLst>
                  <a:ext uri="{FF2B5EF4-FFF2-40B4-BE49-F238E27FC236}">
                    <a16:creationId xmlns:a16="http://schemas.microsoft.com/office/drawing/2014/main" id="{BF098701-DC5B-A2B0-DA50-F7F7895577B7}"/>
                  </a:ext>
                </a:extLst>
              </p:cNvPr>
              <p:cNvCxnSpPr>
                <a:cxnSpLocks/>
              </p:cNvCxnSpPr>
              <p:nvPr/>
            </p:nvCxnSpPr>
            <p:spPr>
              <a:xfrm>
                <a:off x="5346700" y="1876755"/>
                <a:ext cx="0" cy="648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90" name="Ellipse 89">
              <a:extLst>
                <a:ext uri="{FF2B5EF4-FFF2-40B4-BE49-F238E27FC236}">
                  <a16:creationId xmlns:a16="http://schemas.microsoft.com/office/drawing/2014/main" id="{D5685D7A-BA14-3FFB-67B4-612A623983EF}"/>
                </a:ext>
              </a:extLst>
            </p:cNvPr>
            <p:cNvSpPr>
              <a:spLocks noChangeAspect="1"/>
            </p:cNvSpPr>
            <p:nvPr/>
          </p:nvSpPr>
          <p:spPr>
            <a:xfrm>
              <a:off x="6780568" y="1901155"/>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3</a:t>
              </a:r>
              <a:endParaRPr lang="fr-FR" sz="1600" b="1" noProof="0" dirty="0"/>
            </a:p>
          </p:txBody>
        </p:sp>
      </p:grpSp>
      <p:grpSp>
        <p:nvGrpSpPr>
          <p:cNvPr id="98" name="Groupe 97">
            <a:extLst>
              <a:ext uri="{FF2B5EF4-FFF2-40B4-BE49-F238E27FC236}">
                <a16:creationId xmlns:a16="http://schemas.microsoft.com/office/drawing/2014/main" id="{AECFF634-1B2B-0B42-5967-EDCF2F2FEEA0}"/>
              </a:ext>
            </a:extLst>
          </p:cNvPr>
          <p:cNvGrpSpPr/>
          <p:nvPr/>
        </p:nvGrpSpPr>
        <p:grpSpPr>
          <a:xfrm>
            <a:off x="8312154" y="4934125"/>
            <a:ext cx="3429376" cy="649675"/>
            <a:chOff x="6718452" y="1721155"/>
            <a:chExt cx="3429376" cy="649675"/>
          </a:xfrm>
        </p:grpSpPr>
        <p:grpSp>
          <p:nvGrpSpPr>
            <p:cNvPr id="99" name="Groupe 98">
              <a:extLst>
                <a:ext uri="{FF2B5EF4-FFF2-40B4-BE49-F238E27FC236}">
                  <a16:creationId xmlns:a16="http://schemas.microsoft.com/office/drawing/2014/main" id="{EBF55130-85E6-1E7C-C585-B61C195BD47C}"/>
                </a:ext>
              </a:extLst>
            </p:cNvPr>
            <p:cNvGrpSpPr/>
            <p:nvPr/>
          </p:nvGrpSpPr>
          <p:grpSpPr>
            <a:xfrm>
              <a:off x="6718452" y="1721155"/>
              <a:ext cx="3429376" cy="649675"/>
              <a:chOff x="5346700" y="1875080"/>
              <a:chExt cx="3429376" cy="649675"/>
            </a:xfrm>
          </p:grpSpPr>
          <p:sp>
            <p:nvSpPr>
              <p:cNvPr id="101" name="Rectangle : coins arrondis 100">
                <a:extLst>
                  <a:ext uri="{FF2B5EF4-FFF2-40B4-BE49-F238E27FC236}">
                    <a16:creationId xmlns:a16="http://schemas.microsoft.com/office/drawing/2014/main" id="{0F781E1C-9E03-224C-4488-895DC1FE0A5E}"/>
                  </a:ext>
                </a:extLst>
              </p:cNvPr>
              <p:cNvSpPr/>
              <p:nvPr/>
            </p:nvSpPr>
            <p:spPr>
              <a:xfrm>
                <a:off x="5346701" y="1875080"/>
                <a:ext cx="412231"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02" name="Rectangle : coins arrondis 101">
                <a:extLst>
                  <a:ext uri="{FF2B5EF4-FFF2-40B4-BE49-F238E27FC236}">
                    <a16:creationId xmlns:a16="http://schemas.microsoft.com/office/drawing/2014/main" id="{D39F302E-449D-ED60-C26C-BE09CF3C60DF}"/>
                  </a:ext>
                </a:extLst>
              </p:cNvPr>
              <p:cNvSpPr/>
              <p:nvPr/>
            </p:nvSpPr>
            <p:spPr>
              <a:xfrm>
                <a:off x="5680076" y="1875080"/>
                <a:ext cx="3096000" cy="648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Intitulé commun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Intitulé à afficher à la place du nom de la 1</a:t>
                </a:r>
                <a:r>
                  <a:rPr lang="fr-FR" sz="1200" baseline="30000" noProof="0" dirty="0">
                    <a:solidFill>
                      <a:schemeClr val="tx1">
                        <a:lumMod val="85000"/>
                        <a:lumOff val="15000"/>
                      </a:schemeClr>
                    </a:solidFill>
                    <a:latin typeface="Barlow" panose="00000500000000000000" pitchFamily="2" charset="0"/>
                    <a:cs typeface="Segoe UI" panose="020B0502040204020203" pitchFamily="34" charset="0"/>
                  </a:rPr>
                  <a:t>ère</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 compétition en cas de multi-compétition (actif si cochée).</a:t>
                </a:r>
              </a:p>
            </p:txBody>
          </p:sp>
          <p:cxnSp>
            <p:nvCxnSpPr>
              <p:cNvPr id="103" name="Connecteur droit 102">
                <a:extLst>
                  <a:ext uri="{FF2B5EF4-FFF2-40B4-BE49-F238E27FC236}">
                    <a16:creationId xmlns:a16="http://schemas.microsoft.com/office/drawing/2014/main" id="{E4244715-B2D0-2D95-ACDA-2986311BF7C8}"/>
                  </a:ext>
                </a:extLst>
              </p:cNvPr>
              <p:cNvCxnSpPr>
                <a:cxnSpLocks/>
              </p:cNvCxnSpPr>
              <p:nvPr/>
            </p:nvCxnSpPr>
            <p:spPr>
              <a:xfrm>
                <a:off x="5346700" y="1876755"/>
                <a:ext cx="0" cy="648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00" name="Ellipse 99">
              <a:extLst>
                <a:ext uri="{FF2B5EF4-FFF2-40B4-BE49-F238E27FC236}">
                  <a16:creationId xmlns:a16="http://schemas.microsoft.com/office/drawing/2014/main" id="{B628F40D-2C37-B35B-5715-400D052FA300}"/>
                </a:ext>
              </a:extLst>
            </p:cNvPr>
            <p:cNvSpPr>
              <a:spLocks noChangeAspect="1"/>
            </p:cNvSpPr>
            <p:nvPr/>
          </p:nvSpPr>
          <p:spPr>
            <a:xfrm>
              <a:off x="6780568" y="1901155"/>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3</a:t>
              </a:r>
              <a:endParaRPr lang="fr-FR" sz="1600" b="1" noProof="0" dirty="0"/>
            </a:p>
          </p:txBody>
        </p:sp>
      </p:grpSp>
      <p:grpSp>
        <p:nvGrpSpPr>
          <p:cNvPr id="104" name="Groupe 103">
            <a:extLst>
              <a:ext uri="{FF2B5EF4-FFF2-40B4-BE49-F238E27FC236}">
                <a16:creationId xmlns:a16="http://schemas.microsoft.com/office/drawing/2014/main" id="{BA0681A4-72E2-2621-120B-1BA81402AC04}"/>
              </a:ext>
            </a:extLst>
          </p:cNvPr>
          <p:cNvGrpSpPr/>
          <p:nvPr/>
        </p:nvGrpSpPr>
        <p:grpSpPr>
          <a:xfrm>
            <a:off x="898952" y="5258208"/>
            <a:ext cx="3429375" cy="360000"/>
            <a:chOff x="1076957" y="5514260"/>
            <a:chExt cx="3429375" cy="360000"/>
          </a:xfrm>
        </p:grpSpPr>
        <p:sp>
          <p:nvSpPr>
            <p:cNvPr id="105" name="Rectangle : coins arrondis 104">
              <a:extLst>
                <a:ext uri="{FF2B5EF4-FFF2-40B4-BE49-F238E27FC236}">
                  <a16:creationId xmlns:a16="http://schemas.microsoft.com/office/drawing/2014/main" id="{DB2FF171-AD7F-2131-D79E-DB25D4E7B799}"/>
                </a:ext>
              </a:extLst>
            </p:cNvPr>
            <p:cNvSpPr/>
            <p:nvPr/>
          </p:nvSpPr>
          <p:spPr>
            <a:xfrm>
              <a:off x="1076958" y="5514260"/>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06" name="Rectangle : coins arrondis 105">
              <a:extLst>
                <a:ext uri="{FF2B5EF4-FFF2-40B4-BE49-F238E27FC236}">
                  <a16:creationId xmlns:a16="http://schemas.microsoft.com/office/drawing/2014/main" id="{F8993105-CEAD-BB56-4B69-D6362C13BA7B}"/>
                </a:ext>
              </a:extLst>
            </p:cNvPr>
            <p:cNvSpPr/>
            <p:nvPr/>
          </p:nvSpPr>
          <p:spPr>
            <a:xfrm>
              <a:off x="1410332" y="5515015"/>
              <a:ext cx="3096000" cy="35849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Ajouter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Ajoute un logo dans la liste.</a:t>
              </a:r>
            </a:p>
          </p:txBody>
        </p:sp>
        <p:cxnSp>
          <p:nvCxnSpPr>
            <p:cNvPr id="107" name="Connecteur droit 106">
              <a:extLst>
                <a:ext uri="{FF2B5EF4-FFF2-40B4-BE49-F238E27FC236}">
                  <a16:creationId xmlns:a16="http://schemas.microsoft.com/office/drawing/2014/main" id="{67DCDEFB-1405-DC6C-6BD5-947D92983C17}"/>
                </a:ext>
              </a:extLst>
            </p:cNvPr>
            <p:cNvCxnSpPr>
              <a:cxnSpLocks/>
            </p:cNvCxnSpPr>
            <p:nvPr/>
          </p:nvCxnSpPr>
          <p:spPr>
            <a:xfrm>
              <a:off x="1076957" y="5514260"/>
              <a:ext cx="0" cy="3600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sp>
          <p:nvSpPr>
            <p:cNvPr id="108" name="Ellipse 107">
              <a:extLst>
                <a:ext uri="{FF2B5EF4-FFF2-40B4-BE49-F238E27FC236}">
                  <a16:creationId xmlns:a16="http://schemas.microsoft.com/office/drawing/2014/main" id="{61277776-94AA-4376-CF6A-1F26616DA06F}"/>
                </a:ext>
              </a:extLst>
            </p:cNvPr>
            <p:cNvSpPr>
              <a:spLocks noChangeAspect="1"/>
            </p:cNvSpPr>
            <p:nvPr/>
          </p:nvSpPr>
          <p:spPr>
            <a:xfrm>
              <a:off x="1139073" y="5550260"/>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600" b="1" noProof="0" dirty="0"/>
                <a:t>1</a:t>
              </a:r>
            </a:p>
          </p:txBody>
        </p:sp>
      </p:grpSp>
      <p:grpSp>
        <p:nvGrpSpPr>
          <p:cNvPr id="109" name="Groupe 108">
            <a:extLst>
              <a:ext uri="{FF2B5EF4-FFF2-40B4-BE49-F238E27FC236}">
                <a16:creationId xmlns:a16="http://schemas.microsoft.com/office/drawing/2014/main" id="{074CCE90-A6E4-09A0-5650-CD849A3B0FB4}"/>
              </a:ext>
            </a:extLst>
          </p:cNvPr>
          <p:cNvGrpSpPr/>
          <p:nvPr/>
        </p:nvGrpSpPr>
        <p:grpSpPr>
          <a:xfrm>
            <a:off x="4549403" y="5060017"/>
            <a:ext cx="3429376" cy="557747"/>
            <a:chOff x="6718452" y="1719483"/>
            <a:chExt cx="3429376" cy="557747"/>
          </a:xfrm>
        </p:grpSpPr>
        <p:grpSp>
          <p:nvGrpSpPr>
            <p:cNvPr id="110" name="Groupe 109">
              <a:extLst>
                <a:ext uri="{FF2B5EF4-FFF2-40B4-BE49-F238E27FC236}">
                  <a16:creationId xmlns:a16="http://schemas.microsoft.com/office/drawing/2014/main" id="{6E1D5567-BFA1-EB53-AC89-D1B47D2056C2}"/>
                </a:ext>
              </a:extLst>
            </p:cNvPr>
            <p:cNvGrpSpPr/>
            <p:nvPr/>
          </p:nvGrpSpPr>
          <p:grpSpPr>
            <a:xfrm>
              <a:off x="6718452" y="1719483"/>
              <a:ext cx="3429376" cy="557747"/>
              <a:chOff x="5346700" y="1873408"/>
              <a:chExt cx="3429376" cy="557747"/>
            </a:xfrm>
          </p:grpSpPr>
          <p:sp>
            <p:nvSpPr>
              <p:cNvPr id="112" name="Rectangle : coins arrondis 111">
                <a:extLst>
                  <a:ext uri="{FF2B5EF4-FFF2-40B4-BE49-F238E27FC236}">
                    <a16:creationId xmlns:a16="http://schemas.microsoft.com/office/drawing/2014/main" id="{8553B96B-C284-525C-5B23-474AC0502B77}"/>
                  </a:ext>
                </a:extLst>
              </p:cNvPr>
              <p:cNvSpPr/>
              <p:nvPr/>
            </p:nvSpPr>
            <p:spPr>
              <a:xfrm>
                <a:off x="5346701" y="1873408"/>
                <a:ext cx="412231"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13" name="Rectangle : coins arrondis 112">
                <a:extLst>
                  <a:ext uri="{FF2B5EF4-FFF2-40B4-BE49-F238E27FC236}">
                    <a16:creationId xmlns:a16="http://schemas.microsoft.com/office/drawing/2014/main" id="{5B1DDBAB-81C7-A76F-333A-CEE39192EB95}"/>
                  </a:ext>
                </a:extLst>
              </p:cNvPr>
              <p:cNvSpPr/>
              <p:nvPr/>
            </p:nvSpPr>
            <p:spPr>
              <a:xfrm>
                <a:off x="5680076" y="1876755"/>
                <a:ext cx="3096000" cy="5544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Sélectionner : </a:t>
                </a:r>
                <a:r>
                  <a:rPr lang="fr-FR" sz="1200" noProof="0" dirty="0">
                    <a:solidFill>
                      <a:schemeClr val="tx1">
                        <a:lumMod val="85000"/>
                        <a:lumOff val="15000"/>
                      </a:schemeClr>
                    </a:solidFill>
                    <a:latin typeface="Barlow" panose="00000500000000000000" pitchFamily="2" charset="0"/>
                    <a:cs typeface="Segoe UI" panose="020B0502040204020203" pitchFamily="34" charset="0"/>
                  </a:rPr>
                  <a:t>Sélectionne le logo affiché en entête.</a:t>
                </a:r>
              </a:p>
            </p:txBody>
          </p:sp>
          <p:cxnSp>
            <p:nvCxnSpPr>
              <p:cNvPr id="114" name="Connecteur droit 113">
                <a:extLst>
                  <a:ext uri="{FF2B5EF4-FFF2-40B4-BE49-F238E27FC236}">
                    <a16:creationId xmlns:a16="http://schemas.microsoft.com/office/drawing/2014/main" id="{33697F6A-8903-286A-C091-2F319FC48CB4}"/>
                  </a:ext>
                </a:extLst>
              </p:cNvPr>
              <p:cNvCxnSpPr>
                <a:cxnSpLocks/>
              </p:cNvCxnSpPr>
              <p:nvPr/>
            </p:nvCxnSpPr>
            <p:spPr>
              <a:xfrm>
                <a:off x="5346700" y="1876755"/>
                <a:ext cx="0" cy="554400"/>
              </a:xfrm>
              <a:prstGeom prst="line">
                <a:avLst/>
              </a:prstGeom>
              <a:ln w="38100">
                <a:solidFill>
                  <a:srgbClr val="E6332A"/>
                </a:solidFill>
              </a:ln>
            </p:spPr>
            <p:style>
              <a:lnRef idx="1">
                <a:schemeClr val="accent1"/>
              </a:lnRef>
              <a:fillRef idx="0">
                <a:schemeClr val="accent1"/>
              </a:fillRef>
              <a:effectRef idx="0">
                <a:schemeClr val="accent1"/>
              </a:effectRef>
              <a:fontRef idx="minor">
                <a:schemeClr val="tx1"/>
              </a:fontRef>
            </p:style>
          </p:cxnSp>
        </p:grpSp>
        <p:sp>
          <p:nvSpPr>
            <p:cNvPr id="111" name="Ellipse 110">
              <a:extLst>
                <a:ext uri="{FF2B5EF4-FFF2-40B4-BE49-F238E27FC236}">
                  <a16:creationId xmlns:a16="http://schemas.microsoft.com/office/drawing/2014/main" id="{99A7E89D-317E-25EA-4A54-A02AED8A27DC}"/>
                </a:ext>
              </a:extLst>
            </p:cNvPr>
            <p:cNvSpPr>
              <a:spLocks noChangeAspect="1"/>
            </p:cNvSpPr>
            <p:nvPr/>
          </p:nvSpPr>
          <p:spPr>
            <a:xfrm>
              <a:off x="6780568" y="1854954"/>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t>2</a:t>
              </a:r>
              <a:endParaRPr lang="fr-FR" sz="1600" b="1" noProof="0" dirty="0"/>
            </a:p>
          </p:txBody>
        </p:sp>
      </p:grpSp>
      <p:sp>
        <p:nvSpPr>
          <p:cNvPr id="189" name="Rectangle : coins arrondis 188">
            <a:extLst>
              <a:ext uri="{FF2B5EF4-FFF2-40B4-BE49-F238E27FC236}">
                <a16:creationId xmlns:a16="http://schemas.microsoft.com/office/drawing/2014/main" id="{2A6BB51E-BBC8-33ED-3E9F-A9B59192A8BD}"/>
              </a:ext>
            </a:extLst>
          </p:cNvPr>
          <p:cNvSpPr/>
          <p:nvPr/>
        </p:nvSpPr>
        <p:spPr>
          <a:xfrm>
            <a:off x="4577754" y="-1102201"/>
            <a:ext cx="412231"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sp>
        <p:nvSpPr>
          <p:cNvPr id="190" name="Rectangle : coins arrondis 189">
            <a:extLst>
              <a:ext uri="{FF2B5EF4-FFF2-40B4-BE49-F238E27FC236}">
                <a16:creationId xmlns:a16="http://schemas.microsoft.com/office/drawing/2014/main" id="{46782509-B14E-D1A7-4C72-33999654D509}"/>
              </a:ext>
            </a:extLst>
          </p:cNvPr>
          <p:cNvSpPr/>
          <p:nvPr/>
        </p:nvSpPr>
        <p:spPr>
          <a:xfrm>
            <a:off x="4911129" y="-1102201"/>
            <a:ext cx="2880000" cy="360000"/>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Ecran</a:t>
            </a:r>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cxnSp>
        <p:nvCxnSpPr>
          <p:cNvPr id="192" name="Connecteur droit 191">
            <a:extLst>
              <a:ext uri="{FF2B5EF4-FFF2-40B4-BE49-F238E27FC236}">
                <a16:creationId xmlns:a16="http://schemas.microsoft.com/office/drawing/2014/main" id="{CE657D12-AEA5-7FB4-41DA-405FFCE2551A}"/>
              </a:ext>
            </a:extLst>
          </p:cNvPr>
          <p:cNvCxnSpPr>
            <a:cxnSpLocks/>
          </p:cNvCxnSpPr>
          <p:nvPr/>
        </p:nvCxnSpPr>
        <p:spPr>
          <a:xfrm>
            <a:off x="4577753" y="-1102201"/>
            <a:ext cx="0" cy="360000"/>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pic>
        <p:nvPicPr>
          <p:cNvPr id="183" name="Image 182">
            <a:extLst>
              <a:ext uri="{FF2B5EF4-FFF2-40B4-BE49-F238E27FC236}">
                <a16:creationId xmlns:a16="http://schemas.microsoft.com/office/drawing/2014/main" id="{D6F51DA0-DE02-67EB-038C-C71541399D57}"/>
              </a:ext>
            </a:extLst>
          </p:cNvPr>
          <p:cNvPicPr>
            <a:picLocks noChangeAspect="1"/>
          </p:cNvPicPr>
          <p:nvPr/>
        </p:nvPicPr>
        <p:blipFill>
          <a:blip r:embed="rId2">
            <a:duotone>
              <a:prstClr val="black"/>
              <a:srgbClr val="090095">
                <a:tint val="45000"/>
                <a:satMod val="400000"/>
              </a:srgbClr>
            </a:duotone>
            <a:extLst>
              <a:ext uri="{28A0092B-C50C-407E-A947-70E740481C1C}">
                <a14:useLocalDpi xmlns:a14="http://schemas.microsoft.com/office/drawing/2010/main" val="0"/>
              </a:ext>
            </a:extLst>
          </a:blip>
          <a:stretch>
            <a:fillRect/>
          </a:stretch>
        </p:blipFill>
        <p:spPr>
          <a:xfrm>
            <a:off x="4651789" y="-1054281"/>
            <a:ext cx="264160" cy="264160"/>
          </a:xfrm>
          <a:prstGeom prst="rect">
            <a:avLst/>
          </a:prstGeom>
        </p:spPr>
      </p:pic>
      <p:grpSp>
        <p:nvGrpSpPr>
          <p:cNvPr id="115" name="Groupe 114">
            <a:extLst>
              <a:ext uri="{FF2B5EF4-FFF2-40B4-BE49-F238E27FC236}">
                <a16:creationId xmlns:a16="http://schemas.microsoft.com/office/drawing/2014/main" id="{20F03561-8328-3A2A-310A-D671132D3993}"/>
              </a:ext>
            </a:extLst>
          </p:cNvPr>
          <p:cNvGrpSpPr/>
          <p:nvPr/>
        </p:nvGrpSpPr>
        <p:grpSpPr>
          <a:xfrm>
            <a:off x="4093553" y="1665709"/>
            <a:ext cx="1939627" cy="3599922"/>
            <a:chOff x="5130203" y="401858"/>
            <a:chExt cx="412233" cy="3599922"/>
          </a:xfrm>
        </p:grpSpPr>
        <p:sp>
          <p:nvSpPr>
            <p:cNvPr id="116" name="Rectangle : coins arrondis 115">
              <a:extLst>
                <a:ext uri="{FF2B5EF4-FFF2-40B4-BE49-F238E27FC236}">
                  <a16:creationId xmlns:a16="http://schemas.microsoft.com/office/drawing/2014/main" id="{A124B6AB-4A36-7DCD-0DA9-C719E4E65CEF}"/>
                </a:ext>
              </a:extLst>
            </p:cNvPr>
            <p:cNvSpPr/>
            <p:nvPr/>
          </p:nvSpPr>
          <p:spPr>
            <a:xfrm>
              <a:off x="5130205" y="401858"/>
              <a:ext cx="412231" cy="3599922"/>
            </a:xfrm>
            <a:prstGeom prst="roundRect">
              <a:avLst>
                <a:gd name="adj" fmla="val 8334"/>
              </a:avLst>
            </a:prstGeom>
            <a:solidFill>
              <a:srgbClr val="F4F5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200" b="1" noProof="0" dirty="0">
                  <a:solidFill>
                    <a:schemeClr val="tx1">
                      <a:lumMod val="85000"/>
                      <a:lumOff val="15000"/>
                    </a:schemeClr>
                  </a:solidFill>
                  <a:latin typeface="Barlow" panose="00000500000000000000" pitchFamily="2" charset="0"/>
                  <a:cs typeface="Segoe UI" panose="020B0502040204020203" pitchFamily="34" charset="0"/>
                </a:rPr>
                <a:t>Menu principal</a:t>
              </a:r>
            </a:p>
            <a:p>
              <a:endParaRPr lang="fr-FR" sz="1200" noProof="0" dirty="0">
                <a:solidFill>
                  <a:schemeClr val="tx1">
                    <a:lumMod val="85000"/>
                    <a:lumOff val="15000"/>
                  </a:schemeClr>
                </a:solidFill>
                <a:latin typeface="Barlow" panose="00000500000000000000" pitchFamily="2" charset="0"/>
                <a:cs typeface="Segoe UI" panose="020B0502040204020203" pitchFamily="34" charset="0"/>
              </a:endParaRPr>
            </a:p>
          </p:txBody>
        </p:sp>
        <p:cxnSp>
          <p:nvCxnSpPr>
            <p:cNvPr id="117" name="Connecteur droit 116">
              <a:extLst>
                <a:ext uri="{FF2B5EF4-FFF2-40B4-BE49-F238E27FC236}">
                  <a16:creationId xmlns:a16="http://schemas.microsoft.com/office/drawing/2014/main" id="{A76CC9F7-D2CB-FE51-E8BC-329F1CBBA3B7}"/>
                </a:ext>
              </a:extLst>
            </p:cNvPr>
            <p:cNvCxnSpPr>
              <a:cxnSpLocks/>
            </p:cNvCxnSpPr>
            <p:nvPr/>
          </p:nvCxnSpPr>
          <p:spPr>
            <a:xfrm>
              <a:off x="5130203" y="401858"/>
              <a:ext cx="0" cy="3599922"/>
            </a:xfrm>
            <a:prstGeom prst="line">
              <a:avLst/>
            </a:prstGeom>
            <a:ln w="38100">
              <a:solidFill>
                <a:srgbClr val="090095"/>
              </a:solidFill>
            </a:ln>
          </p:spPr>
          <p:style>
            <a:lnRef idx="1">
              <a:schemeClr val="accent1"/>
            </a:lnRef>
            <a:fillRef idx="0">
              <a:schemeClr val="accent1"/>
            </a:fillRef>
            <a:effectRef idx="0">
              <a:schemeClr val="accent1"/>
            </a:effectRef>
            <a:fontRef idx="minor">
              <a:schemeClr val="tx1"/>
            </a:fontRef>
          </p:style>
        </p:cxnSp>
      </p:grpSp>
      <p:grpSp>
        <p:nvGrpSpPr>
          <p:cNvPr id="118" name="Groupe 117">
            <a:extLst>
              <a:ext uri="{FF2B5EF4-FFF2-40B4-BE49-F238E27FC236}">
                <a16:creationId xmlns:a16="http://schemas.microsoft.com/office/drawing/2014/main" id="{EEDB30CF-2796-19AD-B525-2BF2D3D1D6A0}"/>
              </a:ext>
            </a:extLst>
          </p:cNvPr>
          <p:cNvGrpSpPr/>
          <p:nvPr/>
        </p:nvGrpSpPr>
        <p:grpSpPr>
          <a:xfrm>
            <a:off x="3575305" y="2640531"/>
            <a:ext cx="2285481" cy="2448285"/>
            <a:chOff x="3575305" y="2640531"/>
            <a:chExt cx="2285481" cy="2448285"/>
          </a:xfrm>
        </p:grpSpPr>
        <p:sp>
          <p:nvSpPr>
            <p:cNvPr id="119" name="Rectangle 118">
              <a:extLst>
                <a:ext uri="{FF2B5EF4-FFF2-40B4-BE49-F238E27FC236}">
                  <a16:creationId xmlns:a16="http://schemas.microsoft.com/office/drawing/2014/main" id="{5844DBB2-6EDB-A4FC-008E-5C2EF35BB4EA}"/>
                </a:ext>
              </a:extLst>
            </p:cNvPr>
            <p:cNvSpPr/>
            <p:nvPr/>
          </p:nvSpPr>
          <p:spPr>
            <a:xfrm>
              <a:off x="4483935" y="4790955"/>
              <a:ext cx="1369033" cy="239673"/>
            </a:xfrm>
            <a:prstGeom prst="rect">
              <a:avLst/>
            </a:prstGeom>
            <a:solidFill>
              <a:schemeClr val="bg1"/>
            </a:solidFill>
            <a:ln w="31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900" noProof="0" dirty="0">
                  <a:solidFill>
                    <a:schemeClr val="tx1">
                      <a:lumMod val="85000"/>
                      <a:lumOff val="15000"/>
                    </a:schemeClr>
                  </a:solidFill>
                  <a:latin typeface="Barlow" panose="00000500000000000000" pitchFamily="2" charset="0"/>
                  <a:cs typeface="Segoe UI" panose="020B0502040204020203" pitchFamily="34" charset="0"/>
                </a:rPr>
                <a:t>Statistiques</a:t>
              </a:r>
            </a:p>
          </p:txBody>
        </p:sp>
        <p:pic>
          <p:nvPicPr>
            <p:cNvPr id="120" name="Image 119">
              <a:extLst>
                <a:ext uri="{FF2B5EF4-FFF2-40B4-BE49-F238E27FC236}">
                  <a16:creationId xmlns:a16="http://schemas.microsoft.com/office/drawing/2014/main" id="{F702FD18-4D29-E6F4-B3E4-11A108A80DC4}"/>
                </a:ext>
              </a:extLst>
            </p:cNvPr>
            <p:cNvPicPr>
              <a:picLocks noChangeAspect="1"/>
            </p:cNvPicPr>
            <p:nvPr/>
          </p:nvPicPr>
          <p:blipFill>
            <a:blip r:embed="rId3"/>
            <a:stretch>
              <a:fillRect/>
            </a:stretch>
          </p:blipFill>
          <p:spPr>
            <a:xfrm>
              <a:off x="4487466" y="2640531"/>
              <a:ext cx="1361973" cy="2218472"/>
            </a:xfrm>
            <a:prstGeom prst="rect">
              <a:avLst/>
            </a:prstGeom>
          </p:spPr>
        </p:pic>
        <p:sp>
          <p:nvSpPr>
            <p:cNvPr id="122" name="Rectangle 121">
              <a:extLst>
                <a:ext uri="{FF2B5EF4-FFF2-40B4-BE49-F238E27FC236}">
                  <a16:creationId xmlns:a16="http://schemas.microsoft.com/office/drawing/2014/main" id="{90D162C7-92E6-39C3-C2CD-45E4AE2CB24E}"/>
                </a:ext>
              </a:extLst>
            </p:cNvPr>
            <p:cNvSpPr/>
            <p:nvPr/>
          </p:nvSpPr>
          <p:spPr>
            <a:xfrm>
              <a:off x="4475373" y="2652091"/>
              <a:ext cx="1369033" cy="277746"/>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latin typeface="Barlow" panose="00000500000000000000" pitchFamily="2" charset="0"/>
              </a:endParaRPr>
            </a:p>
          </p:txBody>
        </p:sp>
        <p:sp>
          <p:nvSpPr>
            <p:cNvPr id="123" name="Rectangle 122">
              <a:extLst>
                <a:ext uri="{FF2B5EF4-FFF2-40B4-BE49-F238E27FC236}">
                  <a16:creationId xmlns:a16="http://schemas.microsoft.com/office/drawing/2014/main" id="{237709F7-677F-C313-1C9C-BAAB1D216B4A}"/>
                </a:ext>
              </a:extLst>
            </p:cNvPr>
            <p:cNvSpPr/>
            <p:nvPr/>
          </p:nvSpPr>
          <p:spPr>
            <a:xfrm>
              <a:off x="4483935" y="2998959"/>
              <a:ext cx="1369033" cy="226294"/>
            </a:xfrm>
            <a:prstGeom prst="rect">
              <a:avLst/>
            </a:prstGeom>
            <a:noFill/>
            <a:ln w="28575">
              <a:solidFill>
                <a:srgbClr val="E63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latin typeface="Barlow" panose="00000500000000000000" pitchFamily="2" charset="0"/>
              </a:endParaRPr>
            </a:p>
          </p:txBody>
        </p:sp>
        <p:sp>
          <p:nvSpPr>
            <p:cNvPr id="124" name="Rectangle 123">
              <a:extLst>
                <a:ext uri="{FF2B5EF4-FFF2-40B4-BE49-F238E27FC236}">
                  <a16:creationId xmlns:a16="http://schemas.microsoft.com/office/drawing/2014/main" id="{4BBC3410-A090-6C5C-1CBC-9FD22D75D492}"/>
                </a:ext>
              </a:extLst>
            </p:cNvPr>
            <p:cNvSpPr/>
            <p:nvPr/>
          </p:nvSpPr>
          <p:spPr>
            <a:xfrm>
              <a:off x="4475374" y="4034184"/>
              <a:ext cx="1356940" cy="260635"/>
            </a:xfrm>
            <a:prstGeom prst="rect">
              <a:avLst/>
            </a:prstGeom>
            <a:noFill/>
            <a:ln w="28575">
              <a:solidFill>
                <a:srgbClr val="0900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latin typeface="Barlow" panose="00000500000000000000" pitchFamily="2" charset="0"/>
              </a:endParaRPr>
            </a:p>
          </p:txBody>
        </p:sp>
        <p:sp>
          <p:nvSpPr>
            <p:cNvPr id="125" name="Rectangle 124">
              <a:extLst>
                <a:ext uri="{FF2B5EF4-FFF2-40B4-BE49-F238E27FC236}">
                  <a16:creationId xmlns:a16="http://schemas.microsoft.com/office/drawing/2014/main" id="{6C4FE5D3-A811-6C3B-30BB-3CC454572625}"/>
                </a:ext>
              </a:extLst>
            </p:cNvPr>
            <p:cNvSpPr/>
            <p:nvPr/>
          </p:nvSpPr>
          <p:spPr>
            <a:xfrm>
              <a:off x="4487466" y="3294376"/>
              <a:ext cx="1356940" cy="460996"/>
            </a:xfrm>
            <a:custGeom>
              <a:avLst/>
              <a:gdLst>
                <a:gd name="csX0" fmla="*/ 0 w 1356940"/>
                <a:gd name="csY0" fmla="*/ 0 h 460996"/>
                <a:gd name="csX1" fmla="*/ 479452 w 1356940"/>
                <a:gd name="csY1" fmla="*/ 0 h 460996"/>
                <a:gd name="csX2" fmla="*/ 904627 w 1356940"/>
                <a:gd name="csY2" fmla="*/ 0 h 460996"/>
                <a:gd name="csX3" fmla="*/ 1356940 w 1356940"/>
                <a:gd name="csY3" fmla="*/ 0 h 460996"/>
                <a:gd name="csX4" fmla="*/ 1356940 w 1356940"/>
                <a:gd name="csY4" fmla="*/ 460996 h 460996"/>
                <a:gd name="csX5" fmla="*/ 918196 w 1356940"/>
                <a:gd name="csY5" fmla="*/ 460996 h 460996"/>
                <a:gd name="csX6" fmla="*/ 438744 w 1356940"/>
                <a:gd name="csY6" fmla="*/ 460996 h 460996"/>
                <a:gd name="csX7" fmla="*/ 0 w 1356940"/>
                <a:gd name="csY7" fmla="*/ 460996 h 460996"/>
                <a:gd name="csX8" fmla="*/ 0 w 1356940"/>
                <a:gd name="csY8" fmla="*/ 0 h 4609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6940" h="460996" extrusionOk="0">
                  <a:moveTo>
                    <a:pt x="0" y="0"/>
                  </a:moveTo>
                  <a:cubicBezTo>
                    <a:pt x="178683" y="-19116"/>
                    <a:pt x="355043" y="31710"/>
                    <a:pt x="479452" y="0"/>
                  </a:cubicBezTo>
                  <a:cubicBezTo>
                    <a:pt x="603861" y="-31710"/>
                    <a:pt x="791918" y="9354"/>
                    <a:pt x="904627" y="0"/>
                  </a:cubicBezTo>
                  <a:cubicBezTo>
                    <a:pt x="1017336" y="-9354"/>
                    <a:pt x="1161741" y="47222"/>
                    <a:pt x="1356940" y="0"/>
                  </a:cubicBezTo>
                  <a:cubicBezTo>
                    <a:pt x="1387888" y="137062"/>
                    <a:pt x="1309001" y="316106"/>
                    <a:pt x="1356940" y="460996"/>
                  </a:cubicBezTo>
                  <a:cubicBezTo>
                    <a:pt x="1209653" y="485430"/>
                    <a:pt x="1042371" y="435715"/>
                    <a:pt x="918196" y="460996"/>
                  </a:cubicBezTo>
                  <a:cubicBezTo>
                    <a:pt x="794021" y="486277"/>
                    <a:pt x="535676" y="408576"/>
                    <a:pt x="438744" y="460996"/>
                  </a:cubicBezTo>
                  <a:cubicBezTo>
                    <a:pt x="341812" y="513416"/>
                    <a:pt x="148450" y="438119"/>
                    <a:pt x="0" y="460996"/>
                  </a:cubicBezTo>
                  <a:cubicBezTo>
                    <a:pt x="-43017" y="329874"/>
                    <a:pt x="37816" y="148333"/>
                    <a:pt x="0" y="0"/>
                  </a:cubicBezTo>
                  <a:close/>
                </a:path>
              </a:pathLst>
            </a:custGeom>
            <a:noFill/>
            <a:ln>
              <a:solidFill>
                <a:srgbClr val="358F6C"/>
              </a:solidFill>
              <a:prstDash val="sysDash"/>
              <a:extLst>
                <a:ext uri="{C807C97D-BFC1-408E-A445-0C87EB9F89A2}">
                  <ask:lineSketchStyleProps xmlns:ask="http://schemas.microsoft.com/office/drawing/2018/sketchyshapes" sd="3359201351">
                    <a:prstGeom prst="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noProof="0" dirty="0">
                <a:latin typeface="Barlow" panose="00000500000000000000" pitchFamily="2" charset="0"/>
              </a:endParaRPr>
            </a:p>
          </p:txBody>
        </p:sp>
        <p:sp>
          <p:nvSpPr>
            <p:cNvPr id="126" name="Rectangle 125">
              <a:extLst>
                <a:ext uri="{FF2B5EF4-FFF2-40B4-BE49-F238E27FC236}">
                  <a16:creationId xmlns:a16="http://schemas.microsoft.com/office/drawing/2014/main" id="{C944B2A0-45CD-2FDD-1E4B-294C27E5F97D}"/>
                </a:ext>
              </a:extLst>
            </p:cNvPr>
            <p:cNvSpPr/>
            <p:nvPr/>
          </p:nvSpPr>
          <p:spPr>
            <a:xfrm>
              <a:off x="4464565" y="3809242"/>
              <a:ext cx="1369033" cy="213100"/>
            </a:xfrm>
            <a:custGeom>
              <a:avLst/>
              <a:gdLst>
                <a:gd name="csX0" fmla="*/ 0 w 1369033"/>
                <a:gd name="csY0" fmla="*/ 0 h 213100"/>
                <a:gd name="csX1" fmla="*/ 483725 w 1369033"/>
                <a:gd name="csY1" fmla="*/ 0 h 213100"/>
                <a:gd name="csX2" fmla="*/ 912689 w 1369033"/>
                <a:gd name="csY2" fmla="*/ 0 h 213100"/>
                <a:gd name="csX3" fmla="*/ 1369033 w 1369033"/>
                <a:gd name="csY3" fmla="*/ 0 h 213100"/>
                <a:gd name="csX4" fmla="*/ 1369033 w 1369033"/>
                <a:gd name="csY4" fmla="*/ 213100 h 213100"/>
                <a:gd name="csX5" fmla="*/ 926379 w 1369033"/>
                <a:gd name="csY5" fmla="*/ 213100 h 213100"/>
                <a:gd name="csX6" fmla="*/ 442654 w 1369033"/>
                <a:gd name="csY6" fmla="*/ 213100 h 213100"/>
                <a:gd name="csX7" fmla="*/ 0 w 1369033"/>
                <a:gd name="csY7" fmla="*/ 213100 h 213100"/>
                <a:gd name="csX8" fmla="*/ 0 w 1369033"/>
                <a:gd name="csY8" fmla="*/ 0 h 2131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69033" h="213100" extrusionOk="0">
                  <a:moveTo>
                    <a:pt x="0" y="0"/>
                  </a:moveTo>
                  <a:cubicBezTo>
                    <a:pt x="225682" y="-41141"/>
                    <a:pt x="324761" y="9020"/>
                    <a:pt x="483725" y="0"/>
                  </a:cubicBezTo>
                  <a:cubicBezTo>
                    <a:pt x="642689" y="-9020"/>
                    <a:pt x="701347" y="33594"/>
                    <a:pt x="912689" y="0"/>
                  </a:cubicBezTo>
                  <a:cubicBezTo>
                    <a:pt x="1124031" y="-33594"/>
                    <a:pt x="1153107" y="41323"/>
                    <a:pt x="1369033" y="0"/>
                  </a:cubicBezTo>
                  <a:cubicBezTo>
                    <a:pt x="1379352" y="93957"/>
                    <a:pt x="1348541" y="111066"/>
                    <a:pt x="1369033" y="213100"/>
                  </a:cubicBezTo>
                  <a:cubicBezTo>
                    <a:pt x="1200431" y="243302"/>
                    <a:pt x="1058357" y="204311"/>
                    <a:pt x="926379" y="213100"/>
                  </a:cubicBezTo>
                  <a:cubicBezTo>
                    <a:pt x="794401" y="221889"/>
                    <a:pt x="668696" y="189040"/>
                    <a:pt x="442654" y="213100"/>
                  </a:cubicBezTo>
                  <a:cubicBezTo>
                    <a:pt x="216612" y="237160"/>
                    <a:pt x="197971" y="160801"/>
                    <a:pt x="0" y="213100"/>
                  </a:cubicBezTo>
                  <a:cubicBezTo>
                    <a:pt x="-5914" y="167168"/>
                    <a:pt x="16461" y="102979"/>
                    <a:pt x="0" y="0"/>
                  </a:cubicBezTo>
                  <a:close/>
                </a:path>
              </a:pathLst>
            </a:custGeom>
            <a:noFill/>
            <a:ln>
              <a:solidFill>
                <a:srgbClr val="358F6C"/>
              </a:solidFill>
              <a:prstDash val="sysDash"/>
              <a:extLst>
                <a:ext uri="{C807C97D-BFC1-408E-A445-0C87EB9F89A2}">
                  <ask:lineSketchStyleProps xmlns:ask="http://schemas.microsoft.com/office/drawing/2018/sketchyshapes" sd="3359201351">
                    <a:prstGeom prst="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noProof="0" dirty="0">
                <a:latin typeface="Barlow" panose="00000500000000000000" pitchFamily="2" charset="0"/>
              </a:endParaRPr>
            </a:p>
          </p:txBody>
        </p:sp>
        <p:sp>
          <p:nvSpPr>
            <p:cNvPr id="127" name="Rectangle 126">
              <a:extLst>
                <a:ext uri="{FF2B5EF4-FFF2-40B4-BE49-F238E27FC236}">
                  <a16:creationId xmlns:a16="http://schemas.microsoft.com/office/drawing/2014/main" id="{7DB85D57-6069-5EC4-9F66-8BE1593DA885}"/>
                </a:ext>
              </a:extLst>
            </p:cNvPr>
            <p:cNvSpPr/>
            <p:nvPr/>
          </p:nvSpPr>
          <p:spPr>
            <a:xfrm>
              <a:off x="4483935" y="4602698"/>
              <a:ext cx="1369033" cy="213100"/>
            </a:xfrm>
            <a:custGeom>
              <a:avLst/>
              <a:gdLst>
                <a:gd name="csX0" fmla="*/ 0 w 1369033"/>
                <a:gd name="csY0" fmla="*/ 0 h 213100"/>
                <a:gd name="csX1" fmla="*/ 483725 w 1369033"/>
                <a:gd name="csY1" fmla="*/ 0 h 213100"/>
                <a:gd name="csX2" fmla="*/ 912689 w 1369033"/>
                <a:gd name="csY2" fmla="*/ 0 h 213100"/>
                <a:gd name="csX3" fmla="*/ 1369033 w 1369033"/>
                <a:gd name="csY3" fmla="*/ 0 h 213100"/>
                <a:gd name="csX4" fmla="*/ 1369033 w 1369033"/>
                <a:gd name="csY4" fmla="*/ 213100 h 213100"/>
                <a:gd name="csX5" fmla="*/ 926379 w 1369033"/>
                <a:gd name="csY5" fmla="*/ 213100 h 213100"/>
                <a:gd name="csX6" fmla="*/ 442654 w 1369033"/>
                <a:gd name="csY6" fmla="*/ 213100 h 213100"/>
                <a:gd name="csX7" fmla="*/ 0 w 1369033"/>
                <a:gd name="csY7" fmla="*/ 213100 h 213100"/>
                <a:gd name="csX8" fmla="*/ 0 w 1369033"/>
                <a:gd name="csY8" fmla="*/ 0 h 2131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69033" h="213100" extrusionOk="0">
                  <a:moveTo>
                    <a:pt x="0" y="0"/>
                  </a:moveTo>
                  <a:cubicBezTo>
                    <a:pt x="225682" y="-41141"/>
                    <a:pt x="324761" y="9020"/>
                    <a:pt x="483725" y="0"/>
                  </a:cubicBezTo>
                  <a:cubicBezTo>
                    <a:pt x="642689" y="-9020"/>
                    <a:pt x="701347" y="33594"/>
                    <a:pt x="912689" y="0"/>
                  </a:cubicBezTo>
                  <a:cubicBezTo>
                    <a:pt x="1124031" y="-33594"/>
                    <a:pt x="1153107" y="41323"/>
                    <a:pt x="1369033" y="0"/>
                  </a:cubicBezTo>
                  <a:cubicBezTo>
                    <a:pt x="1379352" y="93957"/>
                    <a:pt x="1348541" y="111066"/>
                    <a:pt x="1369033" y="213100"/>
                  </a:cubicBezTo>
                  <a:cubicBezTo>
                    <a:pt x="1200431" y="243302"/>
                    <a:pt x="1058357" y="204311"/>
                    <a:pt x="926379" y="213100"/>
                  </a:cubicBezTo>
                  <a:cubicBezTo>
                    <a:pt x="794401" y="221889"/>
                    <a:pt x="668696" y="189040"/>
                    <a:pt x="442654" y="213100"/>
                  </a:cubicBezTo>
                  <a:cubicBezTo>
                    <a:pt x="216612" y="237160"/>
                    <a:pt x="197971" y="160801"/>
                    <a:pt x="0" y="213100"/>
                  </a:cubicBezTo>
                  <a:cubicBezTo>
                    <a:pt x="-5914" y="167168"/>
                    <a:pt x="16461" y="102979"/>
                    <a:pt x="0" y="0"/>
                  </a:cubicBezTo>
                  <a:close/>
                </a:path>
              </a:pathLst>
            </a:custGeom>
            <a:noFill/>
            <a:ln>
              <a:solidFill>
                <a:srgbClr val="358F6C"/>
              </a:solidFill>
              <a:prstDash val="sysDash"/>
              <a:extLst>
                <a:ext uri="{C807C97D-BFC1-408E-A445-0C87EB9F89A2}">
                  <ask:lineSketchStyleProps xmlns:ask="http://schemas.microsoft.com/office/drawing/2018/sketchyshapes" sd="3359201351">
                    <a:prstGeom prst="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noProof="0" dirty="0">
                <a:latin typeface="Barlow" panose="00000500000000000000" pitchFamily="2" charset="0"/>
              </a:endParaRPr>
            </a:p>
          </p:txBody>
        </p:sp>
        <p:sp>
          <p:nvSpPr>
            <p:cNvPr id="128" name="Rectangle 127">
              <a:extLst>
                <a:ext uri="{FF2B5EF4-FFF2-40B4-BE49-F238E27FC236}">
                  <a16:creationId xmlns:a16="http://schemas.microsoft.com/office/drawing/2014/main" id="{95D8C4FF-ADCF-4DFB-7DD4-123C7E08CB51}"/>
                </a:ext>
              </a:extLst>
            </p:cNvPr>
            <p:cNvSpPr/>
            <p:nvPr/>
          </p:nvSpPr>
          <p:spPr>
            <a:xfrm>
              <a:off x="4491753" y="4838266"/>
              <a:ext cx="1369033" cy="213100"/>
            </a:xfrm>
            <a:custGeom>
              <a:avLst/>
              <a:gdLst>
                <a:gd name="csX0" fmla="*/ 0 w 1369033"/>
                <a:gd name="csY0" fmla="*/ 0 h 213100"/>
                <a:gd name="csX1" fmla="*/ 483725 w 1369033"/>
                <a:gd name="csY1" fmla="*/ 0 h 213100"/>
                <a:gd name="csX2" fmla="*/ 912689 w 1369033"/>
                <a:gd name="csY2" fmla="*/ 0 h 213100"/>
                <a:gd name="csX3" fmla="*/ 1369033 w 1369033"/>
                <a:gd name="csY3" fmla="*/ 0 h 213100"/>
                <a:gd name="csX4" fmla="*/ 1369033 w 1369033"/>
                <a:gd name="csY4" fmla="*/ 213100 h 213100"/>
                <a:gd name="csX5" fmla="*/ 926379 w 1369033"/>
                <a:gd name="csY5" fmla="*/ 213100 h 213100"/>
                <a:gd name="csX6" fmla="*/ 442654 w 1369033"/>
                <a:gd name="csY6" fmla="*/ 213100 h 213100"/>
                <a:gd name="csX7" fmla="*/ 0 w 1369033"/>
                <a:gd name="csY7" fmla="*/ 213100 h 213100"/>
                <a:gd name="csX8" fmla="*/ 0 w 1369033"/>
                <a:gd name="csY8" fmla="*/ 0 h 2131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69033" h="213100" extrusionOk="0">
                  <a:moveTo>
                    <a:pt x="0" y="0"/>
                  </a:moveTo>
                  <a:cubicBezTo>
                    <a:pt x="225682" y="-41141"/>
                    <a:pt x="324761" y="9020"/>
                    <a:pt x="483725" y="0"/>
                  </a:cubicBezTo>
                  <a:cubicBezTo>
                    <a:pt x="642689" y="-9020"/>
                    <a:pt x="701347" y="33594"/>
                    <a:pt x="912689" y="0"/>
                  </a:cubicBezTo>
                  <a:cubicBezTo>
                    <a:pt x="1124031" y="-33594"/>
                    <a:pt x="1153107" y="41323"/>
                    <a:pt x="1369033" y="0"/>
                  </a:cubicBezTo>
                  <a:cubicBezTo>
                    <a:pt x="1379352" y="93957"/>
                    <a:pt x="1348541" y="111066"/>
                    <a:pt x="1369033" y="213100"/>
                  </a:cubicBezTo>
                  <a:cubicBezTo>
                    <a:pt x="1200431" y="243302"/>
                    <a:pt x="1058357" y="204311"/>
                    <a:pt x="926379" y="213100"/>
                  </a:cubicBezTo>
                  <a:cubicBezTo>
                    <a:pt x="794401" y="221889"/>
                    <a:pt x="668696" y="189040"/>
                    <a:pt x="442654" y="213100"/>
                  </a:cubicBezTo>
                  <a:cubicBezTo>
                    <a:pt x="216612" y="237160"/>
                    <a:pt x="197971" y="160801"/>
                    <a:pt x="0" y="213100"/>
                  </a:cubicBezTo>
                  <a:cubicBezTo>
                    <a:pt x="-5914" y="167168"/>
                    <a:pt x="16461" y="102979"/>
                    <a:pt x="0" y="0"/>
                  </a:cubicBezTo>
                  <a:close/>
                </a:path>
              </a:pathLst>
            </a:custGeom>
            <a:noFill/>
            <a:ln>
              <a:solidFill>
                <a:srgbClr val="358F6C"/>
              </a:solidFill>
              <a:prstDash val="sysDash"/>
              <a:extLst>
                <a:ext uri="{C807C97D-BFC1-408E-A445-0C87EB9F89A2}">
                  <ask:lineSketchStyleProps xmlns:ask="http://schemas.microsoft.com/office/drawing/2018/sketchyshapes" sd="3359201351">
                    <a:prstGeom prst="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noProof="0" dirty="0">
                <a:latin typeface="Barlow" panose="00000500000000000000" pitchFamily="2" charset="0"/>
              </a:endParaRPr>
            </a:p>
          </p:txBody>
        </p:sp>
        <p:sp>
          <p:nvSpPr>
            <p:cNvPr id="129" name="Rectangle 128">
              <a:extLst>
                <a:ext uri="{FF2B5EF4-FFF2-40B4-BE49-F238E27FC236}">
                  <a16:creationId xmlns:a16="http://schemas.microsoft.com/office/drawing/2014/main" id="{FEF594FA-8C73-AFFE-0D39-9D8A84F1E1A6}"/>
                </a:ext>
              </a:extLst>
            </p:cNvPr>
            <p:cNvSpPr/>
            <p:nvPr/>
          </p:nvSpPr>
          <p:spPr>
            <a:xfrm>
              <a:off x="3575305" y="4006819"/>
              <a:ext cx="288000" cy="288000"/>
            </a:xfrm>
            <a:prstGeom prst="rect">
              <a:avLst/>
            </a:prstGeom>
            <a:solidFill>
              <a:srgbClr val="09009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130" name="Connecteur droit avec flèche 129">
              <a:extLst>
                <a:ext uri="{FF2B5EF4-FFF2-40B4-BE49-F238E27FC236}">
                  <a16:creationId xmlns:a16="http://schemas.microsoft.com/office/drawing/2014/main" id="{BEAD253B-F71F-EFAD-678B-077DE65EDC91}"/>
                </a:ext>
              </a:extLst>
            </p:cNvPr>
            <p:cNvCxnSpPr>
              <a:cxnSpLocks/>
              <a:stCxn id="129" idx="3"/>
              <a:endCxn id="124" idx="1"/>
            </p:cNvCxnSpPr>
            <p:nvPr/>
          </p:nvCxnSpPr>
          <p:spPr>
            <a:xfrm>
              <a:off x="3863305" y="4150819"/>
              <a:ext cx="612069" cy="13683"/>
            </a:xfrm>
            <a:prstGeom prst="straightConnector1">
              <a:avLst/>
            </a:prstGeom>
            <a:ln w="12700">
              <a:solidFill>
                <a:srgbClr val="090095"/>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31" name="Rectangle : coins arrondis 130">
              <a:extLst>
                <a:ext uri="{FF2B5EF4-FFF2-40B4-BE49-F238E27FC236}">
                  <a16:creationId xmlns:a16="http://schemas.microsoft.com/office/drawing/2014/main" id="{57361540-4C19-825C-9EBD-F4A6ED23049B}"/>
                </a:ext>
              </a:extLst>
            </p:cNvPr>
            <p:cNvSpPr>
              <a:spLocks noChangeAspect="1"/>
            </p:cNvSpPr>
            <p:nvPr/>
          </p:nvSpPr>
          <p:spPr>
            <a:xfrm>
              <a:off x="3956800" y="3380874"/>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a</a:t>
              </a:r>
            </a:p>
          </p:txBody>
        </p:sp>
        <p:cxnSp>
          <p:nvCxnSpPr>
            <p:cNvPr id="132" name="Connecteur droit avec flèche 131">
              <a:extLst>
                <a:ext uri="{FF2B5EF4-FFF2-40B4-BE49-F238E27FC236}">
                  <a16:creationId xmlns:a16="http://schemas.microsoft.com/office/drawing/2014/main" id="{C516884D-F1A1-3589-7AD1-271C8576EA4D}"/>
                </a:ext>
              </a:extLst>
            </p:cNvPr>
            <p:cNvCxnSpPr>
              <a:cxnSpLocks/>
              <a:stCxn id="131" idx="3"/>
              <a:endCxn id="125" idx="1"/>
            </p:cNvCxnSpPr>
            <p:nvPr/>
          </p:nvCxnSpPr>
          <p:spPr>
            <a:xfrm>
              <a:off x="4244800" y="3524874"/>
              <a:ext cx="242666" cy="0"/>
            </a:xfrm>
            <a:prstGeom prst="straightConnector1">
              <a:avLst/>
            </a:prstGeom>
            <a:ln w="12700">
              <a:solidFill>
                <a:srgbClr val="358F6C"/>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33" name="Rectangle : coins arrondis 132">
              <a:extLst>
                <a:ext uri="{FF2B5EF4-FFF2-40B4-BE49-F238E27FC236}">
                  <a16:creationId xmlns:a16="http://schemas.microsoft.com/office/drawing/2014/main" id="{DFBE0FBE-5C7E-A03C-3053-358CE62BA33A}"/>
                </a:ext>
              </a:extLst>
            </p:cNvPr>
            <p:cNvSpPr>
              <a:spLocks noChangeAspect="1"/>
            </p:cNvSpPr>
            <p:nvPr/>
          </p:nvSpPr>
          <p:spPr>
            <a:xfrm>
              <a:off x="3971088" y="3771033"/>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b</a:t>
              </a:r>
            </a:p>
          </p:txBody>
        </p:sp>
        <p:cxnSp>
          <p:nvCxnSpPr>
            <p:cNvPr id="134" name="Connecteur droit avec flèche 133">
              <a:extLst>
                <a:ext uri="{FF2B5EF4-FFF2-40B4-BE49-F238E27FC236}">
                  <a16:creationId xmlns:a16="http://schemas.microsoft.com/office/drawing/2014/main" id="{76314635-06EA-38C6-BC94-634A7073E032}"/>
                </a:ext>
              </a:extLst>
            </p:cNvPr>
            <p:cNvCxnSpPr>
              <a:cxnSpLocks/>
              <a:stCxn id="133" idx="3"/>
              <a:endCxn id="126" idx="1"/>
            </p:cNvCxnSpPr>
            <p:nvPr/>
          </p:nvCxnSpPr>
          <p:spPr>
            <a:xfrm>
              <a:off x="4259088" y="3915033"/>
              <a:ext cx="205477" cy="759"/>
            </a:xfrm>
            <a:prstGeom prst="straightConnector1">
              <a:avLst/>
            </a:prstGeom>
            <a:ln w="12700">
              <a:solidFill>
                <a:srgbClr val="358F6C"/>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35" name="Rectangle : coins arrondis 134">
              <a:extLst>
                <a:ext uri="{FF2B5EF4-FFF2-40B4-BE49-F238E27FC236}">
                  <a16:creationId xmlns:a16="http://schemas.microsoft.com/office/drawing/2014/main" id="{D6F3EDC9-7E53-2A70-5987-D5371D646077}"/>
                </a:ext>
              </a:extLst>
            </p:cNvPr>
            <p:cNvSpPr>
              <a:spLocks noChangeAspect="1"/>
            </p:cNvSpPr>
            <p:nvPr/>
          </p:nvSpPr>
          <p:spPr>
            <a:xfrm>
              <a:off x="3967372" y="4564637"/>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c</a:t>
              </a:r>
            </a:p>
          </p:txBody>
        </p:sp>
        <p:cxnSp>
          <p:nvCxnSpPr>
            <p:cNvPr id="136" name="Connecteur droit avec flèche 135">
              <a:extLst>
                <a:ext uri="{FF2B5EF4-FFF2-40B4-BE49-F238E27FC236}">
                  <a16:creationId xmlns:a16="http://schemas.microsoft.com/office/drawing/2014/main" id="{61964FF1-DBB1-51C9-522A-B791CFD2CC4A}"/>
                </a:ext>
              </a:extLst>
            </p:cNvPr>
            <p:cNvCxnSpPr>
              <a:cxnSpLocks/>
              <a:stCxn id="135" idx="3"/>
              <a:endCxn id="127" idx="1"/>
            </p:cNvCxnSpPr>
            <p:nvPr/>
          </p:nvCxnSpPr>
          <p:spPr>
            <a:xfrm>
              <a:off x="4255372" y="4708637"/>
              <a:ext cx="228563" cy="611"/>
            </a:xfrm>
            <a:prstGeom prst="straightConnector1">
              <a:avLst/>
            </a:prstGeom>
            <a:ln w="12700">
              <a:solidFill>
                <a:srgbClr val="358F6C"/>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37" name="Rectangle : coins arrondis 136">
              <a:extLst>
                <a:ext uri="{FF2B5EF4-FFF2-40B4-BE49-F238E27FC236}">
                  <a16:creationId xmlns:a16="http://schemas.microsoft.com/office/drawing/2014/main" id="{37D34F8F-18BB-5549-6E4B-D36E31AE1CCD}"/>
                </a:ext>
              </a:extLst>
            </p:cNvPr>
            <p:cNvSpPr>
              <a:spLocks noChangeAspect="1"/>
            </p:cNvSpPr>
            <p:nvPr/>
          </p:nvSpPr>
          <p:spPr>
            <a:xfrm>
              <a:off x="3637059" y="4800816"/>
              <a:ext cx="288000" cy="288000"/>
            </a:xfrm>
            <a:prstGeom prst="roundRect">
              <a:avLst>
                <a:gd name="adj" fmla="val 31550"/>
              </a:avLst>
            </a:prstGeom>
            <a:solidFill>
              <a:srgbClr val="358F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noProof="0" dirty="0">
                  <a:latin typeface="Barlow" panose="00000500000000000000" pitchFamily="2" charset="0"/>
                  <a:cs typeface="Segoe UI" panose="020B0502040204020203" pitchFamily="34" charset="0"/>
                </a:rPr>
                <a:t>d</a:t>
              </a:r>
            </a:p>
          </p:txBody>
        </p:sp>
        <p:cxnSp>
          <p:nvCxnSpPr>
            <p:cNvPr id="138" name="Connecteur droit avec flèche 137">
              <a:extLst>
                <a:ext uri="{FF2B5EF4-FFF2-40B4-BE49-F238E27FC236}">
                  <a16:creationId xmlns:a16="http://schemas.microsoft.com/office/drawing/2014/main" id="{F2CB125E-ED30-BE0F-700B-8F922DDB7AF1}"/>
                </a:ext>
              </a:extLst>
            </p:cNvPr>
            <p:cNvCxnSpPr>
              <a:cxnSpLocks/>
              <a:stCxn id="137" idx="3"/>
              <a:endCxn id="128" idx="1"/>
            </p:cNvCxnSpPr>
            <p:nvPr/>
          </p:nvCxnSpPr>
          <p:spPr>
            <a:xfrm>
              <a:off x="3925059" y="4944816"/>
              <a:ext cx="566694" cy="0"/>
            </a:xfrm>
            <a:prstGeom prst="straightConnector1">
              <a:avLst/>
            </a:prstGeom>
            <a:ln w="12700">
              <a:solidFill>
                <a:srgbClr val="358F6C"/>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40" name="Ellipse 139">
              <a:extLst>
                <a:ext uri="{FF2B5EF4-FFF2-40B4-BE49-F238E27FC236}">
                  <a16:creationId xmlns:a16="http://schemas.microsoft.com/office/drawing/2014/main" id="{DF8829D3-F2B5-3588-15CD-C0BEB658A9AA}"/>
                </a:ext>
              </a:extLst>
            </p:cNvPr>
            <p:cNvSpPr>
              <a:spLocks noChangeAspect="1"/>
            </p:cNvSpPr>
            <p:nvPr/>
          </p:nvSpPr>
          <p:spPr>
            <a:xfrm>
              <a:off x="3672412" y="2643409"/>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2</a:t>
              </a:r>
              <a:endParaRPr lang="fr-FR" sz="1600" b="1" noProof="0" dirty="0">
                <a:latin typeface="Barlow" panose="00000500000000000000" pitchFamily="2" charset="0"/>
              </a:endParaRPr>
            </a:p>
          </p:txBody>
        </p:sp>
        <p:cxnSp>
          <p:nvCxnSpPr>
            <p:cNvPr id="141" name="Connecteur droit avec flèche 140">
              <a:extLst>
                <a:ext uri="{FF2B5EF4-FFF2-40B4-BE49-F238E27FC236}">
                  <a16:creationId xmlns:a16="http://schemas.microsoft.com/office/drawing/2014/main" id="{BA27B820-2EC9-C441-8E99-9057B66D1F4E}"/>
                </a:ext>
              </a:extLst>
            </p:cNvPr>
            <p:cNvCxnSpPr>
              <a:cxnSpLocks/>
              <a:stCxn id="140" idx="6"/>
              <a:endCxn id="122" idx="1"/>
            </p:cNvCxnSpPr>
            <p:nvPr/>
          </p:nvCxnSpPr>
          <p:spPr>
            <a:xfrm>
              <a:off x="3960412" y="2787409"/>
              <a:ext cx="514961" cy="3555"/>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42" name="Ellipse 141">
              <a:extLst>
                <a:ext uri="{FF2B5EF4-FFF2-40B4-BE49-F238E27FC236}">
                  <a16:creationId xmlns:a16="http://schemas.microsoft.com/office/drawing/2014/main" id="{F4CA0779-D685-15AB-63A9-884AAC497B9F}"/>
                </a:ext>
              </a:extLst>
            </p:cNvPr>
            <p:cNvSpPr>
              <a:spLocks noChangeAspect="1"/>
            </p:cNvSpPr>
            <p:nvPr/>
          </p:nvSpPr>
          <p:spPr>
            <a:xfrm>
              <a:off x="3670916" y="2976127"/>
              <a:ext cx="288000" cy="288000"/>
            </a:xfrm>
            <a:prstGeom prst="ellipse">
              <a:avLst/>
            </a:prstGeom>
            <a:solidFill>
              <a:srgbClr val="E633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400" b="1" noProof="0" dirty="0">
                  <a:latin typeface="Barlow" panose="00000500000000000000" pitchFamily="2" charset="0"/>
                </a:rPr>
                <a:t>3</a:t>
              </a:r>
              <a:endParaRPr lang="fr-FR" sz="1600" b="1" noProof="0" dirty="0">
                <a:latin typeface="Barlow" panose="00000500000000000000" pitchFamily="2" charset="0"/>
              </a:endParaRPr>
            </a:p>
          </p:txBody>
        </p:sp>
        <p:cxnSp>
          <p:nvCxnSpPr>
            <p:cNvPr id="143" name="Connecteur droit avec flèche 142">
              <a:extLst>
                <a:ext uri="{FF2B5EF4-FFF2-40B4-BE49-F238E27FC236}">
                  <a16:creationId xmlns:a16="http://schemas.microsoft.com/office/drawing/2014/main" id="{E2B6BFB8-D801-898B-3851-BD856632DDD4}"/>
                </a:ext>
              </a:extLst>
            </p:cNvPr>
            <p:cNvCxnSpPr>
              <a:cxnSpLocks/>
              <a:stCxn id="142" idx="6"/>
              <a:endCxn id="123" idx="1"/>
            </p:cNvCxnSpPr>
            <p:nvPr/>
          </p:nvCxnSpPr>
          <p:spPr>
            <a:xfrm flipV="1">
              <a:off x="3958916" y="3112106"/>
              <a:ext cx="525019" cy="0"/>
            </a:xfrm>
            <a:prstGeom prst="straightConnector1">
              <a:avLst/>
            </a:prstGeom>
            <a:ln w="12700">
              <a:solidFill>
                <a:srgbClr val="FF0000"/>
              </a:solidFill>
              <a:prstDash val="sysDash"/>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sp>
        <p:nvSpPr>
          <p:cNvPr id="144" name="Rectangle 143">
            <a:extLst>
              <a:ext uri="{FF2B5EF4-FFF2-40B4-BE49-F238E27FC236}">
                <a16:creationId xmlns:a16="http://schemas.microsoft.com/office/drawing/2014/main" id="{4A26E32C-7363-94AB-CF6C-E8490D61727F}"/>
              </a:ext>
            </a:extLst>
          </p:cNvPr>
          <p:cNvSpPr/>
          <p:nvPr/>
        </p:nvSpPr>
        <p:spPr>
          <a:xfrm>
            <a:off x="4481754" y="3273805"/>
            <a:ext cx="1347307" cy="2095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45" name="Rectangle 144">
            <a:extLst>
              <a:ext uri="{FF2B5EF4-FFF2-40B4-BE49-F238E27FC236}">
                <a16:creationId xmlns:a16="http://schemas.microsoft.com/office/drawing/2014/main" id="{067EC452-EA08-F8F0-B6D2-587956A5500B}"/>
              </a:ext>
            </a:extLst>
          </p:cNvPr>
          <p:cNvSpPr/>
          <p:nvPr/>
        </p:nvSpPr>
        <p:spPr>
          <a:xfrm>
            <a:off x="4481754" y="3531944"/>
            <a:ext cx="1347307" cy="2095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46" name="Rectangle 145">
            <a:extLst>
              <a:ext uri="{FF2B5EF4-FFF2-40B4-BE49-F238E27FC236}">
                <a16:creationId xmlns:a16="http://schemas.microsoft.com/office/drawing/2014/main" id="{16600CF2-9B7A-DD27-658C-35ABEC233AF8}"/>
              </a:ext>
            </a:extLst>
          </p:cNvPr>
          <p:cNvSpPr/>
          <p:nvPr/>
        </p:nvSpPr>
        <p:spPr>
          <a:xfrm>
            <a:off x="4481754" y="4308914"/>
            <a:ext cx="1347307" cy="2095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Tree>
    <p:extLst>
      <p:ext uri="{BB962C8B-B14F-4D97-AF65-F5344CB8AC3E}">
        <p14:creationId xmlns:p14="http://schemas.microsoft.com/office/powerpoint/2010/main" val="696663895"/>
      </p:ext>
    </p:extLst>
  </p:cSld>
  <p:clrMapOvr>
    <a:masterClrMapping/>
  </p:clrMapOvr>
</p:sld>
</file>

<file path=ppt/theme/theme1.xml><?xml version="1.0" encoding="utf-8"?>
<a:theme xmlns:a="http://schemas.openxmlformats.org/drawingml/2006/main" name="Template FFJD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ELE PRESENTATION FFJDA.pptx" id="{6ADBFADA-0158-4E1B-9FA4-BAB3B4423016}" vid="{CA8A6674-F4ED-4B61-ABA0-31B973694F17}"/>
    </a:ext>
  </a:extLst>
</a:theme>
</file>

<file path=ppt/theme/theme2.xml><?xml version="1.0" encoding="utf-8"?>
<a:theme xmlns:a="http://schemas.openxmlformats.org/drawingml/2006/main" name="2_Template FFJD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ELE PRESENTATION FFJDA.pptx" id="{6ADBFADA-0158-4E1B-9FA4-BAB3B4423016}" vid="{317BEDE3-203A-4E66-A0B0-85E35BE9F342}"/>
    </a:ext>
  </a:extLst>
</a:theme>
</file>

<file path=ppt/theme/theme3.xml><?xml version="1.0" encoding="utf-8"?>
<a:theme xmlns:a="http://schemas.openxmlformats.org/drawingml/2006/main" name="3_Template FFJD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ELE PRESENTATION FFJDA.pptx" id="{6ADBFADA-0158-4E1B-9FA4-BAB3B4423016}" vid="{317BEDE3-203A-4E66-A0B0-85E35BE9F342}"/>
    </a:ext>
  </a:extLst>
</a:theme>
</file>

<file path=ppt/theme/theme4.xml><?xml version="1.0" encoding="utf-8"?>
<a:theme xmlns:a="http://schemas.openxmlformats.org/drawingml/2006/main" name="4_Template FFJD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ELE PRESENTATION FFJDA.pptx" id="{6ADBFADA-0158-4E1B-9FA4-BAB3B4423016}" vid="{317BEDE3-203A-4E66-A0B0-85E35BE9F342}"/>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5d7a3535-6ccc-4381-989f-ae061031b78e" xsi:nil="true"/>
    <lcf76f155ced4ddcb4097134ff3c332f xmlns="f9bf1094-3609-4046-a6fd-76c9c0caa714">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4D69007D53E474D873D1C4BCA1E8F18" ma:contentTypeVersion="15" ma:contentTypeDescription="Crée un document." ma:contentTypeScope="" ma:versionID="b94b5753296409f7397b66632584fdb0">
  <xsd:schema xmlns:xsd="http://www.w3.org/2001/XMLSchema" xmlns:xs="http://www.w3.org/2001/XMLSchema" xmlns:p="http://schemas.microsoft.com/office/2006/metadata/properties" xmlns:ns2="f9bf1094-3609-4046-a6fd-76c9c0caa714" xmlns:ns3="5d7a3535-6ccc-4381-989f-ae061031b78e" targetNamespace="http://schemas.microsoft.com/office/2006/metadata/properties" ma:root="true" ma:fieldsID="fee6db9217be9a70816f6107f4b0cedb" ns2:_="" ns3:_="">
    <xsd:import namespace="f9bf1094-3609-4046-a6fd-76c9c0caa714"/>
    <xsd:import namespace="5d7a3535-6ccc-4381-989f-ae061031b78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9bf1094-3609-4046-a6fd-76c9c0caa71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Balises d’images" ma:readOnly="false" ma:fieldId="{5cf76f15-5ced-4ddc-b409-7134ff3c332f}" ma:taxonomyMulti="true" ma:sspId="4ac12db7-0135-45bb-ac12-848fabb1bcf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d7a3535-6ccc-4381-989f-ae061031b78e" elementFormDefault="qualified">
    <xsd:import namespace="http://schemas.microsoft.com/office/2006/documentManagement/types"/>
    <xsd:import namespace="http://schemas.microsoft.com/office/infopath/2007/PartnerControls"/>
    <xsd:element name="SharedWithUsers" ma:index="15"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Partagé avec détails" ma:internalName="SharedWithDetails" ma:readOnly="true">
      <xsd:simpleType>
        <xsd:restriction base="dms:Note">
          <xsd:maxLength value="255"/>
        </xsd:restriction>
      </xsd:simpleType>
    </xsd:element>
    <xsd:element name="TaxCatchAll" ma:index="19" nillable="true" ma:displayName="Taxonomy Catch All Column" ma:hidden="true" ma:list="{7703bd99-27bb-4d1f-985d-473908c9c069}" ma:internalName="TaxCatchAll" ma:showField="CatchAllData" ma:web="5d7a3535-6ccc-4381-989f-ae061031b78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397F285-9F9C-4CEA-8DC8-CF9392934C5A}">
  <ds:schemaRefs>
    <ds:schemaRef ds:uri="http://schemas.microsoft.com/office/2006/documentManagement/types"/>
    <ds:schemaRef ds:uri="5d7a3535-6ccc-4381-989f-ae061031b78e"/>
    <ds:schemaRef ds:uri="http://purl.org/dc/dcmitype/"/>
    <ds:schemaRef ds:uri="http://purl.org/dc/terms/"/>
    <ds:schemaRef ds:uri="http://schemas.openxmlformats.org/package/2006/metadata/core-properties"/>
    <ds:schemaRef ds:uri="http://www.w3.org/XML/1998/namespace"/>
    <ds:schemaRef ds:uri="f9bf1094-3609-4046-a6fd-76c9c0caa714"/>
    <ds:schemaRef ds:uri="http://schemas.microsoft.com/office/infopath/2007/PartnerControls"/>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A23C0DE2-5723-4EBE-BB67-CD0D7BAFEF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9bf1094-3609-4046-a6fd-76c9c0caa714"/>
    <ds:schemaRef ds:uri="5d7a3535-6ccc-4381-989f-ae061031b78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7867E26-7D2E-4C08-8937-A5EDA2DC982A}">
  <ds:schemaRefs>
    <ds:schemaRef ds:uri="http://schemas.microsoft.com/sharepoint/v3/contenttype/forms"/>
  </ds:schemaRefs>
</ds:datastoreItem>
</file>

<file path=docMetadata/LabelInfo.xml><?xml version="1.0" encoding="utf-8"?>
<clbl:labelList xmlns:clbl="http://schemas.microsoft.com/office/2020/mipLabelMetadata">
  <clbl:label id="{19540963-e559-4020-8a90-fe8a502c2801}" enabled="1" method="Standard" siteId="{f25493ae-1c98-41d7-8a33-0be75f5fe603}" contentBits="0" removed="0"/>
</clbl:labelList>
</file>

<file path=docProps/app.xml><?xml version="1.0" encoding="utf-8"?>
<Properties xmlns="http://schemas.openxmlformats.org/officeDocument/2006/extended-properties" xmlns:vt="http://schemas.openxmlformats.org/officeDocument/2006/docPropsVTypes">
  <Template>MODELE PRESENTATION FFJDA</Template>
  <TotalTime>15060</TotalTime>
  <Words>6402</Words>
  <Application>Microsoft Office PowerPoint</Application>
  <PresentationFormat>Grand écran</PresentationFormat>
  <Paragraphs>1090</Paragraphs>
  <Slides>60</Slides>
  <Notes>0</Notes>
  <HiddenSlides>1</HiddenSlides>
  <MMClips>0</MMClips>
  <ScaleCrop>false</ScaleCrop>
  <HeadingPairs>
    <vt:vector size="6" baseType="variant">
      <vt:variant>
        <vt:lpstr>Polices utilisées</vt:lpstr>
      </vt:variant>
      <vt:variant>
        <vt:i4>7</vt:i4>
      </vt:variant>
      <vt:variant>
        <vt:lpstr>Thème</vt:lpstr>
      </vt:variant>
      <vt:variant>
        <vt:i4>4</vt:i4>
      </vt:variant>
      <vt:variant>
        <vt:lpstr>Titres des diapositives</vt:lpstr>
      </vt:variant>
      <vt:variant>
        <vt:i4>60</vt:i4>
      </vt:variant>
    </vt:vector>
  </HeadingPairs>
  <TitlesOfParts>
    <vt:vector size="71" baseType="lpstr">
      <vt:lpstr>Arial</vt:lpstr>
      <vt:lpstr>Barlow</vt:lpstr>
      <vt:lpstr>Calibri</vt:lpstr>
      <vt:lpstr>Courier New</vt:lpstr>
      <vt:lpstr>Inria Sans Light</vt:lpstr>
      <vt:lpstr>Montserrat</vt:lpstr>
      <vt:lpstr>Wingdings</vt:lpstr>
      <vt:lpstr>Template FFJDA</vt:lpstr>
      <vt:lpstr>2_Template FFJDA</vt:lpstr>
      <vt:lpstr>3_Template FFJDA</vt:lpstr>
      <vt:lpstr>4_Template FFJDA</vt:lpstr>
      <vt:lpstr>Présentation PowerPoint</vt:lpstr>
      <vt:lpstr>Présentation PowerPoint</vt:lpstr>
      <vt:lpstr>Description générale</vt:lpstr>
      <vt:lpstr>Aperçu du logiciel</vt:lpstr>
      <vt:lpstr>Configuration nécessaire</vt:lpstr>
      <vt:lpstr>Principe de fonctionnement</vt:lpstr>
      <vt:lpstr>Principe de fonctionnement</vt:lpstr>
      <vt:lpstr>Mise en œuvre</vt:lpstr>
      <vt:lpstr>Installation</vt:lpstr>
      <vt:lpstr> Publier une compétition sur le site FFJudo</vt:lpstr>
      <vt:lpstr> Publier une compétition sur un site distant</vt:lpstr>
      <vt:lpstr> Publier une compétition sur le site local</vt:lpstr>
      <vt:lpstr> Publier les écrans d’appel</vt:lpstr>
      <vt:lpstr> Aide à la configuration</vt:lpstr>
      <vt:lpstr> Aide à la configuration – Chambre d’appel</vt:lpstr>
      <vt:lpstr>écrans &amp; fonctionnalités</vt:lpstr>
      <vt:lpstr>écran Principal</vt:lpstr>
      <vt:lpstr>écran Principal – Panneau de commande principal</vt:lpstr>
      <vt:lpstr>écran Principal – Panneau de gestion de la génération</vt:lpstr>
      <vt:lpstr>écran Principal – Publication locale</vt:lpstr>
      <vt:lpstr>écran Principal – Publication distante (configuration FFJudo)</vt:lpstr>
      <vt:lpstr>écran Principal – Publication distante (configuration avancée)</vt:lpstr>
      <vt:lpstr>Test de connexion</vt:lpstr>
      <vt:lpstr>écran Principal – publication de la chambre d’appel</vt:lpstr>
      <vt:lpstr>écran Principal – Publication sur FFJudo</vt:lpstr>
      <vt:lpstr>écran Principal - Compléments</vt:lpstr>
      <vt:lpstr>écran principal – Chambre d’appel</vt:lpstr>
      <vt:lpstr>écran de connexion à une compétition</vt:lpstr>
      <vt:lpstr>écran de connexion à une compétition (mode avancé)</vt:lpstr>
      <vt:lpstr>écran de Configuration Générale</vt:lpstr>
      <vt:lpstr>écran de Configuration – génération Coachs &amp; Public (1/2)</vt:lpstr>
      <vt:lpstr>écran de Configuration – génération Coachs &amp; Public (2/2)</vt:lpstr>
      <vt:lpstr>écran de Configuration – génération Chambre d’appel</vt:lpstr>
      <vt:lpstr>écran de Configuration – Recherche d’équipements </vt:lpstr>
      <vt:lpstr>écran des statistiques</vt:lpstr>
      <vt:lpstr>Manuel</vt:lpstr>
      <vt:lpstr>écran d’information</vt:lpstr>
      <vt:lpstr>Dépannage</vt:lpstr>
      <vt:lpstr>Eléments à contrôler - Génération</vt:lpstr>
      <vt:lpstr>Eléments à contrôler – Publication locale</vt:lpstr>
      <vt:lpstr>Eléments à contrôler – Publication distante</vt:lpstr>
      <vt:lpstr>Eléments à contrôler – Chambre d’appel</vt:lpstr>
      <vt:lpstr>Annexe</vt:lpstr>
      <vt:lpstr>Matrice de compatibilité</vt:lpstr>
      <vt:lpstr>Historique des versions</vt:lpstr>
      <vt:lpstr>Historique des versions (branche 1.x.x.x)</vt:lpstr>
      <vt:lpstr>Communication réseau</vt:lpstr>
      <vt:lpstr>Plan du Site utilisateur</vt:lpstr>
      <vt:lpstr>Plan du Site utilisateur</vt:lpstr>
      <vt:lpstr>Plan du Site utilisateur – Se Prépare</vt:lpstr>
      <vt:lpstr>Plan du Site utilisateur – Prochains Combats</vt:lpstr>
      <vt:lpstr>Plan du Site utilisateur – Affectations</vt:lpstr>
      <vt:lpstr>Plan du Site utilisateur – Avancements</vt:lpstr>
      <vt:lpstr>Plan du Site utilisateur – Classements</vt:lpstr>
      <vt:lpstr>Plan du Site utilisateur – Engagements</vt:lpstr>
      <vt:lpstr>Plan du Site utilisateur – Statistiques</vt:lpstr>
      <vt:lpstr>Plan du Site utilisateur – Chambre d’appel</vt:lpstr>
      <vt:lpstr>Chambre d’appel – écran par défaut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Gizem  CANER</dc:creator>
  <cp:lastModifiedBy>Daniel GARRIVIER</cp:lastModifiedBy>
  <cp:revision>176</cp:revision>
  <dcterms:created xsi:type="dcterms:W3CDTF">2021-04-26T15:18:08Z</dcterms:created>
  <dcterms:modified xsi:type="dcterms:W3CDTF">2026-09-28T06:14:35Z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0x01010094D69007D53E474D873D1C4BCA1E8F18</vt:lpwstr>
  </property>
  <property fmtid="{D5CDD505-2E9C-101B-9397-08002B2CF9AE}" pid="3" name="MediaServiceImageTags">
    <vt:lpwstr/>
  </property>
  <property fmtid="{D5CDD505-2E9C-101B-9397-08002B2CF9AE}" pid="4" name="MSIP_Label_19540963-e559-4020-8a90-fe8a502c2801_Enabled">
    <vt:lpwstr>true</vt:lpwstr>
  </property>
  <property fmtid="{D5CDD505-2E9C-101B-9397-08002B2CF9AE}" pid="5" name="MSIP_Label_19540963-e559-4020-8a90-fe8a502c2801_SetDate">
    <vt:lpwstr>2025-03-13T07:49:04Z</vt:lpwstr>
  </property>
  <property fmtid="{D5CDD505-2E9C-101B-9397-08002B2CF9AE}" pid="6" name="MSIP_Label_19540963-e559-4020-8a90-fe8a502c2801_Method">
    <vt:lpwstr>Standard</vt:lpwstr>
  </property>
  <property fmtid="{D5CDD505-2E9C-101B-9397-08002B2CF9AE}" pid="7" name="MSIP_Label_19540963-e559-4020-8a90-fe8a502c2801_Name">
    <vt:lpwstr>19540963-e559-4020-8a90-fe8a502c2801</vt:lpwstr>
  </property>
  <property fmtid="{D5CDD505-2E9C-101B-9397-08002B2CF9AE}" pid="8" name="MSIP_Label_19540963-e559-4020-8a90-fe8a502c2801_SiteId">
    <vt:lpwstr>f25493ae-1c98-41d7-8a33-0be75f5fe603</vt:lpwstr>
  </property>
  <property fmtid="{D5CDD505-2E9C-101B-9397-08002B2CF9AE}" pid="9" name="MSIP_Label_19540963-e559-4020-8a90-fe8a502c2801_ActionId">
    <vt:lpwstr>146fb78d-0751-49e2-a4ba-a25cd09bd216</vt:lpwstr>
  </property>
  <property fmtid="{D5CDD505-2E9C-101B-9397-08002B2CF9AE}" pid="10" name="MSIP_Label_19540963-e559-4020-8a90-fe8a502c2801_ContentBits">
    <vt:lpwstr>0</vt:lpwstr>
  </property>
  <property fmtid="{D5CDD505-2E9C-101B-9397-08002B2CF9AE}" pid="11" name="MSIP_Label_19540963-e559-4020-8a90-fe8a502c2801_Tag">
    <vt:lpwstr>10, 3, 0, 1</vt:lpwstr>
  </property>
</Properties>
</file>