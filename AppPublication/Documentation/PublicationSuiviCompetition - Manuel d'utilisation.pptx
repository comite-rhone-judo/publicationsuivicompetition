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7"/>
  </p:notesMasterIdLst>
  <p:handoutMasterIdLst>
    <p:handoutMasterId r:id="rId68"/>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57" r:id="rId25"/>
    <p:sldId id="317" r:id="rId26"/>
    <p:sldId id="358" r:id="rId27"/>
    <p:sldId id="336" r:id="rId28"/>
    <p:sldId id="361" r:id="rId29"/>
    <p:sldId id="350" r:id="rId30"/>
    <p:sldId id="349" r:id="rId31"/>
    <p:sldId id="337" r:id="rId32"/>
    <p:sldId id="320" r:id="rId33"/>
    <p:sldId id="348" r:id="rId34"/>
    <p:sldId id="314" r:id="rId35"/>
    <p:sldId id="351" r:id="rId36"/>
    <p:sldId id="315" r:id="rId37"/>
    <p:sldId id="362" r:id="rId38"/>
    <p:sldId id="321" r:id="rId39"/>
    <p:sldId id="322" r:id="rId40"/>
    <p:sldId id="316" r:id="rId41"/>
    <p:sldId id="338" r:id="rId42"/>
    <p:sldId id="339" r:id="rId43"/>
    <p:sldId id="311" r:id="rId44"/>
    <p:sldId id="312" r:id="rId45"/>
    <p:sldId id="334" r:id="rId46"/>
    <p:sldId id="335" r:id="rId47"/>
    <p:sldId id="352" r:id="rId48"/>
    <p:sldId id="303" r:id="rId49"/>
    <p:sldId id="304" r:id="rId50"/>
    <p:sldId id="353" r:id="rId51"/>
    <p:sldId id="306" r:id="rId52"/>
    <p:sldId id="344" r:id="rId53"/>
    <p:sldId id="326" r:id="rId54"/>
    <p:sldId id="363" r:id="rId55"/>
    <p:sldId id="327" r:id="rId56"/>
    <p:sldId id="328" r:id="rId57"/>
    <p:sldId id="330" r:id="rId58"/>
    <p:sldId id="331" r:id="rId59"/>
    <p:sldId id="332" r:id="rId60"/>
    <p:sldId id="343" r:id="rId61"/>
    <p:sldId id="364" r:id="rId62"/>
    <p:sldId id="356" r:id="rId63"/>
    <p:sldId id="355" r:id="rId64"/>
    <p:sldId id="297" r:id="rId65"/>
    <p:sldId id="359"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332A"/>
    <a:srgbClr val="090095"/>
    <a:srgbClr val="358F6C"/>
    <a:srgbClr val="C79222"/>
    <a:srgbClr val="109648"/>
    <a:srgbClr val="2D6A4F"/>
    <a:srgbClr val="74A57F"/>
    <a:srgbClr val="8D99AE"/>
    <a:srgbClr val="F4F5F7"/>
    <a:srgbClr val="F8F9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994" autoAdjust="0"/>
    <p:restoredTop sz="96005" autoAdjust="0"/>
  </p:normalViewPr>
  <p:slideViewPr>
    <p:cSldViewPr snapToGrid="0">
      <p:cViewPr varScale="1">
        <p:scale>
          <a:sx n="111" d="100"/>
          <a:sy n="111" d="100"/>
        </p:scale>
        <p:origin x="996"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handoutMaster" Target="handoutMasters/handoutMaster1.xml"/><Relationship Id="rId7" Type="http://schemas.openxmlformats.org/officeDocument/2006/relationships/slideMaster" Target="slideMasters/slideMaster4.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27/07/2026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27/07/2026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632344"/>
            <a:ext cx="9911200" cy="528400"/>
          </a:xfrm>
          <a:prstGeom prst="rect">
            <a:avLst/>
          </a:prstGeom>
        </p:spPr>
        <p:txBody>
          <a:bodyPr spcFirstLastPara="1" wrap="square" lIns="0" tIns="0" rIns="0" bIns="0" anchor="ctr"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24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913250"/>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176997"/>
            <a:ext cx="5833582" cy="325919"/>
          </a:xfrm>
          <a:prstGeom prst="rect">
            <a:avLst/>
          </a:prstGeom>
        </p:spPr>
        <p:txBody>
          <a:bodyPr/>
          <a:lstStyle>
            <a:lvl1pPr marL="76200" indent="0">
              <a:buNone/>
              <a:defRPr sz="1500" b="1" i="1">
                <a:solidFill>
                  <a:schemeClr val="tx1">
                    <a:lumMod val="85000"/>
                    <a:lumOff val="15000"/>
                  </a:schemeClr>
                </a:solidFill>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p:blipFill>
        <p:spPr bwMode="auto">
          <a:xfrm>
            <a:off x="10634497" y="0"/>
            <a:ext cx="1552941" cy="79200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v2.1.0.0 – 09/2026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816"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616383" y="1"/>
            <a:ext cx="1552942" cy="79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5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5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image" Target="../media/image55.png"/></Relationships>
</file>

<file path=ppt/slides/_rels/slide5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noProof="0" dirty="0">
                <a:solidFill>
                  <a:srgbClr val="0A0096"/>
                </a:solidFill>
                <a:latin typeface="Montserrat" panose="00000800000000000000" pitchFamily="2" charset="0"/>
              </a:rPr>
              <a:t>Publication Suivi Compétition</a:t>
            </a:r>
          </a:p>
          <a:p>
            <a:r>
              <a:rPr lang="fr-FR" sz="3200" i="1" noProof="0" dirty="0">
                <a:solidFill>
                  <a:srgbClr val="0A0096"/>
                </a:solidFill>
                <a:latin typeface="Montserrat" panose="00000800000000000000" pitchFamily="2" charset="0"/>
              </a:rPr>
              <a:t>Manuel d’utilisation</a:t>
            </a:r>
          </a:p>
          <a:p>
            <a:r>
              <a:rPr lang="fr-FR" sz="2400" i="1" noProof="0" dirty="0">
                <a:solidFill>
                  <a:srgbClr val="0A0096"/>
                </a:solidFill>
                <a:latin typeface="Montserrat" panose="00000800000000000000" pitchFamily="2" charset="0"/>
              </a:rPr>
              <a:t>V2.1.0.0 – 09/2026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a:xfrm>
            <a:off x="4537792" y="2054715"/>
            <a:ext cx="802035" cy="587857"/>
          </a:xfrm>
        </p:spPr>
        <p:txBody>
          <a:bodyPr/>
          <a:lstStyle/>
          <a:p>
            <a:r>
              <a:rPr lang="fr-FR" noProof="0"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cap="all" noProof="0" dirty="0"/>
              <a:t>é</a:t>
            </a:r>
            <a:r>
              <a:rPr lang="fr-FR" noProof="0" dirty="0"/>
              <a:t>crans &amp; fonctionnalités</a:t>
            </a:r>
          </a:p>
          <a:p>
            <a:r>
              <a:rPr lang="fr-FR" sz="1400" b="0" noProof="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a:xfrm>
            <a:off x="4537792" y="2779076"/>
            <a:ext cx="802035" cy="587857"/>
          </a:xfrm>
        </p:spPr>
        <p:txBody>
          <a:bodyPr/>
          <a:lstStyle/>
          <a:p>
            <a:r>
              <a:rPr lang="fr-FR" noProof="0"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noProof="0" dirty="0"/>
              <a:t>Mise en œuvre</a:t>
            </a:r>
          </a:p>
          <a:p>
            <a:r>
              <a:rPr lang="fr-FR" sz="1400" b="0" noProof="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a:xfrm>
            <a:off x="4537792" y="3503437"/>
            <a:ext cx="802035" cy="587857"/>
          </a:xfrm>
        </p:spPr>
        <p:txBody>
          <a:bodyPr/>
          <a:lstStyle/>
          <a:p>
            <a:r>
              <a:rPr lang="fr-FR" noProof="0"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a:xfrm>
            <a:off x="5434648" y="4227798"/>
            <a:ext cx="5330518" cy="587857"/>
          </a:xfrm>
        </p:spPr>
        <p:txBody>
          <a:bodyPr/>
          <a:lstStyle/>
          <a:p>
            <a:r>
              <a:rPr lang="fr-FR" noProof="0" dirty="0"/>
              <a:t>Dépannage</a:t>
            </a:r>
          </a:p>
          <a:p>
            <a:r>
              <a:rPr lang="fr-FR" sz="1400" b="0" noProof="0" dirty="0"/>
              <a:t>Aide au diagnostic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a:xfrm>
            <a:off x="4537792" y="4227798"/>
            <a:ext cx="802035" cy="587857"/>
          </a:xfrm>
        </p:spPr>
        <p:txBody>
          <a:bodyPr/>
          <a:lstStyle/>
          <a:p>
            <a:r>
              <a:rPr lang="fr-FR" noProof="0"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a:xfrm>
            <a:off x="5434648" y="2054715"/>
            <a:ext cx="5330518" cy="587857"/>
          </a:xfrm>
        </p:spPr>
        <p:txBody>
          <a:bodyPr/>
          <a:lstStyle/>
          <a:p>
            <a:r>
              <a:rPr lang="fr-FR" noProof="0" dirty="0"/>
              <a:t>Description générale</a:t>
            </a:r>
          </a:p>
          <a:p>
            <a:r>
              <a:rPr lang="fr-FR" sz="1400" b="0" noProof="0" dirty="0"/>
              <a:t>Description du logiciel et de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34648"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Annexe</a:t>
            </a:r>
          </a:p>
          <a:p>
            <a:r>
              <a:rPr lang="fr-FR" sz="1400" b="0" noProof="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37792"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noProof="0" dirty="0"/>
              <a:t>Description du logiciel et de ses fonctionnalités</a:t>
            </a:r>
          </a:p>
        </p:txBody>
      </p:sp>
      <p:sp>
        <p:nvSpPr>
          <p:cNvPr id="2" name="Espace réservé du texte 1"/>
          <p:cNvSpPr>
            <a:spLocks noGrp="1"/>
          </p:cNvSpPr>
          <p:nvPr>
            <p:ph type="body" sz="quarter" idx="10"/>
          </p:nvPr>
        </p:nvSpPr>
        <p:spPr/>
        <p:txBody>
          <a:bodyPr/>
          <a:lstStyle/>
          <a:p>
            <a:r>
              <a:rPr lang="fr-FR" noProof="0"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noProof="0"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a:xfrm>
            <a:off x="1140400" y="1959894"/>
            <a:ext cx="9911200" cy="2938211"/>
          </a:xfrm>
        </p:spPr>
        <p:txBody>
          <a:bodyPr/>
          <a:lstStyle/>
          <a:p>
            <a:pPr>
              <a:buFont typeface="Wingdings" panose="05000000000000000000" pitchFamily="2" charset="2"/>
              <a:buChar char="§"/>
            </a:pPr>
            <a:r>
              <a:rPr lang="fr-FR" sz="1400" noProof="0" dirty="0"/>
              <a:t>Le logiciel est un composant de la solution de gestion de compétition « Gestion de compétition 2.0 » de France Judo. Il permet de générer un site web permettant au public et aux coachs de suivre le déroulement d’une compétition gérée par « Gestion de compétition 2.0 » depuis un Smartphone, une tablette ou un ordinateur.</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site web peut être publié sur le réseau local du site de la compétition (s’il est disponible) ou sur Internet, soit sur un site spécifique, soit sur le serveur fédéral « ftp.ffjudo.com ».</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Il permet également de gérer des écrans d’appels, utilisables uniquement sur le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 Publication Suivi </a:t>
            </a:r>
            <a:r>
              <a:rPr lang="fr-FR" sz="1400" noProof="0" dirty="0" err="1"/>
              <a:t>Competition</a:t>
            </a:r>
            <a:r>
              <a:rPr lang="fr-FR" sz="1400" noProof="0" dirty="0"/>
              <a:t> » supporte différents types de compétitions (Equipe, Individuelle, Shiai) et différentes formules de rencontres (Tableaux, Poules).</a:t>
            </a:r>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CCF29316-A9A4-5DC6-8752-6D96F25AC630}"/>
              </a:ext>
            </a:extLst>
          </p:cNvPr>
          <p:cNvSpPr txBox="1">
            <a:spLocks/>
          </p:cNvSpPr>
          <p:nvPr/>
        </p:nvSpPr>
        <p:spPr>
          <a:xfrm>
            <a:off x="84352" y="5607877"/>
            <a:ext cx="9911200" cy="89966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noProof="0" dirty="0"/>
              <a:t>Notes :</a:t>
            </a:r>
            <a:endParaRPr lang="fr-FR" sz="1400" noProof="0" dirty="0"/>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nécessite d’être connecté à une instance de « Gestion de compétition 2.0 » exécutant le déroulement de la compétition.</a:t>
            </a:r>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La publication sur Internet nécessite de disposer d’un compte auprès d’un hébergeur comme Free, Orange, etc. ou d’un compte ftp.ffjudo.com.</a:t>
            </a:r>
          </a:p>
          <a:p>
            <a:pPr lvl="1"/>
            <a:endParaRPr lang="fr-FR" noProof="0" dirty="0"/>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pPr>
              <a:buFont typeface="Wingdings" panose="05000000000000000000" pitchFamily="2" charset="2"/>
              <a:buChar char="§"/>
            </a:pPr>
            <a:r>
              <a:rPr lang="fr-FR" sz="1400" noProof="0" dirty="0"/>
              <a:t>Un poste de type PC équipé de Windows 10 ou supérieur avec au moins 6Go de RAM, un processeur i5 ou supérieur et au moins 5 Go d’espace disque disponible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logiciel « Gestion de compétition 2.0 » doit être installé soit sur le même PC soit sur un autre PC mais joignable par le réseau, avec une version compatible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locale et/ou les écrans d’appel, le PC exécutant « Publication Suivi </a:t>
            </a:r>
            <a:r>
              <a:rPr lang="fr-FR" sz="1400" noProof="0" dirty="0" err="1"/>
              <a:t>Competition</a:t>
            </a:r>
            <a:r>
              <a:rPr lang="fr-FR" sz="1400" noProof="0" dirty="0"/>
              <a:t> » doit être connecté au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à distance :</a:t>
            </a:r>
          </a:p>
          <a:p>
            <a:pPr lvl="1">
              <a:buFont typeface="Wingdings" panose="05000000000000000000" pitchFamily="2" charset="2"/>
              <a:buChar char="§"/>
            </a:pPr>
            <a:r>
              <a:rPr lang="fr-FR" sz="1400" noProof="0" dirty="0">
                <a:latin typeface="Barlow" panose="00000500000000000000" pitchFamily="2" charset="0"/>
              </a:rPr>
              <a:t>le PC exécutant « Publication Suivi </a:t>
            </a:r>
            <a:r>
              <a:rPr lang="fr-FR" sz="1400" noProof="0" dirty="0" err="1">
                <a:latin typeface="Barlow" panose="00000500000000000000" pitchFamily="2" charset="0"/>
              </a:rPr>
              <a:t>Competition</a:t>
            </a:r>
            <a:r>
              <a:rPr lang="fr-FR" sz="1400" noProof="0" dirty="0">
                <a:latin typeface="Barlow" panose="00000500000000000000" pitchFamily="2" charset="0"/>
              </a:rPr>
              <a:t> » doit avoir accès à Internet.</a:t>
            </a:r>
          </a:p>
          <a:p>
            <a:pPr lvl="1">
              <a:buFont typeface="Wingdings" panose="05000000000000000000" pitchFamily="2" charset="2"/>
              <a:buChar char="§"/>
            </a:pPr>
            <a:r>
              <a:rPr lang="fr-FR" sz="1400" noProof="0" dirty="0">
                <a:latin typeface="Barlow" panose="00000500000000000000" pitchFamily="2" charset="0"/>
              </a:rPr>
              <a:t>Vous devez disposer d’un compte avec accès FTP auprès de votre fournisseur Internet OU vous disposez du mot de passe pour publier sur le site France Judo.</a:t>
            </a:r>
          </a:p>
          <a:p>
            <a:pPr lvl="1">
              <a:buFont typeface="Wingdings" panose="05000000000000000000" pitchFamily="2" charset="2"/>
              <a:buChar char="§"/>
            </a:pPr>
            <a:endParaRPr lang="fr-FR" sz="1400" noProof="0" dirty="0">
              <a:latin typeface="Barlow" panose="00000500000000000000" pitchFamily="2" charset="0"/>
            </a:endParaRPr>
          </a:p>
          <a:p>
            <a:pPr lvl="1">
              <a:buFont typeface="Wingdings" panose="05000000000000000000" pitchFamily="2" charset="2"/>
              <a:buChar char="§"/>
            </a:pPr>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0" y="6080876"/>
            <a:ext cx="12042475" cy="4572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Si « Gestion de compétition 2.0 » et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sont installés sur le même PC, les besoins indiqués doivent être ajoutés à ceux de « Gestion de compétition 2.0 ».</a:t>
            </a:r>
          </a:p>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11192" y="1737306"/>
            <a:ext cx="11369615" cy="3559314"/>
          </a:xfrm>
        </p:spPr>
        <p:txBody>
          <a:bodyPr/>
          <a:lstStyle/>
          <a:p>
            <a:pPr>
              <a:buFont typeface="Wingdings" panose="05000000000000000000" pitchFamily="2" charset="2"/>
              <a:buChar char="§"/>
            </a:pPr>
            <a:r>
              <a:rPr lang="fr-FR" sz="1400" noProof="0" dirty="0"/>
              <a:t>Le logiciel « Gestion de compétition 2.0  » assure le suivi de la compétition (pesées, déroulement des combats, etc.) et transmet ces informations aux clients qui lui sont connectés.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latin typeface="Barlow" panose="00000500000000000000" pitchFamily="2" charset="0"/>
              </a:rPr>
              <a:t>Le logiciel « Publication Suivi Compétition » reçoit et stocke les informations de déroulement.</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Régulièrement, « Publication Suivi Compétition » génère le contenu du site web de suivi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locale est activée : « Publication Suivi Compétition » donne accès directement par une adresse web locale à la dernière version générée du site de suivi.</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distante est activée : « Publication Suivi Compétition » copie par FTP sur le site de l’hébergeur distant ou de France Judo la dernière version générée du site de suivi. La 1</a:t>
            </a:r>
            <a:r>
              <a:rPr lang="fr-FR" sz="1400" baseline="30000" noProof="0" dirty="0">
                <a:latin typeface="Barlow" panose="00000500000000000000" pitchFamily="2" charset="0"/>
              </a:rPr>
              <a:t>ère</a:t>
            </a:r>
            <a:r>
              <a:rPr lang="fr-FR" sz="1400" noProof="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pPr>
              <a:buFont typeface="Wingdings" panose="05000000000000000000" pitchFamily="2" charset="2"/>
              <a:buChar char="§"/>
            </a:pPr>
            <a:endParaRPr lang="fr-FR" sz="18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6" name="ZoneTexte 5">
            <a:extLst>
              <a:ext uri="{FF2B5EF4-FFF2-40B4-BE49-F238E27FC236}">
                <a16:creationId xmlns:a16="http://schemas.microsoft.com/office/drawing/2014/main" id="{EBF73B07-56A7-FD1C-8C81-B862228872FE}"/>
              </a:ext>
            </a:extLst>
          </p:cNvPr>
          <p:cNvSpPr txBox="1"/>
          <p:nvPr/>
        </p:nvSpPr>
        <p:spPr>
          <a:xfrm>
            <a:off x="0" y="5975120"/>
            <a:ext cx="11964837" cy="492443"/>
          </a:xfrm>
          <a:prstGeom prst="rect">
            <a:avLst/>
          </a:prstGeom>
          <a:noFill/>
        </p:spPr>
        <p:txBody>
          <a:bodyPr wrap="square">
            <a:spAutoFit/>
          </a:bodyPr>
          <a:lstStyle/>
          <a:p>
            <a:pPr marL="101598" indent="0">
              <a:buNone/>
            </a:pPr>
            <a:r>
              <a:rPr lang="fr-FR" sz="1400" b="1" i="1" noProof="0" dirty="0">
                <a:latin typeface="Barlow" panose="00000500000000000000" pitchFamily="2" charset="0"/>
              </a:rPr>
              <a:t>Note :</a:t>
            </a:r>
            <a:r>
              <a:rPr lang="fr-FR" sz="1400" i="1" noProof="0" dirty="0">
                <a:latin typeface="Barlow" panose="00000500000000000000" pitchFamily="2" charset="0"/>
              </a:rPr>
              <a:t>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En cas de publication distante, l’accès des utilisateurs se fait via l’adresse distante de l’hébergeur ou du site France Judo. Il n’y a pas de lien direct avec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fr-FR" noProof="0" dirty="0"/>
              <a:t>Principe de fonctionnement</a:t>
            </a:r>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70032" y="2391356"/>
            <a:ext cx="11251935" cy="2801746"/>
          </a:xfrm>
        </p:spPr>
        <p:txBody>
          <a:bodyPr/>
          <a:lstStyle/>
          <a:p>
            <a:pPr>
              <a:buFont typeface="Wingdings" panose="05000000000000000000" pitchFamily="2" charset="2"/>
              <a:buChar char="§"/>
            </a:pPr>
            <a:r>
              <a:rPr lang="fr-FR" sz="1400" noProof="0">
                <a:latin typeface="Barlow" panose="00000500000000000000" pitchFamily="2" charset="0"/>
              </a:rPr>
              <a:t>Régulièrement, « Publication Suivi Compétition » génère le contenu des écrans d’appel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t>Tous les écrans d’appel (PC, </a:t>
            </a:r>
            <a:r>
              <a:rPr lang="fr-FR" sz="1400" noProof="0" dirty="0" err="1"/>
              <a:t>SmartTV</a:t>
            </a:r>
            <a:r>
              <a:rPr lang="fr-FR" sz="1400" noProof="0" dirty="0"/>
              <a:t>, etc.) contactent le poste exécutant l</a:t>
            </a:r>
            <a:r>
              <a:rPr lang="fr-FR" sz="1400" noProof="0" dirty="0">
                <a:latin typeface="Barlow" panose="00000500000000000000" pitchFamily="2" charset="0"/>
              </a:rPr>
              <a:t>e logiciel « Publication Suivi Compétition » sur une même adresse.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Une fois identifié par son adresse sur le réseau, chaque écran reçoit la page qui lui a été assignée et configurée (ou la page par défaut si l’écran n’est pas référencé).</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La publication ne peut se faire que sur le réseau local de la compétition (pas de publication à distance) et n’est pas prévue pour être accédée directement par les coachs et le public.</a:t>
            </a:r>
            <a:endParaRPr lang="fr-FR" sz="1400" noProof="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noProof="0"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Mise en œuvre des cas d’usage simples</a:t>
            </a:r>
          </a:p>
        </p:txBody>
      </p:sp>
      <p:sp>
        <p:nvSpPr>
          <p:cNvPr id="2" name="Espace réservé du texte 1"/>
          <p:cNvSpPr>
            <a:spLocks noGrp="1"/>
          </p:cNvSpPr>
          <p:nvPr>
            <p:ph type="body" sz="quarter" idx="10"/>
          </p:nvPr>
        </p:nvSpPr>
        <p:spPr/>
        <p:txBody>
          <a:bodyPr/>
          <a:lstStyle/>
          <a:p>
            <a:r>
              <a:rPr lang="fr-FR" noProof="0"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616648"/>
          </a:xfrm>
          <a:prstGeom prst="rect">
            <a:avLst/>
          </a:prstGeom>
          <a:noFill/>
        </p:spPr>
        <p:txBody>
          <a:bodyPr wrap="square" rtlCol="0">
            <a:spAutoFit/>
          </a:bodyPr>
          <a:lstStyle/>
          <a:p>
            <a:r>
              <a:rPr lang="fr-FR" sz="1400" noProof="0" dirty="0">
                <a:latin typeface="Barlow" panose="00000500000000000000" pitchFamily="2" charset="0"/>
              </a:rPr>
              <a:t>1 – Lancer l’installeur en double cliquant sur l’icône.</a:t>
            </a: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2 – Autoriser l’installation de l’application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3 – Cliquer sur Suivant</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4 – Lancer l’installation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738664"/>
          </a:xfrm>
          <a:prstGeom prst="rect">
            <a:avLst/>
          </a:prstGeom>
          <a:noFill/>
        </p:spPr>
        <p:txBody>
          <a:bodyPr wrap="square" rtlCol="0">
            <a:spAutoFit/>
          </a:bodyPr>
          <a:lstStyle/>
          <a:p>
            <a:r>
              <a:rPr lang="fr-FR" sz="1400" noProof="0" dirty="0">
                <a:latin typeface="Barlow" panose="00000500000000000000" pitchFamily="2" charset="0"/>
              </a:rPr>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738664"/>
          </a:xfrm>
          <a:prstGeom prst="rect">
            <a:avLst/>
          </a:prstGeom>
          <a:noFill/>
        </p:spPr>
        <p:txBody>
          <a:bodyPr wrap="square" rtlCol="0">
            <a:spAutoFit/>
          </a:bodyPr>
          <a:lstStyle/>
          <a:p>
            <a:r>
              <a:rPr lang="fr-FR" sz="1400" noProof="0" dirty="0">
                <a:latin typeface="Barlow" panose="00000500000000000000" pitchFamily="2" charset="0"/>
              </a:rPr>
              <a:t>6 – Pour lancer l’application, double-cliquez sur l’icône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noProof="0" dirty="0"/>
              <a:t> Publier une compétition sur le site </a:t>
            </a:r>
            <a:r>
              <a:rPr lang="fr-FR" noProof="0" dirty="0" err="1"/>
              <a:t>FFJudo</a:t>
            </a:r>
            <a:endParaRPr lang="fr-FR" noProof="0"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444750"/>
            <a:ext cx="9911200" cy="4908484"/>
          </a:xfrm>
        </p:spPr>
        <p:txBody>
          <a:bodyPr/>
          <a:lstStyle/>
          <a:p>
            <a:pPr marL="101598" indent="0">
              <a:buNone/>
            </a:pPr>
            <a:r>
              <a:rPr lang="fr-FR" sz="1800" b="1" noProof="0" dirty="0"/>
              <a:t>Prérequis :</a:t>
            </a:r>
          </a:p>
          <a:p>
            <a:pPr>
              <a:buFont typeface="Wingdings" panose="05000000000000000000" pitchFamily="2" charset="2"/>
              <a:buChar char="§"/>
            </a:pPr>
            <a:r>
              <a:rPr lang="fr-FR" sz="1400" noProof="0" dirty="0"/>
              <a:t>Disposer des informations de connexion FTP pour votre entité sur </a:t>
            </a:r>
            <a:r>
              <a:rPr lang="fr-FR" sz="1400" noProof="0" dirty="0" err="1"/>
              <a:t>FFJudo</a:t>
            </a:r>
            <a:endParaRPr lang="fr-FR" sz="1400" noProof="0" dirty="0"/>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a:t>
            </a:r>
            <a:r>
              <a:rPr lang="fr-FR" sz="1400" noProof="0" dirty="0" err="1"/>
              <a:t>FFJudo</a:t>
            </a:r>
            <a:endParaRPr lang="fr-FR" sz="1400" noProof="0" dirty="0"/>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697328"/>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2992025"/>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495633"/>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032698"/>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578541"/>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156511"/>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664112"/>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160575"/>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713536"/>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165072"/>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798644"/>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3872194"/>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397305"/>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475533"/>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5967416"/>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Disposer des informations de connexion FTP de votre hébergeur</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distant</a:t>
            </a:r>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600" b="1" cap="all" noProof="0" dirty="0"/>
              <a:t>é</a:t>
            </a:r>
            <a:r>
              <a:rPr lang="fr-FR" sz="16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locale</a:t>
            </a:r>
          </a:p>
          <a:p>
            <a:endParaRPr lang="fr-FR"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noProof="0" dirty="0" err="1"/>
              <a:t>étapess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 de la chambre d’appel</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a:buFont typeface="Wingdings" panose="05000000000000000000" pitchFamily="2" charset="2"/>
              <a:buChar char="§"/>
            </a:pPr>
            <a:r>
              <a:rPr lang="fr-FR" sz="1400" b="1" noProof="0" dirty="0"/>
              <a:t>Délai d’actualisation du site</a:t>
            </a:r>
            <a:r>
              <a:rPr lang="fr-FR" sz="1400" noProof="0" dirty="0"/>
              <a:t> – Ce temps correspond à l’intervalle d’attente entre 2 cycles de génération/diffusion. Un délai trop important entraînera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 il soit supérieur au plus grand de génération/actualisation constaté (</a:t>
            </a:r>
            <a:r>
              <a:rPr lang="fr-FR" sz="1400" i="1" noProof="0" dirty="0"/>
              <a:t>cf.</a:t>
            </a:r>
            <a:r>
              <a:rPr lang="fr-FR" sz="1400" noProof="0" dirty="0"/>
              <a:t> page de statistiques), il ne soit pas trop important par rapport à la vitesse de déroulement de la compétition. Typiquement entre 30 sec. et 2 min. sont des valeurs habituelles.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d’actualisation client</a:t>
            </a:r>
            <a:r>
              <a:rPr lang="fr-FR" sz="1400" noProof="0" dirty="0"/>
              <a:t> – 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Répertoire d’export</a:t>
            </a:r>
            <a:r>
              <a:rPr lang="fr-FR" sz="1400" noProof="0" dirty="0"/>
              <a:t> – Il n’est pas recommandé d’utiliser un répertoire « Cloud » (type OneDrive, </a:t>
            </a:r>
            <a:r>
              <a:rPr lang="fr-FR" sz="1400" noProof="0" dirty="0" err="1"/>
              <a:t>pCloud</a:t>
            </a:r>
            <a:r>
              <a:rPr lang="fr-FR" sz="1400" noProof="0" dirty="0"/>
              <a:t>, </a:t>
            </a:r>
            <a:r>
              <a:rPr lang="fr-FR" sz="1400" noProof="0" dirty="0" err="1"/>
              <a:t>DropBox</a:t>
            </a:r>
            <a:r>
              <a:rPr lang="fr-FR" sz="1400" noProof="0" dirty="0"/>
              <a:t>, etc.) en tant que répertoire d’export, des dysfonctionnements peuvent être constatés dans le cas contraire.</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de déroulement</a:t>
            </a:r>
            <a:r>
              <a:rPr lang="fr-FR" sz="1400" noProof="0" dirty="0"/>
              <a:t> – Ce temps correspondant au temps durant lequel une page d’un écran d’appel reste affichée avant de passer à la suivante. Le temps doit être suffisant pour permettre de lire les informations. La page de l’écran d’appel ne se rafraichit avec les dernières données qu’une fois que toutes les pages de combats et de tapis ont été affichées.</a:t>
            </a:r>
          </a:p>
          <a:p>
            <a:endParaRPr lang="fr-FR" sz="1400"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a:buFont typeface="Wingdings" panose="05000000000000000000" pitchFamily="2" charset="2"/>
              <a:buChar char="§"/>
            </a:pPr>
            <a:r>
              <a:rPr lang="fr-FR" sz="1400" b="1" noProof="0" dirty="0"/>
              <a:t>Profondeur et Nombre de combats </a:t>
            </a:r>
            <a:r>
              <a:rPr lang="fr-FR" sz="1400" noProof="0" dirty="0"/>
              <a:t> – La profondeur correspond au nombre maximum de combats à prendre en compte dans la liste des combats restant à réaliser sur un tapis. Le nombre de combats correspond au nombre de combats affichés sur une page de tapis. Le ratio profondeur / Nombre de combats donne le nombre de pages que l’écran va devoir faire dérouler pour ce tapis pour afficher la liste des combats</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Réseau</a:t>
            </a:r>
            <a:r>
              <a:rPr lang="fr-FR" sz="1400" noProof="0" dirty="0"/>
              <a:t> – La saisie peut se faire en adresse IP directement ou par le nom réseau de l’équipement. L’application fera la traduction si elle le peut. La référence pour identifier un écran d’appel est son adresse IP.</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Disposition</a:t>
            </a:r>
            <a:r>
              <a:rPr lang="fr-FR" sz="1400" noProof="0" dirty="0"/>
              <a:t> – Les dispositions possibles permettent d’afficher 1, 2, 4, 6 ou 8 tapis simultanément sur un même écran. Si trop de tapis sont affichés par rapport à la taille physique de l’écran, les textes peuvent être tronqués par manque de place.</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Orientation</a:t>
            </a:r>
            <a:r>
              <a:rPr lang="fr-FR" sz="1400" noProof="0" dirty="0"/>
              <a:t> – Les tapis orientés en Ligne ont leur nom et numéro affichés à gauche des combats. En Colonne, ils sont disposés au dessus. Les combats orientés en Ligne ont le nom/prénom du combattant et le Club/Comité/ligue/pays sur la même ligne. En Colonne, le nom/prénom est au dessus des autres informations.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Ajustement automatique</a:t>
            </a:r>
            <a:r>
              <a:rPr lang="fr-FR" sz="1400" noProof="0" dirty="0"/>
              <a:t> – L’ajustement automatique ne peut fonctionner que sur un écran d’appel supportant l’exécution Javascript. L’ajustement va tenter de déterminer l’orientation du combat (ligne/colonne) et ajuster la taille des caractères pour avoir un affichage le plus grand possible.</a:t>
            </a:r>
          </a:p>
          <a:p>
            <a:endParaRPr lang="fr-FR" sz="1400" noProof="0" dirty="0"/>
          </a:p>
          <a:p>
            <a:pPr marL="101598" indent="0">
              <a:buNone/>
            </a:pPr>
            <a:endParaRPr lang="fr-FR" sz="1400" noProof="0" dirty="0"/>
          </a:p>
          <a:p>
            <a:endParaRPr lang="fr-FR" sz="1400" noProof="0" dirty="0"/>
          </a:p>
          <a:p>
            <a:endParaRPr lang="fr-FR" sz="1400" noProof="0" dirty="0"/>
          </a:p>
          <a:p>
            <a:endParaRPr lang="fr-FR" sz="1400" noProof="0" dirty="0"/>
          </a:p>
          <a:p>
            <a:pPr marL="101598" indent="0">
              <a:buNone/>
            </a:pPr>
            <a:endParaRPr lang="fr-FR" b="1"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cap="all" noProof="0" dirty="0"/>
              <a:t>é</a:t>
            </a:r>
            <a:r>
              <a:rPr lang="fr-FR" noProof="0" dirty="0"/>
              <a:t>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Description des différents écrans et fonctions</a:t>
            </a:r>
          </a:p>
        </p:txBody>
      </p:sp>
      <p:sp>
        <p:nvSpPr>
          <p:cNvPr id="2" name="Espace réservé du texte 1"/>
          <p:cNvSpPr>
            <a:spLocks noGrp="1"/>
          </p:cNvSpPr>
          <p:nvPr>
            <p:ph type="body" sz="quarter" idx="10"/>
          </p:nvPr>
        </p:nvSpPr>
        <p:spPr/>
        <p:txBody>
          <a:bodyPr/>
          <a:lstStyle/>
          <a:p>
            <a:r>
              <a:rPr lang="fr-FR" noProof="0"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 name="Groupe 2">
            <a:extLst>
              <a:ext uri="{FF2B5EF4-FFF2-40B4-BE49-F238E27FC236}">
                <a16:creationId xmlns:a16="http://schemas.microsoft.com/office/drawing/2014/main" id="{F45B8DDA-269D-5E7D-2CA6-C4765CBB46C0}"/>
              </a:ext>
            </a:extLst>
          </p:cNvPr>
          <p:cNvGrpSpPr/>
          <p:nvPr/>
        </p:nvGrpSpPr>
        <p:grpSpPr>
          <a:xfrm>
            <a:off x="426611" y="1775898"/>
            <a:ext cx="3429376" cy="557747"/>
            <a:chOff x="5346700" y="1873408"/>
            <a:chExt cx="3429376" cy="557747"/>
          </a:xfrm>
        </p:grpSpPr>
        <p:sp>
          <p:nvSpPr>
            <p:cNvPr id="7" name="Rectangle : coins arrondis 6">
              <a:extLst>
                <a:ext uri="{FF2B5EF4-FFF2-40B4-BE49-F238E27FC236}">
                  <a16:creationId xmlns:a16="http://schemas.microsoft.com/office/drawing/2014/main" id="{B164739B-3125-3963-E9A7-782C0DCA4B0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 name="Rectangle : coins arrondis 7">
              <a:extLst>
                <a:ext uri="{FF2B5EF4-FFF2-40B4-BE49-F238E27FC236}">
                  <a16:creationId xmlns:a16="http://schemas.microsoft.com/office/drawing/2014/main" id="{CA0BB3AB-C673-A980-836D-059F07F5B73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17" name="Rectangle : coins arrondis 16">
              <a:extLst>
                <a:ext uri="{FF2B5EF4-FFF2-40B4-BE49-F238E27FC236}">
                  <a16:creationId xmlns:a16="http://schemas.microsoft.com/office/drawing/2014/main" id="{E50F285E-BDBC-1484-D540-9BB8074A2AF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65BC8410-B3F6-01F0-4C5B-6FA395BEBF5D}"/>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3" name="Rectangle : coins arrondis 22">
            <a:extLst>
              <a:ext uri="{FF2B5EF4-FFF2-40B4-BE49-F238E27FC236}">
                <a16:creationId xmlns:a16="http://schemas.microsoft.com/office/drawing/2014/main" id="{8DBE26EB-5D0C-67FC-8AEF-B27C6BB4DB16}"/>
              </a:ext>
            </a:extLst>
          </p:cNvPr>
          <p:cNvSpPr>
            <a:spLocks noChangeAspect="1"/>
          </p:cNvSpPr>
          <p:nvPr/>
        </p:nvSpPr>
        <p:spPr>
          <a:xfrm>
            <a:off x="8973640" y="1755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grpSp>
        <p:nvGrpSpPr>
          <p:cNvPr id="24" name="Groupe 23">
            <a:extLst>
              <a:ext uri="{FF2B5EF4-FFF2-40B4-BE49-F238E27FC236}">
                <a16:creationId xmlns:a16="http://schemas.microsoft.com/office/drawing/2014/main" id="{ADCCBB66-3658-CC1B-FE1E-329700599C9A}"/>
              </a:ext>
            </a:extLst>
          </p:cNvPr>
          <p:cNvGrpSpPr/>
          <p:nvPr/>
        </p:nvGrpSpPr>
        <p:grpSpPr>
          <a:xfrm>
            <a:off x="426611" y="2646209"/>
            <a:ext cx="3429376" cy="557747"/>
            <a:chOff x="5346700" y="1873408"/>
            <a:chExt cx="3429376" cy="557747"/>
          </a:xfrm>
        </p:grpSpPr>
        <p:sp>
          <p:nvSpPr>
            <p:cNvPr id="25" name="Rectangle : coins arrondis 24">
              <a:extLst>
                <a:ext uri="{FF2B5EF4-FFF2-40B4-BE49-F238E27FC236}">
                  <a16:creationId xmlns:a16="http://schemas.microsoft.com/office/drawing/2014/main" id="{CFD6AB94-26FE-8FA9-75FF-562506E8BF1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6" name="Rectangle : coins arrondis 25">
              <a:extLst>
                <a:ext uri="{FF2B5EF4-FFF2-40B4-BE49-F238E27FC236}">
                  <a16:creationId xmlns:a16="http://schemas.microsoft.com/office/drawing/2014/main" id="{2B315443-4A39-1302-50A3-8C71A74EBAA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contrôle de la génération (arrêt, etc.)</a:t>
              </a:r>
            </a:p>
          </p:txBody>
        </p:sp>
        <p:sp>
          <p:nvSpPr>
            <p:cNvPr id="27" name="Rectangle : coins arrondis 26">
              <a:extLst>
                <a:ext uri="{FF2B5EF4-FFF2-40B4-BE49-F238E27FC236}">
                  <a16:creationId xmlns:a16="http://schemas.microsoft.com/office/drawing/2014/main" id="{039A213A-2A7E-CA1C-1796-D25B8EB95F6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8" name="Connecteur droit 27">
              <a:extLst>
                <a:ext uri="{FF2B5EF4-FFF2-40B4-BE49-F238E27FC236}">
                  <a16:creationId xmlns:a16="http://schemas.microsoft.com/office/drawing/2014/main" id="{6B4B619A-1401-7468-9A16-BBD83BC380CC}"/>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9" name="Rectangle : coins arrondis 28">
            <a:extLst>
              <a:ext uri="{FF2B5EF4-FFF2-40B4-BE49-F238E27FC236}">
                <a16:creationId xmlns:a16="http://schemas.microsoft.com/office/drawing/2014/main" id="{D39D223D-29A1-890B-EC45-DBF35F42F991}"/>
              </a:ext>
            </a:extLst>
          </p:cNvPr>
          <p:cNvSpPr>
            <a:spLocks noChangeAspect="1"/>
          </p:cNvSpPr>
          <p:nvPr/>
        </p:nvSpPr>
        <p:spPr>
          <a:xfrm>
            <a:off x="8243968" y="23630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30" name="Rectangle : coins arrondis 29">
            <a:extLst>
              <a:ext uri="{FF2B5EF4-FFF2-40B4-BE49-F238E27FC236}">
                <a16:creationId xmlns:a16="http://schemas.microsoft.com/office/drawing/2014/main" id="{025C5A52-99E7-B748-2EFE-92ED13D046F6}"/>
              </a:ext>
            </a:extLst>
          </p:cNvPr>
          <p:cNvSpPr>
            <a:spLocks noChangeAspect="1"/>
          </p:cNvSpPr>
          <p:nvPr/>
        </p:nvSpPr>
        <p:spPr>
          <a:xfrm>
            <a:off x="7073093" y="3058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32" name="Rectangle : coins arrondis 31">
            <a:extLst>
              <a:ext uri="{FF2B5EF4-FFF2-40B4-BE49-F238E27FC236}">
                <a16:creationId xmlns:a16="http://schemas.microsoft.com/office/drawing/2014/main" id="{0417EC0A-A811-D5A9-EE01-DCDE8D3526EE}"/>
              </a:ext>
            </a:extLst>
          </p:cNvPr>
          <p:cNvSpPr>
            <a:spLocks noChangeAspect="1"/>
          </p:cNvSpPr>
          <p:nvPr/>
        </p:nvSpPr>
        <p:spPr>
          <a:xfrm>
            <a:off x="7073093" y="462016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34" name="Rectangle : coins arrondis 33">
            <a:extLst>
              <a:ext uri="{FF2B5EF4-FFF2-40B4-BE49-F238E27FC236}">
                <a16:creationId xmlns:a16="http://schemas.microsoft.com/office/drawing/2014/main" id="{4B54E83C-E7C6-4516-533C-0534882246BC}"/>
              </a:ext>
            </a:extLst>
          </p:cNvPr>
          <p:cNvSpPr>
            <a:spLocks noChangeAspect="1"/>
          </p:cNvSpPr>
          <p:nvPr/>
        </p:nvSpPr>
        <p:spPr>
          <a:xfrm>
            <a:off x="11036540" y="2914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grpSp>
        <p:nvGrpSpPr>
          <p:cNvPr id="35" name="Groupe 34">
            <a:extLst>
              <a:ext uri="{FF2B5EF4-FFF2-40B4-BE49-F238E27FC236}">
                <a16:creationId xmlns:a16="http://schemas.microsoft.com/office/drawing/2014/main" id="{5FA3EC36-1859-78F1-1D32-8AB7AE27E783}"/>
              </a:ext>
            </a:extLst>
          </p:cNvPr>
          <p:cNvGrpSpPr/>
          <p:nvPr/>
        </p:nvGrpSpPr>
        <p:grpSpPr>
          <a:xfrm>
            <a:off x="426611" y="3516520"/>
            <a:ext cx="3429376" cy="612000"/>
            <a:chOff x="5346700" y="2182795"/>
            <a:chExt cx="3429376" cy="612000"/>
          </a:xfrm>
        </p:grpSpPr>
        <p:sp>
          <p:nvSpPr>
            <p:cNvPr id="36" name="Rectangle : coins arrondis 35">
              <a:extLst>
                <a:ext uri="{FF2B5EF4-FFF2-40B4-BE49-F238E27FC236}">
                  <a16:creationId xmlns:a16="http://schemas.microsoft.com/office/drawing/2014/main" id="{F7770D31-6198-8AC5-5066-4A374AFE03F8}"/>
                </a:ext>
              </a:extLst>
            </p:cNvPr>
            <p:cNvSpPr/>
            <p:nvPr/>
          </p:nvSpPr>
          <p:spPr>
            <a:xfrm>
              <a:off x="5346701" y="218279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7" name="Rectangle : coins arrondis 36">
              <a:extLst>
                <a:ext uri="{FF2B5EF4-FFF2-40B4-BE49-F238E27FC236}">
                  <a16:creationId xmlns:a16="http://schemas.microsoft.com/office/drawing/2014/main" id="{9C124EC7-8FC0-C827-AAD3-97E393489804}"/>
                </a:ext>
              </a:extLst>
            </p:cNvPr>
            <p:cNvSpPr/>
            <p:nvPr/>
          </p:nvSpPr>
          <p:spPr>
            <a:xfrm>
              <a:off x="5680076" y="2182795"/>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locale du site Coachs &amp; public (arrêt, etc.)</a:t>
              </a:r>
            </a:p>
          </p:txBody>
        </p:sp>
        <p:sp>
          <p:nvSpPr>
            <p:cNvPr id="38" name="Rectangle : coins arrondis 37">
              <a:extLst>
                <a:ext uri="{FF2B5EF4-FFF2-40B4-BE49-F238E27FC236}">
                  <a16:creationId xmlns:a16="http://schemas.microsoft.com/office/drawing/2014/main" id="{312DCA8E-9BC8-E0AC-30F6-563895BE7976}"/>
                </a:ext>
              </a:extLst>
            </p:cNvPr>
            <p:cNvSpPr>
              <a:spLocks noChangeAspect="1"/>
            </p:cNvSpPr>
            <p:nvPr/>
          </p:nvSpPr>
          <p:spPr>
            <a:xfrm>
              <a:off x="5408816" y="23447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9" name="Connecteur droit 38">
              <a:extLst>
                <a:ext uri="{FF2B5EF4-FFF2-40B4-BE49-F238E27FC236}">
                  <a16:creationId xmlns:a16="http://schemas.microsoft.com/office/drawing/2014/main" id="{999EB869-E5B7-8C35-312D-267A38D8DDBB}"/>
                </a:ext>
              </a:extLst>
            </p:cNvPr>
            <p:cNvCxnSpPr>
              <a:cxnSpLocks/>
            </p:cNvCxnSpPr>
            <p:nvPr/>
          </p:nvCxnSpPr>
          <p:spPr>
            <a:xfrm>
              <a:off x="5346700" y="218279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8372C709-A4ED-82F6-CB62-6904F2A0121A}"/>
              </a:ext>
            </a:extLst>
          </p:cNvPr>
          <p:cNvGrpSpPr/>
          <p:nvPr/>
        </p:nvGrpSpPr>
        <p:grpSpPr>
          <a:xfrm>
            <a:off x="426611" y="5365647"/>
            <a:ext cx="3429376" cy="612000"/>
            <a:chOff x="5346700" y="1875081"/>
            <a:chExt cx="3429376" cy="612000"/>
          </a:xfrm>
        </p:grpSpPr>
        <p:sp>
          <p:nvSpPr>
            <p:cNvPr id="41" name="Rectangle : coins arrondis 40">
              <a:extLst>
                <a:ext uri="{FF2B5EF4-FFF2-40B4-BE49-F238E27FC236}">
                  <a16:creationId xmlns:a16="http://schemas.microsoft.com/office/drawing/2014/main" id="{EFE8AC6D-3ABD-6513-3423-5E3F1F8295C5}"/>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15679092-6E8A-1E87-19BF-78B604575C02}"/>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à distance du site Coachs &amp; Public (arrêt, etc.)</a:t>
              </a:r>
            </a:p>
          </p:txBody>
        </p:sp>
        <p:sp>
          <p:nvSpPr>
            <p:cNvPr id="43" name="Rectangle : coins arrondis 42">
              <a:extLst>
                <a:ext uri="{FF2B5EF4-FFF2-40B4-BE49-F238E27FC236}">
                  <a16:creationId xmlns:a16="http://schemas.microsoft.com/office/drawing/2014/main" id="{A972B735-8DAD-0D3B-F0A7-FC6CB16504D3}"/>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4" name="Connecteur droit 43">
              <a:extLst>
                <a:ext uri="{FF2B5EF4-FFF2-40B4-BE49-F238E27FC236}">
                  <a16:creationId xmlns:a16="http://schemas.microsoft.com/office/drawing/2014/main" id="{37C49167-610E-1042-D31F-E8123A1B22B4}"/>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5" name="Groupe 44">
            <a:extLst>
              <a:ext uri="{FF2B5EF4-FFF2-40B4-BE49-F238E27FC236}">
                <a16:creationId xmlns:a16="http://schemas.microsoft.com/office/drawing/2014/main" id="{35472225-FC3F-9866-CEA7-0DF20F436C38}"/>
              </a:ext>
            </a:extLst>
          </p:cNvPr>
          <p:cNvGrpSpPr/>
          <p:nvPr/>
        </p:nvGrpSpPr>
        <p:grpSpPr>
          <a:xfrm>
            <a:off x="426611" y="4441084"/>
            <a:ext cx="3429376" cy="612000"/>
            <a:chOff x="5346700" y="1875081"/>
            <a:chExt cx="3429376" cy="612000"/>
          </a:xfrm>
        </p:grpSpPr>
        <p:sp>
          <p:nvSpPr>
            <p:cNvPr id="46" name="Rectangle : coins arrondis 45">
              <a:extLst>
                <a:ext uri="{FF2B5EF4-FFF2-40B4-BE49-F238E27FC236}">
                  <a16:creationId xmlns:a16="http://schemas.microsoft.com/office/drawing/2014/main" id="{8787FABE-1B07-E4E1-8D4B-D7F26D9340C1}"/>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2C3EE5BA-BB99-2EBD-C5C7-473C8D937F74}"/>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Chambre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de la chambre d’appel (arrêt, etc.)</a:t>
              </a:r>
            </a:p>
          </p:txBody>
        </p:sp>
        <p:sp>
          <p:nvSpPr>
            <p:cNvPr id="48" name="Rectangle : coins arrondis 47">
              <a:extLst>
                <a:ext uri="{FF2B5EF4-FFF2-40B4-BE49-F238E27FC236}">
                  <a16:creationId xmlns:a16="http://schemas.microsoft.com/office/drawing/2014/main" id="{B8257621-B361-63F1-4C35-01DE3FD5ED07}"/>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9" name="Connecteur droit 48">
              <a:extLst>
                <a:ext uri="{FF2B5EF4-FFF2-40B4-BE49-F238E27FC236}">
                  <a16:creationId xmlns:a16="http://schemas.microsoft.com/office/drawing/2014/main" id="{10E19A9C-77E6-90FD-FCF4-3F40EC00A2CC}"/>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074" y="614905"/>
            <a:ext cx="10853446" cy="528400"/>
          </a:xfrm>
        </p:spPr>
        <p:txBody>
          <a:bodyPr/>
          <a:lstStyle/>
          <a:p>
            <a:r>
              <a:rPr lang="fr-FR" cap="all" noProof="0" dirty="0"/>
              <a:t>é</a:t>
            </a:r>
            <a:r>
              <a:rPr lang="fr-FR" noProof="0" dirty="0"/>
              <a:t>cran Principal – </a:t>
            </a:r>
            <a:r>
              <a:rPr lang="fr-FR" noProof="0" dirty="0">
                <a:sym typeface="Wingdings" panose="05000000000000000000" pitchFamily="2" charset="2"/>
              </a:rPr>
              <a:t>Panneau de commande principal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a:xfrm>
            <a:off x="-9525" y="350463"/>
            <a:ext cx="5833582" cy="215900"/>
          </a:xfrm>
        </p:spPr>
        <p:txBody>
          <a:bodyPr/>
          <a:lstStyle/>
          <a:p>
            <a:r>
              <a:rPr lang="fr-FR" cap="all" noProof="0" dirty="0"/>
              <a:t>é</a:t>
            </a:r>
            <a:r>
              <a:rPr lang="fr-FR" noProof="0" dirty="0"/>
              <a:t>crans &amp; fonctionnalités</a:t>
            </a:r>
          </a:p>
        </p:txBody>
      </p:sp>
      <p:sp>
        <p:nvSpPr>
          <p:cNvPr id="27" name="ZoneTexte 26">
            <a:extLst>
              <a:ext uri="{FF2B5EF4-FFF2-40B4-BE49-F238E27FC236}">
                <a16:creationId xmlns:a16="http://schemas.microsoft.com/office/drawing/2014/main" id="{F0629407-E6BF-A060-75B4-FDA9ED94E6EE}"/>
              </a:ext>
            </a:extLst>
          </p:cNvPr>
          <p:cNvSpPr txBox="1"/>
          <p:nvPr/>
        </p:nvSpPr>
        <p:spPr>
          <a:xfrm>
            <a:off x="-62393" y="6248821"/>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Les boutons sont grisés si l’état de l’application ne permet pas l’accès à la fonction.</a:t>
            </a:r>
          </a:p>
        </p:txBody>
      </p:sp>
      <p:grpSp>
        <p:nvGrpSpPr>
          <p:cNvPr id="49" name="Groupe 48">
            <a:extLst>
              <a:ext uri="{FF2B5EF4-FFF2-40B4-BE49-F238E27FC236}">
                <a16:creationId xmlns:a16="http://schemas.microsoft.com/office/drawing/2014/main" id="{9ADA9B7C-1E8D-9397-71FE-7BB5B2EF22CF}"/>
              </a:ext>
            </a:extLst>
          </p:cNvPr>
          <p:cNvGrpSpPr/>
          <p:nvPr/>
        </p:nvGrpSpPr>
        <p:grpSpPr>
          <a:xfrm>
            <a:off x="475968" y="1514102"/>
            <a:ext cx="3429376" cy="557747"/>
            <a:chOff x="5346700" y="1873408"/>
            <a:chExt cx="3429376" cy="557747"/>
          </a:xfrm>
        </p:grpSpPr>
        <p:sp>
          <p:nvSpPr>
            <p:cNvPr id="48" name="Rectangle : coins arrondis 47">
              <a:extLst>
                <a:ext uri="{FF2B5EF4-FFF2-40B4-BE49-F238E27FC236}">
                  <a16:creationId xmlns:a16="http://schemas.microsoft.com/office/drawing/2014/main" id="{F8DD6604-256A-57D0-F52C-B43F304B23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76F96A1F-F267-28EE-52B0-CAE3D81FB64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47" name="Rectangle 46">
              <a:extLst>
                <a:ext uri="{FF2B5EF4-FFF2-40B4-BE49-F238E27FC236}">
                  <a16:creationId xmlns:a16="http://schemas.microsoft.com/office/drawing/2014/main" id="{D0483997-73CD-D298-101B-1FF1702000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3" name="Connecteur droit 42">
              <a:extLst>
                <a:ext uri="{FF2B5EF4-FFF2-40B4-BE49-F238E27FC236}">
                  <a16:creationId xmlns:a16="http://schemas.microsoft.com/office/drawing/2014/main" id="{62A48F23-073F-7F9E-A2A7-C63691209301}"/>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6" name="Groupe 115">
            <a:extLst>
              <a:ext uri="{FF2B5EF4-FFF2-40B4-BE49-F238E27FC236}">
                <a16:creationId xmlns:a16="http://schemas.microsoft.com/office/drawing/2014/main" id="{9C085E88-0C5B-BA50-FA3F-F08E70E9427F}"/>
              </a:ext>
            </a:extLst>
          </p:cNvPr>
          <p:cNvGrpSpPr/>
          <p:nvPr/>
        </p:nvGrpSpPr>
        <p:grpSpPr>
          <a:xfrm>
            <a:off x="475968" y="2198329"/>
            <a:ext cx="3429376" cy="557747"/>
            <a:chOff x="6718452" y="1719483"/>
            <a:chExt cx="3429376" cy="557747"/>
          </a:xfrm>
        </p:grpSpPr>
        <p:grpSp>
          <p:nvGrpSpPr>
            <p:cNvPr id="50" name="Groupe 49">
              <a:extLst>
                <a:ext uri="{FF2B5EF4-FFF2-40B4-BE49-F238E27FC236}">
                  <a16:creationId xmlns:a16="http://schemas.microsoft.com/office/drawing/2014/main" id="{60FAD639-A08C-66E9-2158-EC45AB518CED}"/>
                </a:ext>
              </a:extLst>
            </p:cNvPr>
            <p:cNvGrpSpPr/>
            <p:nvPr/>
          </p:nvGrpSpPr>
          <p:grpSpPr>
            <a:xfrm>
              <a:off x="6718452" y="1719483"/>
              <a:ext cx="3429376" cy="557747"/>
              <a:chOff x="5346700" y="1873408"/>
              <a:chExt cx="3429376" cy="557747"/>
            </a:xfrm>
          </p:grpSpPr>
          <p:sp>
            <p:nvSpPr>
              <p:cNvPr id="51" name="Rectangle : coins arrondis 50">
                <a:extLst>
                  <a:ext uri="{FF2B5EF4-FFF2-40B4-BE49-F238E27FC236}">
                    <a16:creationId xmlns:a16="http://schemas.microsoft.com/office/drawing/2014/main" id="{8778B9A2-5C57-EDC4-51B1-3B146F2D234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470B18C1-19A1-D0E4-097F-C966AC3A346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Connexion TAS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connexion à une compétition</a:t>
                </a:r>
              </a:p>
            </p:txBody>
          </p:sp>
          <p:cxnSp>
            <p:nvCxnSpPr>
              <p:cNvPr id="54" name="Connecteur droit 53">
                <a:extLst>
                  <a:ext uri="{FF2B5EF4-FFF2-40B4-BE49-F238E27FC236}">
                    <a16:creationId xmlns:a16="http://schemas.microsoft.com/office/drawing/2014/main" id="{1685E5B3-6FC6-3323-351F-929B309979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DD3361A2-625F-ECC0-FB6B-0E47029E788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62" name="Groupe 161">
            <a:extLst>
              <a:ext uri="{FF2B5EF4-FFF2-40B4-BE49-F238E27FC236}">
                <a16:creationId xmlns:a16="http://schemas.microsoft.com/office/drawing/2014/main" id="{49CDC216-1231-74BE-44C1-726C3AB11B09}"/>
              </a:ext>
            </a:extLst>
          </p:cNvPr>
          <p:cNvGrpSpPr/>
          <p:nvPr/>
        </p:nvGrpSpPr>
        <p:grpSpPr>
          <a:xfrm>
            <a:off x="341107" y="2999288"/>
            <a:ext cx="11064338" cy="1810205"/>
            <a:chOff x="411232" y="3342392"/>
            <a:chExt cx="11064338" cy="1810205"/>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411232" y="3716454"/>
              <a:ext cx="11064338" cy="1039758"/>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557633" y="4060801"/>
              <a:ext cx="332141" cy="329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FF9B5AAC-BD8A-10ED-4879-E75C4EA89365}"/>
                </a:ext>
              </a:extLst>
            </p:cNvPr>
            <p:cNvSpPr/>
            <p:nvPr/>
          </p:nvSpPr>
          <p:spPr>
            <a:xfrm>
              <a:off x="953115" y="4060801"/>
              <a:ext cx="315391"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7E1F7A3F-9C16-0CE5-8C7A-B350FA4D4104}"/>
                </a:ext>
              </a:extLst>
            </p:cNvPr>
            <p:cNvSpPr/>
            <p:nvPr/>
          </p:nvSpPr>
          <p:spPr>
            <a:xfrm>
              <a:off x="1538278" y="4060801"/>
              <a:ext cx="32863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E0D1162E-16A1-8275-BFD1-818755ABE7C3}"/>
                </a:ext>
              </a:extLst>
            </p:cNvPr>
            <p:cNvSpPr/>
            <p:nvPr/>
          </p:nvSpPr>
          <p:spPr>
            <a:xfrm>
              <a:off x="2362015"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E78E4C6-8987-ECEE-AF0D-E09C264CE9AD}"/>
                </a:ext>
              </a:extLst>
            </p:cNvPr>
            <p:cNvSpPr/>
            <p:nvPr/>
          </p:nvSpPr>
          <p:spPr>
            <a:xfrm>
              <a:off x="2977989" y="4060801"/>
              <a:ext cx="33213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2859442" y="4486848"/>
              <a:ext cx="3903109"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EB46C865-4478-1651-685C-687B0E5F8826}"/>
                </a:ext>
              </a:extLst>
            </p:cNvPr>
            <p:cNvSpPr/>
            <p:nvPr/>
          </p:nvSpPr>
          <p:spPr>
            <a:xfrm>
              <a:off x="10487109"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EAD8F6E9-EDF9-0578-DC0F-E89FDB870A3E}"/>
                </a:ext>
              </a:extLst>
            </p:cNvPr>
            <p:cNvSpPr/>
            <p:nvPr/>
          </p:nvSpPr>
          <p:spPr>
            <a:xfrm>
              <a:off x="10900212" y="4060801"/>
              <a:ext cx="33099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05366AD8-1AFE-6CFD-7A6C-312618E1496F}"/>
                </a:ext>
              </a:extLst>
            </p:cNvPr>
            <p:cNvSpPr/>
            <p:nvPr/>
          </p:nvSpPr>
          <p:spPr>
            <a:xfrm>
              <a:off x="9952097"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B4C7B928-EA1D-C436-6605-889BF0815585}"/>
                </a:ext>
              </a:extLst>
            </p:cNvPr>
            <p:cNvSpPr/>
            <p:nvPr/>
          </p:nvSpPr>
          <p:spPr>
            <a:xfrm>
              <a:off x="1959429"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Ellipse 22">
              <a:extLst>
                <a:ext uri="{FF2B5EF4-FFF2-40B4-BE49-F238E27FC236}">
                  <a16:creationId xmlns:a16="http://schemas.microsoft.com/office/drawing/2014/main" id="{DA6921DC-E4AE-B4EC-EBC5-BF7C79FD7574}"/>
                </a:ext>
              </a:extLst>
            </p:cNvPr>
            <p:cNvSpPr>
              <a:spLocks noChangeAspect="1"/>
            </p:cNvSpPr>
            <p:nvPr/>
          </p:nvSpPr>
          <p:spPr>
            <a:xfrm>
              <a:off x="966810"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F48E28C0-6F53-C2F2-A154-C77FF071B5D8}"/>
                </a:ext>
              </a:extLst>
            </p:cNvPr>
            <p:cNvCxnSpPr>
              <a:cxnSpLocks/>
              <a:stCxn id="23" idx="4"/>
              <a:endCxn id="6" idx="0"/>
            </p:cNvCxnSpPr>
            <p:nvPr/>
          </p:nvCxnSpPr>
          <p:spPr>
            <a:xfrm>
              <a:off x="1110810" y="3630392"/>
              <a:ext cx="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21E8D097-4D70-1D74-DBCD-88F456484064}"/>
                </a:ext>
              </a:extLst>
            </p:cNvPr>
            <p:cNvSpPr/>
            <p:nvPr/>
          </p:nvSpPr>
          <p:spPr>
            <a:xfrm>
              <a:off x="583589" y="334239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avec flèche 35">
              <a:extLst>
                <a:ext uri="{FF2B5EF4-FFF2-40B4-BE49-F238E27FC236}">
                  <a16:creationId xmlns:a16="http://schemas.microsoft.com/office/drawing/2014/main" id="{228F1A54-1B89-18F9-A830-E88472972BF3}"/>
                </a:ext>
              </a:extLst>
            </p:cNvPr>
            <p:cNvCxnSpPr>
              <a:cxnSpLocks/>
              <a:stCxn id="35" idx="2"/>
              <a:endCxn id="3" idx="0"/>
            </p:cNvCxnSpPr>
            <p:nvPr/>
          </p:nvCxnSpPr>
          <p:spPr>
            <a:xfrm flipH="1">
              <a:off x="723704" y="3630392"/>
              <a:ext cx="3885" cy="43040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73CC4200-5036-7EF7-595C-A5257F81B467}"/>
                </a:ext>
              </a:extLst>
            </p:cNvPr>
            <p:cNvSpPr>
              <a:spLocks noChangeAspect="1"/>
            </p:cNvSpPr>
            <p:nvPr/>
          </p:nvSpPr>
          <p:spPr>
            <a:xfrm>
              <a:off x="1551973"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FB0625AF-58A3-E02B-373B-124AAD420CAF}"/>
                </a:ext>
              </a:extLst>
            </p:cNvPr>
            <p:cNvCxnSpPr>
              <a:cxnSpLocks/>
              <a:stCxn id="57" idx="0"/>
              <a:endCxn id="14" idx="2"/>
            </p:cNvCxnSpPr>
            <p:nvPr/>
          </p:nvCxnSpPr>
          <p:spPr>
            <a:xfrm flipV="1">
              <a:off x="1695973" y="4390481"/>
              <a:ext cx="6622"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B66463B9-2119-D8A8-D70A-1BC29CDD742A}"/>
                </a:ext>
              </a:extLst>
            </p:cNvPr>
            <p:cNvSpPr>
              <a:spLocks noChangeAspect="1"/>
            </p:cNvSpPr>
            <p:nvPr/>
          </p:nvSpPr>
          <p:spPr>
            <a:xfrm>
              <a:off x="19899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C4B98589-1320-E2E9-E883-A1BEEFD4EF10}"/>
                </a:ext>
              </a:extLst>
            </p:cNvPr>
            <p:cNvCxnSpPr>
              <a:cxnSpLocks/>
              <a:stCxn id="59" idx="4"/>
              <a:endCxn id="25" idx="0"/>
            </p:cNvCxnSpPr>
            <p:nvPr/>
          </p:nvCxnSpPr>
          <p:spPr>
            <a:xfrm flipH="1">
              <a:off x="2125498" y="3630392"/>
              <a:ext cx="841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1" name="Ellipse 60">
              <a:extLst>
                <a:ext uri="{FF2B5EF4-FFF2-40B4-BE49-F238E27FC236}">
                  <a16:creationId xmlns:a16="http://schemas.microsoft.com/office/drawing/2014/main" id="{AA724B5F-C1D4-31AD-E479-CF315E44B6B6}"/>
                </a:ext>
              </a:extLst>
            </p:cNvPr>
            <p:cNvSpPr>
              <a:spLocks noChangeAspect="1"/>
            </p:cNvSpPr>
            <p:nvPr/>
          </p:nvSpPr>
          <p:spPr>
            <a:xfrm>
              <a:off x="2384084"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62" name="Connecteur droit avec flèche 61">
              <a:extLst>
                <a:ext uri="{FF2B5EF4-FFF2-40B4-BE49-F238E27FC236}">
                  <a16:creationId xmlns:a16="http://schemas.microsoft.com/office/drawing/2014/main" id="{AB4791E6-BE5C-6402-8083-258DA2FAC21E}"/>
                </a:ext>
              </a:extLst>
            </p:cNvPr>
            <p:cNvCxnSpPr>
              <a:cxnSpLocks/>
              <a:stCxn id="61" idx="0"/>
              <a:endCxn id="17" idx="2"/>
            </p:cNvCxnSpPr>
            <p:nvPr/>
          </p:nvCxnSpPr>
          <p:spPr>
            <a:xfrm flipV="1">
              <a:off x="2528084" y="4390481"/>
              <a:ext cx="0"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3" name="Ellipse 62">
              <a:extLst>
                <a:ext uri="{FF2B5EF4-FFF2-40B4-BE49-F238E27FC236}">
                  <a16:creationId xmlns:a16="http://schemas.microsoft.com/office/drawing/2014/main" id="{52700FF5-9479-4127-D825-2F4A519F42BA}"/>
                </a:ext>
              </a:extLst>
            </p:cNvPr>
            <p:cNvSpPr>
              <a:spLocks noChangeAspect="1"/>
            </p:cNvSpPr>
            <p:nvPr/>
          </p:nvSpPr>
          <p:spPr>
            <a:xfrm>
              <a:off x="300005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64" name="Connecteur droit avec flèche 63">
              <a:extLst>
                <a:ext uri="{FF2B5EF4-FFF2-40B4-BE49-F238E27FC236}">
                  <a16:creationId xmlns:a16="http://schemas.microsoft.com/office/drawing/2014/main" id="{CA1EB89E-CE12-6D61-81CE-0599110AEDDB}"/>
                </a:ext>
              </a:extLst>
            </p:cNvPr>
            <p:cNvCxnSpPr>
              <a:cxnSpLocks/>
              <a:stCxn id="63" idx="4"/>
              <a:endCxn id="18" idx="0"/>
            </p:cNvCxnSpPr>
            <p:nvPr/>
          </p:nvCxnSpPr>
          <p:spPr>
            <a:xfrm>
              <a:off x="314405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7829E9CC-0979-AAE5-9BB5-66F2EBCA9931}"/>
                </a:ext>
              </a:extLst>
            </p:cNvPr>
            <p:cNvSpPr>
              <a:spLocks noChangeAspect="1"/>
            </p:cNvSpPr>
            <p:nvPr/>
          </p:nvSpPr>
          <p:spPr>
            <a:xfrm>
              <a:off x="9974167"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66" name="Connecteur droit avec flèche 65">
              <a:extLst>
                <a:ext uri="{FF2B5EF4-FFF2-40B4-BE49-F238E27FC236}">
                  <a16:creationId xmlns:a16="http://schemas.microsoft.com/office/drawing/2014/main" id="{3ADF9D4B-56C5-9151-BE93-CF7D63E51AC5}"/>
                </a:ext>
              </a:extLst>
            </p:cNvPr>
            <p:cNvCxnSpPr>
              <a:cxnSpLocks/>
              <a:stCxn id="65" idx="4"/>
              <a:endCxn id="16" idx="0"/>
            </p:cNvCxnSpPr>
            <p:nvPr/>
          </p:nvCxnSpPr>
          <p:spPr>
            <a:xfrm>
              <a:off x="10118167"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449B358B-6348-9DDE-BD0E-C2BFFD8923E6}"/>
                </a:ext>
              </a:extLst>
            </p:cNvPr>
            <p:cNvSpPr>
              <a:spLocks noChangeAspect="1"/>
            </p:cNvSpPr>
            <p:nvPr/>
          </p:nvSpPr>
          <p:spPr>
            <a:xfrm>
              <a:off x="10517047" y="4872466"/>
              <a:ext cx="272263" cy="272263"/>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347A46E6-2318-A0CA-38D4-6C583B370352}"/>
                </a:ext>
              </a:extLst>
            </p:cNvPr>
            <p:cNvCxnSpPr>
              <a:cxnSpLocks/>
              <a:stCxn id="67" idx="0"/>
              <a:endCxn id="11" idx="2"/>
            </p:cNvCxnSpPr>
            <p:nvPr/>
          </p:nvCxnSpPr>
          <p:spPr>
            <a:xfrm flipV="1">
              <a:off x="10653179" y="4390481"/>
              <a:ext cx="0" cy="4819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9" name="Ellipse 68">
              <a:extLst>
                <a:ext uri="{FF2B5EF4-FFF2-40B4-BE49-F238E27FC236}">
                  <a16:creationId xmlns:a16="http://schemas.microsoft.com/office/drawing/2014/main" id="{1EA9442B-E1BC-8D4B-FBAC-0B67BAD2247C}"/>
                </a:ext>
              </a:extLst>
            </p:cNvPr>
            <p:cNvSpPr>
              <a:spLocks noChangeAspect="1"/>
            </p:cNvSpPr>
            <p:nvPr/>
          </p:nvSpPr>
          <p:spPr>
            <a:xfrm>
              <a:off x="109217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DD956EA7-2127-B592-934A-60393C064278}"/>
                </a:ext>
              </a:extLst>
            </p:cNvPr>
            <p:cNvCxnSpPr>
              <a:cxnSpLocks/>
              <a:stCxn id="69" idx="4"/>
              <a:endCxn id="12" idx="0"/>
            </p:cNvCxnSpPr>
            <p:nvPr/>
          </p:nvCxnSpPr>
          <p:spPr>
            <a:xfrm>
              <a:off x="1106570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467A7C63-767A-AAB4-6FAD-19A6B6E92541}"/>
                </a:ext>
              </a:extLst>
            </p:cNvPr>
            <p:cNvSpPr/>
            <p:nvPr/>
          </p:nvSpPr>
          <p:spPr>
            <a:xfrm>
              <a:off x="4666995" y="486459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2" name="Connecteur droit avec flèche 71">
              <a:extLst>
                <a:ext uri="{FF2B5EF4-FFF2-40B4-BE49-F238E27FC236}">
                  <a16:creationId xmlns:a16="http://schemas.microsoft.com/office/drawing/2014/main" id="{F4F13237-8529-6B5E-DF98-CA19B2A512EE}"/>
                </a:ext>
              </a:extLst>
            </p:cNvPr>
            <p:cNvCxnSpPr>
              <a:cxnSpLocks/>
              <a:stCxn id="71" idx="0"/>
              <a:endCxn id="29" idx="2"/>
            </p:cNvCxnSpPr>
            <p:nvPr/>
          </p:nvCxnSpPr>
          <p:spPr>
            <a:xfrm flipV="1">
              <a:off x="4810995" y="4730071"/>
              <a:ext cx="2" cy="1345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23" name="Groupe 122">
            <a:extLst>
              <a:ext uri="{FF2B5EF4-FFF2-40B4-BE49-F238E27FC236}">
                <a16:creationId xmlns:a16="http://schemas.microsoft.com/office/drawing/2014/main" id="{D659EAD0-B76B-D263-41CA-0C7289865492}"/>
              </a:ext>
            </a:extLst>
          </p:cNvPr>
          <p:cNvGrpSpPr/>
          <p:nvPr/>
        </p:nvGrpSpPr>
        <p:grpSpPr>
          <a:xfrm>
            <a:off x="1769848" y="5575379"/>
            <a:ext cx="3429375" cy="360000"/>
            <a:chOff x="1076957" y="5514260"/>
            <a:chExt cx="3429375" cy="360000"/>
          </a:xfrm>
        </p:grpSpPr>
        <p:sp>
          <p:nvSpPr>
            <p:cNvPr id="120" name="Rectangle : coins arrondis 119">
              <a:extLst>
                <a:ext uri="{FF2B5EF4-FFF2-40B4-BE49-F238E27FC236}">
                  <a16:creationId xmlns:a16="http://schemas.microsoft.com/office/drawing/2014/main" id="{EF28D256-C8A7-4E63-CD0E-4D52C273728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8C1325C1-BDFF-20D9-0657-6488A4BB893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122" name="Connecteur droit 121">
              <a:extLst>
                <a:ext uri="{FF2B5EF4-FFF2-40B4-BE49-F238E27FC236}">
                  <a16:creationId xmlns:a16="http://schemas.microsoft.com/office/drawing/2014/main" id="{77E737FA-6467-FC36-8E99-BD18EDBDA09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1B832643-93F4-91C7-67E1-C8A49D922324}"/>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24" name="Groupe 123">
            <a:extLst>
              <a:ext uri="{FF2B5EF4-FFF2-40B4-BE49-F238E27FC236}">
                <a16:creationId xmlns:a16="http://schemas.microsoft.com/office/drawing/2014/main" id="{2FB658A1-0BD7-026A-D422-8472DD715E6E}"/>
              </a:ext>
            </a:extLst>
          </p:cNvPr>
          <p:cNvGrpSpPr/>
          <p:nvPr/>
        </p:nvGrpSpPr>
        <p:grpSpPr>
          <a:xfrm>
            <a:off x="4381312" y="1609148"/>
            <a:ext cx="3429376" cy="360000"/>
            <a:chOff x="1076957" y="5514260"/>
            <a:chExt cx="3429376" cy="360000"/>
          </a:xfrm>
        </p:grpSpPr>
        <p:sp>
          <p:nvSpPr>
            <p:cNvPr id="125" name="Rectangle : coins arrondis 124">
              <a:extLst>
                <a:ext uri="{FF2B5EF4-FFF2-40B4-BE49-F238E27FC236}">
                  <a16:creationId xmlns:a16="http://schemas.microsoft.com/office/drawing/2014/main" id="{CC25C368-4D55-7BD7-76A0-17EB87CB74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25CCE5DC-3A6E-A657-1870-E57AD6C39070}"/>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distant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distant</a:t>
              </a:r>
            </a:p>
          </p:txBody>
        </p:sp>
        <p:cxnSp>
          <p:nvCxnSpPr>
            <p:cNvPr id="127" name="Connecteur droit 126">
              <a:extLst>
                <a:ext uri="{FF2B5EF4-FFF2-40B4-BE49-F238E27FC236}">
                  <a16:creationId xmlns:a16="http://schemas.microsoft.com/office/drawing/2014/main" id="{C550B226-66C3-8728-C1C9-86138ED79C7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28" name="Ellipse 127">
              <a:extLst>
                <a:ext uri="{FF2B5EF4-FFF2-40B4-BE49-F238E27FC236}">
                  <a16:creationId xmlns:a16="http://schemas.microsoft.com/office/drawing/2014/main" id="{B25C6080-7F1C-B3FF-3064-C2C5983962B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9" name="Groupe 128">
            <a:extLst>
              <a:ext uri="{FF2B5EF4-FFF2-40B4-BE49-F238E27FC236}">
                <a16:creationId xmlns:a16="http://schemas.microsoft.com/office/drawing/2014/main" id="{F5ADFC34-9514-AA1B-5D45-B5113743853C}"/>
              </a:ext>
            </a:extLst>
          </p:cNvPr>
          <p:cNvGrpSpPr/>
          <p:nvPr/>
        </p:nvGrpSpPr>
        <p:grpSpPr>
          <a:xfrm>
            <a:off x="6984874" y="5013097"/>
            <a:ext cx="3429376" cy="360000"/>
            <a:chOff x="1076957" y="5514260"/>
            <a:chExt cx="3429376" cy="360000"/>
          </a:xfrm>
        </p:grpSpPr>
        <p:sp>
          <p:nvSpPr>
            <p:cNvPr id="130" name="Rectangle : coins arrondis 129">
              <a:extLst>
                <a:ext uri="{FF2B5EF4-FFF2-40B4-BE49-F238E27FC236}">
                  <a16:creationId xmlns:a16="http://schemas.microsoft.com/office/drawing/2014/main" id="{60DB6E1C-F267-3985-1ED9-CC0B49423EC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C20B682B-3AA8-1CAE-DCE5-990FBA678C09}"/>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crans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d’appel</a:t>
              </a:r>
            </a:p>
          </p:txBody>
        </p:sp>
        <p:cxnSp>
          <p:nvCxnSpPr>
            <p:cNvPr id="132" name="Connecteur droit 131">
              <a:extLst>
                <a:ext uri="{FF2B5EF4-FFF2-40B4-BE49-F238E27FC236}">
                  <a16:creationId xmlns:a16="http://schemas.microsoft.com/office/drawing/2014/main" id="{CB76E0B7-1099-31B6-B958-1F8AD800EFC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3" name="Ellipse 132">
              <a:extLst>
                <a:ext uri="{FF2B5EF4-FFF2-40B4-BE49-F238E27FC236}">
                  <a16:creationId xmlns:a16="http://schemas.microsoft.com/office/drawing/2014/main" id="{9B303E70-10EE-5D6E-3EB9-6A12A73F4BDE}"/>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35" name="Groupe 134">
            <a:extLst>
              <a:ext uri="{FF2B5EF4-FFF2-40B4-BE49-F238E27FC236}">
                <a16:creationId xmlns:a16="http://schemas.microsoft.com/office/drawing/2014/main" id="{DA4F2EF7-BC48-866D-5BD7-1B06C5777D43}"/>
              </a:ext>
            </a:extLst>
          </p:cNvPr>
          <p:cNvGrpSpPr/>
          <p:nvPr/>
        </p:nvGrpSpPr>
        <p:grpSpPr>
          <a:xfrm>
            <a:off x="4381312" y="2297263"/>
            <a:ext cx="3429376" cy="360000"/>
            <a:chOff x="1076957" y="5514260"/>
            <a:chExt cx="3429376" cy="360000"/>
          </a:xfrm>
        </p:grpSpPr>
        <p:sp>
          <p:nvSpPr>
            <p:cNvPr id="136" name="Rectangle : coins arrondis 135">
              <a:extLst>
                <a:ext uri="{FF2B5EF4-FFF2-40B4-BE49-F238E27FC236}">
                  <a16:creationId xmlns:a16="http://schemas.microsoft.com/office/drawing/2014/main" id="{629093EE-30BF-F356-F8CF-F3628E13AC1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AF55EFF7-ADAC-A8A3-C411-7D7CB7EAC1D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138" name="Connecteur droit 137">
              <a:extLst>
                <a:ext uri="{FF2B5EF4-FFF2-40B4-BE49-F238E27FC236}">
                  <a16:creationId xmlns:a16="http://schemas.microsoft.com/office/drawing/2014/main" id="{99BA4A56-DA7D-BDEA-FE30-BC562279225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41B43B73-D89E-EBFF-866E-68564E7AA55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0" name="Groupe 139">
            <a:extLst>
              <a:ext uri="{FF2B5EF4-FFF2-40B4-BE49-F238E27FC236}">
                <a16:creationId xmlns:a16="http://schemas.microsoft.com/office/drawing/2014/main" id="{30379F03-E6E3-8460-3E67-F028CC971880}"/>
              </a:ext>
            </a:extLst>
          </p:cNvPr>
          <p:cNvGrpSpPr/>
          <p:nvPr/>
        </p:nvGrpSpPr>
        <p:grpSpPr>
          <a:xfrm>
            <a:off x="1777749" y="5011104"/>
            <a:ext cx="3429376" cy="360000"/>
            <a:chOff x="5346700" y="1891328"/>
            <a:chExt cx="3429376" cy="360000"/>
          </a:xfrm>
        </p:grpSpPr>
        <p:sp>
          <p:nvSpPr>
            <p:cNvPr id="141" name="Rectangle : coins arrondis 140">
              <a:extLst>
                <a:ext uri="{FF2B5EF4-FFF2-40B4-BE49-F238E27FC236}">
                  <a16:creationId xmlns:a16="http://schemas.microsoft.com/office/drawing/2014/main" id="{FB7D107D-B20B-C99A-9AA3-BDCB74D3EED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2" name="Rectangle : coins arrondis 141">
              <a:extLst>
                <a:ext uri="{FF2B5EF4-FFF2-40B4-BE49-F238E27FC236}">
                  <a16:creationId xmlns:a16="http://schemas.microsoft.com/office/drawing/2014/main" id="{327BA9F4-B568-6454-A12F-91199580CD6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143" name="Rectangle 142">
              <a:extLst>
                <a:ext uri="{FF2B5EF4-FFF2-40B4-BE49-F238E27FC236}">
                  <a16:creationId xmlns:a16="http://schemas.microsoft.com/office/drawing/2014/main" id="{30C14FC6-F54F-83DD-AB6A-1A46DCE3FF6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44" name="Connecteur droit 143">
              <a:extLst>
                <a:ext uri="{FF2B5EF4-FFF2-40B4-BE49-F238E27FC236}">
                  <a16:creationId xmlns:a16="http://schemas.microsoft.com/office/drawing/2014/main" id="{7BE61F8B-E4EB-AFE6-F65B-7A903F6D052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5" name="Groupe 144">
            <a:extLst>
              <a:ext uri="{FF2B5EF4-FFF2-40B4-BE49-F238E27FC236}">
                <a16:creationId xmlns:a16="http://schemas.microsoft.com/office/drawing/2014/main" id="{F0698F93-2D9F-2BB1-3158-65FAC60D3F05}"/>
              </a:ext>
            </a:extLst>
          </p:cNvPr>
          <p:cNvGrpSpPr/>
          <p:nvPr/>
        </p:nvGrpSpPr>
        <p:grpSpPr>
          <a:xfrm>
            <a:off x="6984874" y="5605570"/>
            <a:ext cx="3429376" cy="360000"/>
            <a:chOff x="1076957" y="5514260"/>
            <a:chExt cx="3429376" cy="360000"/>
          </a:xfrm>
        </p:grpSpPr>
        <p:sp>
          <p:nvSpPr>
            <p:cNvPr id="146" name="Rectangle : coins arrondis 145">
              <a:extLst>
                <a:ext uri="{FF2B5EF4-FFF2-40B4-BE49-F238E27FC236}">
                  <a16:creationId xmlns:a16="http://schemas.microsoft.com/office/drawing/2014/main" id="{94ECD110-B29E-6335-6786-0925D2C2F2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7" name="Rectangle : coins arrondis 146">
              <a:extLst>
                <a:ext uri="{FF2B5EF4-FFF2-40B4-BE49-F238E27FC236}">
                  <a16:creationId xmlns:a16="http://schemas.microsoft.com/office/drawing/2014/main" id="{3F7E4B4C-2CDB-A68C-DC15-F64E695146CB}"/>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d’information</a:t>
              </a:r>
            </a:p>
          </p:txBody>
        </p:sp>
        <p:cxnSp>
          <p:nvCxnSpPr>
            <p:cNvPr id="148" name="Connecteur droit 147">
              <a:extLst>
                <a:ext uri="{FF2B5EF4-FFF2-40B4-BE49-F238E27FC236}">
                  <a16:creationId xmlns:a16="http://schemas.microsoft.com/office/drawing/2014/main" id="{F13E31B2-583B-47C7-EF66-AC44D490237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9" name="Ellipse 148">
              <a:extLst>
                <a:ext uri="{FF2B5EF4-FFF2-40B4-BE49-F238E27FC236}">
                  <a16:creationId xmlns:a16="http://schemas.microsoft.com/office/drawing/2014/main" id="{2B1BFB8F-AD2E-92FF-3F28-2BFA813795B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50" name="Groupe 149">
            <a:extLst>
              <a:ext uri="{FF2B5EF4-FFF2-40B4-BE49-F238E27FC236}">
                <a16:creationId xmlns:a16="http://schemas.microsoft.com/office/drawing/2014/main" id="{84B813BE-7470-8870-E3A1-D8AA9FD13C99}"/>
              </a:ext>
            </a:extLst>
          </p:cNvPr>
          <p:cNvGrpSpPr/>
          <p:nvPr/>
        </p:nvGrpSpPr>
        <p:grpSpPr>
          <a:xfrm>
            <a:off x="8286655" y="1509520"/>
            <a:ext cx="3429376" cy="557747"/>
            <a:chOff x="6718452" y="1719483"/>
            <a:chExt cx="3429376" cy="557747"/>
          </a:xfrm>
        </p:grpSpPr>
        <p:grpSp>
          <p:nvGrpSpPr>
            <p:cNvPr id="151" name="Groupe 150">
              <a:extLst>
                <a:ext uri="{FF2B5EF4-FFF2-40B4-BE49-F238E27FC236}">
                  <a16:creationId xmlns:a16="http://schemas.microsoft.com/office/drawing/2014/main" id="{ED3F8FE1-DB3A-3DC8-06B2-64A97D736CFB}"/>
                </a:ext>
              </a:extLst>
            </p:cNvPr>
            <p:cNvGrpSpPr/>
            <p:nvPr/>
          </p:nvGrpSpPr>
          <p:grpSpPr>
            <a:xfrm>
              <a:off x="6718452" y="1719483"/>
              <a:ext cx="3429376" cy="557747"/>
              <a:chOff x="5346700" y="1873408"/>
              <a:chExt cx="3429376" cy="557747"/>
            </a:xfrm>
          </p:grpSpPr>
          <p:sp>
            <p:nvSpPr>
              <p:cNvPr id="153" name="Rectangle : coins arrondis 152">
                <a:extLst>
                  <a:ext uri="{FF2B5EF4-FFF2-40B4-BE49-F238E27FC236}">
                    <a16:creationId xmlns:a16="http://schemas.microsoft.com/office/drawing/2014/main" id="{197D1E94-34DF-7953-570E-A692409D267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4" name="Rectangle : coins arrondis 153">
                <a:extLst>
                  <a:ext uri="{FF2B5EF4-FFF2-40B4-BE49-F238E27FC236}">
                    <a16:creationId xmlns:a16="http://schemas.microsoft.com/office/drawing/2014/main" id="{56313489-EDB5-31AA-4D22-3F50919F923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générale</a:t>
                </a:r>
              </a:p>
            </p:txBody>
          </p:sp>
          <p:cxnSp>
            <p:nvCxnSpPr>
              <p:cNvPr id="155" name="Connecteur droit 154">
                <a:extLst>
                  <a:ext uri="{FF2B5EF4-FFF2-40B4-BE49-F238E27FC236}">
                    <a16:creationId xmlns:a16="http://schemas.microsoft.com/office/drawing/2014/main" id="{94E05DB1-A402-7E5C-09E2-E372E7F227C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2" name="Ellipse 151">
              <a:extLst>
                <a:ext uri="{FF2B5EF4-FFF2-40B4-BE49-F238E27FC236}">
                  <a16:creationId xmlns:a16="http://schemas.microsoft.com/office/drawing/2014/main" id="{3F8445FE-BD79-930F-09B5-BE206BB9319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57" name="Groupe 156">
            <a:extLst>
              <a:ext uri="{FF2B5EF4-FFF2-40B4-BE49-F238E27FC236}">
                <a16:creationId xmlns:a16="http://schemas.microsoft.com/office/drawing/2014/main" id="{184824EF-AA1D-D3A5-D2C7-6FCB818F6328}"/>
              </a:ext>
            </a:extLst>
          </p:cNvPr>
          <p:cNvGrpSpPr/>
          <p:nvPr/>
        </p:nvGrpSpPr>
        <p:grpSpPr>
          <a:xfrm>
            <a:off x="8286655" y="2297263"/>
            <a:ext cx="3429376" cy="360000"/>
            <a:chOff x="1076957" y="5514260"/>
            <a:chExt cx="3429376" cy="360000"/>
          </a:xfrm>
        </p:grpSpPr>
        <p:sp>
          <p:nvSpPr>
            <p:cNvPr id="158" name="Rectangle : coins arrondis 157">
              <a:extLst>
                <a:ext uri="{FF2B5EF4-FFF2-40B4-BE49-F238E27FC236}">
                  <a16:creationId xmlns:a16="http://schemas.microsoft.com/office/drawing/2014/main" id="{F0FA52C6-0658-D46E-5058-99B205D5619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9" name="Rectangle : coins arrondis 158">
              <a:extLst>
                <a:ext uri="{FF2B5EF4-FFF2-40B4-BE49-F238E27FC236}">
                  <a16:creationId xmlns:a16="http://schemas.microsoft.com/office/drawing/2014/main" id="{12E88F67-BF02-EFEA-959F-3E111A41B662}"/>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ce manuel</a:t>
              </a:r>
            </a:p>
          </p:txBody>
        </p:sp>
        <p:cxnSp>
          <p:nvCxnSpPr>
            <p:cNvPr id="160" name="Connecteur droit 159">
              <a:extLst>
                <a:ext uri="{FF2B5EF4-FFF2-40B4-BE49-F238E27FC236}">
                  <a16:creationId xmlns:a16="http://schemas.microsoft.com/office/drawing/2014/main" id="{972DAC96-9A38-31E4-E940-BDCFFF2D22E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1" name="Ellipse 160">
              <a:extLst>
                <a:ext uri="{FF2B5EF4-FFF2-40B4-BE49-F238E27FC236}">
                  <a16:creationId xmlns:a16="http://schemas.microsoft.com/office/drawing/2014/main" id="{B9D3EC49-3B94-8BAC-E996-51BA59486E4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2050012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69412" y="617605"/>
            <a:ext cx="10853446" cy="528400"/>
          </a:xfrm>
        </p:spPr>
        <p:txBody>
          <a:bodyPr/>
          <a:lstStyle/>
          <a:p>
            <a:r>
              <a:rPr lang="fr-FR" cap="all" noProof="0" dirty="0"/>
              <a:t>é</a:t>
            </a:r>
            <a:r>
              <a:rPr lang="fr-FR" noProof="0" dirty="0"/>
              <a:t>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3" name="Groupe 2">
            <a:extLst>
              <a:ext uri="{FF2B5EF4-FFF2-40B4-BE49-F238E27FC236}">
                <a16:creationId xmlns:a16="http://schemas.microsoft.com/office/drawing/2014/main" id="{A3AD505E-D52E-24E3-1627-846FF097668C}"/>
              </a:ext>
            </a:extLst>
          </p:cNvPr>
          <p:cNvGrpSpPr/>
          <p:nvPr/>
        </p:nvGrpSpPr>
        <p:grpSpPr>
          <a:xfrm>
            <a:off x="475968" y="1815043"/>
            <a:ext cx="3429376" cy="557747"/>
            <a:chOff x="5346700" y="1873408"/>
            <a:chExt cx="3429376" cy="557747"/>
          </a:xfrm>
        </p:grpSpPr>
        <p:sp>
          <p:nvSpPr>
            <p:cNvPr id="5" name="Rectangle : coins arrondis 4">
              <a:extLst>
                <a:ext uri="{FF2B5EF4-FFF2-40B4-BE49-F238E27FC236}">
                  <a16:creationId xmlns:a16="http://schemas.microsoft.com/office/drawing/2014/main" id="{F734C4CE-EDAC-8CDE-6069-D7E23449F5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 coins arrondis 5">
              <a:extLst>
                <a:ext uri="{FF2B5EF4-FFF2-40B4-BE49-F238E27FC236}">
                  <a16:creationId xmlns:a16="http://schemas.microsoft.com/office/drawing/2014/main" id="{1B5D3471-985D-D7B0-7C47-1A03B1FADFF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 rouge sinon.</a:t>
              </a:r>
            </a:p>
          </p:txBody>
        </p:sp>
        <p:sp>
          <p:nvSpPr>
            <p:cNvPr id="7" name="Rectangle 6">
              <a:extLst>
                <a:ext uri="{FF2B5EF4-FFF2-40B4-BE49-F238E27FC236}">
                  <a16:creationId xmlns:a16="http://schemas.microsoft.com/office/drawing/2014/main" id="{9A98F4A2-822F-F247-E12E-DEEF3EA2828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7">
              <a:extLst>
                <a:ext uri="{FF2B5EF4-FFF2-40B4-BE49-F238E27FC236}">
                  <a16:creationId xmlns:a16="http://schemas.microsoft.com/office/drawing/2014/main" id="{9E3D5594-A87F-1394-D1A5-79B498DDCAFE}"/>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FBF224A-E66A-B6D9-4FED-518BC266223B}"/>
              </a:ext>
            </a:extLst>
          </p:cNvPr>
          <p:cNvGrpSpPr/>
          <p:nvPr/>
        </p:nvGrpSpPr>
        <p:grpSpPr>
          <a:xfrm>
            <a:off x="475968" y="5432130"/>
            <a:ext cx="3429376" cy="557747"/>
            <a:chOff x="6718452" y="1719483"/>
            <a:chExt cx="3429376" cy="557747"/>
          </a:xfrm>
        </p:grpSpPr>
        <p:grpSp>
          <p:nvGrpSpPr>
            <p:cNvPr id="10" name="Groupe 9">
              <a:extLst>
                <a:ext uri="{FF2B5EF4-FFF2-40B4-BE49-F238E27FC236}">
                  <a16:creationId xmlns:a16="http://schemas.microsoft.com/office/drawing/2014/main" id="{5460DE1A-BDDB-7429-CC66-323983E57740}"/>
                </a:ext>
              </a:extLst>
            </p:cNvPr>
            <p:cNvGrpSpPr/>
            <p:nvPr/>
          </p:nvGrpSpPr>
          <p:grpSpPr>
            <a:xfrm>
              <a:off x="6718452" y="1719483"/>
              <a:ext cx="3429376" cy="557747"/>
              <a:chOff x="5346700" y="1873408"/>
              <a:chExt cx="3429376" cy="557747"/>
            </a:xfrm>
          </p:grpSpPr>
          <p:sp>
            <p:nvSpPr>
              <p:cNvPr id="12" name="Rectangle : coins arrondis 11">
                <a:extLst>
                  <a:ext uri="{FF2B5EF4-FFF2-40B4-BE49-F238E27FC236}">
                    <a16:creationId xmlns:a16="http://schemas.microsoft.com/office/drawing/2014/main" id="{259A719A-2ABA-1A4C-83FA-D425CC8E261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 name="Rectangle : coins arrondis 12">
                <a:extLst>
                  <a:ext uri="{FF2B5EF4-FFF2-40B4-BE49-F238E27FC236}">
                    <a16:creationId xmlns:a16="http://schemas.microsoft.com/office/drawing/2014/main" id="{77F1DCD0-894E-4FF9-5089-EE02F2373EA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génération (uniquement si connecté et arrêtée).</a:t>
                </a:r>
              </a:p>
            </p:txBody>
          </p:sp>
          <p:cxnSp>
            <p:nvCxnSpPr>
              <p:cNvPr id="14" name="Connecteur droit 13">
                <a:extLst>
                  <a:ext uri="{FF2B5EF4-FFF2-40B4-BE49-F238E27FC236}">
                    <a16:creationId xmlns:a16="http://schemas.microsoft.com/office/drawing/2014/main" id="{9520DB44-A7F3-0A7F-8F9B-851C0C859CA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 name="Ellipse 10">
              <a:extLst>
                <a:ext uri="{FF2B5EF4-FFF2-40B4-BE49-F238E27FC236}">
                  <a16:creationId xmlns:a16="http://schemas.microsoft.com/office/drawing/2014/main" id="{A366EF5A-A9C0-FD7B-942A-B74C71E8FF1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3" name="Groupe 122">
            <a:extLst>
              <a:ext uri="{FF2B5EF4-FFF2-40B4-BE49-F238E27FC236}">
                <a16:creationId xmlns:a16="http://schemas.microsoft.com/office/drawing/2014/main" id="{03AF7C7E-D531-B0C7-D098-46633112F78B}"/>
              </a:ext>
            </a:extLst>
          </p:cNvPr>
          <p:cNvGrpSpPr/>
          <p:nvPr/>
        </p:nvGrpSpPr>
        <p:grpSpPr>
          <a:xfrm>
            <a:off x="369141" y="2832175"/>
            <a:ext cx="11453717" cy="1900961"/>
            <a:chOff x="380051" y="2877990"/>
            <a:chExt cx="11453717" cy="1900961"/>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107AA908-83A4-B71D-8F2B-67EC917061E2}"/>
                </a:ext>
              </a:extLst>
            </p:cNvPr>
            <p:cNvSpPr>
              <a:spLocks noChangeAspect="1"/>
            </p:cNvSpPr>
            <p:nvPr/>
          </p:nvSpPr>
          <p:spPr>
            <a:xfrm>
              <a:off x="8827597"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56" name="Connecteur droit avec flèche 55">
              <a:extLst>
                <a:ext uri="{FF2B5EF4-FFF2-40B4-BE49-F238E27FC236}">
                  <a16:creationId xmlns:a16="http://schemas.microsoft.com/office/drawing/2014/main" id="{7842F68D-FB83-3F33-BADD-10EDF0912B22}"/>
                </a:ext>
              </a:extLst>
            </p:cNvPr>
            <p:cNvCxnSpPr>
              <a:cxnSpLocks/>
            </p:cNvCxnSpPr>
            <p:nvPr/>
          </p:nvCxnSpPr>
          <p:spPr>
            <a:xfrm>
              <a:off x="8971597" y="3165990"/>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9CB10243-F2AB-2638-6F0E-5D258CADD1B9}"/>
                </a:ext>
              </a:extLst>
            </p:cNvPr>
            <p:cNvSpPr/>
            <p:nvPr/>
          </p:nvSpPr>
          <p:spPr>
            <a:xfrm>
              <a:off x="2392190"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8" name="Connecteur droit avec flèche 57">
              <a:extLst>
                <a:ext uri="{FF2B5EF4-FFF2-40B4-BE49-F238E27FC236}">
                  <a16:creationId xmlns:a16="http://schemas.microsoft.com/office/drawing/2014/main" id="{4EE9E4D6-D4C2-A72B-2099-72808C46F0EB}"/>
                </a:ext>
              </a:extLst>
            </p:cNvPr>
            <p:cNvCxnSpPr>
              <a:cxnSpLocks/>
              <a:stCxn id="57" idx="2"/>
              <a:endCxn id="22" idx="0"/>
            </p:cNvCxnSpPr>
            <p:nvPr/>
          </p:nvCxnSpPr>
          <p:spPr>
            <a:xfrm>
              <a:off x="2536190" y="3197960"/>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4" name="Ellipse 63">
              <a:extLst>
                <a:ext uri="{FF2B5EF4-FFF2-40B4-BE49-F238E27FC236}">
                  <a16:creationId xmlns:a16="http://schemas.microsoft.com/office/drawing/2014/main" id="{9F6FA6D7-4F6A-5E52-47C8-B01615DE37A4}"/>
                </a:ext>
              </a:extLst>
            </p:cNvPr>
            <p:cNvSpPr>
              <a:spLocks noChangeAspect="1"/>
            </p:cNvSpPr>
            <p:nvPr/>
          </p:nvSpPr>
          <p:spPr>
            <a:xfrm>
              <a:off x="8827597"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5" name="Connecteur droit avec flèche 64">
              <a:extLst>
                <a:ext uri="{FF2B5EF4-FFF2-40B4-BE49-F238E27FC236}">
                  <a16:creationId xmlns:a16="http://schemas.microsoft.com/office/drawing/2014/main" id="{D4EF22CD-A4A2-71C5-08B0-66B390686FD5}"/>
                </a:ext>
              </a:extLst>
            </p:cNvPr>
            <p:cNvCxnSpPr>
              <a:cxnSpLocks/>
            </p:cNvCxnSpPr>
            <p:nvPr/>
          </p:nvCxnSpPr>
          <p:spPr>
            <a:xfrm flipV="1">
              <a:off x="8971597" y="4238947"/>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BB75247F-6516-D639-BC68-050AE206A446}"/>
                </a:ext>
              </a:extLst>
            </p:cNvPr>
            <p:cNvSpPr/>
            <p:nvPr/>
          </p:nvSpPr>
          <p:spPr>
            <a:xfrm>
              <a:off x="2392190"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7" name="Connecteur droit avec flèche 66">
              <a:extLst>
                <a:ext uri="{FF2B5EF4-FFF2-40B4-BE49-F238E27FC236}">
                  <a16:creationId xmlns:a16="http://schemas.microsoft.com/office/drawing/2014/main" id="{FB0C8F70-E082-750C-289B-D7369FA6F1C4}"/>
                </a:ext>
              </a:extLst>
            </p:cNvPr>
            <p:cNvCxnSpPr>
              <a:cxnSpLocks/>
              <a:stCxn id="66" idx="0"/>
              <a:endCxn id="23" idx="2"/>
            </p:cNvCxnSpPr>
            <p:nvPr/>
          </p:nvCxnSpPr>
          <p:spPr>
            <a:xfrm flipV="1">
              <a:off x="2536190" y="4208526"/>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E8967555-EC94-5B04-9BB9-6F810F9EC9A0}"/>
                </a:ext>
              </a:extLst>
            </p:cNvPr>
            <p:cNvSpPr/>
            <p:nvPr/>
          </p:nvSpPr>
          <p:spPr>
            <a:xfrm>
              <a:off x="4091176"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1" name="Connecteur droit avec flèche 70">
              <a:extLst>
                <a:ext uri="{FF2B5EF4-FFF2-40B4-BE49-F238E27FC236}">
                  <a16:creationId xmlns:a16="http://schemas.microsoft.com/office/drawing/2014/main" id="{F9C6A683-5516-531A-1207-3BC4CAB118D1}"/>
                </a:ext>
              </a:extLst>
            </p:cNvPr>
            <p:cNvCxnSpPr>
              <a:cxnSpLocks/>
            </p:cNvCxnSpPr>
            <p:nvPr/>
          </p:nvCxnSpPr>
          <p:spPr>
            <a:xfrm>
              <a:off x="4203561" y="3197960"/>
              <a:ext cx="1" cy="34877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73952BB-3AFF-D76A-96D9-B093B3F2ACAF}"/>
                </a:ext>
              </a:extLst>
            </p:cNvPr>
            <p:cNvSpPr/>
            <p:nvPr/>
          </p:nvSpPr>
          <p:spPr>
            <a:xfrm>
              <a:off x="4091176"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3" name="Connecteur droit avec flèche 72">
              <a:extLst>
                <a:ext uri="{FF2B5EF4-FFF2-40B4-BE49-F238E27FC236}">
                  <a16:creationId xmlns:a16="http://schemas.microsoft.com/office/drawing/2014/main" id="{6706B851-8DF3-3C35-4496-67A8CF11D237}"/>
                </a:ext>
              </a:extLst>
            </p:cNvPr>
            <p:cNvCxnSpPr>
              <a:cxnSpLocks/>
            </p:cNvCxnSpPr>
            <p:nvPr/>
          </p:nvCxnSpPr>
          <p:spPr>
            <a:xfrm flipV="1">
              <a:off x="4203561" y="4208525"/>
              <a:ext cx="1" cy="2278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C54CE5E8-5A0F-26F8-CABC-6CDF589E5CC3}"/>
                </a:ext>
              </a:extLst>
            </p:cNvPr>
            <p:cNvSpPr/>
            <p:nvPr/>
          </p:nvSpPr>
          <p:spPr>
            <a:xfrm>
              <a:off x="6882829" y="29645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5" name="Connecteur droit avec flèche 74">
              <a:extLst>
                <a:ext uri="{FF2B5EF4-FFF2-40B4-BE49-F238E27FC236}">
                  <a16:creationId xmlns:a16="http://schemas.microsoft.com/office/drawing/2014/main" id="{ABA9C0A5-C1C8-521A-5214-44E13B64156C}"/>
                </a:ext>
              </a:extLst>
            </p:cNvPr>
            <p:cNvCxnSpPr>
              <a:cxnSpLocks/>
            </p:cNvCxnSpPr>
            <p:nvPr/>
          </p:nvCxnSpPr>
          <p:spPr>
            <a:xfrm>
              <a:off x="6984879" y="3252536"/>
              <a:ext cx="0" cy="2942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6F7F083A-E827-F93E-3EE9-F1A9A02BF525}"/>
                </a:ext>
              </a:extLst>
            </p:cNvPr>
            <p:cNvSpPr/>
            <p:nvPr/>
          </p:nvSpPr>
          <p:spPr>
            <a:xfrm>
              <a:off x="6882829" y="44909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7" name="Connecteur droit avec flèche 76">
              <a:extLst>
                <a:ext uri="{FF2B5EF4-FFF2-40B4-BE49-F238E27FC236}">
                  <a16:creationId xmlns:a16="http://schemas.microsoft.com/office/drawing/2014/main" id="{183C128A-C438-211A-A119-7C1D75BA1858}"/>
                </a:ext>
              </a:extLst>
            </p:cNvPr>
            <p:cNvCxnSpPr>
              <a:cxnSpLocks/>
            </p:cNvCxnSpPr>
            <p:nvPr/>
          </p:nvCxnSpPr>
          <p:spPr>
            <a:xfrm flipV="1">
              <a:off x="6984879" y="4208525"/>
              <a:ext cx="0" cy="2824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23901621-D54C-9118-CB36-9D2D9146DB68}"/>
                </a:ext>
              </a:extLst>
            </p:cNvPr>
            <p:cNvSpPr>
              <a:spLocks noChangeAspect="1"/>
            </p:cNvSpPr>
            <p:nvPr/>
          </p:nvSpPr>
          <p:spPr>
            <a:xfrm>
              <a:off x="9901670"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340E0EB5-A1EE-1B36-98DB-6511C2B959D3}"/>
                </a:ext>
              </a:extLst>
            </p:cNvPr>
            <p:cNvCxnSpPr>
              <a:cxnSpLocks/>
            </p:cNvCxnSpPr>
            <p:nvPr/>
          </p:nvCxnSpPr>
          <p:spPr>
            <a:xfrm>
              <a:off x="10023822" y="3165990"/>
              <a:ext cx="1" cy="3268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E3204611-4946-F687-B4A5-F335D47104A0}"/>
                </a:ext>
              </a:extLst>
            </p:cNvPr>
            <p:cNvSpPr>
              <a:spLocks noChangeAspect="1"/>
            </p:cNvSpPr>
            <p:nvPr/>
          </p:nvSpPr>
          <p:spPr>
            <a:xfrm>
              <a:off x="9901670"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9013827D-2A89-B570-6887-E07049F3D330}"/>
                </a:ext>
              </a:extLst>
            </p:cNvPr>
            <p:cNvCxnSpPr>
              <a:cxnSpLocks/>
            </p:cNvCxnSpPr>
            <p:nvPr/>
          </p:nvCxnSpPr>
          <p:spPr>
            <a:xfrm flipV="1">
              <a:off x="10023822" y="4241059"/>
              <a:ext cx="1" cy="23476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6" name="Ellipse 85">
              <a:extLst>
                <a:ext uri="{FF2B5EF4-FFF2-40B4-BE49-F238E27FC236}">
                  <a16:creationId xmlns:a16="http://schemas.microsoft.com/office/drawing/2014/main" id="{BAACDFC8-50D6-5D7D-93DA-C4758CD0AC8B}"/>
                </a:ext>
              </a:extLst>
            </p:cNvPr>
            <p:cNvSpPr>
              <a:spLocks noChangeAspect="1"/>
            </p:cNvSpPr>
            <p:nvPr/>
          </p:nvSpPr>
          <p:spPr>
            <a:xfrm>
              <a:off x="10859513"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7" name="Connecteur droit avec flèche 86">
              <a:extLst>
                <a:ext uri="{FF2B5EF4-FFF2-40B4-BE49-F238E27FC236}">
                  <a16:creationId xmlns:a16="http://schemas.microsoft.com/office/drawing/2014/main" id="{46A2B718-A5AD-2B4E-2044-18F202C8930E}"/>
                </a:ext>
              </a:extLst>
            </p:cNvPr>
            <p:cNvCxnSpPr>
              <a:cxnSpLocks/>
            </p:cNvCxnSpPr>
            <p:nvPr/>
          </p:nvCxnSpPr>
          <p:spPr>
            <a:xfrm>
              <a:off x="10997841" y="3165990"/>
              <a:ext cx="1" cy="32989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CD9BC767-61DE-0825-00C6-58FE8FE61E6D}"/>
                </a:ext>
              </a:extLst>
            </p:cNvPr>
            <p:cNvSpPr>
              <a:spLocks noChangeAspect="1"/>
            </p:cNvSpPr>
            <p:nvPr/>
          </p:nvSpPr>
          <p:spPr>
            <a:xfrm>
              <a:off x="10859513"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9" name="Connecteur droit avec flèche 88">
              <a:extLst>
                <a:ext uri="{FF2B5EF4-FFF2-40B4-BE49-F238E27FC236}">
                  <a16:creationId xmlns:a16="http://schemas.microsoft.com/office/drawing/2014/main" id="{18B4B6D3-23AF-E4BD-959D-E88E26A42E35}"/>
                </a:ext>
              </a:extLst>
            </p:cNvPr>
            <p:cNvCxnSpPr>
              <a:cxnSpLocks/>
            </p:cNvCxnSpPr>
            <p:nvPr/>
          </p:nvCxnSpPr>
          <p:spPr>
            <a:xfrm flipV="1">
              <a:off x="10997841" y="4244133"/>
              <a:ext cx="1" cy="23168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1" name="Groupe 100">
            <a:extLst>
              <a:ext uri="{FF2B5EF4-FFF2-40B4-BE49-F238E27FC236}">
                <a16:creationId xmlns:a16="http://schemas.microsoft.com/office/drawing/2014/main" id="{46B07584-E7D8-76EB-644C-1B953F2BF1FF}"/>
              </a:ext>
            </a:extLst>
          </p:cNvPr>
          <p:cNvGrpSpPr/>
          <p:nvPr/>
        </p:nvGrpSpPr>
        <p:grpSpPr>
          <a:xfrm>
            <a:off x="4381312" y="1815043"/>
            <a:ext cx="3429376" cy="557747"/>
            <a:chOff x="5346700" y="1873408"/>
            <a:chExt cx="3429376" cy="557747"/>
          </a:xfrm>
        </p:grpSpPr>
        <p:sp>
          <p:nvSpPr>
            <p:cNvPr id="102" name="Rectangle : coins arrondis 101">
              <a:extLst>
                <a:ext uri="{FF2B5EF4-FFF2-40B4-BE49-F238E27FC236}">
                  <a16:creationId xmlns:a16="http://schemas.microsoft.com/office/drawing/2014/main" id="{1C4E1D6A-E4F8-8873-C32E-FE27B48BC0B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3" name="Rectangle : coins arrondis 102">
              <a:extLst>
                <a:ext uri="{FF2B5EF4-FFF2-40B4-BE49-F238E27FC236}">
                  <a16:creationId xmlns:a16="http://schemas.microsoft.com/office/drawing/2014/main" id="{4F75C675-46DF-1B6D-4233-3C87D3A756E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génération en cours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gris en attente, jaune en cours, orange en pause.</a:t>
              </a:r>
            </a:p>
          </p:txBody>
        </p:sp>
        <p:sp>
          <p:nvSpPr>
            <p:cNvPr id="104" name="Rectangle 103">
              <a:extLst>
                <a:ext uri="{FF2B5EF4-FFF2-40B4-BE49-F238E27FC236}">
                  <a16:creationId xmlns:a16="http://schemas.microsoft.com/office/drawing/2014/main" id="{26CB851E-4BCA-009D-EF4C-7446AAB66B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5" name="Connecteur droit 104">
              <a:extLst>
                <a:ext uri="{FF2B5EF4-FFF2-40B4-BE49-F238E27FC236}">
                  <a16:creationId xmlns:a16="http://schemas.microsoft.com/office/drawing/2014/main" id="{E0AB4803-DB45-8212-4D80-FEE17D9E738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06" name="Groupe 105">
            <a:extLst>
              <a:ext uri="{FF2B5EF4-FFF2-40B4-BE49-F238E27FC236}">
                <a16:creationId xmlns:a16="http://schemas.microsoft.com/office/drawing/2014/main" id="{9918FC25-ED7B-753F-E5C1-BD40FF115A5E}"/>
              </a:ext>
            </a:extLst>
          </p:cNvPr>
          <p:cNvGrpSpPr/>
          <p:nvPr/>
        </p:nvGrpSpPr>
        <p:grpSpPr>
          <a:xfrm>
            <a:off x="8286656" y="1815043"/>
            <a:ext cx="3429376" cy="557747"/>
            <a:chOff x="5346700" y="1873408"/>
            <a:chExt cx="3429376" cy="557747"/>
          </a:xfrm>
        </p:grpSpPr>
        <p:sp>
          <p:nvSpPr>
            <p:cNvPr id="107" name="Rectangle : coins arrondis 106">
              <a:extLst>
                <a:ext uri="{FF2B5EF4-FFF2-40B4-BE49-F238E27FC236}">
                  <a16:creationId xmlns:a16="http://schemas.microsoft.com/office/drawing/2014/main" id="{7C93C78D-9476-24F1-1F7E-1BD76FFC84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D31AC210-4000-822A-7876-C24E52F718C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Dernière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génération réalisée.</a:t>
              </a:r>
            </a:p>
          </p:txBody>
        </p:sp>
        <p:sp>
          <p:nvSpPr>
            <p:cNvPr id="109" name="Rectangle 108">
              <a:extLst>
                <a:ext uri="{FF2B5EF4-FFF2-40B4-BE49-F238E27FC236}">
                  <a16:creationId xmlns:a16="http://schemas.microsoft.com/office/drawing/2014/main" id="{8DF26AEB-1E3C-D99C-4B39-77047169F2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10" name="Connecteur droit 109">
              <a:extLst>
                <a:ext uri="{FF2B5EF4-FFF2-40B4-BE49-F238E27FC236}">
                  <a16:creationId xmlns:a16="http://schemas.microsoft.com/office/drawing/2014/main" id="{D7891E95-E4A9-B25B-D46B-5DC263338462}"/>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1" name="Groupe 110">
            <a:extLst>
              <a:ext uri="{FF2B5EF4-FFF2-40B4-BE49-F238E27FC236}">
                <a16:creationId xmlns:a16="http://schemas.microsoft.com/office/drawing/2014/main" id="{0D1C1657-8950-609D-57B8-0866A3A595AA}"/>
              </a:ext>
            </a:extLst>
          </p:cNvPr>
          <p:cNvGrpSpPr/>
          <p:nvPr/>
        </p:nvGrpSpPr>
        <p:grpSpPr>
          <a:xfrm>
            <a:off x="4381312" y="5432130"/>
            <a:ext cx="3429376" cy="557747"/>
            <a:chOff x="6718452" y="1719483"/>
            <a:chExt cx="3429376" cy="557747"/>
          </a:xfrm>
        </p:grpSpPr>
        <p:grpSp>
          <p:nvGrpSpPr>
            <p:cNvPr id="112" name="Groupe 111">
              <a:extLst>
                <a:ext uri="{FF2B5EF4-FFF2-40B4-BE49-F238E27FC236}">
                  <a16:creationId xmlns:a16="http://schemas.microsoft.com/office/drawing/2014/main" id="{31E2F7A7-94D5-EBC0-9B1B-86A5D6B5BBFA}"/>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6347379D-D9ED-C0AC-1350-6FC5C35DB07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22C77160-5926-FFBC-639E-0AE3FA3CE28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génération (uniquement si connecté et démarrée).</a:t>
                </a:r>
              </a:p>
            </p:txBody>
          </p:sp>
          <p:cxnSp>
            <p:nvCxnSpPr>
              <p:cNvPr id="116" name="Connecteur droit 115">
                <a:extLst>
                  <a:ext uri="{FF2B5EF4-FFF2-40B4-BE49-F238E27FC236}">
                    <a16:creationId xmlns:a16="http://schemas.microsoft.com/office/drawing/2014/main" id="{3B28CE49-920F-2EA9-E17E-9D7CE0C0780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EE7FB1C0-520F-4237-57B6-9A26CBB0DCD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7" name="Groupe 116">
            <a:extLst>
              <a:ext uri="{FF2B5EF4-FFF2-40B4-BE49-F238E27FC236}">
                <a16:creationId xmlns:a16="http://schemas.microsoft.com/office/drawing/2014/main" id="{E19B4E34-9CDF-FF7C-DF98-63749299B740}"/>
              </a:ext>
            </a:extLst>
          </p:cNvPr>
          <p:cNvGrpSpPr/>
          <p:nvPr/>
        </p:nvGrpSpPr>
        <p:grpSpPr>
          <a:xfrm>
            <a:off x="8286656" y="5432130"/>
            <a:ext cx="3429376" cy="557747"/>
            <a:chOff x="6718452" y="1719483"/>
            <a:chExt cx="3429376" cy="557747"/>
          </a:xfrm>
        </p:grpSpPr>
        <p:grpSp>
          <p:nvGrpSpPr>
            <p:cNvPr id="118" name="Groupe 117">
              <a:extLst>
                <a:ext uri="{FF2B5EF4-FFF2-40B4-BE49-F238E27FC236}">
                  <a16:creationId xmlns:a16="http://schemas.microsoft.com/office/drawing/2014/main" id="{DAB7CBFE-0816-398B-085D-BF68F2530ACD}"/>
                </a:ext>
              </a:extLst>
            </p:cNvPr>
            <p:cNvGrpSpPr/>
            <p:nvPr/>
          </p:nvGrpSpPr>
          <p:grpSpPr>
            <a:xfrm>
              <a:off x="6718452" y="1719483"/>
              <a:ext cx="3429376" cy="557747"/>
              <a:chOff x="5346700" y="1873408"/>
              <a:chExt cx="3429376" cy="557747"/>
            </a:xfrm>
          </p:grpSpPr>
          <p:sp>
            <p:nvSpPr>
              <p:cNvPr id="120" name="Rectangle : coins arrondis 119">
                <a:extLst>
                  <a:ext uri="{FF2B5EF4-FFF2-40B4-BE49-F238E27FC236}">
                    <a16:creationId xmlns:a16="http://schemas.microsoft.com/office/drawing/2014/main" id="{4F6ABB67-EA34-43C2-BCBB-0A06F2742B2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2BAD595D-F302-43E1-FFCE-486EE321095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Configurer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de la génération.</a:t>
                </a:r>
              </a:p>
            </p:txBody>
          </p:sp>
          <p:cxnSp>
            <p:nvCxnSpPr>
              <p:cNvPr id="122" name="Connecteur droit 121">
                <a:extLst>
                  <a:ext uri="{FF2B5EF4-FFF2-40B4-BE49-F238E27FC236}">
                    <a16:creationId xmlns:a16="http://schemas.microsoft.com/office/drawing/2014/main" id="{E172017C-3072-D238-556F-D5067B36BC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9" name="Ellipse 118">
              <a:extLst>
                <a:ext uri="{FF2B5EF4-FFF2-40B4-BE49-F238E27FC236}">
                  <a16:creationId xmlns:a16="http://schemas.microsoft.com/office/drawing/2014/main" id="{8F70ED2A-5A1C-1C83-F170-B314F68E09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6DFB7-2D28-4F17-9EAA-E9050023AB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0248CF-1F86-879A-3313-A5EE94779FD4}"/>
              </a:ext>
            </a:extLst>
          </p:cNvPr>
          <p:cNvSpPr>
            <a:spLocks noGrp="1"/>
          </p:cNvSpPr>
          <p:nvPr>
            <p:ph type="title"/>
          </p:nvPr>
        </p:nvSpPr>
        <p:spPr>
          <a:xfrm>
            <a:off x="1052139" y="613628"/>
            <a:ext cx="9911200" cy="528400"/>
          </a:xfrm>
        </p:spPr>
        <p:txBody>
          <a:bodyPr/>
          <a:lstStyle/>
          <a:p>
            <a:r>
              <a:rPr lang="fr-FR" cap="all" noProof="0" dirty="0"/>
              <a:t>é</a:t>
            </a:r>
            <a:r>
              <a:rPr lang="fr-FR" noProof="0" dirty="0"/>
              <a:t>cran Principal – Publication locale</a:t>
            </a:r>
          </a:p>
        </p:txBody>
      </p:sp>
      <p:sp>
        <p:nvSpPr>
          <p:cNvPr id="4" name="Espace réservé du texte 3">
            <a:extLst>
              <a:ext uri="{FF2B5EF4-FFF2-40B4-BE49-F238E27FC236}">
                <a16:creationId xmlns:a16="http://schemas.microsoft.com/office/drawing/2014/main" id="{041CEC85-1C4C-42F4-8FB0-0CB2BD6CF98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1" name="Groupe 50">
            <a:extLst>
              <a:ext uri="{FF2B5EF4-FFF2-40B4-BE49-F238E27FC236}">
                <a16:creationId xmlns:a16="http://schemas.microsoft.com/office/drawing/2014/main" id="{C18065EB-487F-535D-2BE8-F7BDA439CF21}"/>
              </a:ext>
            </a:extLst>
          </p:cNvPr>
          <p:cNvGrpSpPr/>
          <p:nvPr/>
        </p:nvGrpSpPr>
        <p:grpSpPr>
          <a:xfrm>
            <a:off x="475968" y="5771223"/>
            <a:ext cx="3429376" cy="557747"/>
            <a:chOff x="5346700" y="1873408"/>
            <a:chExt cx="3429376" cy="557747"/>
          </a:xfrm>
        </p:grpSpPr>
        <p:sp>
          <p:nvSpPr>
            <p:cNvPr id="52" name="Rectangle : coins arrondis 51">
              <a:extLst>
                <a:ext uri="{FF2B5EF4-FFF2-40B4-BE49-F238E27FC236}">
                  <a16:creationId xmlns:a16="http://schemas.microsoft.com/office/drawing/2014/main" id="{DB9852DD-5AE4-8DAD-7F41-F19A18F0C3D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3" name="Rectangle : coins arrondis 52">
              <a:extLst>
                <a:ext uri="{FF2B5EF4-FFF2-40B4-BE49-F238E27FC236}">
                  <a16:creationId xmlns:a16="http://schemas.microsoft.com/office/drawing/2014/main" id="{EE5DE27A-0949-D5EB-9948-11929912A6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54" name="Rectangle 53">
              <a:extLst>
                <a:ext uri="{FF2B5EF4-FFF2-40B4-BE49-F238E27FC236}">
                  <a16:creationId xmlns:a16="http://schemas.microsoft.com/office/drawing/2014/main" id="{3C3F3516-9F23-F257-718E-BDA1E4B5E3A9}"/>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5" name="Connecteur droit 54">
              <a:extLst>
                <a:ext uri="{FF2B5EF4-FFF2-40B4-BE49-F238E27FC236}">
                  <a16:creationId xmlns:a16="http://schemas.microsoft.com/office/drawing/2014/main" id="{D2FED0DB-C36F-70AE-7612-43D9F3C95EC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C711C41A-DA48-D339-FE3F-4BE5C9F7F4EB}"/>
              </a:ext>
            </a:extLst>
          </p:cNvPr>
          <p:cNvGrpSpPr/>
          <p:nvPr/>
        </p:nvGrpSpPr>
        <p:grpSpPr>
          <a:xfrm>
            <a:off x="475968" y="1473309"/>
            <a:ext cx="3429376" cy="360000"/>
            <a:chOff x="5346700" y="1891328"/>
            <a:chExt cx="3429376" cy="360000"/>
          </a:xfrm>
        </p:grpSpPr>
        <p:sp>
          <p:nvSpPr>
            <p:cNvPr id="57" name="Rectangle : coins arrondis 56">
              <a:extLst>
                <a:ext uri="{FF2B5EF4-FFF2-40B4-BE49-F238E27FC236}">
                  <a16:creationId xmlns:a16="http://schemas.microsoft.com/office/drawing/2014/main" id="{42B1C1AB-499F-1ED0-7364-FA66F1F3025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83939A7D-A7A4-89FB-D67F-E06FE01F5909}"/>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59" name="Rectangle 58">
              <a:extLst>
                <a:ext uri="{FF2B5EF4-FFF2-40B4-BE49-F238E27FC236}">
                  <a16:creationId xmlns:a16="http://schemas.microsoft.com/office/drawing/2014/main" id="{383261A0-A430-70D0-47EB-2EEAEC3DC8C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0" name="Connecteur droit 59">
              <a:extLst>
                <a:ext uri="{FF2B5EF4-FFF2-40B4-BE49-F238E27FC236}">
                  <a16:creationId xmlns:a16="http://schemas.microsoft.com/office/drawing/2014/main" id="{876D82FB-B170-D0FD-6AB1-5746EA8B4D5E}"/>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1" name="Groupe 60">
            <a:extLst>
              <a:ext uri="{FF2B5EF4-FFF2-40B4-BE49-F238E27FC236}">
                <a16:creationId xmlns:a16="http://schemas.microsoft.com/office/drawing/2014/main" id="{D272ADA6-3848-560F-E76C-367AEAD9180E}"/>
              </a:ext>
            </a:extLst>
          </p:cNvPr>
          <p:cNvGrpSpPr/>
          <p:nvPr/>
        </p:nvGrpSpPr>
        <p:grpSpPr>
          <a:xfrm>
            <a:off x="4381312" y="5771223"/>
            <a:ext cx="3429376" cy="557747"/>
            <a:chOff x="5346700" y="1873408"/>
            <a:chExt cx="3429376" cy="557747"/>
          </a:xfrm>
        </p:grpSpPr>
        <p:sp>
          <p:nvSpPr>
            <p:cNvPr id="62" name="Rectangle : coins arrondis 61">
              <a:extLst>
                <a:ext uri="{FF2B5EF4-FFF2-40B4-BE49-F238E27FC236}">
                  <a16:creationId xmlns:a16="http://schemas.microsoft.com/office/drawing/2014/main" id="{5094AAB1-40CC-A392-5AAD-176A658AD9B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AFE344D6-E8AF-9119-7A21-174D42E02D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4" name="Rectangle 63">
              <a:extLst>
                <a:ext uri="{FF2B5EF4-FFF2-40B4-BE49-F238E27FC236}">
                  <a16:creationId xmlns:a16="http://schemas.microsoft.com/office/drawing/2014/main" id="{B8BC0AF1-157C-3658-1F66-1C121ADF88EF}"/>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5" name="Connecteur droit 64">
              <a:extLst>
                <a:ext uri="{FF2B5EF4-FFF2-40B4-BE49-F238E27FC236}">
                  <a16:creationId xmlns:a16="http://schemas.microsoft.com/office/drawing/2014/main" id="{E1166B9A-3B51-C8AE-B4F8-CB1592A38C3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667452E8-569D-D9F2-D835-9A3BE6072E1D}"/>
              </a:ext>
            </a:extLst>
          </p:cNvPr>
          <p:cNvGrpSpPr/>
          <p:nvPr/>
        </p:nvGrpSpPr>
        <p:grpSpPr>
          <a:xfrm>
            <a:off x="4381312" y="1466332"/>
            <a:ext cx="3429376" cy="360000"/>
            <a:chOff x="5346700" y="1891328"/>
            <a:chExt cx="3429376" cy="360000"/>
          </a:xfrm>
        </p:grpSpPr>
        <p:sp>
          <p:nvSpPr>
            <p:cNvPr id="67" name="Rectangle : coins arrondis 66">
              <a:extLst>
                <a:ext uri="{FF2B5EF4-FFF2-40B4-BE49-F238E27FC236}">
                  <a16:creationId xmlns:a16="http://schemas.microsoft.com/office/drawing/2014/main" id="{036E30DB-8B4C-A936-98C5-438712BD02E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779A4C0D-4D53-E85F-8830-85EB010EEFB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69" name="Rectangle 68">
              <a:extLst>
                <a:ext uri="{FF2B5EF4-FFF2-40B4-BE49-F238E27FC236}">
                  <a16:creationId xmlns:a16="http://schemas.microsoft.com/office/drawing/2014/main" id="{2475E4C2-E28A-D6C2-6EA2-F6C0C8A4F0A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0" name="Connecteur droit 69">
              <a:extLst>
                <a:ext uri="{FF2B5EF4-FFF2-40B4-BE49-F238E27FC236}">
                  <a16:creationId xmlns:a16="http://schemas.microsoft.com/office/drawing/2014/main" id="{7E68B714-CCE4-13EA-F964-0E7DC7305E7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34" name="Groupe 133">
            <a:extLst>
              <a:ext uri="{FF2B5EF4-FFF2-40B4-BE49-F238E27FC236}">
                <a16:creationId xmlns:a16="http://schemas.microsoft.com/office/drawing/2014/main" id="{C668AE14-B4CC-A997-1EA9-CA1FCE4118E6}"/>
              </a:ext>
            </a:extLst>
          </p:cNvPr>
          <p:cNvGrpSpPr/>
          <p:nvPr/>
        </p:nvGrpSpPr>
        <p:grpSpPr>
          <a:xfrm>
            <a:off x="926595" y="2189758"/>
            <a:ext cx="6566552" cy="3248832"/>
            <a:chOff x="2232681" y="2098191"/>
            <a:chExt cx="6566552" cy="3248832"/>
          </a:xfrm>
        </p:grpSpPr>
        <p:pic>
          <p:nvPicPr>
            <p:cNvPr id="12" name="Image 11">
              <a:extLst>
                <a:ext uri="{FF2B5EF4-FFF2-40B4-BE49-F238E27FC236}">
                  <a16:creationId xmlns:a16="http://schemas.microsoft.com/office/drawing/2014/main" id="{C94441FF-8E8E-38D6-3AEF-DA08BA73D914}"/>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3" name="Rectangle 2">
              <a:extLst>
                <a:ext uri="{FF2B5EF4-FFF2-40B4-BE49-F238E27FC236}">
                  <a16:creationId xmlns:a16="http://schemas.microsoft.com/office/drawing/2014/main" id="{B07FFDF5-70E2-ACB1-405E-712163CC2E26}"/>
                </a:ext>
              </a:extLst>
            </p:cNvPr>
            <p:cNvSpPr/>
            <p:nvPr/>
          </p:nvSpPr>
          <p:spPr>
            <a:xfrm>
              <a:off x="3292853" y="2848524"/>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CE75BBA2-1EE8-089B-011E-698C62612A56}"/>
                </a:ext>
              </a:extLst>
            </p:cNvPr>
            <p:cNvSpPr/>
            <p:nvPr/>
          </p:nvSpPr>
          <p:spPr>
            <a:xfrm>
              <a:off x="4241096" y="284791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D2259A29-9180-68C9-9538-9B7B6968319A}"/>
                </a:ext>
              </a:extLst>
            </p:cNvPr>
            <p:cNvSpPr/>
            <p:nvPr/>
          </p:nvSpPr>
          <p:spPr>
            <a:xfrm>
              <a:off x="4642233" y="4519772"/>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096343B4-1CE8-BB3E-092A-B45CD30AA483}"/>
                </a:ext>
              </a:extLst>
            </p:cNvPr>
            <p:cNvSpPr/>
            <p:nvPr/>
          </p:nvSpPr>
          <p:spPr>
            <a:xfrm>
              <a:off x="5846852" y="4523547"/>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EDA4FD9-1431-83C7-F1C9-029E2B60DA24}"/>
                </a:ext>
              </a:extLst>
            </p:cNvPr>
            <p:cNvSpPr/>
            <p:nvPr/>
          </p:nvSpPr>
          <p:spPr>
            <a:xfrm>
              <a:off x="3270628" y="3760483"/>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584D9A51-BCA8-71CE-FDD5-83AB914FE9EF}"/>
                </a:ext>
              </a:extLst>
            </p:cNvPr>
            <p:cNvSpPr/>
            <p:nvPr/>
          </p:nvSpPr>
          <p:spPr>
            <a:xfrm>
              <a:off x="4532394" y="3758741"/>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40B7C2B3-097A-D474-BC5D-4BE2AA30CC0F}"/>
                </a:ext>
              </a:extLst>
            </p:cNvPr>
            <p:cNvSpPr/>
            <p:nvPr/>
          </p:nvSpPr>
          <p:spPr>
            <a:xfrm>
              <a:off x="4224530" y="3189542"/>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2D2BA841-6730-AA37-2628-C84BF52B44D6}"/>
                </a:ext>
              </a:extLst>
            </p:cNvPr>
            <p:cNvSpPr/>
            <p:nvPr/>
          </p:nvSpPr>
          <p:spPr>
            <a:xfrm>
              <a:off x="5059752" y="4163708"/>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EE8B3F2F-DB79-2F4C-E85A-28BCA5E39F54}"/>
                </a:ext>
              </a:extLst>
            </p:cNvPr>
            <p:cNvSpPr/>
            <p:nvPr/>
          </p:nvSpPr>
          <p:spPr>
            <a:xfrm>
              <a:off x="7930230" y="315416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F71E50A5-9EEA-CA4E-6939-AE476085DCE2}"/>
                </a:ext>
              </a:extLst>
            </p:cNvPr>
            <p:cNvSpPr>
              <a:spLocks noChangeAspect="1"/>
            </p:cNvSpPr>
            <p:nvPr/>
          </p:nvSpPr>
          <p:spPr>
            <a:xfrm>
              <a:off x="4241096" y="20981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C34E999-9675-AEE9-B236-35F983783C97}"/>
                </a:ext>
              </a:extLst>
            </p:cNvPr>
            <p:cNvCxnSpPr>
              <a:cxnSpLocks/>
              <a:stCxn id="8" idx="4"/>
              <a:endCxn id="5" idx="0"/>
            </p:cNvCxnSpPr>
            <p:nvPr/>
          </p:nvCxnSpPr>
          <p:spPr>
            <a:xfrm>
              <a:off x="4385096" y="2386191"/>
              <a:ext cx="923" cy="46172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ED0B9445-38CB-218B-D292-0D9A22101712}"/>
                </a:ext>
              </a:extLst>
            </p:cNvPr>
            <p:cNvSpPr>
              <a:spLocks noChangeAspect="1"/>
            </p:cNvSpPr>
            <p:nvPr/>
          </p:nvSpPr>
          <p:spPr>
            <a:xfrm>
              <a:off x="8511233" y="31544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4AE35D20-ABA1-7753-1870-67F69AE89E63}"/>
                </a:ext>
              </a:extLst>
            </p:cNvPr>
            <p:cNvCxnSpPr>
              <a:cxnSpLocks/>
              <a:stCxn id="25" idx="2"/>
              <a:endCxn id="15" idx="3"/>
            </p:cNvCxnSpPr>
            <p:nvPr/>
          </p:nvCxnSpPr>
          <p:spPr>
            <a:xfrm flipH="1" flipV="1">
              <a:off x="8220075" y="3296346"/>
              <a:ext cx="291158" cy="21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D978D8FB-7164-B7E4-AB18-94AC7538629F}"/>
                </a:ext>
              </a:extLst>
            </p:cNvPr>
            <p:cNvSpPr>
              <a:spLocks noChangeAspect="1"/>
            </p:cNvSpPr>
            <p:nvPr/>
          </p:nvSpPr>
          <p:spPr>
            <a:xfrm>
              <a:off x="7035830" y="41334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AE692C07-413C-5A79-B515-AF21F3CE661D}"/>
                </a:ext>
              </a:extLst>
            </p:cNvPr>
            <p:cNvCxnSpPr>
              <a:cxnSpLocks/>
              <a:stCxn id="27" idx="2"/>
              <a:endCxn id="21" idx="3"/>
            </p:cNvCxnSpPr>
            <p:nvPr/>
          </p:nvCxnSpPr>
          <p:spPr>
            <a:xfrm flipH="1">
              <a:off x="6752328" y="4277496"/>
              <a:ext cx="2835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Ellipse 28">
              <a:extLst>
                <a:ext uri="{FF2B5EF4-FFF2-40B4-BE49-F238E27FC236}">
                  <a16:creationId xmlns:a16="http://schemas.microsoft.com/office/drawing/2014/main" id="{2ECE5C94-6A19-6F8D-AE01-C232CD87B0FA}"/>
                </a:ext>
              </a:extLst>
            </p:cNvPr>
            <p:cNvSpPr>
              <a:spLocks noChangeAspect="1"/>
            </p:cNvSpPr>
            <p:nvPr/>
          </p:nvSpPr>
          <p:spPr>
            <a:xfrm>
              <a:off x="4915752"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30" name="Connecteur droit avec flèche 29">
              <a:extLst>
                <a:ext uri="{FF2B5EF4-FFF2-40B4-BE49-F238E27FC236}">
                  <a16:creationId xmlns:a16="http://schemas.microsoft.com/office/drawing/2014/main" id="{98647FE9-1150-D02E-E772-85F7A79DA532}"/>
                </a:ext>
              </a:extLst>
            </p:cNvPr>
            <p:cNvCxnSpPr>
              <a:cxnSpLocks/>
              <a:stCxn id="29" idx="0"/>
              <a:endCxn id="14" idx="2"/>
            </p:cNvCxnSpPr>
            <p:nvPr/>
          </p:nvCxnSpPr>
          <p:spPr>
            <a:xfrm flipV="1">
              <a:off x="5059752" y="4799816"/>
              <a:ext cx="8424"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DB74E-941C-67AC-B0A5-89F7A76B801F}"/>
                </a:ext>
              </a:extLst>
            </p:cNvPr>
            <p:cNvSpPr/>
            <p:nvPr/>
          </p:nvSpPr>
          <p:spPr>
            <a:xfrm>
              <a:off x="2232681" y="311515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avec flèche 31">
              <a:extLst>
                <a:ext uri="{FF2B5EF4-FFF2-40B4-BE49-F238E27FC236}">
                  <a16:creationId xmlns:a16="http://schemas.microsoft.com/office/drawing/2014/main" id="{A229F79B-A8EE-5FD2-9CDD-E4D253A42163}"/>
                </a:ext>
              </a:extLst>
            </p:cNvPr>
            <p:cNvCxnSpPr>
              <a:cxnSpLocks/>
              <a:stCxn id="31" idx="3"/>
              <a:endCxn id="3" idx="1"/>
            </p:cNvCxnSpPr>
            <p:nvPr/>
          </p:nvCxnSpPr>
          <p:spPr>
            <a:xfrm>
              <a:off x="2520681" y="3259155"/>
              <a:ext cx="772172" cy="88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3130A4C-9FBF-A1A1-157C-0B8FEBE5AD1E}"/>
                </a:ext>
              </a:extLst>
            </p:cNvPr>
            <p:cNvSpPr/>
            <p:nvPr/>
          </p:nvSpPr>
          <p:spPr>
            <a:xfrm>
              <a:off x="2232681" y="37194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7" name="Connecteur droit avec flèche 36">
              <a:extLst>
                <a:ext uri="{FF2B5EF4-FFF2-40B4-BE49-F238E27FC236}">
                  <a16:creationId xmlns:a16="http://schemas.microsoft.com/office/drawing/2014/main" id="{2AD0B65A-B1AC-2C13-D4FD-DDE42C4E1E09}"/>
                </a:ext>
              </a:extLst>
            </p:cNvPr>
            <p:cNvCxnSpPr>
              <a:cxnSpLocks/>
              <a:stCxn id="36" idx="3"/>
              <a:endCxn id="18" idx="1"/>
            </p:cNvCxnSpPr>
            <p:nvPr/>
          </p:nvCxnSpPr>
          <p:spPr>
            <a:xfrm>
              <a:off x="2520681" y="3863436"/>
              <a:ext cx="74994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8A347229-5805-91F9-F3E6-BAC0B0542A40}"/>
                </a:ext>
              </a:extLst>
            </p:cNvPr>
            <p:cNvSpPr/>
            <p:nvPr/>
          </p:nvSpPr>
          <p:spPr>
            <a:xfrm>
              <a:off x="5897597" y="211058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1" name="Connecteur droit avec flèche 40">
              <a:extLst>
                <a:ext uri="{FF2B5EF4-FFF2-40B4-BE49-F238E27FC236}">
                  <a16:creationId xmlns:a16="http://schemas.microsoft.com/office/drawing/2014/main" id="{1EF2D886-5398-CA7D-7C57-328EADD78527}"/>
                </a:ext>
              </a:extLst>
            </p:cNvPr>
            <p:cNvCxnSpPr>
              <a:cxnSpLocks/>
              <a:stCxn id="40" idx="2"/>
              <a:endCxn id="20" idx="0"/>
            </p:cNvCxnSpPr>
            <p:nvPr/>
          </p:nvCxnSpPr>
          <p:spPr>
            <a:xfrm>
              <a:off x="6041597" y="2398586"/>
              <a:ext cx="1" cy="79095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5ECDF505-A9DE-2787-BEC4-39C8F1CF91B0}"/>
                </a:ext>
              </a:extLst>
            </p:cNvPr>
            <p:cNvSpPr/>
            <p:nvPr/>
          </p:nvSpPr>
          <p:spPr>
            <a:xfrm>
              <a:off x="6851668" y="37101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51D01DDD-C319-E0A7-F601-4C5D75771EB6}"/>
                </a:ext>
              </a:extLst>
            </p:cNvPr>
            <p:cNvCxnSpPr>
              <a:cxnSpLocks/>
              <a:stCxn id="42" idx="1"/>
              <a:endCxn id="19" idx="3"/>
            </p:cNvCxnSpPr>
            <p:nvPr/>
          </p:nvCxnSpPr>
          <p:spPr>
            <a:xfrm flipH="1">
              <a:off x="6471341" y="3854100"/>
              <a:ext cx="380327" cy="759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0" name="Ellipse 89">
              <a:extLst>
                <a:ext uri="{FF2B5EF4-FFF2-40B4-BE49-F238E27FC236}">
                  <a16:creationId xmlns:a16="http://schemas.microsoft.com/office/drawing/2014/main" id="{7A6A7C00-2E0E-C594-8DE5-8F57B9E0FB3A}"/>
                </a:ext>
              </a:extLst>
            </p:cNvPr>
            <p:cNvSpPr>
              <a:spLocks noChangeAspect="1"/>
            </p:cNvSpPr>
            <p:nvPr/>
          </p:nvSpPr>
          <p:spPr>
            <a:xfrm>
              <a:off x="6065103"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91" name="Connecteur droit avec flèche 90">
              <a:extLst>
                <a:ext uri="{FF2B5EF4-FFF2-40B4-BE49-F238E27FC236}">
                  <a16:creationId xmlns:a16="http://schemas.microsoft.com/office/drawing/2014/main" id="{A81A723D-5B3D-DB9F-A417-286FB7DAB2E8}"/>
                </a:ext>
              </a:extLst>
            </p:cNvPr>
            <p:cNvCxnSpPr>
              <a:cxnSpLocks/>
              <a:stCxn id="90" idx="0"/>
              <a:endCxn id="17" idx="2"/>
            </p:cNvCxnSpPr>
            <p:nvPr/>
          </p:nvCxnSpPr>
          <p:spPr>
            <a:xfrm flipV="1">
              <a:off x="6209103" y="4799816"/>
              <a:ext cx="0"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4" name="Groupe 103">
            <a:extLst>
              <a:ext uri="{FF2B5EF4-FFF2-40B4-BE49-F238E27FC236}">
                <a16:creationId xmlns:a16="http://schemas.microsoft.com/office/drawing/2014/main" id="{87C1ECA7-4F53-AB68-E610-3F2472D9D22E}"/>
              </a:ext>
            </a:extLst>
          </p:cNvPr>
          <p:cNvGrpSpPr/>
          <p:nvPr/>
        </p:nvGrpSpPr>
        <p:grpSpPr>
          <a:xfrm>
            <a:off x="8423846" y="1374435"/>
            <a:ext cx="3429376" cy="557747"/>
            <a:chOff x="6718452" y="1719483"/>
            <a:chExt cx="3429376" cy="557747"/>
          </a:xfrm>
        </p:grpSpPr>
        <p:grpSp>
          <p:nvGrpSpPr>
            <p:cNvPr id="105" name="Groupe 104">
              <a:extLst>
                <a:ext uri="{FF2B5EF4-FFF2-40B4-BE49-F238E27FC236}">
                  <a16:creationId xmlns:a16="http://schemas.microsoft.com/office/drawing/2014/main" id="{E31AAA5C-962E-BDCD-A9D0-4FB2A13C2ABC}"/>
                </a:ext>
              </a:extLst>
            </p:cNvPr>
            <p:cNvGrpSpPr/>
            <p:nvPr/>
          </p:nvGrpSpPr>
          <p:grpSpPr>
            <a:xfrm>
              <a:off x="6718452" y="1719483"/>
              <a:ext cx="3429376" cy="557747"/>
              <a:chOff x="5346700" y="1873408"/>
              <a:chExt cx="3429376" cy="557747"/>
            </a:xfrm>
          </p:grpSpPr>
          <p:sp>
            <p:nvSpPr>
              <p:cNvPr id="107" name="Rectangle : coins arrondis 106">
                <a:extLst>
                  <a:ext uri="{FF2B5EF4-FFF2-40B4-BE49-F238E27FC236}">
                    <a16:creationId xmlns:a16="http://schemas.microsoft.com/office/drawing/2014/main" id="{14DCC54C-A317-04C7-9E2D-76595BC67CA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75BE1C3D-86A7-4EF3-7C5E-7FBD4FF2559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09" name="Connecteur droit 108">
                <a:extLst>
                  <a:ext uri="{FF2B5EF4-FFF2-40B4-BE49-F238E27FC236}">
                    <a16:creationId xmlns:a16="http://schemas.microsoft.com/office/drawing/2014/main" id="{AF24A963-8689-A60B-49E5-D691E17015E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6" name="Ellipse 105">
              <a:extLst>
                <a:ext uri="{FF2B5EF4-FFF2-40B4-BE49-F238E27FC236}">
                  <a16:creationId xmlns:a16="http://schemas.microsoft.com/office/drawing/2014/main" id="{D5131A9B-A4B6-9253-F094-64521616A3C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0" name="Groupe 109">
            <a:extLst>
              <a:ext uri="{FF2B5EF4-FFF2-40B4-BE49-F238E27FC236}">
                <a16:creationId xmlns:a16="http://schemas.microsoft.com/office/drawing/2014/main" id="{6BE4EFEB-2DD3-1CA9-5FB7-293812A17B2D}"/>
              </a:ext>
            </a:extLst>
          </p:cNvPr>
          <p:cNvGrpSpPr/>
          <p:nvPr/>
        </p:nvGrpSpPr>
        <p:grpSpPr>
          <a:xfrm>
            <a:off x="8423846" y="2449813"/>
            <a:ext cx="3429376" cy="557747"/>
            <a:chOff x="6718452" y="1719483"/>
            <a:chExt cx="3429376" cy="557747"/>
          </a:xfrm>
        </p:grpSpPr>
        <p:grpSp>
          <p:nvGrpSpPr>
            <p:cNvPr id="111" name="Groupe 110">
              <a:extLst>
                <a:ext uri="{FF2B5EF4-FFF2-40B4-BE49-F238E27FC236}">
                  <a16:creationId xmlns:a16="http://schemas.microsoft.com/office/drawing/2014/main" id="{DE4EFDEA-A872-FAD2-17A9-4C9F1F160E30}"/>
                </a:ext>
              </a:extLst>
            </p:cNvPr>
            <p:cNvGrpSpPr/>
            <p:nvPr/>
          </p:nvGrpSpPr>
          <p:grpSpPr>
            <a:xfrm>
              <a:off x="6718452" y="1719483"/>
              <a:ext cx="3429376" cy="557747"/>
              <a:chOff x="5346700" y="1873408"/>
              <a:chExt cx="3429376" cy="557747"/>
            </a:xfrm>
          </p:grpSpPr>
          <p:sp>
            <p:nvSpPr>
              <p:cNvPr id="113" name="Rectangle : coins arrondis 112">
                <a:extLst>
                  <a:ext uri="{FF2B5EF4-FFF2-40B4-BE49-F238E27FC236}">
                    <a16:creationId xmlns:a16="http://schemas.microsoft.com/office/drawing/2014/main" id="{FD466623-908F-8C73-1C57-2BECF641C98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811C271D-E697-D79F-20B0-F2AD5D61895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15" name="Connecteur droit 114">
                <a:extLst>
                  <a:ext uri="{FF2B5EF4-FFF2-40B4-BE49-F238E27FC236}">
                    <a16:creationId xmlns:a16="http://schemas.microsoft.com/office/drawing/2014/main" id="{A2443FAB-45DC-67AC-5FF5-095117B213C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2" name="Ellipse 111">
              <a:extLst>
                <a:ext uri="{FF2B5EF4-FFF2-40B4-BE49-F238E27FC236}">
                  <a16:creationId xmlns:a16="http://schemas.microsoft.com/office/drawing/2014/main" id="{DFF1BA84-1DAF-7324-1850-96E45D1362D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6" name="Groupe 115">
            <a:extLst>
              <a:ext uri="{FF2B5EF4-FFF2-40B4-BE49-F238E27FC236}">
                <a16:creationId xmlns:a16="http://schemas.microsoft.com/office/drawing/2014/main" id="{8331D0D4-1593-34BD-D55F-9297CC5C1B7F}"/>
              </a:ext>
            </a:extLst>
          </p:cNvPr>
          <p:cNvGrpSpPr/>
          <p:nvPr/>
        </p:nvGrpSpPr>
        <p:grpSpPr>
          <a:xfrm>
            <a:off x="8423846" y="3525191"/>
            <a:ext cx="3429376" cy="649675"/>
            <a:chOff x="6718452" y="1721155"/>
            <a:chExt cx="3429376" cy="649675"/>
          </a:xfrm>
        </p:grpSpPr>
        <p:grpSp>
          <p:nvGrpSpPr>
            <p:cNvPr id="117" name="Groupe 116">
              <a:extLst>
                <a:ext uri="{FF2B5EF4-FFF2-40B4-BE49-F238E27FC236}">
                  <a16:creationId xmlns:a16="http://schemas.microsoft.com/office/drawing/2014/main" id="{32662779-4CB3-631A-46C1-B141C5969C54}"/>
                </a:ext>
              </a:extLst>
            </p:cNvPr>
            <p:cNvGrpSpPr/>
            <p:nvPr/>
          </p:nvGrpSpPr>
          <p:grpSpPr>
            <a:xfrm>
              <a:off x="6718452" y="1721155"/>
              <a:ext cx="3429376" cy="649675"/>
              <a:chOff x="5346700" y="1875080"/>
              <a:chExt cx="3429376" cy="649675"/>
            </a:xfrm>
          </p:grpSpPr>
          <p:sp>
            <p:nvSpPr>
              <p:cNvPr id="119" name="Rectangle : coins arrondis 118">
                <a:extLst>
                  <a:ext uri="{FF2B5EF4-FFF2-40B4-BE49-F238E27FC236}">
                    <a16:creationId xmlns:a16="http://schemas.microsoft.com/office/drawing/2014/main" id="{56061D33-81D3-9033-73D3-194423AC1DA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0" name="Rectangle : coins arrondis 119">
                <a:extLst>
                  <a:ext uri="{FF2B5EF4-FFF2-40B4-BE49-F238E27FC236}">
                    <a16:creationId xmlns:a16="http://schemas.microsoft.com/office/drawing/2014/main" id="{AFF3EC06-6CF2-F76A-9720-D595D566E9E8}"/>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si la publication est arrêtée).</a:t>
                </a:r>
              </a:p>
            </p:txBody>
          </p:sp>
          <p:cxnSp>
            <p:nvCxnSpPr>
              <p:cNvPr id="121" name="Connecteur droit 120">
                <a:extLst>
                  <a:ext uri="{FF2B5EF4-FFF2-40B4-BE49-F238E27FC236}">
                    <a16:creationId xmlns:a16="http://schemas.microsoft.com/office/drawing/2014/main" id="{4C0DE2CD-C23E-9FC5-3656-DF2DCB7925D9}"/>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8" name="Ellipse 117">
              <a:extLst>
                <a:ext uri="{FF2B5EF4-FFF2-40B4-BE49-F238E27FC236}">
                  <a16:creationId xmlns:a16="http://schemas.microsoft.com/office/drawing/2014/main" id="{3CF0B28C-59B1-4178-83B2-CBCF26CB4C0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2" name="Groupe 121">
            <a:extLst>
              <a:ext uri="{FF2B5EF4-FFF2-40B4-BE49-F238E27FC236}">
                <a16:creationId xmlns:a16="http://schemas.microsoft.com/office/drawing/2014/main" id="{B691D78C-050F-2E21-617B-69EBA089D812}"/>
              </a:ext>
            </a:extLst>
          </p:cNvPr>
          <p:cNvGrpSpPr/>
          <p:nvPr/>
        </p:nvGrpSpPr>
        <p:grpSpPr>
          <a:xfrm>
            <a:off x="8423846" y="4692497"/>
            <a:ext cx="3429376" cy="557747"/>
            <a:chOff x="6718452" y="1719483"/>
            <a:chExt cx="3429376" cy="557747"/>
          </a:xfrm>
        </p:grpSpPr>
        <p:grpSp>
          <p:nvGrpSpPr>
            <p:cNvPr id="123" name="Groupe 122">
              <a:extLst>
                <a:ext uri="{FF2B5EF4-FFF2-40B4-BE49-F238E27FC236}">
                  <a16:creationId xmlns:a16="http://schemas.microsoft.com/office/drawing/2014/main" id="{27EC040A-3399-7552-E2BB-0D704EDAF7C0}"/>
                </a:ext>
              </a:extLst>
            </p:cNvPr>
            <p:cNvGrpSpPr/>
            <p:nvPr/>
          </p:nvGrpSpPr>
          <p:grpSpPr>
            <a:xfrm>
              <a:off x="6718452" y="1719483"/>
              <a:ext cx="3429376" cy="557747"/>
              <a:chOff x="5346700" y="1873408"/>
              <a:chExt cx="3429376" cy="557747"/>
            </a:xfrm>
          </p:grpSpPr>
          <p:sp>
            <p:nvSpPr>
              <p:cNvPr id="125" name="Rectangle : coins arrondis 124">
                <a:extLst>
                  <a:ext uri="{FF2B5EF4-FFF2-40B4-BE49-F238E27FC236}">
                    <a16:creationId xmlns:a16="http://schemas.microsoft.com/office/drawing/2014/main" id="{7D58E312-86E9-DCEF-2338-AD4BA70114F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C6AF9576-5BD2-28CC-D011-BCC87BDC66E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127" name="Connecteur droit 126">
                <a:extLst>
                  <a:ext uri="{FF2B5EF4-FFF2-40B4-BE49-F238E27FC236}">
                    <a16:creationId xmlns:a16="http://schemas.microsoft.com/office/drawing/2014/main" id="{0DCB8C5A-F3B4-ED6D-032F-C6C76807C0E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4" name="Ellipse 123">
              <a:extLst>
                <a:ext uri="{FF2B5EF4-FFF2-40B4-BE49-F238E27FC236}">
                  <a16:creationId xmlns:a16="http://schemas.microsoft.com/office/drawing/2014/main" id="{D8BCB202-2C2F-F826-E218-1D07C70969F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8" name="Groupe 127">
            <a:extLst>
              <a:ext uri="{FF2B5EF4-FFF2-40B4-BE49-F238E27FC236}">
                <a16:creationId xmlns:a16="http://schemas.microsoft.com/office/drawing/2014/main" id="{61A5B727-09DA-21CA-4EA2-7A826D9A9CC0}"/>
              </a:ext>
            </a:extLst>
          </p:cNvPr>
          <p:cNvGrpSpPr/>
          <p:nvPr/>
        </p:nvGrpSpPr>
        <p:grpSpPr>
          <a:xfrm>
            <a:off x="8423846" y="5767876"/>
            <a:ext cx="3429376" cy="557747"/>
            <a:chOff x="6718452" y="1719483"/>
            <a:chExt cx="3429376" cy="557747"/>
          </a:xfrm>
        </p:grpSpPr>
        <p:grpSp>
          <p:nvGrpSpPr>
            <p:cNvPr id="129" name="Groupe 128">
              <a:extLst>
                <a:ext uri="{FF2B5EF4-FFF2-40B4-BE49-F238E27FC236}">
                  <a16:creationId xmlns:a16="http://schemas.microsoft.com/office/drawing/2014/main" id="{FA09B818-7F85-E798-19F5-A9FF7FF7A6E7}"/>
                </a:ext>
              </a:extLst>
            </p:cNvPr>
            <p:cNvGrpSpPr/>
            <p:nvPr/>
          </p:nvGrpSpPr>
          <p:grpSpPr>
            <a:xfrm>
              <a:off x="6718452" y="1719483"/>
              <a:ext cx="3429376" cy="557747"/>
              <a:chOff x="5346700" y="1873408"/>
              <a:chExt cx="3429376" cy="557747"/>
            </a:xfrm>
          </p:grpSpPr>
          <p:sp>
            <p:nvSpPr>
              <p:cNvPr id="131" name="Rectangle : coins arrondis 130">
                <a:extLst>
                  <a:ext uri="{FF2B5EF4-FFF2-40B4-BE49-F238E27FC236}">
                    <a16:creationId xmlns:a16="http://schemas.microsoft.com/office/drawing/2014/main" id="{34D4A641-ED49-B817-2CF7-C5AED6FB231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2" name="Rectangle : coins arrondis 131">
                <a:extLst>
                  <a:ext uri="{FF2B5EF4-FFF2-40B4-BE49-F238E27FC236}">
                    <a16:creationId xmlns:a16="http://schemas.microsoft.com/office/drawing/2014/main" id="{7C4524F2-DE48-0710-F41C-C7722F9F789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33" name="Connecteur droit 132">
                <a:extLst>
                  <a:ext uri="{FF2B5EF4-FFF2-40B4-BE49-F238E27FC236}">
                    <a16:creationId xmlns:a16="http://schemas.microsoft.com/office/drawing/2014/main" id="{ABE33E77-6AD8-30C8-AC81-D13FF91C45E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0" name="Ellipse 129">
              <a:extLst>
                <a:ext uri="{FF2B5EF4-FFF2-40B4-BE49-F238E27FC236}">
                  <a16:creationId xmlns:a16="http://schemas.microsoft.com/office/drawing/2014/main" id="{DF0FDD41-88C1-1806-3ED0-570632C86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spTree>
    <p:extLst>
      <p:ext uri="{BB962C8B-B14F-4D97-AF65-F5344CB8AC3E}">
        <p14:creationId xmlns:p14="http://schemas.microsoft.com/office/powerpoint/2010/main" val="214141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30548" y="604794"/>
            <a:ext cx="11088033" cy="528400"/>
          </a:xfrm>
        </p:spPr>
        <p:txBody>
          <a:bodyPr/>
          <a:lstStyle/>
          <a:p>
            <a:r>
              <a:rPr lang="fr-FR" cap="all" noProof="0" dirty="0"/>
              <a:t>é</a:t>
            </a:r>
            <a:r>
              <a:rPr lang="fr-FR" noProof="0" dirty="0"/>
              <a:t>cran Principal – Publication distante (configuration </a:t>
            </a:r>
            <a:r>
              <a:rPr lang="fr-FR" noProof="0" dirty="0" err="1"/>
              <a:t>FFJudo</a:t>
            </a:r>
            <a:r>
              <a:rPr lang="fr-FR" noProof="0"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95324" y="1862259"/>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95324" y="1348854"/>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95324" y="3086816"/>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95324" y="2573411"/>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95324" y="379796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45" name="Groupe 244">
            <a:extLst>
              <a:ext uri="{FF2B5EF4-FFF2-40B4-BE49-F238E27FC236}">
                <a16:creationId xmlns:a16="http://schemas.microsoft.com/office/drawing/2014/main" id="{90DCF514-4395-A6AA-52B5-0783902B712B}"/>
              </a:ext>
            </a:extLst>
          </p:cNvPr>
          <p:cNvGrpSpPr/>
          <p:nvPr/>
        </p:nvGrpSpPr>
        <p:grpSpPr>
          <a:xfrm>
            <a:off x="3712397" y="1817726"/>
            <a:ext cx="4607284" cy="4082427"/>
            <a:chOff x="3445697" y="1535950"/>
            <a:chExt cx="4607284" cy="4082427"/>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233862" y="2773637"/>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4771235" y="2773637"/>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73637"/>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4881773" y="2166060"/>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22233"/>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4849371" y="4927325"/>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5616348" y="4922235"/>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4262"/>
              <a:ext cx="1016892"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445697" y="23141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3733697" y="2455115"/>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47049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3758491" y="2843113"/>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595200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088961" y="1823950"/>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776498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p:cNvCxnSpPr>
            <p:nvPr/>
          </p:nvCxnSpPr>
          <p:spPr>
            <a:xfrm flipH="1">
              <a:off x="7502173" y="2842511"/>
              <a:ext cx="26280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33519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476269" y="1823950"/>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4849371" y="15422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4986321" y="1830203"/>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4974584"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117149" y="5102946"/>
              <a:ext cx="1435"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470491" y="31922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3758491" y="3336072"/>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7752396" y="23231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562356" y="2467133"/>
              <a:ext cx="190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5712174" y="532683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5856174" y="5097857"/>
              <a:ext cx="0" cy="22897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359155"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503155" y="5102946"/>
              <a:ext cx="0"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7764981" y="303281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7562355" y="3176815"/>
              <a:ext cx="202626" cy="24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7230955" y="35592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flipV="1">
              <a:off x="5919788" y="3701116"/>
              <a:ext cx="1311167" cy="21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6794167" y="37798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6574565" y="3923832"/>
              <a:ext cx="2196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5966062" y="30444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545883" y="3185229"/>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6357624" y="335195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5597254" y="3495959"/>
              <a:ext cx="76037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95324" y="4509120"/>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95324" y="5220272"/>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8530496" y="1602945"/>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8530496" y="2380365"/>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30496" y="2963213"/>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Niveau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Comites, Ligues ou Nationaux.</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30496" y="3741427"/>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Entité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Entité sélectionnée pour le niveau de publication.</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30496" y="4522022"/>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19367"/>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31427"/>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62603"/>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11</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30496" y="51048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04670" y="622047"/>
            <a:ext cx="11088033" cy="528400"/>
          </a:xfrm>
        </p:spPr>
        <p:txBody>
          <a:bodyPr/>
          <a:lstStyle/>
          <a:p>
            <a:r>
              <a:rPr lang="fr-FR" cap="all" noProof="0" dirty="0"/>
              <a:t>é</a:t>
            </a:r>
            <a:r>
              <a:rPr lang="fr-FR" noProof="0" dirty="0"/>
              <a:t>cran Principal – Publication distante (configuration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85525" y="1813046"/>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85525" y="1397340"/>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85525" y="2842205"/>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85525" y="2426499"/>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85525" y="345565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85525" y="4069111"/>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85525" y="4682564"/>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185525" y="5296014"/>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4446554" y="1397340"/>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41832" y="1299657"/>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Racine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Racine de l’adresse web du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41832" y="1954095"/>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FTP pour copier les fichiers sur le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41833" y="3529058"/>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28992"/>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28992"/>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83028"/>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41832" y="53017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132" name="Groupe 131">
            <a:extLst>
              <a:ext uri="{FF2B5EF4-FFF2-40B4-BE49-F238E27FC236}">
                <a16:creationId xmlns:a16="http://schemas.microsoft.com/office/drawing/2014/main" id="{C3BE11F3-8313-9D4F-1D1B-E2A0F0BA2333}"/>
              </a:ext>
            </a:extLst>
          </p:cNvPr>
          <p:cNvGrpSpPr/>
          <p:nvPr/>
        </p:nvGrpSpPr>
        <p:grpSpPr>
          <a:xfrm>
            <a:off x="3491118" y="1877254"/>
            <a:ext cx="4801470" cy="4019565"/>
            <a:chOff x="3788597" y="1817726"/>
            <a:chExt cx="4801470" cy="4019565"/>
          </a:xfrm>
        </p:grpSpPr>
        <p:pic>
          <p:nvPicPr>
            <p:cNvPr id="11" name="Image 10">
              <a:extLst>
                <a:ext uri="{FF2B5EF4-FFF2-40B4-BE49-F238E27FC236}">
                  <a16:creationId xmlns:a16="http://schemas.microsoft.com/office/drawing/2014/main" id="{8F8EDDC7-138A-9DCA-9F1E-3DF09CF7B4D4}"/>
                </a:ext>
              </a:extLst>
            </p:cNvPr>
            <p:cNvPicPr>
              <a:picLocks noChangeAspect="1"/>
            </p:cNvPicPr>
            <p:nvPr/>
          </p:nvPicPr>
          <p:blipFill>
            <a:blip r:embed="rId2"/>
            <a:stretch>
              <a:fillRect/>
            </a:stretch>
          </p:blipFill>
          <p:spPr>
            <a:xfrm>
              <a:off x="4305764" y="2020943"/>
              <a:ext cx="3911136" cy="3482090"/>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576762" y="3055413"/>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5612275" y="3718665"/>
              <a:ext cx="2487150"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5114135" y="3055413"/>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643413" y="3055413"/>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5224673" y="2447836"/>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618812" y="2453475"/>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5224672" y="2681778"/>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676951" y="5232587"/>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5301812" y="5237679"/>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6068789" y="5232589"/>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5626520" y="4009322"/>
              <a:ext cx="2487150"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5620444" y="4235367"/>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4341838" y="3536214"/>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675245" y="2644291"/>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914429" y="3355763"/>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897294" y="3385371"/>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788597" y="259589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4076597" y="2736891"/>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813391" y="298341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4101391" y="3124889"/>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629490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431861" y="2105726"/>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8283180" y="299198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a:stCxn id="44" idx="1"/>
            </p:cNvCxnSpPr>
            <p:nvPr/>
          </p:nvCxnSpPr>
          <p:spPr>
            <a:xfrm flipH="1">
              <a:off x="7840109" y="3135989"/>
              <a:ext cx="443071" cy="851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67809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819169" y="2105726"/>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5192271" y="182397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5329221" y="2111979"/>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5427025"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569590" y="5413300"/>
              <a:ext cx="1435"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813391" y="34739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4101391" y="3617848"/>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8287578" y="259589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892556" y="2739895"/>
              <a:ext cx="395022" cy="901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6164615"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6308615" y="5408211"/>
              <a:ext cx="0" cy="1375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811596"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955596" y="5413300"/>
              <a:ext cx="0"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8277273" y="33148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8131740" y="3458847"/>
              <a:ext cx="145533" cy="15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8287578" y="3940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a:off x="8113670" y="4084918"/>
              <a:ext cx="173908" cy="125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8090067" y="415318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7288905" y="4297180"/>
              <a:ext cx="801162" cy="414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6308962" y="332622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888783" y="3467005"/>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8287578" y="3652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8099425" y="3796918"/>
              <a:ext cx="1881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28AECF0-6191-87ED-1EDF-587E198B8BA5}"/>
                </a:ext>
              </a:extLst>
            </p:cNvPr>
            <p:cNvSpPr/>
            <p:nvPr/>
          </p:nvSpPr>
          <p:spPr>
            <a:xfrm>
              <a:off x="5620444" y="4705475"/>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Ellipse 51">
              <a:extLst>
                <a:ext uri="{FF2B5EF4-FFF2-40B4-BE49-F238E27FC236}">
                  <a16:creationId xmlns:a16="http://schemas.microsoft.com/office/drawing/2014/main" id="{566B1053-609E-135B-8940-F21CF5EF1DF5}"/>
                </a:ext>
              </a:extLst>
            </p:cNvPr>
            <p:cNvSpPr>
              <a:spLocks noChangeAspect="1"/>
            </p:cNvSpPr>
            <p:nvPr/>
          </p:nvSpPr>
          <p:spPr>
            <a:xfrm>
              <a:off x="5145769" y="46274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C9B7FB46-3F60-E5AD-14D4-E7F51BB5823D}"/>
                </a:ext>
              </a:extLst>
            </p:cNvPr>
            <p:cNvCxnSpPr>
              <a:cxnSpLocks/>
              <a:stCxn id="52" idx="6"/>
              <a:endCxn id="51" idx="1"/>
            </p:cNvCxnSpPr>
            <p:nvPr/>
          </p:nvCxnSpPr>
          <p:spPr>
            <a:xfrm>
              <a:off x="5433769" y="4771434"/>
              <a:ext cx="186675"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9476D7AF-43DF-48E1-E3C9-78458368B617}"/>
                </a:ext>
              </a:extLst>
            </p:cNvPr>
            <p:cNvSpPr/>
            <p:nvPr/>
          </p:nvSpPr>
          <p:spPr>
            <a:xfrm>
              <a:off x="5614180" y="4460106"/>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E0FD1DB4-7898-33F6-FE7E-438AB504B233}"/>
                </a:ext>
              </a:extLst>
            </p:cNvPr>
            <p:cNvSpPr>
              <a:spLocks noChangeAspect="1"/>
            </p:cNvSpPr>
            <p:nvPr/>
          </p:nvSpPr>
          <p:spPr>
            <a:xfrm>
              <a:off x="4904271" y="437778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46663AC7-0A09-B20B-9AEF-43F72C76263D}"/>
                </a:ext>
              </a:extLst>
            </p:cNvPr>
            <p:cNvCxnSpPr>
              <a:cxnSpLocks/>
              <a:endCxn id="54" idx="1"/>
            </p:cNvCxnSpPr>
            <p:nvPr/>
          </p:nvCxnSpPr>
          <p:spPr>
            <a:xfrm>
              <a:off x="5192271" y="4526065"/>
              <a:ext cx="42190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1" name="Rectangle 100">
              <a:extLst>
                <a:ext uri="{FF2B5EF4-FFF2-40B4-BE49-F238E27FC236}">
                  <a16:creationId xmlns:a16="http://schemas.microsoft.com/office/drawing/2014/main" id="{08D654ED-0E02-72F9-6C93-9296D5FC78AD}"/>
                </a:ext>
              </a:extLst>
            </p:cNvPr>
            <p:cNvSpPr/>
            <p:nvPr/>
          </p:nvSpPr>
          <p:spPr>
            <a:xfrm>
              <a:off x="7324565" y="4460107"/>
              <a:ext cx="70513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Ellipse 101">
              <a:extLst>
                <a:ext uri="{FF2B5EF4-FFF2-40B4-BE49-F238E27FC236}">
                  <a16:creationId xmlns:a16="http://schemas.microsoft.com/office/drawing/2014/main" id="{574190B8-B501-504B-BF6B-826204A2BFDF}"/>
                </a:ext>
              </a:extLst>
            </p:cNvPr>
            <p:cNvSpPr>
              <a:spLocks noChangeAspect="1"/>
            </p:cNvSpPr>
            <p:nvPr/>
          </p:nvSpPr>
          <p:spPr>
            <a:xfrm>
              <a:off x="8302067" y="438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3" name="Connecteur droit avec flèche 102">
              <a:extLst>
                <a:ext uri="{FF2B5EF4-FFF2-40B4-BE49-F238E27FC236}">
                  <a16:creationId xmlns:a16="http://schemas.microsoft.com/office/drawing/2014/main" id="{C93EF874-D705-A286-59CF-37263F55C31C}"/>
                </a:ext>
              </a:extLst>
            </p:cNvPr>
            <p:cNvCxnSpPr>
              <a:cxnSpLocks/>
              <a:stCxn id="102" idx="2"/>
              <a:endCxn id="101" idx="3"/>
            </p:cNvCxnSpPr>
            <p:nvPr/>
          </p:nvCxnSpPr>
          <p:spPr>
            <a:xfrm flipH="1">
              <a:off x="8029695" y="4528483"/>
              <a:ext cx="27237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BC842242-A50D-5FFB-089D-35917B4B396F}"/>
                </a:ext>
              </a:extLst>
            </p:cNvPr>
            <p:cNvSpPr/>
            <p:nvPr/>
          </p:nvSpPr>
          <p:spPr>
            <a:xfrm>
              <a:off x="7322680" y="4700856"/>
              <a:ext cx="84977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2" name="Ellipse 111">
              <a:extLst>
                <a:ext uri="{FF2B5EF4-FFF2-40B4-BE49-F238E27FC236}">
                  <a16:creationId xmlns:a16="http://schemas.microsoft.com/office/drawing/2014/main" id="{3710E5A6-3B41-24BF-6F7E-3DB7816E7AC7}"/>
                </a:ext>
              </a:extLst>
            </p:cNvPr>
            <p:cNvSpPr>
              <a:spLocks noChangeAspect="1"/>
            </p:cNvSpPr>
            <p:nvPr/>
          </p:nvSpPr>
          <p:spPr>
            <a:xfrm>
              <a:off x="7604556"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13" name="Connecteur droit avec flèche 112">
              <a:extLst>
                <a:ext uri="{FF2B5EF4-FFF2-40B4-BE49-F238E27FC236}">
                  <a16:creationId xmlns:a16="http://schemas.microsoft.com/office/drawing/2014/main" id="{0EE25F21-3EA3-D15D-5EB6-4EF40A35D0F0}"/>
                </a:ext>
              </a:extLst>
            </p:cNvPr>
            <p:cNvCxnSpPr>
              <a:cxnSpLocks/>
              <a:stCxn id="112" idx="0"/>
              <a:endCxn id="111" idx="2"/>
            </p:cNvCxnSpPr>
            <p:nvPr/>
          </p:nvCxnSpPr>
          <p:spPr>
            <a:xfrm flipH="1" flipV="1">
              <a:off x="7747565" y="4837608"/>
              <a:ext cx="991" cy="7081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3" name="Groupe 132">
            <a:extLst>
              <a:ext uri="{FF2B5EF4-FFF2-40B4-BE49-F238E27FC236}">
                <a16:creationId xmlns:a16="http://schemas.microsoft.com/office/drawing/2014/main" id="{A5943343-DF5F-1CEB-8CA2-5C98972874F8}"/>
              </a:ext>
            </a:extLst>
          </p:cNvPr>
          <p:cNvGrpSpPr/>
          <p:nvPr/>
        </p:nvGrpSpPr>
        <p:grpSpPr>
          <a:xfrm>
            <a:off x="8541833" y="2610914"/>
            <a:ext cx="3429375" cy="360000"/>
            <a:chOff x="1076957" y="5514260"/>
            <a:chExt cx="3429375" cy="360000"/>
          </a:xfrm>
        </p:grpSpPr>
        <p:sp>
          <p:nvSpPr>
            <p:cNvPr id="134" name="Rectangle : coins arrondis 133">
              <a:extLst>
                <a:ext uri="{FF2B5EF4-FFF2-40B4-BE49-F238E27FC236}">
                  <a16:creationId xmlns:a16="http://schemas.microsoft.com/office/drawing/2014/main" id="{B14E59A1-E60B-2E80-593B-B43A3872B00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5" name="Rectangle : coins arrondis 134">
              <a:extLst>
                <a:ext uri="{FF2B5EF4-FFF2-40B4-BE49-F238E27FC236}">
                  <a16:creationId xmlns:a16="http://schemas.microsoft.com/office/drawing/2014/main" id="{90CC7554-7D47-40C0-A08D-F78463391FE2}"/>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Répertoire FTP racine sur le site distant.</a:t>
              </a:r>
            </a:p>
          </p:txBody>
        </p:sp>
        <p:cxnSp>
          <p:nvCxnSpPr>
            <p:cNvPr id="136" name="Connecteur droit 135">
              <a:extLst>
                <a:ext uri="{FF2B5EF4-FFF2-40B4-BE49-F238E27FC236}">
                  <a16:creationId xmlns:a16="http://schemas.microsoft.com/office/drawing/2014/main" id="{98FF4F2B-DCF1-F040-EA75-70D66A49A3B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7" name="Ellipse 136">
              <a:extLst>
                <a:ext uri="{FF2B5EF4-FFF2-40B4-BE49-F238E27FC236}">
                  <a16:creationId xmlns:a16="http://schemas.microsoft.com/office/drawing/2014/main" id="{29C407A3-F6AC-DA26-C04D-2A8B7748178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47" name="Groupe 146">
            <a:extLst>
              <a:ext uri="{FF2B5EF4-FFF2-40B4-BE49-F238E27FC236}">
                <a16:creationId xmlns:a16="http://schemas.microsoft.com/office/drawing/2014/main" id="{0624C94B-4A91-50E1-FBD0-EB1D2589B950}"/>
              </a:ext>
            </a:extLst>
          </p:cNvPr>
          <p:cNvGrpSpPr/>
          <p:nvPr/>
        </p:nvGrpSpPr>
        <p:grpSpPr>
          <a:xfrm>
            <a:off x="8541833" y="3069986"/>
            <a:ext cx="3429375" cy="360000"/>
            <a:chOff x="1076957" y="5514260"/>
            <a:chExt cx="3429375" cy="360000"/>
          </a:xfrm>
        </p:grpSpPr>
        <p:sp>
          <p:nvSpPr>
            <p:cNvPr id="148" name="Rectangle : coins arrondis 147">
              <a:extLst>
                <a:ext uri="{FF2B5EF4-FFF2-40B4-BE49-F238E27FC236}">
                  <a16:creationId xmlns:a16="http://schemas.microsoft.com/office/drawing/2014/main" id="{84289DDC-6210-DC9C-33F2-3ADB96F182FD}"/>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D1802280-158A-E1D6-3CB5-D57C5BBC5FE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Login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Identifiant de connexion FTP.</a:t>
              </a:r>
            </a:p>
          </p:txBody>
        </p:sp>
        <p:cxnSp>
          <p:nvCxnSpPr>
            <p:cNvPr id="150" name="Connecteur droit 149">
              <a:extLst>
                <a:ext uri="{FF2B5EF4-FFF2-40B4-BE49-F238E27FC236}">
                  <a16:creationId xmlns:a16="http://schemas.microsoft.com/office/drawing/2014/main" id="{23877656-54FB-BBA5-6E61-6E260A3D94E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A2D7B263-7F89-58F5-BCB9-305F8E66691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8</a:t>
              </a:r>
            </a:p>
          </p:txBody>
        </p:sp>
      </p:grpSp>
      <p:grpSp>
        <p:nvGrpSpPr>
          <p:cNvPr id="176" name="Groupe 175">
            <a:extLst>
              <a:ext uri="{FF2B5EF4-FFF2-40B4-BE49-F238E27FC236}">
                <a16:creationId xmlns:a16="http://schemas.microsoft.com/office/drawing/2014/main" id="{761D7C0A-4620-F7E9-3558-4FD8F59B9BCA}"/>
              </a:ext>
            </a:extLst>
          </p:cNvPr>
          <p:cNvGrpSpPr/>
          <p:nvPr/>
        </p:nvGrpSpPr>
        <p:grpSpPr>
          <a:xfrm>
            <a:off x="8541832" y="3988130"/>
            <a:ext cx="3429376" cy="557747"/>
            <a:chOff x="6718452" y="1719483"/>
            <a:chExt cx="3429376" cy="557747"/>
          </a:xfrm>
        </p:grpSpPr>
        <p:grpSp>
          <p:nvGrpSpPr>
            <p:cNvPr id="177" name="Groupe 176">
              <a:extLst>
                <a:ext uri="{FF2B5EF4-FFF2-40B4-BE49-F238E27FC236}">
                  <a16:creationId xmlns:a16="http://schemas.microsoft.com/office/drawing/2014/main" id="{33732DDD-05A4-CD10-D690-41D4196F29CC}"/>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743455B4-6653-74FE-EBC7-4182CD6E1B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A80BCD12-C2A2-29FD-5502-6A18B7597B6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FTP actif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 mode FTP Actif (selon fournisseur).</a:t>
                </a:r>
              </a:p>
            </p:txBody>
          </p:sp>
          <p:cxnSp>
            <p:nvCxnSpPr>
              <p:cNvPr id="186" name="Connecteur droit 185">
                <a:extLst>
                  <a:ext uri="{FF2B5EF4-FFF2-40B4-BE49-F238E27FC236}">
                    <a16:creationId xmlns:a16="http://schemas.microsoft.com/office/drawing/2014/main" id="{96691AAE-7459-6729-ADFE-64015FC2DA0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2B30A335-BC4A-2F06-1360-5549C0A19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187" name="Groupe 186">
            <a:extLst>
              <a:ext uri="{FF2B5EF4-FFF2-40B4-BE49-F238E27FC236}">
                <a16:creationId xmlns:a16="http://schemas.microsoft.com/office/drawing/2014/main" id="{CA076BF8-1331-CE1C-E585-FAF066D74BA5}"/>
              </a:ext>
            </a:extLst>
          </p:cNvPr>
          <p:cNvGrpSpPr/>
          <p:nvPr/>
        </p:nvGrpSpPr>
        <p:grpSpPr>
          <a:xfrm>
            <a:off x="8541832" y="4644949"/>
            <a:ext cx="3429376" cy="557747"/>
            <a:chOff x="6718452" y="1719483"/>
            <a:chExt cx="3429376" cy="557747"/>
          </a:xfrm>
        </p:grpSpPr>
        <p:grpSp>
          <p:nvGrpSpPr>
            <p:cNvPr id="188" name="Groupe 187">
              <a:extLst>
                <a:ext uri="{FF2B5EF4-FFF2-40B4-BE49-F238E27FC236}">
                  <a16:creationId xmlns:a16="http://schemas.microsoft.com/office/drawing/2014/main" id="{878BF8CF-4C35-E922-7BA3-B70A2ECBBF36}"/>
                </a:ext>
              </a:extLst>
            </p:cNvPr>
            <p:cNvGrpSpPr/>
            <p:nvPr/>
          </p:nvGrpSpPr>
          <p:grpSpPr>
            <a:xfrm>
              <a:off x="6718452" y="1719483"/>
              <a:ext cx="3429376" cy="557747"/>
              <a:chOff x="5346700" y="1873408"/>
              <a:chExt cx="3429376" cy="557747"/>
            </a:xfrm>
          </p:grpSpPr>
          <p:sp>
            <p:nvSpPr>
              <p:cNvPr id="190" name="Rectangle : coins arrondis 189">
                <a:extLst>
                  <a:ext uri="{FF2B5EF4-FFF2-40B4-BE49-F238E27FC236}">
                    <a16:creationId xmlns:a16="http://schemas.microsoft.com/office/drawing/2014/main" id="{3EC77337-032B-1FD7-3A2D-BC21F2C190A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0" name="Rectangle : coins arrondis 219">
                <a:extLst>
                  <a:ext uri="{FF2B5EF4-FFF2-40B4-BE49-F238E27FC236}">
                    <a16:creationId xmlns:a16="http://schemas.microsoft.com/office/drawing/2014/main" id="{96EA8489-7518-F211-8D0E-E2D5D55EBC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synchronisation des différences.</a:t>
                </a:r>
              </a:p>
            </p:txBody>
          </p:sp>
          <p:cxnSp>
            <p:nvCxnSpPr>
              <p:cNvPr id="221" name="Connecteur droit 220">
                <a:extLst>
                  <a:ext uri="{FF2B5EF4-FFF2-40B4-BE49-F238E27FC236}">
                    <a16:creationId xmlns:a16="http://schemas.microsoft.com/office/drawing/2014/main" id="{17FDFBB0-C6FB-97EB-E3F4-6CF9CDD565D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9" name="Ellipse 188">
              <a:extLst>
                <a:ext uri="{FF2B5EF4-FFF2-40B4-BE49-F238E27FC236}">
                  <a16:creationId xmlns:a16="http://schemas.microsoft.com/office/drawing/2014/main" id="{07B1EC94-EA30-E32B-05BE-25EA669232D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520908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noProof="0" dirty="0"/>
              <a:t>Test de connexion</a:t>
            </a:r>
            <a:endParaRPr lang="fr-FR" sz="1800" noProof="0"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cap="all" noProof="0" dirty="0"/>
              <a:t>é</a:t>
            </a:r>
            <a:r>
              <a:rPr lang="fr-FR" noProof="0" dirty="0"/>
              <a:t>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21" name="Groupe 20">
            <a:extLst>
              <a:ext uri="{FF2B5EF4-FFF2-40B4-BE49-F238E27FC236}">
                <a16:creationId xmlns:a16="http://schemas.microsoft.com/office/drawing/2014/main" id="{E9505A9A-53B1-25DE-914E-9007D82D0F4B}"/>
              </a:ext>
            </a:extLst>
          </p:cNvPr>
          <p:cNvGrpSpPr/>
          <p:nvPr/>
        </p:nvGrpSpPr>
        <p:grpSpPr>
          <a:xfrm>
            <a:off x="8520689" y="3062532"/>
            <a:ext cx="3429375" cy="360000"/>
            <a:chOff x="1076957" y="5514260"/>
            <a:chExt cx="3429375" cy="360000"/>
          </a:xfrm>
        </p:grpSpPr>
        <p:sp>
          <p:nvSpPr>
            <p:cNvPr id="22" name="Rectangle : coins arrondis 21">
              <a:extLst>
                <a:ext uri="{FF2B5EF4-FFF2-40B4-BE49-F238E27FC236}">
                  <a16:creationId xmlns:a16="http://schemas.microsoft.com/office/drawing/2014/main" id="{4B6AABA4-0431-FCF4-4C2B-CAD053AA527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672028A9-A4CF-B25E-50A6-C69C58DA9C1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le test de la connexion.</a:t>
              </a:r>
            </a:p>
          </p:txBody>
        </p:sp>
        <p:cxnSp>
          <p:nvCxnSpPr>
            <p:cNvPr id="24" name="Connecteur droit 23">
              <a:extLst>
                <a:ext uri="{FF2B5EF4-FFF2-40B4-BE49-F238E27FC236}">
                  <a16:creationId xmlns:a16="http://schemas.microsoft.com/office/drawing/2014/main" id="{2A865875-A7FD-1CC4-C8DC-2CA2620C7FE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BB20767A-535A-1C9F-BE21-6C9815693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26" name="Groupe 25">
            <a:extLst>
              <a:ext uri="{FF2B5EF4-FFF2-40B4-BE49-F238E27FC236}">
                <a16:creationId xmlns:a16="http://schemas.microsoft.com/office/drawing/2014/main" id="{BDB3FF59-F852-EEC6-12BE-61313F027E87}"/>
              </a:ext>
            </a:extLst>
          </p:cNvPr>
          <p:cNvGrpSpPr/>
          <p:nvPr/>
        </p:nvGrpSpPr>
        <p:grpSpPr>
          <a:xfrm>
            <a:off x="361688" y="3492515"/>
            <a:ext cx="3429376" cy="360000"/>
            <a:chOff x="5346700" y="1891328"/>
            <a:chExt cx="3429376" cy="360000"/>
          </a:xfrm>
        </p:grpSpPr>
        <p:sp>
          <p:nvSpPr>
            <p:cNvPr id="27" name="Rectangle : coins arrondis 26">
              <a:extLst>
                <a:ext uri="{FF2B5EF4-FFF2-40B4-BE49-F238E27FC236}">
                  <a16:creationId xmlns:a16="http://schemas.microsoft.com/office/drawing/2014/main" id="{A4BC7205-C79C-7C29-41F9-959E90244CC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AFBB8E54-F1D9-912A-7969-6EC86F6B173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de l’étape de test</a:t>
              </a:r>
            </a:p>
          </p:txBody>
        </p:sp>
        <p:sp>
          <p:nvSpPr>
            <p:cNvPr id="29" name="Rectangle 28">
              <a:extLst>
                <a:ext uri="{FF2B5EF4-FFF2-40B4-BE49-F238E27FC236}">
                  <a16:creationId xmlns:a16="http://schemas.microsoft.com/office/drawing/2014/main" id="{D4CBBFBC-4F5C-E97B-3F44-5AEB43493EC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29">
              <a:extLst>
                <a:ext uri="{FF2B5EF4-FFF2-40B4-BE49-F238E27FC236}">
                  <a16:creationId xmlns:a16="http://schemas.microsoft.com/office/drawing/2014/main" id="{3FE4DE25-FCE1-70A4-7DCA-AF354EA17E2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AB5217C6-F3D7-DBCA-CCAF-E649939ED26A}"/>
              </a:ext>
            </a:extLst>
          </p:cNvPr>
          <p:cNvGrpSpPr/>
          <p:nvPr/>
        </p:nvGrpSpPr>
        <p:grpSpPr>
          <a:xfrm>
            <a:off x="361687" y="4195045"/>
            <a:ext cx="3429376" cy="360000"/>
            <a:chOff x="5346700" y="1891328"/>
            <a:chExt cx="3429376" cy="360000"/>
          </a:xfrm>
        </p:grpSpPr>
        <p:sp>
          <p:nvSpPr>
            <p:cNvPr id="32" name="Rectangle : coins arrondis 31">
              <a:extLst>
                <a:ext uri="{FF2B5EF4-FFF2-40B4-BE49-F238E27FC236}">
                  <a16:creationId xmlns:a16="http://schemas.microsoft.com/office/drawing/2014/main" id="{5123A918-9538-4B9E-0552-F7D2DF3C3263}"/>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BA688271-49DD-4108-6357-3AEF4BEB6BE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Résultat détaillé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 message indique le détail des tests ou de l’erreur.</a:t>
              </a:r>
            </a:p>
          </p:txBody>
        </p:sp>
        <p:sp>
          <p:nvSpPr>
            <p:cNvPr id="34" name="Rectangle 33">
              <a:extLst>
                <a:ext uri="{FF2B5EF4-FFF2-40B4-BE49-F238E27FC236}">
                  <a16:creationId xmlns:a16="http://schemas.microsoft.com/office/drawing/2014/main" id="{981F4509-9BBD-4AF2-F88A-27B1307CDFC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5" name="Connecteur droit 34">
              <a:extLst>
                <a:ext uri="{FF2B5EF4-FFF2-40B4-BE49-F238E27FC236}">
                  <a16:creationId xmlns:a16="http://schemas.microsoft.com/office/drawing/2014/main" id="{8FBD09E2-DA44-EA0A-3EC1-3C043456786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BF0A8687-0439-8D96-9399-BF55F9A5F263}"/>
              </a:ext>
            </a:extLst>
          </p:cNvPr>
          <p:cNvGrpSpPr/>
          <p:nvPr/>
        </p:nvGrpSpPr>
        <p:grpSpPr>
          <a:xfrm>
            <a:off x="363854" y="2592238"/>
            <a:ext cx="3429376" cy="557747"/>
            <a:chOff x="5346700" y="1873408"/>
            <a:chExt cx="3429376" cy="557747"/>
          </a:xfrm>
        </p:grpSpPr>
        <p:sp>
          <p:nvSpPr>
            <p:cNvPr id="37" name="Rectangle : coins arrondis 36">
              <a:extLst>
                <a:ext uri="{FF2B5EF4-FFF2-40B4-BE49-F238E27FC236}">
                  <a16:creationId xmlns:a16="http://schemas.microsoft.com/office/drawing/2014/main" id="{1D34B48C-D7F0-5EB9-609F-AF45FDCC12F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ED71A8DA-5964-807C-466D-8D62EF868C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chaque étape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OK, rouge sinon.</a:t>
              </a:r>
            </a:p>
          </p:txBody>
        </p:sp>
        <p:sp>
          <p:nvSpPr>
            <p:cNvPr id="39" name="Rectangle 38">
              <a:extLst>
                <a:ext uri="{FF2B5EF4-FFF2-40B4-BE49-F238E27FC236}">
                  <a16:creationId xmlns:a16="http://schemas.microsoft.com/office/drawing/2014/main" id="{9D9EE4FF-63A8-6256-BB9C-FB17C92BE4A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0" name="Connecteur droit 39">
              <a:extLst>
                <a:ext uri="{FF2B5EF4-FFF2-40B4-BE49-F238E27FC236}">
                  <a16:creationId xmlns:a16="http://schemas.microsoft.com/office/drawing/2014/main" id="{EEF77698-DB15-A25D-B6DB-E0AF046433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1" name="Ellipse 40">
            <a:extLst>
              <a:ext uri="{FF2B5EF4-FFF2-40B4-BE49-F238E27FC236}">
                <a16:creationId xmlns:a16="http://schemas.microsoft.com/office/drawing/2014/main" id="{103D6839-CDFB-4241-2FA7-315F610D9021}"/>
              </a:ext>
            </a:extLst>
          </p:cNvPr>
          <p:cNvSpPr>
            <a:spLocks noChangeAspect="1"/>
          </p:cNvSpPr>
          <p:nvPr/>
        </p:nvSpPr>
        <p:spPr>
          <a:xfrm>
            <a:off x="6363812" y="55619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2" name="Connecteur droit avec flèche 41">
            <a:extLst>
              <a:ext uri="{FF2B5EF4-FFF2-40B4-BE49-F238E27FC236}">
                <a16:creationId xmlns:a16="http://schemas.microsoft.com/office/drawing/2014/main" id="{C22D7FFC-141F-818D-09F3-0BFF4F4E09DA}"/>
              </a:ext>
            </a:extLst>
          </p:cNvPr>
          <p:cNvCxnSpPr>
            <a:cxnSpLocks/>
            <a:stCxn id="41" idx="0"/>
            <a:endCxn id="8" idx="2"/>
          </p:cNvCxnSpPr>
          <p:nvPr/>
        </p:nvCxnSpPr>
        <p:spPr>
          <a:xfrm flipV="1">
            <a:off x="6507812" y="5264538"/>
            <a:ext cx="0" cy="2974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2D86D3F6-81E9-F312-7670-9920768607AE}"/>
              </a:ext>
            </a:extLst>
          </p:cNvPr>
          <p:cNvSpPr>
            <a:spLocks noChangeAspect="1"/>
          </p:cNvSpPr>
          <p:nvPr/>
        </p:nvSpPr>
        <p:spPr>
          <a:xfrm>
            <a:off x="7239924" y="555837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4" name="Connecteur droit avec flèche 43">
            <a:extLst>
              <a:ext uri="{FF2B5EF4-FFF2-40B4-BE49-F238E27FC236}">
                <a16:creationId xmlns:a16="http://schemas.microsoft.com/office/drawing/2014/main" id="{5ED19865-E121-1356-0D23-D82F0D0585EE}"/>
              </a:ext>
            </a:extLst>
          </p:cNvPr>
          <p:cNvCxnSpPr>
            <a:cxnSpLocks/>
            <a:stCxn id="43" idx="0"/>
            <a:endCxn id="11" idx="2"/>
          </p:cNvCxnSpPr>
          <p:nvPr/>
        </p:nvCxnSpPr>
        <p:spPr>
          <a:xfrm flipV="1">
            <a:off x="7383924" y="5264538"/>
            <a:ext cx="0" cy="2938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49" name="Groupe 48">
            <a:extLst>
              <a:ext uri="{FF2B5EF4-FFF2-40B4-BE49-F238E27FC236}">
                <a16:creationId xmlns:a16="http://schemas.microsoft.com/office/drawing/2014/main" id="{5D371034-EB02-5C9B-3A42-B72FC0067190}"/>
              </a:ext>
            </a:extLst>
          </p:cNvPr>
          <p:cNvGrpSpPr/>
          <p:nvPr/>
        </p:nvGrpSpPr>
        <p:grpSpPr>
          <a:xfrm>
            <a:off x="8520689" y="3871045"/>
            <a:ext cx="3429375" cy="360000"/>
            <a:chOff x="1076957" y="5514260"/>
            <a:chExt cx="3429375" cy="360000"/>
          </a:xfrm>
        </p:grpSpPr>
        <p:sp>
          <p:nvSpPr>
            <p:cNvPr id="50" name="Rectangle : coins arrondis 49">
              <a:extLst>
                <a:ext uri="{FF2B5EF4-FFF2-40B4-BE49-F238E27FC236}">
                  <a16:creationId xmlns:a16="http://schemas.microsoft.com/office/drawing/2014/main" id="{A50992D4-EF8A-F4BE-3058-1F0B37A0E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AF8B4F5-8AF2-9018-7C24-FE61A00C1A88}"/>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un test en cours.</a:t>
              </a:r>
            </a:p>
          </p:txBody>
        </p:sp>
        <p:cxnSp>
          <p:nvCxnSpPr>
            <p:cNvPr id="52" name="Connecteur droit 51">
              <a:extLst>
                <a:ext uri="{FF2B5EF4-FFF2-40B4-BE49-F238E27FC236}">
                  <a16:creationId xmlns:a16="http://schemas.microsoft.com/office/drawing/2014/main" id="{2D7AB369-61A0-7837-B94F-F09DD20C505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3" name="Ellipse 52">
              <a:extLst>
                <a:ext uri="{FF2B5EF4-FFF2-40B4-BE49-F238E27FC236}">
                  <a16:creationId xmlns:a16="http://schemas.microsoft.com/office/drawing/2014/main" id="{E51E3787-B29D-294F-A531-C96AFD30F64D}"/>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55" name="ZoneTexte 54">
            <a:extLst>
              <a:ext uri="{FF2B5EF4-FFF2-40B4-BE49-F238E27FC236}">
                <a16:creationId xmlns:a16="http://schemas.microsoft.com/office/drawing/2014/main" id="{EF21FFB8-6652-6489-7AAF-A12C1889A177}"/>
              </a:ext>
            </a:extLst>
          </p:cNvPr>
          <p:cNvSpPr txBox="1"/>
          <p:nvPr/>
        </p:nvSpPr>
        <p:spPr>
          <a:xfrm>
            <a:off x="-103086" y="6271700"/>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 test est effectué avec les paramètres courants de la configuration générale pour la publication sur le site distant.</a:t>
            </a:r>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72460" y="613803"/>
            <a:ext cx="10931329" cy="528400"/>
          </a:xfrm>
        </p:spPr>
        <p:txBody>
          <a:bodyPr/>
          <a:lstStyle/>
          <a:p>
            <a:r>
              <a:rPr lang="fr-FR" cap="all" noProof="0" dirty="0"/>
              <a:t>é</a:t>
            </a:r>
            <a:r>
              <a:rPr lang="fr-FR" noProof="0" dirty="0"/>
              <a:t>cran Principal – </a:t>
            </a:r>
            <a:r>
              <a:rPr lang="fr-FR" noProof="0" dirty="0">
                <a:sym typeface="Wingdings" panose="05000000000000000000" pitchFamily="2" charset="2"/>
              </a:rPr>
              <a:t>publication de la chambre d’appel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4" name="Groupe 53">
            <a:extLst>
              <a:ext uri="{FF2B5EF4-FFF2-40B4-BE49-F238E27FC236}">
                <a16:creationId xmlns:a16="http://schemas.microsoft.com/office/drawing/2014/main" id="{CC14CF36-068D-47B5-9BBA-0E1AFFE7D2B9}"/>
              </a:ext>
            </a:extLst>
          </p:cNvPr>
          <p:cNvGrpSpPr/>
          <p:nvPr/>
        </p:nvGrpSpPr>
        <p:grpSpPr>
          <a:xfrm>
            <a:off x="447735" y="5660917"/>
            <a:ext cx="3429376" cy="649675"/>
            <a:chOff x="6718452" y="1721155"/>
            <a:chExt cx="3429376" cy="649675"/>
          </a:xfrm>
        </p:grpSpPr>
        <p:grpSp>
          <p:nvGrpSpPr>
            <p:cNvPr id="55" name="Groupe 54">
              <a:extLst>
                <a:ext uri="{FF2B5EF4-FFF2-40B4-BE49-F238E27FC236}">
                  <a16:creationId xmlns:a16="http://schemas.microsoft.com/office/drawing/2014/main" id="{B8A0EBFC-666C-1B7A-FF49-C22996A75E38}"/>
                </a:ext>
              </a:extLst>
            </p:cNvPr>
            <p:cNvGrpSpPr/>
            <p:nvPr/>
          </p:nvGrpSpPr>
          <p:grpSpPr>
            <a:xfrm>
              <a:off x="6718452" y="1721155"/>
              <a:ext cx="3429376" cy="649675"/>
              <a:chOff x="5346700" y="1875080"/>
              <a:chExt cx="3429376" cy="649675"/>
            </a:xfrm>
          </p:grpSpPr>
          <p:sp>
            <p:nvSpPr>
              <p:cNvPr id="57" name="Rectangle : coins arrondis 56">
                <a:extLst>
                  <a:ext uri="{FF2B5EF4-FFF2-40B4-BE49-F238E27FC236}">
                    <a16:creationId xmlns:a16="http://schemas.microsoft.com/office/drawing/2014/main" id="{7364234B-C825-9B53-F479-A593544804D8}"/>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552268C2-FC1A-2A3F-A976-2418F3AB34D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59" name="Connecteur droit 58">
                <a:extLst>
                  <a:ext uri="{FF2B5EF4-FFF2-40B4-BE49-F238E27FC236}">
                    <a16:creationId xmlns:a16="http://schemas.microsoft.com/office/drawing/2014/main" id="{54F35A74-C5EE-F301-02A0-7673A25DFFDB}"/>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9C6B6D51-B75B-564C-AE50-9421DDDB34E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60" name="Groupe 59">
            <a:extLst>
              <a:ext uri="{FF2B5EF4-FFF2-40B4-BE49-F238E27FC236}">
                <a16:creationId xmlns:a16="http://schemas.microsoft.com/office/drawing/2014/main" id="{05DA73C3-7B61-4DA3-AD67-CB5644CBE82F}"/>
              </a:ext>
            </a:extLst>
          </p:cNvPr>
          <p:cNvGrpSpPr/>
          <p:nvPr/>
        </p:nvGrpSpPr>
        <p:grpSpPr>
          <a:xfrm>
            <a:off x="447735" y="2484782"/>
            <a:ext cx="3429376" cy="557747"/>
            <a:chOff x="5346700" y="1873408"/>
            <a:chExt cx="3429376" cy="557747"/>
          </a:xfrm>
        </p:grpSpPr>
        <p:sp>
          <p:nvSpPr>
            <p:cNvPr id="61" name="Rectangle : coins arrondis 60">
              <a:extLst>
                <a:ext uri="{FF2B5EF4-FFF2-40B4-BE49-F238E27FC236}">
                  <a16:creationId xmlns:a16="http://schemas.microsoft.com/office/drawing/2014/main" id="{D13605B2-B709-2A86-AE37-329F3C77208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2" name="Rectangle : coins arrondis 61">
              <a:extLst>
                <a:ext uri="{FF2B5EF4-FFF2-40B4-BE49-F238E27FC236}">
                  <a16:creationId xmlns:a16="http://schemas.microsoft.com/office/drawing/2014/main" id="{EE8170F1-F164-F7AD-0657-6A28462CFB4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3" name="Rectangle 62">
              <a:extLst>
                <a:ext uri="{FF2B5EF4-FFF2-40B4-BE49-F238E27FC236}">
                  <a16:creationId xmlns:a16="http://schemas.microsoft.com/office/drawing/2014/main" id="{9264AE48-14E7-B273-BAA9-3CB96961457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4" name="Connecteur droit 63">
              <a:extLst>
                <a:ext uri="{FF2B5EF4-FFF2-40B4-BE49-F238E27FC236}">
                  <a16:creationId xmlns:a16="http://schemas.microsoft.com/office/drawing/2014/main" id="{207B959D-DF62-36A5-199E-D0C9277D358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5" name="Groupe 64">
            <a:extLst>
              <a:ext uri="{FF2B5EF4-FFF2-40B4-BE49-F238E27FC236}">
                <a16:creationId xmlns:a16="http://schemas.microsoft.com/office/drawing/2014/main" id="{25744438-9DE3-001B-2C44-21EACA649531}"/>
              </a:ext>
            </a:extLst>
          </p:cNvPr>
          <p:cNvGrpSpPr/>
          <p:nvPr/>
        </p:nvGrpSpPr>
        <p:grpSpPr>
          <a:xfrm>
            <a:off x="8286656" y="1524944"/>
            <a:ext cx="3429376" cy="557747"/>
            <a:chOff x="5346700" y="1873408"/>
            <a:chExt cx="3429376" cy="557747"/>
          </a:xfrm>
        </p:grpSpPr>
        <p:sp>
          <p:nvSpPr>
            <p:cNvPr id="66" name="Rectangle : coins arrondis 65">
              <a:extLst>
                <a:ext uri="{FF2B5EF4-FFF2-40B4-BE49-F238E27FC236}">
                  <a16:creationId xmlns:a16="http://schemas.microsoft.com/office/drawing/2014/main" id="{C6FE8EC3-27E8-01A7-4472-7E766B77363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017D2828-C1A9-1DE2-DF70-EB3BDD7EA3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67">
              <a:extLst>
                <a:ext uri="{FF2B5EF4-FFF2-40B4-BE49-F238E27FC236}">
                  <a16:creationId xmlns:a16="http://schemas.microsoft.com/office/drawing/2014/main" id="{AE6736CF-4653-BAB8-2449-0175DC06DA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9" name="Connecteur droit 68">
              <a:extLst>
                <a:ext uri="{FF2B5EF4-FFF2-40B4-BE49-F238E27FC236}">
                  <a16:creationId xmlns:a16="http://schemas.microsoft.com/office/drawing/2014/main" id="{7C84BC1B-6E17-1EA3-1FA0-952151D07F5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61FFA749-5086-8675-B124-C00AD2E3E3AA}"/>
              </a:ext>
            </a:extLst>
          </p:cNvPr>
          <p:cNvGrpSpPr/>
          <p:nvPr/>
        </p:nvGrpSpPr>
        <p:grpSpPr>
          <a:xfrm>
            <a:off x="447735" y="1623817"/>
            <a:ext cx="3429376" cy="360000"/>
            <a:chOff x="5346700" y="1891328"/>
            <a:chExt cx="3429376" cy="360000"/>
          </a:xfrm>
        </p:grpSpPr>
        <p:sp>
          <p:nvSpPr>
            <p:cNvPr id="71" name="Rectangle : coins arrondis 70">
              <a:extLst>
                <a:ext uri="{FF2B5EF4-FFF2-40B4-BE49-F238E27FC236}">
                  <a16:creationId xmlns:a16="http://schemas.microsoft.com/office/drawing/2014/main" id="{0DFEC090-EE76-26E5-CBD2-1D3EC608144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2" name="Rectangle : coins arrondis 71">
              <a:extLst>
                <a:ext uri="{FF2B5EF4-FFF2-40B4-BE49-F238E27FC236}">
                  <a16:creationId xmlns:a16="http://schemas.microsoft.com/office/drawing/2014/main" id="{D8F5FE30-6DC4-8DD4-FB2B-E0C6B5FE201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73" name="Rectangle 72">
              <a:extLst>
                <a:ext uri="{FF2B5EF4-FFF2-40B4-BE49-F238E27FC236}">
                  <a16:creationId xmlns:a16="http://schemas.microsoft.com/office/drawing/2014/main" id="{1186A22D-0C43-B335-62E6-9544821F54AD}"/>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4" name="Connecteur droit 73">
              <a:extLst>
                <a:ext uri="{FF2B5EF4-FFF2-40B4-BE49-F238E27FC236}">
                  <a16:creationId xmlns:a16="http://schemas.microsoft.com/office/drawing/2014/main" id="{09472A69-3091-6726-A2AB-AE62562E458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CBEED82C-F48A-8D78-E36F-5C7C72C2BA4B}"/>
              </a:ext>
            </a:extLst>
          </p:cNvPr>
          <p:cNvGrpSpPr/>
          <p:nvPr/>
        </p:nvGrpSpPr>
        <p:grpSpPr>
          <a:xfrm>
            <a:off x="4381312" y="1623817"/>
            <a:ext cx="3429376" cy="360000"/>
            <a:chOff x="5346700" y="1891328"/>
            <a:chExt cx="3429376" cy="360000"/>
          </a:xfrm>
        </p:grpSpPr>
        <p:sp>
          <p:nvSpPr>
            <p:cNvPr id="76" name="Rectangle : coins arrondis 75">
              <a:extLst>
                <a:ext uri="{FF2B5EF4-FFF2-40B4-BE49-F238E27FC236}">
                  <a16:creationId xmlns:a16="http://schemas.microsoft.com/office/drawing/2014/main" id="{D433DB4D-1DA2-7538-8F0C-599F5BF8C5A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7" name="Rectangle : coins arrondis 76">
              <a:extLst>
                <a:ext uri="{FF2B5EF4-FFF2-40B4-BE49-F238E27FC236}">
                  <a16:creationId xmlns:a16="http://schemas.microsoft.com/office/drawing/2014/main" id="{0DD4B5CC-D008-5B8C-CB32-310F231B8D6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78" name="Rectangle 77">
              <a:extLst>
                <a:ext uri="{FF2B5EF4-FFF2-40B4-BE49-F238E27FC236}">
                  <a16:creationId xmlns:a16="http://schemas.microsoft.com/office/drawing/2014/main" id="{A1465681-BEDC-D3B8-228D-12DA6F37BC0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9" name="Connecteur droit 78">
              <a:extLst>
                <a:ext uri="{FF2B5EF4-FFF2-40B4-BE49-F238E27FC236}">
                  <a16:creationId xmlns:a16="http://schemas.microsoft.com/office/drawing/2014/main" id="{46768808-9E51-7DB7-BECC-51372964FC0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0" name="Groupe 79">
            <a:extLst>
              <a:ext uri="{FF2B5EF4-FFF2-40B4-BE49-F238E27FC236}">
                <a16:creationId xmlns:a16="http://schemas.microsoft.com/office/drawing/2014/main" id="{7C66034E-2EA7-1189-F5EE-B8C1D61D20C2}"/>
              </a:ext>
            </a:extLst>
          </p:cNvPr>
          <p:cNvGrpSpPr/>
          <p:nvPr/>
        </p:nvGrpSpPr>
        <p:grpSpPr>
          <a:xfrm>
            <a:off x="447735" y="3543494"/>
            <a:ext cx="3429376" cy="557747"/>
            <a:chOff x="6718452" y="1719483"/>
            <a:chExt cx="3429376" cy="557747"/>
          </a:xfrm>
        </p:grpSpPr>
        <p:grpSp>
          <p:nvGrpSpPr>
            <p:cNvPr id="81" name="Groupe 80">
              <a:extLst>
                <a:ext uri="{FF2B5EF4-FFF2-40B4-BE49-F238E27FC236}">
                  <a16:creationId xmlns:a16="http://schemas.microsoft.com/office/drawing/2014/main" id="{BF26BD4D-807C-C6B0-CF10-BEA3D2BDBD6B}"/>
                </a:ext>
              </a:extLst>
            </p:cNvPr>
            <p:cNvGrpSpPr/>
            <p:nvPr/>
          </p:nvGrpSpPr>
          <p:grpSpPr>
            <a:xfrm>
              <a:off x="6718452" y="1719483"/>
              <a:ext cx="3429376" cy="557747"/>
              <a:chOff x="5346700" y="1873408"/>
              <a:chExt cx="3429376" cy="557747"/>
            </a:xfrm>
          </p:grpSpPr>
          <p:sp>
            <p:nvSpPr>
              <p:cNvPr id="83" name="Rectangle : coins arrondis 82">
                <a:extLst>
                  <a:ext uri="{FF2B5EF4-FFF2-40B4-BE49-F238E27FC236}">
                    <a16:creationId xmlns:a16="http://schemas.microsoft.com/office/drawing/2014/main" id="{322F0C05-AFA1-FCF0-3C28-1F42462359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4" name="Rectangle : coins arrondis 83">
                <a:extLst>
                  <a:ext uri="{FF2B5EF4-FFF2-40B4-BE49-F238E27FC236}">
                    <a16:creationId xmlns:a16="http://schemas.microsoft.com/office/drawing/2014/main" id="{91896664-10EA-FE20-92B3-B949810BE57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85" name="Connecteur droit 84">
                <a:extLst>
                  <a:ext uri="{FF2B5EF4-FFF2-40B4-BE49-F238E27FC236}">
                    <a16:creationId xmlns:a16="http://schemas.microsoft.com/office/drawing/2014/main" id="{F471929D-72D7-85D9-AED2-CD4755B77B6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2" name="Ellipse 81">
              <a:extLst>
                <a:ext uri="{FF2B5EF4-FFF2-40B4-BE49-F238E27FC236}">
                  <a16:creationId xmlns:a16="http://schemas.microsoft.com/office/drawing/2014/main" id="{6EDEFF9B-6F4E-C968-CC03-05E52C21BB9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6" name="Groupe 85">
            <a:extLst>
              <a:ext uri="{FF2B5EF4-FFF2-40B4-BE49-F238E27FC236}">
                <a16:creationId xmlns:a16="http://schemas.microsoft.com/office/drawing/2014/main" id="{7AA1293D-C588-FEA2-2D6B-DCB31F5A3DB8}"/>
              </a:ext>
            </a:extLst>
          </p:cNvPr>
          <p:cNvGrpSpPr/>
          <p:nvPr/>
        </p:nvGrpSpPr>
        <p:grpSpPr>
          <a:xfrm>
            <a:off x="447735" y="4602206"/>
            <a:ext cx="3429376" cy="557747"/>
            <a:chOff x="6718452" y="1719483"/>
            <a:chExt cx="3429376" cy="557747"/>
          </a:xfrm>
        </p:grpSpPr>
        <p:grpSp>
          <p:nvGrpSpPr>
            <p:cNvPr id="87" name="Groupe 86">
              <a:extLst>
                <a:ext uri="{FF2B5EF4-FFF2-40B4-BE49-F238E27FC236}">
                  <a16:creationId xmlns:a16="http://schemas.microsoft.com/office/drawing/2014/main" id="{52426DFD-7B48-6E89-AE89-327D976F73E7}"/>
                </a:ext>
              </a:extLst>
            </p:cNvPr>
            <p:cNvGrpSpPr/>
            <p:nvPr/>
          </p:nvGrpSpPr>
          <p:grpSpPr>
            <a:xfrm>
              <a:off x="6718452" y="1719483"/>
              <a:ext cx="3429376" cy="557747"/>
              <a:chOff x="5346700" y="1873408"/>
              <a:chExt cx="3429376" cy="557747"/>
            </a:xfrm>
          </p:grpSpPr>
          <p:sp>
            <p:nvSpPr>
              <p:cNvPr id="89" name="Rectangle : coins arrondis 88">
                <a:extLst>
                  <a:ext uri="{FF2B5EF4-FFF2-40B4-BE49-F238E27FC236}">
                    <a16:creationId xmlns:a16="http://schemas.microsoft.com/office/drawing/2014/main" id="{D09278DA-5CEF-59C7-9D03-B6EC1758FD4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5603ABE-E9C9-767C-F981-8D51504BBAC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91" name="Connecteur droit 90">
                <a:extLst>
                  <a:ext uri="{FF2B5EF4-FFF2-40B4-BE49-F238E27FC236}">
                    <a16:creationId xmlns:a16="http://schemas.microsoft.com/office/drawing/2014/main" id="{81FC077B-072F-B1C8-7C77-2822373CDF9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8" name="Ellipse 87">
              <a:extLst>
                <a:ext uri="{FF2B5EF4-FFF2-40B4-BE49-F238E27FC236}">
                  <a16:creationId xmlns:a16="http://schemas.microsoft.com/office/drawing/2014/main" id="{698D51F9-8EB3-FA32-2FE4-FC79BE8B9C9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92" name="Groupe 91">
            <a:extLst>
              <a:ext uri="{FF2B5EF4-FFF2-40B4-BE49-F238E27FC236}">
                <a16:creationId xmlns:a16="http://schemas.microsoft.com/office/drawing/2014/main" id="{285067D9-0C43-95AF-EF2D-88EEF7E1EF74}"/>
              </a:ext>
            </a:extLst>
          </p:cNvPr>
          <p:cNvGrpSpPr/>
          <p:nvPr/>
        </p:nvGrpSpPr>
        <p:grpSpPr>
          <a:xfrm>
            <a:off x="4381312" y="5758621"/>
            <a:ext cx="3429376" cy="557747"/>
            <a:chOff x="6718452" y="1719483"/>
            <a:chExt cx="3429376" cy="557747"/>
          </a:xfrm>
        </p:grpSpPr>
        <p:grpSp>
          <p:nvGrpSpPr>
            <p:cNvPr id="93" name="Groupe 92">
              <a:extLst>
                <a:ext uri="{FF2B5EF4-FFF2-40B4-BE49-F238E27FC236}">
                  <a16:creationId xmlns:a16="http://schemas.microsoft.com/office/drawing/2014/main" id="{0EA9E934-7C07-A46E-1C24-4B5135930B43}"/>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7F273EEC-E1E7-338B-FB77-57383098B6B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5F57CF89-24BA-C4DA-5905-D148402C256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97" name="Connecteur droit 96">
                <a:extLst>
                  <a:ext uri="{FF2B5EF4-FFF2-40B4-BE49-F238E27FC236}">
                    <a16:creationId xmlns:a16="http://schemas.microsoft.com/office/drawing/2014/main" id="{908721D5-6C3D-992A-4871-6B682CE705B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E6D3D7E0-7290-EEC7-3AEA-193BAC57E36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98" name="Groupe 97">
            <a:extLst>
              <a:ext uri="{FF2B5EF4-FFF2-40B4-BE49-F238E27FC236}">
                <a16:creationId xmlns:a16="http://schemas.microsoft.com/office/drawing/2014/main" id="{223D46FF-C9D7-4947-BA0B-A579577906DB}"/>
              </a:ext>
            </a:extLst>
          </p:cNvPr>
          <p:cNvGrpSpPr/>
          <p:nvPr/>
        </p:nvGrpSpPr>
        <p:grpSpPr>
          <a:xfrm>
            <a:off x="8286656" y="5758621"/>
            <a:ext cx="3429376" cy="557747"/>
            <a:chOff x="6718452" y="1719483"/>
            <a:chExt cx="3429376" cy="557747"/>
          </a:xfrm>
        </p:grpSpPr>
        <p:grpSp>
          <p:nvGrpSpPr>
            <p:cNvPr id="99" name="Groupe 98">
              <a:extLst>
                <a:ext uri="{FF2B5EF4-FFF2-40B4-BE49-F238E27FC236}">
                  <a16:creationId xmlns:a16="http://schemas.microsoft.com/office/drawing/2014/main" id="{A63CF86E-C1A2-F8A0-FD0B-1FB6A83232DF}"/>
                </a:ext>
              </a:extLst>
            </p:cNvPr>
            <p:cNvGrpSpPr/>
            <p:nvPr/>
          </p:nvGrpSpPr>
          <p:grpSpPr>
            <a:xfrm>
              <a:off x="6718452" y="1719483"/>
              <a:ext cx="3429376" cy="557747"/>
              <a:chOff x="5346700" y="1873408"/>
              <a:chExt cx="3429376" cy="557747"/>
            </a:xfrm>
          </p:grpSpPr>
          <p:sp>
            <p:nvSpPr>
              <p:cNvPr id="101" name="Rectangle : coins arrondis 100">
                <a:extLst>
                  <a:ext uri="{FF2B5EF4-FFF2-40B4-BE49-F238E27FC236}">
                    <a16:creationId xmlns:a16="http://schemas.microsoft.com/office/drawing/2014/main" id="{FDC38552-2487-000E-8EBC-379FF152938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1ACA5815-00C2-11C3-1DA4-C98FC43C70B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03" name="Connecteur droit 102">
                <a:extLst>
                  <a:ext uri="{FF2B5EF4-FFF2-40B4-BE49-F238E27FC236}">
                    <a16:creationId xmlns:a16="http://schemas.microsoft.com/office/drawing/2014/main" id="{BE21E6D4-F409-A730-EC40-4EBFC7B9488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C1D303CE-184A-382B-4569-590C8F23E9B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3" name="Groupe 142">
            <a:extLst>
              <a:ext uri="{FF2B5EF4-FFF2-40B4-BE49-F238E27FC236}">
                <a16:creationId xmlns:a16="http://schemas.microsoft.com/office/drawing/2014/main" id="{14B3AE37-85FF-ABC2-31D2-EAD85A266BEA}"/>
              </a:ext>
            </a:extLst>
          </p:cNvPr>
          <p:cNvGrpSpPr/>
          <p:nvPr/>
        </p:nvGrpSpPr>
        <p:grpSpPr>
          <a:xfrm>
            <a:off x="4606036" y="2304697"/>
            <a:ext cx="6559781" cy="3314492"/>
            <a:chOff x="4240426" y="2498040"/>
            <a:chExt cx="6559781" cy="3314492"/>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951" t="16251" r="29379" b="70160"/>
            <a:stretch>
              <a:fillRect/>
            </a:stretch>
          </p:blipFill>
          <p:spPr>
            <a:xfrm>
              <a:off x="4716879" y="2910984"/>
              <a:ext cx="5671960" cy="2490114"/>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5312252" y="3317179"/>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395005D2-76BB-3074-76F8-D1E48C360CCD}"/>
                </a:ext>
              </a:extLst>
            </p:cNvPr>
            <p:cNvSpPr/>
            <p:nvPr/>
          </p:nvSpPr>
          <p:spPr>
            <a:xfrm>
              <a:off x="6260495" y="3316572"/>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4417BE45-5776-678C-886E-B30AF6338DB5}"/>
                </a:ext>
              </a:extLst>
            </p:cNvPr>
            <p:cNvSpPr/>
            <p:nvPr/>
          </p:nvSpPr>
          <p:spPr>
            <a:xfrm>
              <a:off x="6661632" y="4988427"/>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78FA8705-3EE6-B863-051A-C0EACFFD37D6}"/>
                </a:ext>
              </a:extLst>
            </p:cNvPr>
            <p:cNvSpPr/>
            <p:nvPr/>
          </p:nvSpPr>
          <p:spPr>
            <a:xfrm>
              <a:off x="7866251" y="4992202"/>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3F52DC7-A2F8-A7FD-1DF7-4DEF03BC1ACE}"/>
                </a:ext>
              </a:extLst>
            </p:cNvPr>
            <p:cNvSpPr/>
            <p:nvPr/>
          </p:nvSpPr>
          <p:spPr>
            <a:xfrm>
              <a:off x="5290027" y="4229138"/>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E24A82F3-1AC6-950F-058A-1585E07E3363}"/>
                </a:ext>
              </a:extLst>
            </p:cNvPr>
            <p:cNvSpPr/>
            <p:nvPr/>
          </p:nvSpPr>
          <p:spPr>
            <a:xfrm>
              <a:off x="6551793" y="4227396"/>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CB8F585F-D411-1838-ED6A-320FD56372B5}"/>
                </a:ext>
              </a:extLst>
            </p:cNvPr>
            <p:cNvSpPr/>
            <p:nvPr/>
          </p:nvSpPr>
          <p:spPr>
            <a:xfrm>
              <a:off x="6243929" y="3658197"/>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A99432E0-FB67-7B6C-A419-8470C2B69BDE}"/>
                </a:ext>
              </a:extLst>
            </p:cNvPr>
            <p:cNvSpPr/>
            <p:nvPr/>
          </p:nvSpPr>
          <p:spPr>
            <a:xfrm>
              <a:off x="7079151" y="4632363"/>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C8F1B060-4900-4652-32FA-78E0AEE6216F}"/>
                </a:ext>
              </a:extLst>
            </p:cNvPr>
            <p:cNvSpPr/>
            <p:nvPr/>
          </p:nvSpPr>
          <p:spPr>
            <a:xfrm>
              <a:off x="9949629" y="3619834"/>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B476B796-FF6F-3918-B9E1-4DC284C6A4BF}"/>
                </a:ext>
              </a:extLst>
            </p:cNvPr>
            <p:cNvSpPr>
              <a:spLocks noChangeAspect="1"/>
            </p:cNvSpPr>
            <p:nvPr/>
          </p:nvSpPr>
          <p:spPr>
            <a:xfrm>
              <a:off x="6258118" y="24995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B6A5914-6BBB-0862-5EEB-EF29D1F32301}"/>
                </a:ext>
              </a:extLst>
            </p:cNvPr>
            <p:cNvCxnSpPr>
              <a:cxnSpLocks/>
              <a:stCxn id="8" idx="4"/>
              <a:endCxn id="5" idx="0"/>
            </p:cNvCxnSpPr>
            <p:nvPr/>
          </p:nvCxnSpPr>
          <p:spPr>
            <a:xfrm>
              <a:off x="6402118" y="2787550"/>
              <a:ext cx="3300" cy="52902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6D2BCA0-FCF9-F7D1-D33A-B5D24DA569B3}"/>
                </a:ext>
              </a:extLst>
            </p:cNvPr>
            <p:cNvSpPr/>
            <p:nvPr/>
          </p:nvSpPr>
          <p:spPr>
            <a:xfrm>
              <a:off x="7916997" y="249804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9549FEB0-1F7D-7236-A890-1F51D5CDCA43}"/>
                </a:ext>
              </a:extLst>
            </p:cNvPr>
            <p:cNvCxnSpPr>
              <a:cxnSpLocks/>
              <a:stCxn id="25" idx="2"/>
              <a:endCxn id="20" idx="0"/>
            </p:cNvCxnSpPr>
            <p:nvPr/>
          </p:nvCxnSpPr>
          <p:spPr>
            <a:xfrm>
              <a:off x="8060997" y="2786040"/>
              <a:ext cx="0" cy="87215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1258DB7E-2A45-EB63-BDB5-AA6F81441418}"/>
                </a:ext>
              </a:extLst>
            </p:cNvPr>
            <p:cNvSpPr>
              <a:spLocks noChangeAspect="1"/>
            </p:cNvSpPr>
            <p:nvPr/>
          </p:nvSpPr>
          <p:spPr>
            <a:xfrm>
              <a:off x="6943575"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1A1A82FC-2E4E-3A61-C25E-D0D48BCF98EF}"/>
                </a:ext>
              </a:extLst>
            </p:cNvPr>
            <p:cNvCxnSpPr>
              <a:cxnSpLocks/>
              <a:stCxn id="27" idx="0"/>
              <a:endCxn id="14" idx="2"/>
            </p:cNvCxnSpPr>
            <p:nvPr/>
          </p:nvCxnSpPr>
          <p:spPr>
            <a:xfrm flipV="1">
              <a:off x="7087575" y="5268471"/>
              <a:ext cx="0"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254628A-7A9C-3942-194D-B5405679DB66}"/>
                </a:ext>
              </a:extLst>
            </p:cNvPr>
            <p:cNvSpPr/>
            <p:nvPr/>
          </p:nvSpPr>
          <p:spPr>
            <a:xfrm>
              <a:off x="10512207" y="41880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avec flèche 29">
              <a:extLst>
                <a:ext uri="{FF2B5EF4-FFF2-40B4-BE49-F238E27FC236}">
                  <a16:creationId xmlns:a16="http://schemas.microsoft.com/office/drawing/2014/main" id="{94575B65-A788-5BC0-96F5-39AE68A4DDCC}"/>
                </a:ext>
              </a:extLst>
            </p:cNvPr>
            <p:cNvCxnSpPr>
              <a:cxnSpLocks/>
              <a:stCxn id="29" idx="1"/>
              <a:endCxn id="19" idx="3"/>
            </p:cNvCxnSpPr>
            <p:nvPr/>
          </p:nvCxnSpPr>
          <p:spPr>
            <a:xfrm flipH="1" flipV="1">
              <a:off x="8490740" y="4330349"/>
              <a:ext cx="2021467" cy="1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B08DE7E8-B27B-A60A-AB8F-F5A9293CC376}"/>
                </a:ext>
              </a:extLst>
            </p:cNvPr>
            <p:cNvSpPr>
              <a:spLocks noChangeAspect="1"/>
            </p:cNvSpPr>
            <p:nvPr/>
          </p:nvSpPr>
          <p:spPr>
            <a:xfrm>
              <a:off x="8660964" y="38052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6F728DFC-9EAC-A84F-8970-C539A9B84ADE}"/>
                </a:ext>
              </a:extLst>
            </p:cNvPr>
            <p:cNvCxnSpPr>
              <a:cxnSpLocks/>
              <a:stCxn id="46" idx="6"/>
            </p:cNvCxnSpPr>
            <p:nvPr/>
          </p:nvCxnSpPr>
          <p:spPr>
            <a:xfrm>
              <a:off x="8948964" y="3949296"/>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Ellipse 47">
              <a:extLst>
                <a:ext uri="{FF2B5EF4-FFF2-40B4-BE49-F238E27FC236}">
                  <a16:creationId xmlns:a16="http://schemas.microsoft.com/office/drawing/2014/main" id="{CC2E762E-899B-8B2C-E485-1D5EAF93419C}"/>
                </a:ext>
              </a:extLst>
            </p:cNvPr>
            <p:cNvSpPr>
              <a:spLocks noChangeAspect="1"/>
            </p:cNvSpPr>
            <p:nvPr/>
          </p:nvSpPr>
          <p:spPr>
            <a:xfrm>
              <a:off x="10512207" y="36180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9" name="Connecteur droit avec flèche 48">
              <a:extLst>
                <a:ext uri="{FF2B5EF4-FFF2-40B4-BE49-F238E27FC236}">
                  <a16:creationId xmlns:a16="http://schemas.microsoft.com/office/drawing/2014/main" id="{2DC73E8E-1450-2728-E117-D1EB6A61EC35}"/>
                </a:ext>
              </a:extLst>
            </p:cNvPr>
            <p:cNvCxnSpPr>
              <a:cxnSpLocks/>
            </p:cNvCxnSpPr>
            <p:nvPr/>
          </p:nvCxnSpPr>
          <p:spPr>
            <a:xfrm flipH="1">
              <a:off x="10239474" y="3759936"/>
              <a:ext cx="27273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1EA01E18-CAB8-A576-6F87-49F8B5DF3D2A}"/>
                </a:ext>
              </a:extLst>
            </p:cNvPr>
            <p:cNvSpPr/>
            <p:nvPr/>
          </p:nvSpPr>
          <p:spPr>
            <a:xfrm>
              <a:off x="4240426" y="35878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1" name="Connecteur droit avec flèche 50">
              <a:extLst>
                <a:ext uri="{FF2B5EF4-FFF2-40B4-BE49-F238E27FC236}">
                  <a16:creationId xmlns:a16="http://schemas.microsoft.com/office/drawing/2014/main" id="{A1C550B1-6978-9E95-8A82-14A4590900DF}"/>
                </a:ext>
              </a:extLst>
            </p:cNvPr>
            <p:cNvCxnSpPr>
              <a:cxnSpLocks/>
              <a:stCxn id="50" idx="3"/>
              <a:endCxn id="3" idx="1"/>
            </p:cNvCxnSpPr>
            <p:nvPr/>
          </p:nvCxnSpPr>
          <p:spPr>
            <a:xfrm>
              <a:off x="4528426" y="3731861"/>
              <a:ext cx="783826" cy="47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3" name="Rectangle 112">
              <a:extLst>
                <a:ext uri="{FF2B5EF4-FFF2-40B4-BE49-F238E27FC236}">
                  <a16:creationId xmlns:a16="http://schemas.microsoft.com/office/drawing/2014/main" id="{6746AC9C-D054-354E-E40E-4954142DF975}"/>
                </a:ext>
              </a:extLst>
            </p:cNvPr>
            <p:cNvSpPr/>
            <p:nvPr/>
          </p:nvSpPr>
          <p:spPr>
            <a:xfrm>
              <a:off x="4240426" y="41812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14" name="Connecteur droit avec flèche 113">
              <a:extLst>
                <a:ext uri="{FF2B5EF4-FFF2-40B4-BE49-F238E27FC236}">
                  <a16:creationId xmlns:a16="http://schemas.microsoft.com/office/drawing/2014/main" id="{1B0C6F90-EA6C-67D5-93BC-67DD584CADFF}"/>
                </a:ext>
              </a:extLst>
            </p:cNvPr>
            <p:cNvCxnSpPr>
              <a:cxnSpLocks/>
              <a:stCxn id="113" idx="3"/>
              <a:endCxn id="18" idx="1"/>
            </p:cNvCxnSpPr>
            <p:nvPr/>
          </p:nvCxnSpPr>
          <p:spPr>
            <a:xfrm>
              <a:off x="4528426" y="4325251"/>
              <a:ext cx="761601" cy="684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5EFE1B6E-5961-DDF7-7491-36FF11CA1FB2}"/>
                </a:ext>
              </a:extLst>
            </p:cNvPr>
            <p:cNvSpPr>
              <a:spLocks noChangeAspect="1"/>
            </p:cNvSpPr>
            <p:nvPr/>
          </p:nvSpPr>
          <p:spPr>
            <a:xfrm>
              <a:off x="10512207" y="46021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2" name="Connecteur droit avec flèche 131">
              <a:extLst>
                <a:ext uri="{FF2B5EF4-FFF2-40B4-BE49-F238E27FC236}">
                  <a16:creationId xmlns:a16="http://schemas.microsoft.com/office/drawing/2014/main" id="{3B33B0BB-9CE9-2045-60B2-2C8579F37AC5}"/>
                </a:ext>
              </a:extLst>
            </p:cNvPr>
            <p:cNvCxnSpPr>
              <a:cxnSpLocks/>
              <a:stCxn id="131" idx="2"/>
              <a:endCxn id="21" idx="3"/>
            </p:cNvCxnSpPr>
            <p:nvPr/>
          </p:nvCxnSpPr>
          <p:spPr>
            <a:xfrm flipH="1">
              <a:off x="8771727" y="4746150"/>
              <a:ext cx="1740480"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5F741A1F-67DB-7865-8807-AAE2A523EC01}"/>
                </a:ext>
              </a:extLst>
            </p:cNvPr>
            <p:cNvSpPr>
              <a:spLocks noChangeAspect="1"/>
            </p:cNvSpPr>
            <p:nvPr/>
          </p:nvSpPr>
          <p:spPr>
            <a:xfrm>
              <a:off x="8084501"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0" name="Connecteur droit avec flèche 139">
              <a:extLst>
                <a:ext uri="{FF2B5EF4-FFF2-40B4-BE49-F238E27FC236}">
                  <a16:creationId xmlns:a16="http://schemas.microsoft.com/office/drawing/2014/main" id="{3B6B045C-BA83-C8D1-C3DC-2EDF38BFF01E}"/>
                </a:ext>
              </a:extLst>
            </p:cNvPr>
            <p:cNvCxnSpPr>
              <a:cxnSpLocks/>
              <a:stCxn id="139" idx="0"/>
              <a:endCxn id="17" idx="2"/>
            </p:cNvCxnSpPr>
            <p:nvPr/>
          </p:nvCxnSpPr>
          <p:spPr>
            <a:xfrm flipV="1">
              <a:off x="8228501" y="5268471"/>
              <a:ext cx="1"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71696" y="623718"/>
            <a:ext cx="9911200" cy="528400"/>
          </a:xfrm>
        </p:spPr>
        <p:txBody>
          <a:bodyPr/>
          <a:lstStyle/>
          <a:p>
            <a:r>
              <a:rPr lang="fr-FR" cap="all" noProof="0" dirty="0"/>
              <a:t>é</a:t>
            </a:r>
            <a:r>
              <a:rPr lang="fr-FR" noProof="0" dirty="0"/>
              <a:t>cran Principal – Publication sur </a:t>
            </a:r>
            <a:r>
              <a:rPr lang="fr-FR" noProof="0" dirty="0" err="1"/>
              <a:t>FFJudo</a:t>
            </a:r>
            <a:endParaRPr lang="fr-FR" noProof="0"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sz="1400" b="1" noProof="0" dirty="0"/>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Niveau de publication</a:t>
            </a:r>
            <a:r>
              <a:rPr lang="fr-FR" sz="1400" noProof="0" dirty="0"/>
              <a:t> – La liste présente les niveaux pré-configurés sur le serveur </a:t>
            </a:r>
            <a:r>
              <a:rPr lang="fr-FR" sz="1400" noProof="0" dirty="0" err="1"/>
              <a:t>FFJudo</a:t>
            </a:r>
            <a:r>
              <a:rPr lang="fr-FR" sz="1400" noProof="0" dirty="0"/>
              <a:t>. Il s’agit du niveau fédéral de la compétition (Comites, Ligues ou National).</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Entité de publication</a:t>
            </a:r>
            <a:r>
              <a:rPr lang="fr-FR" sz="1400" noProof="0" dirty="0"/>
              <a:t> – La liste dépend du niveau de publication préalablement sélectionné. La liste présente les entités pré-configurées sur le serveur </a:t>
            </a:r>
            <a:r>
              <a:rPr lang="fr-FR" sz="1400" noProof="0" dirty="0" err="1"/>
              <a:t>FFJudo</a:t>
            </a:r>
            <a:r>
              <a:rPr lang="fr-FR" sz="1400" noProof="0" dirty="0"/>
              <a:t>. Il s’agit des entités fédérales (ex. Comité de l’Ain, Ligue AURA, etc.).</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Adresse </a:t>
            </a:r>
            <a:r>
              <a:rPr lang="fr-FR" sz="1400" b="1" noProof="0" dirty="0" err="1"/>
              <a:t>FFJudo</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1400" noProof="0" dirty="0"/>
            </a:br>
            <a:endParaRPr lang="fr-FR" sz="1400" noProof="0" dirty="0"/>
          </a:p>
          <a:p>
            <a:pPr>
              <a:buFont typeface="Wingdings" panose="05000000000000000000" pitchFamily="2" charset="2"/>
              <a:buChar char="§"/>
            </a:pPr>
            <a:r>
              <a:rPr lang="fr-FR" sz="1400" b="1" noProof="0" dirty="0"/>
              <a:t>synchronisation des différences</a:t>
            </a:r>
            <a:r>
              <a:rPr lang="fr-FR" sz="1400" noProof="0" dirty="0"/>
              <a:t> – Lorsque cette option est activée, le logiciel « Publication Suivi </a:t>
            </a:r>
            <a:r>
              <a:rPr lang="fr-FR" sz="1400" noProof="0" dirty="0" err="1"/>
              <a:t>Competition</a:t>
            </a:r>
            <a:r>
              <a:rPr lang="fr-FR" sz="1400" noProof="0" dirty="0"/>
              <a:t> » ne copie sur le site distant que les fichiers modifiés depuis la dernière synchronisation. Ceci permet d’optimiser le temps de transfert notamment si la connexion vers Internet est faible.</a:t>
            </a:r>
            <a:br>
              <a:rPr lang="fr-FR" sz="1400" noProof="0" dirty="0"/>
            </a:br>
            <a:endParaRPr lang="fr-FR" sz="1400" noProof="0" dirty="0"/>
          </a:p>
          <a:p>
            <a:pPr>
              <a:buFont typeface="Wingdings" panose="05000000000000000000" pitchFamily="2" charset="2"/>
              <a:buChar char="§"/>
            </a:pPr>
            <a:r>
              <a:rPr lang="fr-FR" sz="1400" b="1" noProof="0" dirty="0"/>
              <a:t>Adresse du site web distant</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 </a:t>
            </a:r>
            <a:r>
              <a:rPr lang="fr-FR" sz="1400" noProof="0" dirty="0">
                <a:latin typeface="Courier New" panose="02070309020205020404" pitchFamily="49" charset="0"/>
                <a:cs typeface="Courier New" panose="02070309020205020404" pitchFamily="49" charset="0"/>
              </a:rPr>
              <a:t>{Racine de l’adresse web }/{ID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 </a:t>
            </a:r>
            <a:r>
              <a:rPr lang="fr-FR" sz="1400" noProof="0" dirty="0">
                <a:latin typeface="Courier New" panose="02070309020205020404" pitchFamily="49" charset="0"/>
                <a:cs typeface="Courier New" panose="02070309020205020404" pitchFamily="49" charset="0"/>
              </a:rPr>
              <a:t>{Racine de l’adresse web }/courante/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cap="all" noProof="0" dirty="0"/>
              <a:t>é</a:t>
            </a:r>
            <a:r>
              <a:rPr lang="fr-FR" noProof="0" dirty="0"/>
              <a:t>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pPr>
              <a:buFont typeface="Wingdings" panose="05000000000000000000" pitchFamily="2" charset="2"/>
              <a:buChar char="§"/>
            </a:pPr>
            <a:r>
              <a:rPr lang="fr-FR" sz="1400" b="1" noProof="0" dirty="0"/>
              <a:t>Adresse de la chambre d’appel </a:t>
            </a:r>
            <a:r>
              <a:rPr lang="fr-FR" sz="1400" noProof="0" dirty="0"/>
              <a:t>- L’adresse est unique pour tous les écrans de chambre d’appel. La sélection de l’affichage se fait par identification de l’écran d’appel. L’adresse complète est calculée comme :</a:t>
            </a:r>
          </a:p>
          <a:p>
            <a:pPr lvl="1">
              <a:buFont typeface="Wingdings" panose="05000000000000000000" pitchFamily="2" charset="2"/>
              <a:buChar char="§"/>
            </a:pPr>
            <a:r>
              <a:rPr lang="fr-FR" sz="1400" noProof="0" dirty="0">
                <a:latin typeface="Courier New" panose="02070309020205020404" pitchFamily="49" charset="0"/>
                <a:cs typeface="Courier New" panose="02070309020205020404" pitchFamily="49" charset="0"/>
              </a:rPr>
              <a:t>http ://{Adresse sélectionnée} :{Port}/live/</a:t>
            </a:r>
            <a:r>
              <a:rPr lang="fr-FR" sz="1400" noProof="0" dirty="0" err="1">
                <a:latin typeface="Courier New" panose="02070309020205020404" pitchFamily="49" charset="0"/>
                <a:cs typeface="Courier New" panose="02070309020205020404" pitchFamily="49" charset="0"/>
              </a:rPr>
              <a:t>ecrans</a:t>
            </a:r>
            <a:r>
              <a:rPr lang="fr-FR" sz="1400" noProof="0" dirty="0">
                <a:latin typeface="Courier New" panose="02070309020205020404" pitchFamily="49" charset="0"/>
                <a:cs typeface="Courier New" panose="02070309020205020404" pitchFamily="49"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 name="Groupe 5">
            <a:extLst>
              <a:ext uri="{FF2B5EF4-FFF2-40B4-BE49-F238E27FC236}">
                <a16:creationId xmlns:a16="http://schemas.microsoft.com/office/drawing/2014/main" id="{D5F57994-6A22-EF17-C7EC-586580FC8CCF}"/>
              </a:ext>
            </a:extLst>
          </p:cNvPr>
          <p:cNvGrpSpPr/>
          <p:nvPr/>
        </p:nvGrpSpPr>
        <p:grpSpPr>
          <a:xfrm>
            <a:off x="980322" y="2163228"/>
            <a:ext cx="3429376" cy="557747"/>
            <a:chOff x="5346700" y="1873408"/>
            <a:chExt cx="3429376" cy="557747"/>
          </a:xfrm>
        </p:grpSpPr>
        <p:sp>
          <p:nvSpPr>
            <p:cNvPr id="14" name="Rectangle : coins arrondis 13">
              <a:extLst>
                <a:ext uri="{FF2B5EF4-FFF2-40B4-BE49-F238E27FC236}">
                  <a16:creationId xmlns:a16="http://schemas.microsoft.com/office/drawing/2014/main" id="{4EF8BE09-F72E-42B5-86B1-1B24F495DB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 name="Rectangle : coins arrondis 14">
              <a:extLst>
                <a:ext uri="{FF2B5EF4-FFF2-40B4-BE49-F238E27FC236}">
                  <a16:creationId xmlns:a16="http://schemas.microsoft.com/office/drawing/2014/main" id="{10DF432B-A20D-1506-CA1D-0A8B0BE02B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Compétitions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la liste des compétitions trouvées.</a:t>
              </a:r>
            </a:p>
          </p:txBody>
        </p:sp>
        <p:sp>
          <p:nvSpPr>
            <p:cNvPr id="16" name="Rectangle 15">
              <a:extLst>
                <a:ext uri="{FF2B5EF4-FFF2-40B4-BE49-F238E27FC236}">
                  <a16:creationId xmlns:a16="http://schemas.microsoft.com/office/drawing/2014/main" id="{82AF029D-16E8-6FCA-AF23-DB9D0AC5D9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7" name="Connecteur droit 16">
              <a:extLst>
                <a:ext uri="{FF2B5EF4-FFF2-40B4-BE49-F238E27FC236}">
                  <a16:creationId xmlns:a16="http://schemas.microsoft.com/office/drawing/2014/main" id="{1E9EC9BD-7944-F927-CAC9-15D99FDC09A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74907409-109B-048B-E0EA-B9AB85CC2330}"/>
              </a:ext>
            </a:extLst>
          </p:cNvPr>
          <p:cNvGrpSpPr/>
          <p:nvPr/>
        </p:nvGrpSpPr>
        <p:grpSpPr>
          <a:xfrm>
            <a:off x="980322" y="4532781"/>
            <a:ext cx="3429376" cy="557747"/>
            <a:chOff x="6718452" y="1719483"/>
            <a:chExt cx="3429376" cy="557747"/>
          </a:xfrm>
        </p:grpSpPr>
        <p:grpSp>
          <p:nvGrpSpPr>
            <p:cNvPr id="19" name="Groupe 18">
              <a:extLst>
                <a:ext uri="{FF2B5EF4-FFF2-40B4-BE49-F238E27FC236}">
                  <a16:creationId xmlns:a16="http://schemas.microsoft.com/office/drawing/2014/main" id="{14E97F74-D046-E77A-3FFB-3E3647ED6441}"/>
                </a:ext>
              </a:extLst>
            </p:cNvPr>
            <p:cNvGrpSpPr/>
            <p:nvPr/>
          </p:nvGrpSpPr>
          <p:grpSpPr>
            <a:xfrm>
              <a:off x="6718452" y="1719483"/>
              <a:ext cx="3429376" cy="557747"/>
              <a:chOff x="5346700" y="1873408"/>
              <a:chExt cx="3429376" cy="557747"/>
            </a:xfrm>
          </p:grpSpPr>
          <p:sp>
            <p:nvSpPr>
              <p:cNvPr id="21" name="Rectangle : coins arrondis 20">
                <a:extLst>
                  <a:ext uri="{FF2B5EF4-FFF2-40B4-BE49-F238E27FC236}">
                    <a16:creationId xmlns:a16="http://schemas.microsoft.com/office/drawing/2014/main" id="{1FF3E1BA-097B-60DA-2399-8780B06AE89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 name="Rectangle : coins arrondis 21">
                <a:extLst>
                  <a:ext uri="{FF2B5EF4-FFF2-40B4-BE49-F238E27FC236}">
                    <a16:creationId xmlns:a16="http://schemas.microsoft.com/office/drawing/2014/main" id="{7400ACA3-768A-E2FB-B25F-1A6FE155A18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des compétitions TAS sur le réseau local.</a:t>
                </a:r>
              </a:p>
            </p:txBody>
          </p:sp>
          <p:cxnSp>
            <p:nvCxnSpPr>
              <p:cNvPr id="23" name="Connecteur droit 22">
                <a:extLst>
                  <a:ext uri="{FF2B5EF4-FFF2-40B4-BE49-F238E27FC236}">
                    <a16:creationId xmlns:a16="http://schemas.microsoft.com/office/drawing/2014/main" id="{64F853CE-86F9-A8B0-380F-4862C10786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 name="Ellipse 19">
              <a:extLst>
                <a:ext uri="{FF2B5EF4-FFF2-40B4-BE49-F238E27FC236}">
                  <a16:creationId xmlns:a16="http://schemas.microsoft.com/office/drawing/2014/main" id="{A3B479D5-5D89-F876-1FEE-9B1E4716B05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52" name="Groupe 51">
            <a:extLst>
              <a:ext uri="{FF2B5EF4-FFF2-40B4-BE49-F238E27FC236}">
                <a16:creationId xmlns:a16="http://schemas.microsoft.com/office/drawing/2014/main" id="{43020DCF-2400-365E-D8D0-AFE61BD4DF4C}"/>
              </a:ext>
            </a:extLst>
          </p:cNvPr>
          <p:cNvGrpSpPr/>
          <p:nvPr/>
        </p:nvGrpSpPr>
        <p:grpSpPr>
          <a:xfrm>
            <a:off x="5849056" y="2070920"/>
            <a:ext cx="5214135" cy="3111915"/>
            <a:chOff x="3312543" y="1439163"/>
            <a:chExt cx="5214135" cy="3111915"/>
          </a:xfrm>
        </p:grpSpPr>
        <p:pic>
          <p:nvPicPr>
            <p:cNvPr id="35" name="Image 34">
              <a:extLst>
                <a:ext uri="{FF2B5EF4-FFF2-40B4-BE49-F238E27FC236}">
                  <a16:creationId xmlns:a16="http://schemas.microsoft.com/office/drawing/2014/main" id="{D8356311-D7EB-2479-05CB-291529D93746}"/>
                </a:ext>
              </a:extLst>
            </p:cNvPr>
            <p:cNvPicPr>
              <a:picLocks noChangeAspect="1"/>
            </p:cNvPicPr>
            <p:nvPr/>
          </p:nvPicPr>
          <p:blipFill>
            <a:blip r:embed="rId2"/>
            <a:stretch>
              <a:fillRect/>
            </a:stretch>
          </p:blipFill>
          <p:spPr>
            <a:xfrm>
              <a:off x="3312543" y="1876084"/>
              <a:ext cx="5214135" cy="2090881"/>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298406" y="2240642"/>
              <a:ext cx="1195387" cy="19059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B8E593F-E2A3-09CD-6672-99AB38C2A276}"/>
                </a:ext>
              </a:extLst>
            </p:cNvPr>
            <p:cNvSpPr/>
            <p:nvPr/>
          </p:nvSpPr>
          <p:spPr>
            <a:xfrm>
              <a:off x="3329282" y="2529525"/>
              <a:ext cx="5188035" cy="135220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AA731DDC-9506-E769-D48D-2E0DCBEB56E1}"/>
                </a:ext>
              </a:extLst>
            </p:cNvPr>
            <p:cNvSpPr/>
            <p:nvPr/>
          </p:nvSpPr>
          <p:spPr>
            <a:xfrm>
              <a:off x="5149849" y="2240642"/>
              <a:ext cx="1096170" cy="17859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Ellipse 23">
              <a:extLst>
                <a:ext uri="{FF2B5EF4-FFF2-40B4-BE49-F238E27FC236}">
                  <a16:creationId xmlns:a16="http://schemas.microsoft.com/office/drawing/2014/main" id="{757D63EB-A082-47FE-4407-336DF16932C9}"/>
                </a:ext>
              </a:extLst>
            </p:cNvPr>
            <p:cNvSpPr>
              <a:spLocks noChangeAspect="1"/>
            </p:cNvSpPr>
            <p:nvPr/>
          </p:nvSpPr>
          <p:spPr>
            <a:xfrm>
              <a:off x="5553934" y="14468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82AE130C-3EB3-87B9-2094-15CD4CFCD9FA}"/>
                </a:ext>
              </a:extLst>
            </p:cNvPr>
            <p:cNvCxnSpPr>
              <a:cxnSpLocks/>
              <a:stCxn id="24" idx="4"/>
              <a:endCxn id="12" idx="0"/>
            </p:cNvCxnSpPr>
            <p:nvPr/>
          </p:nvCxnSpPr>
          <p:spPr>
            <a:xfrm>
              <a:off x="5697934" y="1734804"/>
              <a:ext cx="0" cy="505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011A283-3B3D-6004-AD3F-379080975D75}"/>
                </a:ext>
              </a:extLst>
            </p:cNvPr>
            <p:cNvSpPr/>
            <p:nvPr/>
          </p:nvSpPr>
          <p:spPr>
            <a:xfrm>
              <a:off x="5791922" y="426307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avec flèche 32">
              <a:extLst>
                <a:ext uri="{FF2B5EF4-FFF2-40B4-BE49-F238E27FC236}">
                  <a16:creationId xmlns:a16="http://schemas.microsoft.com/office/drawing/2014/main" id="{ED1BECEA-2B4D-33DF-002E-33BD6CBCA39E}"/>
                </a:ext>
              </a:extLst>
            </p:cNvPr>
            <p:cNvCxnSpPr>
              <a:cxnSpLocks/>
              <a:stCxn id="32" idx="0"/>
              <a:endCxn id="10" idx="2"/>
            </p:cNvCxnSpPr>
            <p:nvPr/>
          </p:nvCxnSpPr>
          <p:spPr>
            <a:xfrm flipH="1" flipV="1">
              <a:off x="5923300" y="3881728"/>
              <a:ext cx="12622" cy="3813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584EB11E-C08B-5EA1-BA58-1C28BFD0169F}"/>
                </a:ext>
              </a:extLst>
            </p:cNvPr>
            <p:cNvSpPr>
              <a:spLocks noChangeAspect="1"/>
            </p:cNvSpPr>
            <p:nvPr/>
          </p:nvSpPr>
          <p:spPr>
            <a:xfrm>
              <a:off x="6752100" y="14391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18AFDE23-DF20-98D6-D947-7C7557A33CD7}"/>
                </a:ext>
              </a:extLst>
            </p:cNvPr>
            <p:cNvCxnSpPr>
              <a:cxnSpLocks/>
              <a:stCxn id="39" idx="4"/>
              <a:endCxn id="8" idx="0"/>
            </p:cNvCxnSpPr>
            <p:nvPr/>
          </p:nvCxnSpPr>
          <p:spPr>
            <a:xfrm>
              <a:off x="6896100" y="1727163"/>
              <a:ext cx="0" cy="51347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3" name="Groupe 42">
            <a:extLst>
              <a:ext uri="{FF2B5EF4-FFF2-40B4-BE49-F238E27FC236}">
                <a16:creationId xmlns:a16="http://schemas.microsoft.com/office/drawing/2014/main" id="{946CF655-B2A9-1334-F96C-46B326C2FE27}"/>
              </a:ext>
            </a:extLst>
          </p:cNvPr>
          <p:cNvGrpSpPr/>
          <p:nvPr/>
        </p:nvGrpSpPr>
        <p:grpSpPr>
          <a:xfrm>
            <a:off x="980322" y="3302878"/>
            <a:ext cx="3429376" cy="649675"/>
            <a:chOff x="6718452" y="1721155"/>
            <a:chExt cx="3429376" cy="649675"/>
          </a:xfrm>
        </p:grpSpPr>
        <p:grpSp>
          <p:nvGrpSpPr>
            <p:cNvPr id="44" name="Groupe 43">
              <a:extLst>
                <a:ext uri="{FF2B5EF4-FFF2-40B4-BE49-F238E27FC236}">
                  <a16:creationId xmlns:a16="http://schemas.microsoft.com/office/drawing/2014/main" id="{AE5F03A9-2920-68E4-2F27-56DEA300DB60}"/>
                </a:ext>
              </a:extLst>
            </p:cNvPr>
            <p:cNvGrpSpPr/>
            <p:nvPr/>
          </p:nvGrpSpPr>
          <p:grpSpPr>
            <a:xfrm>
              <a:off x="6718452" y="1721155"/>
              <a:ext cx="3429376" cy="649675"/>
              <a:chOff x="5346700" y="1875080"/>
              <a:chExt cx="3429376" cy="649675"/>
            </a:xfrm>
          </p:grpSpPr>
          <p:sp>
            <p:nvSpPr>
              <p:cNvPr id="46" name="Rectangle : coins arrondis 45">
                <a:extLst>
                  <a:ext uri="{FF2B5EF4-FFF2-40B4-BE49-F238E27FC236}">
                    <a16:creationId xmlns:a16="http://schemas.microsoft.com/office/drawing/2014/main" id="{EA91FAC9-D742-69B7-65EA-D82B87D6D5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C3B1D207-8181-8E3A-1506-41D36D46FEA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pour recherche un serveur de compétition spécifique (optionnelle).</a:t>
                </a:r>
              </a:p>
            </p:txBody>
          </p:sp>
          <p:cxnSp>
            <p:nvCxnSpPr>
              <p:cNvPr id="48" name="Connecteur droit 47">
                <a:extLst>
                  <a:ext uri="{FF2B5EF4-FFF2-40B4-BE49-F238E27FC236}">
                    <a16:creationId xmlns:a16="http://schemas.microsoft.com/office/drawing/2014/main" id="{31431E16-C524-9BC7-6905-F9389BD6EEDE}"/>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5" name="Ellipse 44">
              <a:extLst>
                <a:ext uri="{FF2B5EF4-FFF2-40B4-BE49-F238E27FC236}">
                  <a16:creationId xmlns:a16="http://schemas.microsoft.com/office/drawing/2014/main" id="{30CCFD9A-2AD4-0799-F45A-B2A69CFD84C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cap="all" noProof="0" dirty="0"/>
              <a:t>é</a:t>
            </a:r>
            <a:r>
              <a:rPr lang="fr-FR" noProof="0" dirty="0"/>
              <a:t>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14338" y="5888654"/>
            <a:ext cx="11369615" cy="782889"/>
          </a:xfrm>
        </p:spPr>
        <p:txBody>
          <a:bodyPr>
            <a:normAutofit/>
          </a:bodyPr>
          <a:lstStyle/>
          <a:p>
            <a:pPr marL="101598" indent="0">
              <a:buNone/>
            </a:pPr>
            <a:r>
              <a:rPr lang="fr-FR" sz="1400" b="1" i="1" noProof="0" dirty="0"/>
              <a:t>Notes</a:t>
            </a:r>
            <a:r>
              <a:rPr lang="fr-FR" sz="1400" i="1" noProof="0" dirty="0"/>
              <a:t> :</a:t>
            </a:r>
          </a:p>
          <a:p>
            <a:pPr>
              <a:buFont typeface="Wingdings" panose="05000000000000000000" pitchFamily="2" charset="2"/>
              <a:buChar char="§"/>
            </a:pPr>
            <a:r>
              <a:rPr lang="fr-FR" sz="1200" i="1" noProof="0" dirty="0"/>
              <a:t>Pour ajouter un logo, ce dernier doit être au format png, avoir une taille maximum de 200x200 et contenir le mot « logo » dans son nom.</a:t>
            </a:r>
          </a:p>
          <a:p>
            <a:pPr>
              <a:buFont typeface="Wingdings" panose="05000000000000000000" pitchFamily="2" charset="2"/>
              <a:buChar char="§"/>
            </a:pPr>
            <a:r>
              <a:rPr lang="fr-FR" sz="1200" i="1" noProof="0" dirty="0"/>
              <a:t>Le répertoire de travail ne doit pas être un répertoire synchronisé type OneDrive, </a:t>
            </a:r>
            <a:r>
              <a:rPr lang="fr-FR" sz="1200" i="1" noProof="0" dirty="0" err="1"/>
              <a:t>pCloud</a:t>
            </a:r>
            <a:r>
              <a:rPr lang="fr-FR" sz="1200" i="1" noProof="0" dirty="0"/>
              <a:t>, </a:t>
            </a:r>
            <a:r>
              <a:rPr lang="fr-FR" sz="1200" i="1" noProof="0" dirty="0" err="1"/>
              <a:t>DropBox</a:t>
            </a:r>
            <a:r>
              <a:rPr lang="fr-FR" sz="1200" i="1" noProof="0" dirty="0"/>
              <a:t>, etc.</a:t>
            </a:r>
          </a:p>
        </p:txBody>
      </p:sp>
      <p:grpSp>
        <p:nvGrpSpPr>
          <p:cNvPr id="27" name="Groupe 26">
            <a:extLst>
              <a:ext uri="{FF2B5EF4-FFF2-40B4-BE49-F238E27FC236}">
                <a16:creationId xmlns:a16="http://schemas.microsoft.com/office/drawing/2014/main" id="{D83A443B-8476-DB09-7C21-42E2E2551E3D}"/>
              </a:ext>
            </a:extLst>
          </p:cNvPr>
          <p:cNvGrpSpPr/>
          <p:nvPr/>
        </p:nvGrpSpPr>
        <p:grpSpPr>
          <a:xfrm>
            <a:off x="6984874" y="1413722"/>
            <a:ext cx="3429376" cy="557747"/>
            <a:chOff x="5346700" y="1873408"/>
            <a:chExt cx="3429376" cy="557747"/>
          </a:xfrm>
        </p:grpSpPr>
        <p:sp>
          <p:nvSpPr>
            <p:cNvPr id="28" name="Rectangle : coins arrondis 27">
              <a:extLst>
                <a:ext uri="{FF2B5EF4-FFF2-40B4-BE49-F238E27FC236}">
                  <a16:creationId xmlns:a16="http://schemas.microsoft.com/office/drawing/2014/main" id="{81D3B083-312B-EA40-6130-E316997DAB1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1680C055-5C67-2F48-D11B-A3279B2F023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d’export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Répertoire de travail de l’application.</a:t>
              </a:r>
            </a:p>
          </p:txBody>
        </p:sp>
        <p:sp>
          <p:nvSpPr>
            <p:cNvPr id="30" name="Rectangle 29">
              <a:extLst>
                <a:ext uri="{FF2B5EF4-FFF2-40B4-BE49-F238E27FC236}">
                  <a16:creationId xmlns:a16="http://schemas.microsoft.com/office/drawing/2014/main" id="{9C8A606F-DE1E-0CD6-C26E-6FFDF4DCCBB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1" name="Connecteur droit 30">
              <a:extLst>
                <a:ext uri="{FF2B5EF4-FFF2-40B4-BE49-F238E27FC236}">
                  <a16:creationId xmlns:a16="http://schemas.microsoft.com/office/drawing/2014/main" id="{7D3F6595-4599-49A0-3C7A-BC8EFE966B4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76093C1E-4790-0370-8155-CFFB218E3F79}"/>
              </a:ext>
            </a:extLst>
          </p:cNvPr>
          <p:cNvGrpSpPr/>
          <p:nvPr/>
        </p:nvGrpSpPr>
        <p:grpSpPr>
          <a:xfrm>
            <a:off x="1777749" y="1516285"/>
            <a:ext cx="3429376" cy="360000"/>
            <a:chOff x="5346700" y="1891328"/>
            <a:chExt cx="3429376" cy="360000"/>
          </a:xfrm>
        </p:grpSpPr>
        <p:sp>
          <p:nvSpPr>
            <p:cNvPr id="33" name="Rectangle : coins arrondis 32">
              <a:extLst>
                <a:ext uri="{FF2B5EF4-FFF2-40B4-BE49-F238E27FC236}">
                  <a16:creationId xmlns:a16="http://schemas.microsoft.com/office/drawing/2014/main" id="{0CB4A1D8-ABDD-BC4D-7B77-A871D9B4B86C}"/>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BA25C190-14E1-DFBA-DCD2-4FD5C7D859B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Prévisualisation du logo sélectionné.</a:t>
              </a:r>
            </a:p>
          </p:txBody>
        </p:sp>
        <p:sp>
          <p:nvSpPr>
            <p:cNvPr id="35" name="Rectangle 34">
              <a:extLst>
                <a:ext uri="{FF2B5EF4-FFF2-40B4-BE49-F238E27FC236}">
                  <a16:creationId xmlns:a16="http://schemas.microsoft.com/office/drawing/2014/main" id="{99D1EDD6-A047-0ED9-F17E-DA71C73C1BA3}"/>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7B2ADBC-2193-F9B6-1839-FFA2E434D79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03F6BC99-B9A3-3499-39B0-BEBAD8D8CA31}"/>
              </a:ext>
            </a:extLst>
          </p:cNvPr>
          <p:cNvGrpSpPr/>
          <p:nvPr/>
        </p:nvGrpSpPr>
        <p:grpSpPr>
          <a:xfrm>
            <a:off x="473007" y="3347223"/>
            <a:ext cx="3429376" cy="649675"/>
            <a:chOff x="6718452" y="1721155"/>
            <a:chExt cx="3429376" cy="649675"/>
          </a:xfrm>
        </p:grpSpPr>
        <p:grpSp>
          <p:nvGrpSpPr>
            <p:cNvPr id="42" name="Groupe 41">
              <a:extLst>
                <a:ext uri="{FF2B5EF4-FFF2-40B4-BE49-F238E27FC236}">
                  <a16:creationId xmlns:a16="http://schemas.microsoft.com/office/drawing/2014/main" id="{692EB267-408D-A778-C5C2-FFAD50B255B7}"/>
                </a:ext>
              </a:extLst>
            </p:cNvPr>
            <p:cNvGrpSpPr/>
            <p:nvPr/>
          </p:nvGrpSpPr>
          <p:grpSpPr>
            <a:xfrm>
              <a:off x="6718452" y="1721155"/>
              <a:ext cx="3429376" cy="649675"/>
              <a:chOff x="5346700" y="1875080"/>
              <a:chExt cx="3429376" cy="649675"/>
            </a:xfrm>
          </p:grpSpPr>
          <p:sp>
            <p:nvSpPr>
              <p:cNvPr id="44" name="Rectangle : coins arrondis 43">
                <a:extLst>
                  <a:ext uri="{FF2B5EF4-FFF2-40B4-BE49-F238E27FC236}">
                    <a16:creationId xmlns:a16="http://schemas.microsoft.com/office/drawing/2014/main" id="{75CAA0BE-457B-FB1A-1BCB-E8915568198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D14F353A-AB14-1826-AAFC-7BAEBB5282B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multi-compétitions (actif si cochée).</a:t>
                </a:r>
              </a:p>
            </p:txBody>
          </p:sp>
          <p:cxnSp>
            <p:nvCxnSpPr>
              <p:cNvPr id="46" name="Connecteur droit 45">
                <a:extLst>
                  <a:ext uri="{FF2B5EF4-FFF2-40B4-BE49-F238E27FC236}">
                    <a16:creationId xmlns:a16="http://schemas.microsoft.com/office/drawing/2014/main" id="{1E48FD0F-3A5A-4ECD-F4DF-364ACDB151C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3" name="Ellipse 42">
              <a:extLst>
                <a:ext uri="{FF2B5EF4-FFF2-40B4-BE49-F238E27FC236}">
                  <a16:creationId xmlns:a16="http://schemas.microsoft.com/office/drawing/2014/main" id="{4D8334C0-6119-330A-CEA1-3325E644C4C8}"/>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47" name="Groupe 46">
            <a:extLst>
              <a:ext uri="{FF2B5EF4-FFF2-40B4-BE49-F238E27FC236}">
                <a16:creationId xmlns:a16="http://schemas.microsoft.com/office/drawing/2014/main" id="{EC59DACF-AD35-1609-3FB7-80738E59EEC1}"/>
              </a:ext>
            </a:extLst>
          </p:cNvPr>
          <p:cNvGrpSpPr/>
          <p:nvPr/>
        </p:nvGrpSpPr>
        <p:grpSpPr>
          <a:xfrm>
            <a:off x="473007" y="4165509"/>
            <a:ext cx="3429376" cy="557747"/>
            <a:chOff x="6718452" y="1719483"/>
            <a:chExt cx="3429376" cy="557747"/>
          </a:xfrm>
        </p:grpSpPr>
        <p:grpSp>
          <p:nvGrpSpPr>
            <p:cNvPr id="48" name="Groupe 47">
              <a:extLst>
                <a:ext uri="{FF2B5EF4-FFF2-40B4-BE49-F238E27FC236}">
                  <a16:creationId xmlns:a16="http://schemas.microsoft.com/office/drawing/2014/main" id="{3FAE560D-A504-C9EB-4AC0-D44BE200969D}"/>
                </a:ext>
              </a:extLst>
            </p:cNvPr>
            <p:cNvGrpSpPr/>
            <p:nvPr/>
          </p:nvGrpSpPr>
          <p:grpSpPr>
            <a:xfrm>
              <a:off x="6718452" y="1719483"/>
              <a:ext cx="3429376" cy="557747"/>
              <a:chOff x="5346700" y="1873408"/>
              <a:chExt cx="3429376" cy="557747"/>
            </a:xfrm>
          </p:grpSpPr>
          <p:sp>
            <p:nvSpPr>
              <p:cNvPr id="50" name="Rectangle : coins arrondis 49">
                <a:extLst>
                  <a:ext uri="{FF2B5EF4-FFF2-40B4-BE49-F238E27FC236}">
                    <a16:creationId xmlns:a16="http://schemas.microsoft.com/office/drawing/2014/main" id="{A1EA683A-5F3D-B6E3-2254-317EC6A2B3A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36AA98B-55A5-31A5-7E31-10E5A23049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Effacer au démarrage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Force le répertoire de travail à être effacé au démarrage de la 1ère génération.</a:t>
                </a:r>
              </a:p>
            </p:txBody>
          </p:sp>
          <p:cxnSp>
            <p:nvCxnSpPr>
              <p:cNvPr id="52" name="Connecteur droit 51">
                <a:extLst>
                  <a:ext uri="{FF2B5EF4-FFF2-40B4-BE49-F238E27FC236}">
                    <a16:creationId xmlns:a16="http://schemas.microsoft.com/office/drawing/2014/main" id="{228AD731-C123-162E-475F-3FCE4AF2D99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9" name="Ellipse 48">
              <a:extLst>
                <a:ext uri="{FF2B5EF4-FFF2-40B4-BE49-F238E27FC236}">
                  <a16:creationId xmlns:a16="http://schemas.microsoft.com/office/drawing/2014/main" id="{F261363B-1DE2-E99E-6778-7898732AA1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53" name="Groupe 52">
            <a:extLst>
              <a:ext uri="{FF2B5EF4-FFF2-40B4-BE49-F238E27FC236}">
                <a16:creationId xmlns:a16="http://schemas.microsoft.com/office/drawing/2014/main" id="{17D5E821-F41E-84CA-8866-A74A6E133317}"/>
              </a:ext>
            </a:extLst>
          </p:cNvPr>
          <p:cNvGrpSpPr/>
          <p:nvPr/>
        </p:nvGrpSpPr>
        <p:grpSpPr>
          <a:xfrm>
            <a:off x="473008" y="2092254"/>
            <a:ext cx="3429375" cy="360000"/>
            <a:chOff x="1076957" y="5514260"/>
            <a:chExt cx="3429375" cy="360000"/>
          </a:xfrm>
        </p:grpSpPr>
        <p:sp>
          <p:nvSpPr>
            <p:cNvPr id="54" name="Rectangle : coins arrondis 53">
              <a:extLst>
                <a:ext uri="{FF2B5EF4-FFF2-40B4-BE49-F238E27FC236}">
                  <a16:creationId xmlns:a16="http://schemas.microsoft.com/office/drawing/2014/main" id="{F20299D6-D7AD-ADEC-A360-33CA0F5EBCE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3EBA2DA5-97EF-7161-F039-01AB290C958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56" name="Connecteur droit 55">
              <a:extLst>
                <a:ext uri="{FF2B5EF4-FFF2-40B4-BE49-F238E27FC236}">
                  <a16:creationId xmlns:a16="http://schemas.microsoft.com/office/drawing/2014/main" id="{D1C278B0-72FB-4806-3B95-6D7CD765641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36868F19-8A91-8F6B-57E2-7D2C65FA6BF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63" name="Groupe 62">
            <a:extLst>
              <a:ext uri="{FF2B5EF4-FFF2-40B4-BE49-F238E27FC236}">
                <a16:creationId xmlns:a16="http://schemas.microsoft.com/office/drawing/2014/main" id="{C59A13C7-501F-D2A1-1A15-2FD5A464D4A5}"/>
              </a:ext>
            </a:extLst>
          </p:cNvPr>
          <p:cNvGrpSpPr/>
          <p:nvPr/>
        </p:nvGrpSpPr>
        <p:grpSpPr>
          <a:xfrm>
            <a:off x="473007" y="2620865"/>
            <a:ext cx="3429376" cy="557747"/>
            <a:chOff x="6718452" y="1719483"/>
            <a:chExt cx="3429376" cy="557747"/>
          </a:xfrm>
        </p:grpSpPr>
        <p:grpSp>
          <p:nvGrpSpPr>
            <p:cNvPr id="64" name="Groupe 63">
              <a:extLst>
                <a:ext uri="{FF2B5EF4-FFF2-40B4-BE49-F238E27FC236}">
                  <a16:creationId xmlns:a16="http://schemas.microsoft.com/office/drawing/2014/main" id="{F94B2336-B8C5-8502-CE83-5DAB0933D060}"/>
                </a:ext>
              </a:extLst>
            </p:cNvPr>
            <p:cNvGrpSpPr/>
            <p:nvPr/>
          </p:nvGrpSpPr>
          <p:grpSpPr>
            <a:xfrm>
              <a:off x="6718452" y="1719483"/>
              <a:ext cx="3429376" cy="557747"/>
              <a:chOff x="5346700" y="1873408"/>
              <a:chExt cx="3429376" cy="557747"/>
            </a:xfrm>
          </p:grpSpPr>
          <p:sp>
            <p:nvSpPr>
              <p:cNvPr id="66" name="Rectangle : coins arrondis 65">
                <a:extLst>
                  <a:ext uri="{FF2B5EF4-FFF2-40B4-BE49-F238E27FC236}">
                    <a16:creationId xmlns:a16="http://schemas.microsoft.com/office/drawing/2014/main" id="{32C2BF3C-CEF2-3127-0F00-A84F3BC379E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7B6BFC38-A14A-470A-CA6C-8B63948B075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68" name="Connecteur droit 67">
                <a:extLst>
                  <a:ext uri="{FF2B5EF4-FFF2-40B4-BE49-F238E27FC236}">
                    <a16:creationId xmlns:a16="http://schemas.microsoft.com/office/drawing/2014/main" id="{851E334A-4B52-4343-08AE-9B6037E00BF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5" name="Ellipse 64">
              <a:extLst>
                <a:ext uri="{FF2B5EF4-FFF2-40B4-BE49-F238E27FC236}">
                  <a16:creationId xmlns:a16="http://schemas.microsoft.com/office/drawing/2014/main" id="{4AC61C6D-7BAA-DFD0-C156-4C2F216DC11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87" name="Groupe 86">
            <a:extLst>
              <a:ext uri="{FF2B5EF4-FFF2-40B4-BE49-F238E27FC236}">
                <a16:creationId xmlns:a16="http://schemas.microsoft.com/office/drawing/2014/main" id="{592CD83D-FF78-C5FE-198E-E53C7E263364}"/>
              </a:ext>
            </a:extLst>
          </p:cNvPr>
          <p:cNvGrpSpPr/>
          <p:nvPr/>
        </p:nvGrpSpPr>
        <p:grpSpPr>
          <a:xfrm>
            <a:off x="473007" y="4891867"/>
            <a:ext cx="3429376" cy="557747"/>
            <a:chOff x="6718452" y="1719483"/>
            <a:chExt cx="3429376" cy="557747"/>
          </a:xfrm>
        </p:grpSpPr>
        <p:grpSp>
          <p:nvGrpSpPr>
            <p:cNvPr id="88" name="Groupe 87">
              <a:extLst>
                <a:ext uri="{FF2B5EF4-FFF2-40B4-BE49-F238E27FC236}">
                  <a16:creationId xmlns:a16="http://schemas.microsoft.com/office/drawing/2014/main" id="{F4EA7E3E-F8C5-FB12-A904-3E4106B9B03A}"/>
                </a:ext>
              </a:extLst>
            </p:cNvPr>
            <p:cNvGrpSpPr/>
            <p:nvPr/>
          </p:nvGrpSpPr>
          <p:grpSpPr>
            <a:xfrm>
              <a:off x="6718452" y="1719483"/>
              <a:ext cx="3429376" cy="557747"/>
              <a:chOff x="5346700" y="1873408"/>
              <a:chExt cx="3429376" cy="557747"/>
            </a:xfrm>
          </p:grpSpPr>
          <p:sp>
            <p:nvSpPr>
              <p:cNvPr id="90" name="Rectangle : coins arrondis 89">
                <a:extLst>
                  <a:ext uri="{FF2B5EF4-FFF2-40B4-BE49-F238E27FC236}">
                    <a16:creationId xmlns:a16="http://schemas.microsoft.com/office/drawing/2014/main" id="{14C72075-BE04-4B38-F07E-91745205F4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1" name="Rectangle : coins arrondis 90">
                <a:extLst>
                  <a:ext uri="{FF2B5EF4-FFF2-40B4-BE49-F238E27FC236}">
                    <a16:creationId xmlns:a16="http://schemas.microsoft.com/office/drawing/2014/main" id="{92F5BA80-F227-C36A-27AD-BEDD6C9C382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répertoire de travail de l’application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aucune génération ni publication ne sont actives)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92" name="Connecteur droit 91">
                <a:extLst>
                  <a:ext uri="{FF2B5EF4-FFF2-40B4-BE49-F238E27FC236}">
                    <a16:creationId xmlns:a16="http://schemas.microsoft.com/office/drawing/2014/main" id="{DE5F6AF5-22BF-12CF-826A-7C271D3E0FA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9" name="Ellipse 88">
              <a:extLst>
                <a:ext uri="{FF2B5EF4-FFF2-40B4-BE49-F238E27FC236}">
                  <a16:creationId xmlns:a16="http://schemas.microsoft.com/office/drawing/2014/main" id="{4CCD70B3-02B0-9A44-A76A-657E4B5B88C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98" name="Groupe 97">
            <a:extLst>
              <a:ext uri="{FF2B5EF4-FFF2-40B4-BE49-F238E27FC236}">
                <a16:creationId xmlns:a16="http://schemas.microsoft.com/office/drawing/2014/main" id="{A1E954FC-3364-9F54-1899-2F5E3C72DEF7}"/>
              </a:ext>
            </a:extLst>
          </p:cNvPr>
          <p:cNvGrpSpPr/>
          <p:nvPr/>
        </p:nvGrpSpPr>
        <p:grpSpPr>
          <a:xfrm>
            <a:off x="4496842" y="2482963"/>
            <a:ext cx="7428602" cy="3179226"/>
            <a:chOff x="1880475" y="2000412"/>
            <a:chExt cx="7428602" cy="3179226"/>
          </a:xfrm>
        </p:grpSpPr>
        <p:pic>
          <p:nvPicPr>
            <p:cNvPr id="38" name="Image 37">
              <a:extLst>
                <a:ext uri="{FF2B5EF4-FFF2-40B4-BE49-F238E27FC236}">
                  <a16:creationId xmlns:a16="http://schemas.microsoft.com/office/drawing/2014/main" id="{3F77F9FE-1E45-1792-99DA-8D8DAC88C964}"/>
                </a:ext>
              </a:extLst>
            </p:cNvPr>
            <p:cNvPicPr>
              <a:picLocks noChangeAspect="1"/>
            </p:cNvPicPr>
            <p:nvPr/>
          </p:nvPicPr>
          <p:blipFill>
            <a:blip r:embed="rId2"/>
            <a:stretch>
              <a:fillRect/>
            </a:stretch>
          </p:blipFill>
          <p:spPr>
            <a:xfrm>
              <a:off x="2361290" y="2440500"/>
              <a:ext cx="6485966" cy="2324491"/>
            </a:xfrm>
            <a:prstGeom prst="rect">
              <a:avLst/>
            </a:prstGeom>
          </p:spPr>
        </p:pic>
        <p:sp>
          <p:nvSpPr>
            <p:cNvPr id="10" name="Rectangle 9">
              <a:extLst>
                <a:ext uri="{FF2B5EF4-FFF2-40B4-BE49-F238E27FC236}">
                  <a16:creationId xmlns:a16="http://schemas.microsoft.com/office/drawing/2014/main" id="{79AA205A-50F3-C309-75DB-2BA5E0DE0EDC}"/>
                </a:ext>
              </a:extLst>
            </p:cNvPr>
            <p:cNvSpPr/>
            <p:nvPr/>
          </p:nvSpPr>
          <p:spPr>
            <a:xfrm>
              <a:off x="2536031" y="3428999"/>
              <a:ext cx="920667" cy="2082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3531276E-8425-2DF2-4CFB-58E6BEAD1ECE}"/>
                </a:ext>
              </a:extLst>
            </p:cNvPr>
            <p:cNvSpPr/>
            <p:nvPr/>
          </p:nvSpPr>
          <p:spPr>
            <a:xfrm>
              <a:off x="5763213" y="3691952"/>
              <a:ext cx="73406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B91B8583-3B8B-2CE6-C76D-53902B50D97D}"/>
                </a:ext>
              </a:extLst>
            </p:cNvPr>
            <p:cNvSpPr/>
            <p:nvPr/>
          </p:nvSpPr>
          <p:spPr>
            <a:xfrm>
              <a:off x="3490914" y="3429000"/>
              <a:ext cx="195261" cy="20478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46D06C36-C229-28A7-74B3-C254B61FC670}"/>
                </a:ext>
              </a:extLst>
            </p:cNvPr>
            <p:cNvSpPr/>
            <p:nvPr/>
          </p:nvSpPr>
          <p:spPr>
            <a:xfrm>
              <a:off x="7074091" y="3685045"/>
              <a:ext cx="1212659" cy="22098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D3D58A56-BF86-73B8-E8D1-E487B41B8411}"/>
                </a:ext>
              </a:extLst>
            </p:cNvPr>
            <p:cNvSpPr/>
            <p:nvPr/>
          </p:nvSpPr>
          <p:spPr>
            <a:xfrm>
              <a:off x="4626759"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5240BB1-FADC-0CC7-EC1D-9753B2CB00CD}"/>
                </a:ext>
              </a:extLst>
            </p:cNvPr>
            <p:cNvCxnSpPr>
              <a:cxnSpLocks/>
              <a:stCxn id="3" idx="2"/>
              <a:endCxn id="15" idx="0"/>
            </p:cNvCxnSpPr>
            <p:nvPr/>
          </p:nvCxnSpPr>
          <p:spPr>
            <a:xfrm>
              <a:off x="4770759" y="2288412"/>
              <a:ext cx="0" cy="782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A507381-5CFD-DEA8-1D03-FEE11CFB74E1}"/>
                </a:ext>
              </a:extLst>
            </p:cNvPr>
            <p:cNvSpPr/>
            <p:nvPr/>
          </p:nvSpPr>
          <p:spPr>
            <a:xfrm>
              <a:off x="7036228"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4" name="Connecteur droit avec flèche 23">
              <a:extLst>
                <a:ext uri="{FF2B5EF4-FFF2-40B4-BE49-F238E27FC236}">
                  <a16:creationId xmlns:a16="http://schemas.microsoft.com/office/drawing/2014/main" id="{9ECC5C31-55A9-98FD-A320-5D4E3D65D5FB}"/>
                </a:ext>
              </a:extLst>
            </p:cNvPr>
            <p:cNvCxnSpPr>
              <a:cxnSpLocks/>
              <a:stCxn id="23" idx="2"/>
              <a:endCxn id="12" idx="0"/>
            </p:cNvCxnSpPr>
            <p:nvPr/>
          </p:nvCxnSpPr>
          <p:spPr>
            <a:xfrm>
              <a:off x="7180228" y="2288412"/>
              <a:ext cx="1115" cy="111553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FCDC458-7413-0050-AB31-EEBC97050E06}"/>
                </a:ext>
              </a:extLst>
            </p:cNvPr>
            <p:cNvSpPr/>
            <p:nvPr/>
          </p:nvSpPr>
          <p:spPr>
            <a:xfrm>
              <a:off x="2473515" y="3959378"/>
              <a:ext cx="2441233" cy="429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9" name="Ellipse 68">
              <a:extLst>
                <a:ext uri="{FF2B5EF4-FFF2-40B4-BE49-F238E27FC236}">
                  <a16:creationId xmlns:a16="http://schemas.microsoft.com/office/drawing/2014/main" id="{8278F0F0-5739-E520-CC85-1A12101CCA2A}"/>
                </a:ext>
              </a:extLst>
            </p:cNvPr>
            <p:cNvSpPr>
              <a:spLocks noChangeAspect="1"/>
            </p:cNvSpPr>
            <p:nvPr/>
          </p:nvSpPr>
          <p:spPr>
            <a:xfrm>
              <a:off x="3456698" y="20004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61840B03-8D34-AF46-CE14-F8689FE58094}"/>
                </a:ext>
              </a:extLst>
            </p:cNvPr>
            <p:cNvCxnSpPr>
              <a:cxnSpLocks/>
              <a:stCxn id="69" idx="4"/>
              <a:endCxn id="19" idx="0"/>
            </p:cNvCxnSpPr>
            <p:nvPr/>
          </p:nvCxnSpPr>
          <p:spPr>
            <a:xfrm flipH="1">
              <a:off x="3588545" y="2288412"/>
              <a:ext cx="12153" cy="114058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A6AA8C4E-5514-56F5-D513-F2CEAA3A7E03}"/>
                </a:ext>
              </a:extLst>
            </p:cNvPr>
            <p:cNvSpPr>
              <a:spLocks noChangeAspect="1"/>
            </p:cNvSpPr>
            <p:nvPr/>
          </p:nvSpPr>
          <p:spPr>
            <a:xfrm>
              <a:off x="1880475" y="338910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FBB11F3D-A9BA-96A3-892B-E0C83E5A3A48}"/>
                </a:ext>
              </a:extLst>
            </p:cNvPr>
            <p:cNvCxnSpPr>
              <a:cxnSpLocks/>
              <a:stCxn id="73" idx="6"/>
              <a:endCxn id="10" idx="1"/>
            </p:cNvCxnSpPr>
            <p:nvPr/>
          </p:nvCxnSpPr>
          <p:spPr>
            <a:xfrm>
              <a:off x="2168475" y="3533108"/>
              <a:ext cx="36755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8" name="Ellipse 77">
              <a:extLst>
                <a:ext uri="{FF2B5EF4-FFF2-40B4-BE49-F238E27FC236}">
                  <a16:creationId xmlns:a16="http://schemas.microsoft.com/office/drawing/2014/main" id="{EAC0BD26-123A-7DFA-8EDE-FE9F27141FE0}"/>
                </a:ext>
              </a:extLst>
            </p:cNvPr>
            <p:cNvSpPr>
              <a:spLocks noChangeAspect="1"/>
            </p:cNvSpPr>
            <p:nvPr/>
          </p:nvSpPr>
          <p:spPr>
            <a:xfrm>
              <a:off x="1880475" y="40300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79" name="Connecteur droit avec flèche 78">
              <a:extLst>
                <a:ext uri="{FF2B5EF4-FFF2-40B4-BE49-F238E27FC236}">
                  <a16:creationId xmlns:a16="http://schemas.microsoft.com/office/drawing/2014/main" id="{EA3CD121-77EE-71A6-B5C4-6D6518B82899}"/>
                </a:ext>
              </a:extLst>
            </p:cNvPr>
            <p:cNvCxnSpPr>
              <a:cxnSpLocks/>
              <a:stCxn id="78" idx="6"/>
              <a:endCxn id="39" idx="1"/>
            </p:cNvCxnSpPr>
            <p:nvPr/>
          </p:nvCxnSpPr>
          <p:spPr>
            <a:xfrm>
              <a:off x="2168475" y="4174016"/>
              <a:ext cx="305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31B9456B-E5AD-359B-A782-031790EB3426}"/>
                </a:ext>
              </a:extLst>
            </p:cNvPr>
            <p:cNvSpPr>
              <a:spLocks noChangeAspect="1"/>
            </p:cNvSpPr>
            <p:nvPr/>
          </p:nvSpPr>
          <p:spPr>
            <a:xfrm>
              <a:off x="9021077" y="363899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9400BD1A-FA4A-88A0-9F9C-457767F3284A}"/>
                </a:ext>
              </a:extLst>
            </p:cNvPr>
            <p:cNvCxnSpPr>
              <a:cxnSpLocks/>
              <a:stCxn id="82" idx="2"/>
              <a:endCxn id="21" idx="3"/>
            </p:cNvCxnSpPr>
            <p:nvPr/>
          </p:nvCxnSpPr>
          <p:spPr>
            <a:xfrm flipH="1">
              <a:off x="8286750" y="3782994"/>
              <a:ext cx="734327" cy="125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4FDEAF2C-0749-BCA7-D570-F2DC54E4A7AC}"/>
                </a:ext>
              </a:extLst>
            </p:cNvPr>
            <p:cNvSpPr>
              <a:spLocks noChangeAspect="1"/>
            </p:cNvSpPr>
            <p:nvPr/>
          </p:nvSpPr>
          <p:spPr>
            <a:xfrm>
              <a:off x="5986243" y="4891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36496A09-6922-D437-63A5-9945FF4A5816}"/>
                </a:ext>
              </a:extLst>
            </p:cNvPr>
            <p:cNvCxnSpPr>
              <a:cxnSpLocks/>
              <a:stCxn id="93" idx="0"/>
              <a:endCxn id="16" idx="2"/>
            </p:cNvCxnSpPr>
            <p:nvPr/>
          </p:nvCxnSpPr>
          <p:spPr>
            <a:xfrm flipV="1">
              <a:off x="6130243" y="3926994"/>
              <a:ext cx="0" cy="96464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40706" y="636996"/>
            <a:ext cx="10798473" cy="528400"/>
          </a:xfrm>
        </p:spPr>
        <p:txBody>
          <a:bodyPr/>
          <a:lstStyle/>
          <a:p>
            <a:r>
              <a:rPr lang="fr-FR" cap="all" noProof="0" dirty="0"/>
              <a:t>é</a:t>
            </a:r>
            <a:r>
              <a:rPr lang="fr-FR" noProof="0" dirty="0"/>
              <a:t>cran de Configuration – génération Coachs &amp; Public (1/2)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grpSp>
        <p:nvGrpSpPr>
          <p:cNvPr id="100" name="Groupe 99">
            <a:extLst>
              <a:ext uri="{FF2B5EF4-FFF2-40B4-BE49-F238E27FC236}">
                <a16:creationId xmlns:a16="http://schemas.microsoft.com/office/drawing/2014/main" id="{D5A507DB-03F0-FE7F-BD90-28910EC19EB4}"/>
              </a:ext>
            </a:extLst>
          </p:cNvPr>
          <p:cNvGrpSpPr/>
          <p:nvPr/>
        </p:nvGrpSpPr>
        <p:grpSpPr>
          <a:xfrm>
            <a:off x="423962" y="1358959"/>
            <a:ext cx="3429376" cy="557747"/>
            <a:chOff x="6718452" y="1719483"/>
            <a:chExt cx="3429376" cy="557747"/>
          </a:xfrm>
        </p:grpSpPr>
        <p:grpSp>
          <p:nvGrpSpPr>
            <p:cNvPr id="101" name="Groupe 100">
              <a:extLst>
                <a:ext uri="{FF2B5EF4-FFF2-40B4-BE49-F238E27FC236}">
                  <a16:creationId xmlns:a16="http://schemas.microsoft.com/office/drawing/2014/main" id="{95E61D40-E0C1-64A3-6D2D-704E7551A99F}"/>
                </a:ext>
              </a:extLst>
            </p:cNvPr>
            <p:cNvGrpSpPr/>
            <p:nvPr/>
          </p:nvGrpSpPr>
          <p:grpSpPr>
            <a:xfrm>
              <a:off x="6718452" y="1719483"/>
              <a:ext cx="3429376" cy="557747"/>
              <a:chOff x="5346700" y="1873408"/>
              <a:chExt cx="3429376" cy="557747"/>
            </a:xfrm>
          </p:grpSpPr>
          <p:sp>
            <p:nvSpPr>
              <p:cNvPr id="103" name="Rectangle : coins arrondis 102">
                <a:extLst>
                  <a:ext uri="{FF2B5EF4-FFF2-40B4-BE49-F238E27FC236}">
                    <a16:creationId xmlns:a16="http://schemas.microsoft.com/office/drawing/2014/main" id="{69913454-5F02-EAD8-65E8-DE806ADF17C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4" name="Rectangle : coins arrondis 103">
                <a:extLst>
                  <a:ext uri="{FF2B5EF4-FFF2-40B4-BE49-F238E27FC236}">
                    <a16:creationId xmlns:a16="http://schemas.microsoft.com/office/drawing/2014/main" id="{4670B81B-7779-01B2-817C-DDC23536C0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5" name="Connecteur droit 104">
                <a:extLst>
                  <a:ext uri="{FF2B5EF4-FFF2-40B4-BE49-F238E27FC236}">
                    <a16:creationId xmlns:a16="http://schemas.microsoft.com/office/drawing/2014/main" id="{478BD340-BEF6-97A7-C37F-6121F4603EC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2" name="Ellipse 101">
              <a:extLst>
                <a:ext uri="{FF2B5EF4-FFF2-40B4-BE49-F238E27FC236}">
                  <a16:creationId xmlns:a16="http://schemas.microsoft.com/office/drawing/2014/main" id="{FF12E943-E7B6-1A19-19A0-71260D4F868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61" name="Groupe 60">
            <a:extLst>
              <a:ext uri="{FF2B5EF4-FFF2-40B4-BE49-F238E27FC236}">
                <a16:creationId xmlns:a16="http://schemas.microsoft.com/office/drawing/2014/main" id="{30EA7DF4-49E0-B3ED-E42C-429649035259}"/>
              </a:ext>
            </a:extLst>
          </p:cNvPr>
          <p:cNvGrpSpPr/>
          <p:nvPr/>
        </p:nvGrpSpPr>
        <p:grpSpPr>
          <a:xfrm>
            <a:off x="423962" y="2067751"/>
            <a:ext cx="3429376" cy="649675"/>
            <a:chOff x="6718452" y="1721155"/>
            <a:chExt cx="3429376" cy="649675"/>
          </a:xfrm>
        </p:grpSpPr>
        <p:grpSp>
          <p:nvGrpSpPr>
            <p:cNvPr id="62" name="Groupe 61">
              <a:extLst>
                <a:ext uri="{FF2B5EF4-FFF2-40B4-BE49-F238E27FC236}">
                  <a16:creationId xmlns:a16="http://schemas.microsoft.com/office/drawing/2014/main" id="{23937785-FBA0-0CEF-936D-2024E576E5B0}"/>
                </a:ext>
              </a:extLst>
            </p:cNvPr>
            <p:cNvGrpSpPr/>
            <p:nvPr/>
          </p:nvGrpSpPr>
          <p:grpSpPr>
            <a:xfrm>
              <a:off x="6718452" y="1721155"/>
              <a:ext cx="3429376" cy="649675"/>
              <a:chOff x="5346700" y="1875080"/>
              <a:chExt cx="3429376" cy="649675"/>
            </a:xfrm>
          </p:grpSpPr>
          <p:sp>
            <p:nvSpPr>
              <p:cNvPr id="64" name="Rectangle : coins arrondis 63">
                <a:extLst>
                  <a:ext uri="{FF2B5EF4-FFF2-40B4-BE49-F238E27FC236}">
                    <a16:creationId xmlns:a16="http://schemas.microsoft.com/office/drawing/2014/main" id="{AFAD9C72-9898-AFBF-6DF0-51F11E8CDB8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BC468492-E0AA-E709-772D-61E8E845036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client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actualisations automatiques pour les utilisateurs.</a:t>
                </a:r>
              </a:p>
            </p:txBody>
          </p:sp>
          <p:cxnSp>
            <p:nvCxnSpPr>
              <p:cNvPr id="66" name="Connecteur droit 65">
                <a:extLst>
                  <a:ext uri="{FF2B5EF4-FFF2-40B4-BE49-F238E27FC236}">
                    <a16:creationId xmlns:a16="http://schemas.microsoft.com/office/drawing/2014/main" id="{321AE2EC-CF3D-968F-9F38-A5EC7664902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3" name="Ellipse 62">
              <a:extLst>
                <a:ext uri="{FF2B5EF4-FFF2-40B4-BE49-F238E27FC236}">
                  <a16:creationId xmlns:a16="http://schemas.microsoft.com/office/drawing/2014/main" id="{ECCF55DF-5E8E-647D-5C40-148DFA939E9C}"/>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8" name="Groupe 107">
            <a:extLst>
              <a:ext uri="{FF2B5EF4-FFF2-40B4-BE49-F238E27FC236}">
                <a16:creationId xmlns:a16="http://schemas.microsoft.com/office/drawing/2014/main" id="{A039A9F9-78AF-4EFD-3252-6A0772DD1FE5}"/>
              </a:ext>
            </a:extLst>
          </p:cNvPr>
          <p:cNvGrpSpPr/>
          <p:nvPr/>
        </p:nvGrpSpPr>
        <p:grpSpPr>
          <a:xfrm>
            <a:off x="423962" y="2868471"/>
            <a:ext cx="3429376" cy="557747"/>
            <a:chOff x="6718452" y="1719483"/>
            <a:chExt cx="3429376" cy="557747"/>
          </a:xfrm>
        </p:grpSpPr>
        <p:grpSp>
          <p:nvGrpSpPr>
            <p:cNvPr id="109" name="Groupe 108">
              <a:extLst>
                <a:ext uri="{FF2B5EF4-FFF2-40B4-BE49-F238E27FC236}">
                  <a16:creationId xmlns:a16="http://schemas.microsoft.com/office/drawing/2014/main" id="{C0310E76-4A17-4360-8226-0D52B86D80EA}"/>
                </a:ext>
              </a:extLst>
            </p:cNvPr>
            <p:cNvGrpSpPr/>
            <p:nvPr/>
          </p:nvGrpSpPr>
          <p:grpSpPr>
            <a:xfrm>
              <a:off x="6718452" y="1719483"/>
              <a:ext cx="3429376" cy="557747"/>
              <a:chOff x="5346700" y="1873408"/>
              <a:chExt cx="3429376" cy="557747"/>
            </a:xfrm>
          </p:grpSpPr>
          <p:sp>
            <p:nvSpPr>
              <p:cNvPr id="111" name="Rectangle : coins arrondis 110">
                <a:extLst>
                  <a:ext uri="{FF2B5EF4-FFF2-40B4-BE49-F238E27FC236}">
                    <a16:creationId xmlns:a16="http://schemas.microsoft.com/office/drawing/2014/main" id="{825EEC90-96D8-D89A-6A8D-666E66BEFA2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2" name="Rectangle : coins arrondis 111">
                <a:extLst>
                  <a:ext uri="{FF2B5EF4-FFF2-40B4-BE49-F238E27FC236}">
                    <a16:creationId xmlns:a16="http://schemas.microsoft.com/office/drawing/2014/main" id="{E90C20E5-A459-A22F-950A-ABF674E84E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Affichage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poules en colonnes (diagonales sinon).</a:t>
                </a:r>
              </a:p>
            </p:txBody>
          </p:sp>
          <p:cxnSp>
            <p:nvCxnSpPr>
              <p:cNvPr id="113" name="Connecteur droit 112">
                <a:extLst>
                  <a:ext uri="{FF2B5EF4-FFF2-40B4-BE49-F238E27FC236}">
                    <a16:creationId xmlns:a16="http://schemas.microsoft.com/office/drawing/2014/main" id="{41BCE40D-8DDF-3859-3652-D3317411703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0" name="Ellipse 109">
              <a:extLst>
                <a:ext uri="{FF2B5EF4-FFF2-40B4-BE49-F238E27FC236}">
                  <a16:creationId xmlns:a16="http://schemas.microsoft.com/office/drawing/2014/main" id="{0517FA7E-D096-BAA1-30BB-D7AC90E1BE0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0" name="Groupe 119">
            <a:extLst>
              <a:ext uri="{FF2B5EF4-FFF2-40B4-BE49-F238E27FC236}">
                <a16:creationId xmlns:a16="http://schemas.microsoft.com/office/drawing/2014/main" id="{881CA58C-AEBF-B7A8-33B1-91BF88D273BA}"/>
              </a:ext>
            </a:extLst>
          </p:cNvPr>
          <p:cNvGrpSpPr/>
          <p:nvPr/>
        </p:nvGrpSpPr>
        <p:grpSpPr>
          <a:xfrm>
            <a:off x="423962" y="3577263"/>
            <a:ext cx="3429376" cy="649675"/>
            <a:chOff x="6718452" y="1721155"/>
            <a:chExt cx="3429376" cy="649675"/>
          </a:xfrm>
        </p:grpSpPr>
        <p:grpSp>
          <p:nvGrpSpPr>
            <p:cNvPr id="121" name="Groupe 120">
              <a:extLst>
                <a:ext uri="{FF2B5EF4-FFF2-40B4-BE49-F238E27FC236}">
                  <a16:creationId xmlns:a16="http://schemas.microsoft.com/office/drawing/2014/main" id="{7E0F4892-08CF-C7BD-8CFC-52EB9009A69E}"/>
                </a:ext>
              </a:extLst>
            </p:cNvPr>
            <p:cNvGrpSpPr/>
            <p:nvPr/>
          </p:nvGrpSpPr>
          <p:grpSpPr>
            <a:xfrm>
              <a:off x="6718452" y="1721155"/>
              <a:ext cx="3429376" cy="649675"/>
              <a:chOff x="5346700" y="1875080"/>
              <a:chExt cx="3429376" cy="649675"/>
            </a:xfrm>
          </p:grpSpPr>
          <p:sp>
            <p:nvSpPr>
              <p:cNvPr id="123" name="Rectangle : coins arrondis 122">
                <a:extLst>
                  <a:ext uri="{FF2B5EF4-FFF2-40B4-BE49-F238E27FC236}">
                    <a16:creationId xmlns:a16="http://schemas.microsoft.com/office/drawing/2014/main" id="{7EFDFF1A-B7D3-6A27-CBBD-8BA0596F3CC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4" name="Rectangle : coins arrondis 123">
                <a:extLst>
                  <a:ext uri="{FF2B5EF4-FFF2-40B4-BE49-F238E27FC236}">
                    <a16:creationId xmlns:a16="http://schemas.microsoft.com/office/drawing/2014/main" id="{85DB7BBE-8C75-217D-CC0C-7448FE4723D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Taille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sélection de l’affichage des poules en colonnes selon leur taille.</a:t>
                </a:r>
              </a:p>
            </p:txBody>
          </p:sp>
          <p:cxnSp>
            <p:nvCxnSpPr>
              <p:cNvPr id="125" name="Connecteur droit 124">
                <a:extLst>
                  <a:ext uri="{FF2B5EF4-FFF2-40B4-BE49-F238E27FC236}">
                    <a16:creationId xmlns:a16="http://schemas.microsoft.com/office/drawing/2014/main" id="{FF93B995-C82F-7764-B30B-B17DA7FF8B7D}"/>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2" name="Ellipse 121">
              <a:extLst>
                <a:ext uri="{FF2B5EF4-FFF2-40B4-BE49-F238E27FC236}">
                  <a16:creationId xmlns:a16="http://schemas.microsoft.com/office/drawing/2014/main" id="{8A011B8F-6874-6F3F-F2DD-5100112EA891}"/>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7" name="Groupe 126">
            <a:extLst>
              <a:ext uri="{FF2B5EF4-FFF2-40B4-BE49-F238E27FC236}">
                <a16:creationId xmlns:a16="http://schemas.microsoft.com/office/drawing/2014/main" id="{E3D2BD9F-D1A4-AA00-369A-B0A03D791881}"/>
              </a:ext>
            </a:extLst>
          </p:cNvPr>
          <p:cNvGrpSpPr/>
          <p:nvPr/>
        </p:nvGrpSpPr>
        <p:grpSpPr>
          <a:xfrm>
            <a:off x="423962" y="4377983"/>
            <a:ext cx="3429376" cy="557747"/>
            <a:chOff x="6718452" y="1719483"/>
            <a:chExt cx="3429376" cy="557747"/>
          </a:xfrm>
        </p:grpSpPr>
        <p:grpSp>
          <p:nvGrpSpPr>
            <p:cNvPr id="128" name="Groupe 127">
              <a:extLst>
                <a:ext uri="{FF2B5EF4-FFF2-40B4-BE49-F238E27FC236}">
                  <a16:creationId xmlns:a16="http://schemas.microsoft.com/office/drawing/2014/main" id="{17A7D191-7F17-5B9D-44EF-B252D3312904}"/>
                </a:ext>
              </a:extLst>
            </p:cNvPr>
            <p:cNvGrpSpPr/>
            <p:nvPr/>
          </p:nvGrpSpPr>
          <p:grpSpPr>
            <a:xfrm>
              <a:off x="6718452" y="1719483"/>
              <a:ext cx="3429376" cy="557747"/>
              <a:chOff x="5346700" y="1873408"/>
              <a:chExt cx="3429376" cy="557747"/>
            </a:xfrm>
          </p:grpSpPr>
          <p:sp>
            <p:nvSpPr>
              <p:cNvPr id="130" name="Rectangle : coins arrondis 129">
                <a:extLst>
                  <a:ext uri="{FF2B5EF4-FFF2-40B4-BE49-F238E27FC236}">
                    <a16:creationId xmlns:a16="http://schemas.microsoft.com/office/drawing/2014/main" id="{6D272080-352A-E6CB-2E80-40DB56A429E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71271957-1588-5FE6-88BB-51F2B52F1FD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Se prépare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des pages « Prochains combats » et « Se Prépare ».</a:t>
                </a:r>
              </a:p>
            </p:txBody>
          </p:sp>
          <p:cxnSp>
            <p:nvCxnSpPr>
              <p:cNvPr id="132" name="Connecteur droit 131">
                <a:extLst>
                  <a:ext uri="{FF2B5EF4-FFF2-40B4-BE49-F238E27FC236}">
                    <a16:creationId xmlns:a16="http://schemas.microsoft.com/office/drawing/2014/main" id="{C71C9DE2-5BD3-0B5D-375D-4F3B1A1EC09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9" name="Ellipse 128">
              <a:extLst>
                <a:ext uri="{FF2B5EF4-FFF2-40B4-BE49-F238E27FC236}">
                  <a16:creationId xmlns:a16="http://schemas.microsoft.com/office/drawing/2014/main" id="{563DBA31-BA3D-2400-747D-B912A678A38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33" name="Groupe 132">
            <a:extLst>
              <a:ext uri="{FF2B5EF4-FFF2-40B4-BE49-F238E27FC236}">
                <a16:creationId xmlns:a16="http://schemas.microsoft.com/office/drawing/2014/main" id="{A9906615-7383-2036-782A-A583D82E92D1}"/>
              </a:ext>
            </a:extLst>
          </p:cNvPr>
          <p:cNvGrpSpPr/>
          <p:nvPr/>
        </p:nvGrpSpPr>
        <p:grpSpPr>
          <a:xfrm>
            <a:off x="423962" y="5086774"/>
            <a:ext cx="3429376" cy="649675"/>
            <a:chOff x="6718452" y="1721155"/>
            <a:chExt cx="3429376" cy="649675"/>
          </a:xfrm>
        </p:grpSpPr>
        <p:grpSp>
          <p:nvGrpSpPr>
            <p:cNvPr id="134" name="Groupe 133">
              <a:extLst>
                <a:ext uri="{FF2B5EF4-FFF2-40B4-BE49-F238E27FC236}">
                  <a16:creationId xmlns:a16="http://schemas.microsoft.com/office/drawing/2014/main" id="{8C1FF18D-3940-80AE-AC8B-F24C7168F605}"/>
                </a:ext>
              </a:extLst>
            </p:cNvPr>
            <p:cNvGrpSpPr/>
            <p:nvPr/>
          </p:nvGrpSpPr>
          <p:grpSpPr>
            <a:xfrm>
              <a:off x="6718452" y="1721155"/>
              <a:ext cx="3429376" cy="649675"/>
              <a:chOff x="5346700" y="1875080"/>
              <a:chExt cx="3429376" cy="649675"/>
            </a:xfrm>
          </p:grpSpPr>
          <p:sp>
            <p:nvSpPr>
              <p:cNvPr id="136" name="Rectangle : coins arrondis 135">
                <a:extLst>
                  <a:ext uri="{FF2B5EF4-FFF2-40B4-BE49-F238E27FC236}">
                    <a16:creationId xmlns:a16="http://schemas.microsoft.com/office/drawing/2014/main" id="{69F02689-C4A5-C0EA-A3FE-49F3FF6323E1}"/>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52DFDB4D-0F15-785C-3101-9A7C445F2EC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maximum de combats à afficher dans la chambre d’appel (uniquement si Publier Prochains Combats).</a:t>
                </a:r>
              </a:p>
            </p:txBody>
          </p:sp>
          <p:cxnSp>
            <p:nvCxnSpPr>
              <p:cNvPr id="138" name="Connecteur droit 137">
                <a:extLst>
                  <a:ext uri="{FF2B5EF4-FFF2-40B4-BE49-F238E27FC236}">
                    <a16:creationId xmlns:a16="http://schemas.microsoft.com/office/drawing/2014/main" id="{D1AF447F-37F4-58A7-378E-1E22C1AD55D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5" name="Ellipse 134">
              <a:extLst>
                <a:ext uri="{FF2B5EF4-FFF2-40B4-BE49-F238E27FC236}">
                  <a16:creationId xmlns:a16="http://schemas.microsoft.com/office/drawing/2014/main" id="{386629DA-11F0-2199-7A61-8FD9AD666AB9}"/>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39" name="Groupe 138">
            <a:extLst>
              <a:ext uri="{FF2B5EF4-FFF2-40B4-BE49-F238E27FC236}">
                <a16:creationId xmlns:a16="http://schemas.microsoft.com/office/drawing/2014/main" id="{4B133A55-796B-0479-FE6E-894A13567572}"/>
              </a:ext>
            </a:extLst>
          </p:cNvPr>
          <p:cNvGrpSpPr/>
          <p:nvPr/>
        </p:nvGrpSpPr>
        <p:grpSpPr>
          <a:xfrm>
            <a:off x="8286656" y="5132738"/>
            <a:ext cx="3429376" cy="557747"/>
            <a:chOff x="6718452" y="1719483"/>
            <a:chExt cx="3429376" cy="557747"/>
          </a:xfrm>
        </p:grpSpPr>
        <p:grpSp>
          <p:nvGrpSpPr>
            <p:cNvPr id="140" name="Groupe 139">
              <a:extLst>
                <a:ext uri="{FF2B5EF4-FFF2-40B4-BE49-F238E27FC236}">
                  <a16:creationId xmlns:a16="http://schemas.microsoft.com/office/drawing/2014/main" id="{E42A5219-43E3-753D-3E69-F7C8591A0DD5}"/>
                </a:ext>
              </a:extLst>
            </p:cNvPr>
            <p:cNvGrpSpPr/>
            <p:nvPr/>
          </p:nvGrpSpPr>
          <p:grpSpPr>
            <a:xfrm>
              <a:off x="6718452" y="1719483"/>
              <a:ext cx="3429376" cy="557747"/>
              <a:chOff x="5346700" y="1873408"/>
              <a:chExt cx="3429376" cy="557747"/>
            </a:xfrm>
          </p:grpSpPr>
          <p:sp>
            <p:nvSpPr>
              <p:cNvPr id="142" name="Rectangle : coins arrondis 141">
                <a:extLst>
                  <a:ext uri="{FF2B5EF4-FFF2-40B4-BE49-F238E27FC236}">
                    <a16:creationId xmlns:a16="http://schemas.microsoft.com/office/drawing/2014/main" id="{A8BB8A8C-8739-6609-ACB0-D5C2F885127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3" name="Rectangle : coins arrondis 142">
                <a:extLst>
                  <a:ext uri="{FF2B5EF4-FFF2-40B4-BE49-F238E27FC236}">
                    <a16:creationId xmlns:a16="http://schemas.microsoft.com/office/drawing/2014/main" id="{E8A43EF3-E6A7-C8DE-7910-46D472D7820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 la page d’affectation des tapis.</a:t>
                </a:r>
              </a:p>
            </p:txBody>
          </p:sp>
          <p:cxnSp>
            <p:nvCxnSpPr>
              <p:cNvPr id="144" name="Connecteur droit 143">
                <a:extLst>
                  <a:ext uri="{FF2B5EF4-FFF2-40B4-BE49-F238E27FC236}">
                    <a16:creationId xmlns:a16="http://schemas.microsoft.com/office/drawing/2014/main" id="{12B4C7E3-F57D-7DBA-0987-045EC0E50BA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1" name="Ellipse 140">
              <a:extLst>
                <a:ext uri="{FF2B5EF4-FFF2-40B4-BE49-F238E27FC236}">
                  <a16:creationId xmlns:a16="http://schemas.microsoft.com/office/drawing/2014/main" id="{3CECCCC8-6981-9B17-AFB8-A4EE9989385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45" name="Groupe 144">
            <a:extLst>
              <a:ext uri="{FF2B5EF4-FFF2-40B4-BE49-F238E27FC236}">
                <a16:creationId xmlns:a16="http://schemas.microsoft.com/office/drawing/2014/main" id="{36743571-92F5-B622-E7F0-5F1AB2671C82}"/>
              </a:ext>
            </a:extLst>
          </p:cNvPr>
          <p:cNvGrpSpPr/>
          <p:nvPr/>
        </p:nvGrpSpPr>
        <p:grpSpPr>
          <a:xfrm>
            <a:off x="4381312" y="5086774"/>
            <a:ext cx="3429376" cy="649675"/>
            <a:chOff x="6718452" y="1721155"/>
            <a:chExt cx="3429376" cy="649675"/>
          </a:xfrm>
        </p:grpSpPr>
        <p:grpSp>
          <p:nvGrpSpPr>
            <p:cNvPr id="146" name="Groupe 145">
              <a:extLst>
                <a:ext uri="{FF2B5EF4-FFF2-40B4-BE49-F238E27FC236}">
                  <a16:creationId xmlns:a16="http://schemas.microsoft.com/office/drawing/2014/main" id="{502CEC63-CBC7-1061-FB9A-14D4BB476D29}"/>
                </a:ext>
              </a:extLst>
            </p:cNvPr>
            <p:cNvGrpSpPr/>
            <p:nvPr/>
          </p:nvGrpSpPr>
          <p:grpSpPr>
            <a:xfrm>
              <a:off x="6718452" y="1721155"/>
              <a:ext cx="3429376" cy="649675"/>
              <a:chOff x="5346700" y="1875080"/>
              <a:chExt cx="3429376" cy="649675"/>
            </a:xfrm>
          </p:grpSpPr>
          <p:sp>
            <p:nvSpPr>
              <p:cNvPr id="148" name="Rectangle : coins arrondis 147">
                <a:extLst>
                  <a:ext uri="{FF2B5EF4-FFF2-40B4-BE49-F238E27FC236}">
                    <a16:creationId xmlns:a16="http://schemas.microsoft.com/office/drawing/2014/main" id="{900E268E-5258-FCEA-29E8-8ACE2654379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076161FE-5941-044E-CA23-0E074419C96C}"/>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Message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Message affiché en entête des pages de la chambre d’appel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Publier Prochains Combats)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50" name="Connecteur droit 149">
                <a:extLst>
                  <a:ext uri="{FF2B5EF4-FFF2-40B4-BE49-F238E27FC236}">
                    <a16:creationId xmlns:a16="http://schemas.microsoft.com/office/drawing/2014/main" id="{98921EDF-E9C6-D3E9-8585-0AEB728D9B42}"/>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7" name="Ellipse 146">
              <a:extLst>
                <a:ext uri="{FF2B5EF4-FFF2-40B4-BE49-F238E27FC236}">
                  <a16:creationId xmlns:a16="http://schemas.microsoft.com/office/drawing/2014/main" id="{33CD0BDA-1D3A-C723-5318-50788DFCDC44}"/>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34" name="Groupe 233">
            <a:extLst>
              <a:ext uri="{FF2B5EF4-FFF2-40B4-BE49-F238E27FC236}">
                <a16:creationId xmlns:a16="http://schemas.microsoft.com/office/drawing/2014/main" id="{C586CD10-EA34-6051-4E72-25DAD46C3A34}"/>
              </a:ext>
            </a:extLst>
          </p:cNvPr>
          <p:cNvGrpSpPr/>
          <p:nvPr/>
        </p:nvGrpSpPr>
        <p:grpSpPr>
          <a:xfrm>
            <a:off x="4793544" y="1358959"/>
            <a:ext cx="6193973" cy="3316018"/>
            <a:chOff x="5114688" y="1858638"/>
            <a:chExt cx="6193973" cy="3316018"/>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2"/>
            <a:stretch>
              <a:fillRect/>
            </a:stretch>
          </p:blipFill>
          <p:spPr>
            <a:xfrm>
              <a:off x="5741793" y="2232696"/>
              <a:ext cx="5566868" cy="2941960"/>
            </a:xfrm>
            <a:prstGeom prst="rect">
              <a:avLst/>
            </a:prstGeom>
          </p:spPr>
        </p:pic>
        <p:sp>
          <p:nvSpPr>
            <p:cNvPr id="15" name="Rectangle 14">
              <a:extLst>
                <a:ext uri="{FF2B5EF4-FFF2-40B4-BE49-F238E27FC236}">
                  <a16:creationId xmlns:a16="http://schemas.microsoft.com/office/drawing/2014/main" id="{E9153225-C288-7FCC-F388-73E38547448A}"/>
                </a:ext>
              </a:extLst>
            </p:cNvPr>
            <p:cNvSpPr/>
            <p:nvPr/>
          </p:nvSpPr>
          <p:spPr>
            <a:xfrm>
              <a:off x="5873897" y="3169862"/>
              <a:ext cx="1595329"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2" name="Rectangle 41">
              <a:extLst>
                <a:ext uri="{FF2B5EF4-FFF2-40B4-BE49-F238E27FC236}">
                  <a16:creationId xmlns:a16="http://schemas.microsoft.com/office/drawing/2014/main" id="{392E24C3-B309-9334-FCD7-BBD75428814D}"/>
                </a:ext>
              </a:extLst>
            </p:cNvPr>
            <p:cNvSpPr/>
            <p:nvPr/>
          </p:nvSpPr>
          <p:spPr>
            <a:xfrm>
              <a:off x="7138380" y="2859639"/>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E625D191-2E31-5529-9351-E007755704D5}"/>
                </a:ext>
              </a:extLst>
            </p:cNvPr>
            <p:cNvSpPr/>
            <p:nvPr/>
          </p:nvSpPr>
          <p:spPr>
            <a:xfrm>
              <a:off x="9794315" y="2862340"/>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0" name="Rectangle 49">
              <a:extLst>
                <a:ext uri="{FF2B5EF4-FFF2-40B4-BE49-F238E27FC236}">
                  <a16:creationId xmlns:a16="http://schemas.microsoft.com/office/drawing/2014/main" id="{1E57437B-90B0-1ED4-58EA-64407BB78E64}"/>
                </a:ext>
              </a:extLst>
            </p:cNvPr>
            <p:cNvSpPr/>
            <p:nvPr/>
          </p:nvSpPr>
          <p:spPr>
            <a:xfrm>
              <a:off x="6104397" y="4167066"/>
              <a:ext cx="2224496"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1" name="Rectangle 50">
              <a:extLst>
                <a:ext uri="{FF2B5EF4-FFF2-40B4-BE49-F238E27FC236}">
                  <a16:creationId xmlns:a16="http://schemas.microsoft.com/office/drawing/2014/main" id="{68DF92B2-1BEE-757A-5590-EE08ABAF9EE2}"/>
                </a:ext>
              </a:extLst>
            </p:cNvPr>
            <p:cNvSpPr/>
            <p:nvPr/>
          </p:nvSpPr>
          <p:spPr>
            <a:xfrm>
              <a:off x="5873897" y="3549752"/>
              <a:ext cx="1486308" cy="18208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4D4F3FE2-510F-CED8-151C-ED5C69A87CA9}"/>
                </a:ext>
              </a:extLst>
            </p:cNvPr>
            <p:cNvSpPr/>
            <p:nvPr/>
          </p:nvSpPr>
          <p:spPr>
            <a:xfrm>
              <a:off x="6038480" y="3338223"/>
              <a:ext cx="2224496"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109D0BBB-BE8B-0ECE-2C1C-56337EE5FA15}"/>
                </a:ext>
              </a:extLst>
            </p:cNvPr>
            <p:cNvSpPr/>
            <p:nvPr/>
          </p:nvSpPr>
          <p:spPr>
            <a:xfrm>
              <a:off x="7647026" y="3752953"/>
              <a:ext cx="615950" cy="21701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D71978A2-426C-28A1-518D-D14DD88B67A2}"/>
                </a:ext>
              </a:extLst>
            </p:cNvPr>
            <p:cNvSpPr/>
            <p:nvPr/>
          </p:nvSpPr>
          <p:spPr>
            <a:xfrm>
              <a:off x="5873897" y="4499038"/>
              <a:ext cx="1337219" cy="165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llipse 12">
              <a:extLst>
                <a:ext uri="{FF2B5EF4-FFF2-40B4-BE49-F238E27FC236}">
                  <a16:creationId xmlns:a16="http://schemas.microsoft.com/office/drawing/2014/main" id="{6F358817-5390-2F8F-2737-5862864ECD8D}"/>
                </a:ext>
              </a:extLst>
            </p:cNvPr>
            <p:cNvSpPr>
              <a:spLocks noChangeAspect="1"/>
            </p:cNvSpPr>
            <p:nvPr/>
          </p:nvSpPr>
          <p:spPr>
            <a:xfrm>
              <a:off x="7367937" y="18624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8" name="Connecteur droit avec flèche 17">
              <a:extLst>
                <a:ext uri="{FF2B5EF4-FFF2-40B4-BE49-F238E27FC236}">
                  <a16:creationId xmlns:a16="http://schemas.microsoft.com/office/drawing/2014/main" id="{D81587AA-B997-2BA7-49A6-81D91132EE27}"/>
                </a:ext>
              </a:extLst>
            </p:cNvPr>
            <p:cNvCxnSpPr>
              <a:cxnSpLocks/>
              <a:stCxn id="13" idx="4"/>
              <a:endCxn id="42" idx="0"/>
            </p:cNvCxnSpPr>
            <p:nvPr/>
          </p:nvCxnSpPr>
          <p:spPr>
            <a:xfrm>
              <a:off x="7511937" y="2150416"/>
              <a:ext cx="0" cy="7092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186E6100-3362-41E5-A6CC-66684C4AE5CE}"/>
                </a:ext>
              </a:extLst>
            </p:cNvPr>
            <p:cNvSpPr>
              <a:spLocks noChangeAspect="1"/>
            </p:cNvSpPr>
            <p:nvPr/>
          </p:nvSpPr>
          <p:spPr>
            <a:xfrm>
              <a:off x="10023872" y="1858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FBCDDC62-0363-5C02-3D06-16CCE2607829}"/>
                </a:ext>
              </a:extLst>
            </p:cNvPr>
            <p:cNvCxnSpPr>
              <a:cxnSpLocks/>
              <a:stCxn id="24" idx="4"/>
              <a:endCxn id="49" idx="0"/>
            </p:cNvCxnSpPr>
            <p:nvPr/>
          </p:nvCxnSpPr>
          <p:spPr>
            <a:xfrm>
              <a:off x="10167872" y="2146638"/>
              <a:ext cx="0" cy="7157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6B9F5450-C26D-CFD2-2496-016457E78E06}"/>
                </a:ext>
              </a:extLst>
            </p:cNvPr>
            <p:cNvSpPr>
              <a:spLocks noChangeAspect="1"/>
            </p:cNvSpPr>
            <p:nvPr/>
          </p:nvSpPr>
          <p:spPr>
            <a:xfrm>
              <a:off x="5406589" y="31088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E66A9F6E-6E52-6322-6BB5-5D8C4C485D28}"/>
                </a:ext>
              </a:extLst>
            </p:cNvPr>
            <p:cNvCxnSpPr>
              <a:cxnSpLocks/>
              <a:stCxn id="67" idx="6"/>
              <a:endCxn id="15" idx="1"/>
            </p:cNvCxnSpPr>
            <p:nvPr/>
          </p:nvCxnSpPr>
          <p:spPr>
            <a:xfrm flipV="1">
              <a:off x="5694589" y="3247650"/>
              <a:ext cx="179308" cy="51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8DD26B31-8F84-5A6C-49D1-C959F7227783}"/>
                </a:ext>
              </a:extLst>
            </p:cNvPr>
            <p:cNvSpPr>
              <a:spLocks noChangeAspect="1"/>
            </p:cNvSpPr>
            <p:nvPr/>
          </p:nvSpPr>
          <p:spPr>
            <a:xfrm>
              <a:off x="5114688" y="32720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70A94AA6-F984-1B7F-3928-795EAF8B3EB9}"/>
                </a:ext>
              </a:extLst>
            </p:cNvPr>
            <p:cNvCxnSpPr>
              <a:cxnSpLocks/>
              <a:stCxn id="73" idx="6"/>
              <a:endCxn id="9" idx="1"/>
            </p:cNvCxnSpPr>
            <p:nvPr/>
          </p:nvCxnSpPr>
          <p:spPr>
            <a:xfrm flipV="1">
              <a:off x="5402688" y="3416011"/>
              <a:ext cx="635792" cy="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5" name="Ellipse 74">
              <a:extLst>
                <a:ext uri="{FF2B5EF4-FFF2-40B4-BE49-F238E27FC236}">
                  <a16:creationId xmlns:a16="http://schemas.microsoft.com/office/drawing/2014/main" id="{E70E37A9-B68C-67E8-A58D-AE3078CDFECD}"/>
                </a:ext>
              </a:extLst>
            </p:cNvPr>
            <p:cNvSpPr>
              <a:spLocks noChangeAspect="1"/>
            </p:cNvSpPr>
            <p:nvPr/>
          </p:nvSpPr>
          <p:spPr>
            <a:xfrm>
              <a:off x="5402688" y="34969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76" name="Connecteur droit avec flèche 75">
              <a:extLst>
                <a:ext uri="{FF2B5EF4-FFF2-40B4-BE49-F238E27FC236}">
                  <a16:creationId xmlns:a16="http://schemas.microsoft.com/office/drawing/2014/main" id="{C9572F27-D4B3-64AC-4130-7996814F350E}"/>
                </a:ext>
              </a:extLst>
            </p:cNvPr>
            <p:cNvCxnSpPr>
              <a:cxnSpLocks/>
              <a:stCxn id="75" idx="6"/>
              <a:endCxn id="51" idx="1"/>
            </p:cNvCxnSpPr>
            <p:nvPr/>
          </p:nvCxnSpPr>
          <p:spPr>
            <a:xfrm flipV="1">
              <a:off x="5690688" y="3640795"/>
              <a:ext cx="183209" cy="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9E3830AC-9B16-9E97-9860-E033060504A3}"/>
                </a:ext>
              </a:extLst>
            </p:cNvPr>
            <p:cNvSpPr>
              <a:spLocks noChangeAspect="1"/>
            </p:cNvSpPr>
            <p:nvPr/>
          </p:nvSpPr>
          <p:spPr>
            <a:xfrm>
              <a:off x="5402688" y="41436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78" name="Connecteur droit avec flèche 77">
              <a:extLst>
                <a:ext uri="{FF2B5EF4-FFF2-40B4-BE49-F238E27FC236}">
                  <a16:creationId xmlns:a16="http://schemas.microsoft.com/office/drawing/2014/main" id="{028DCC52-3FAA-2236-201B-B6ED5E01DB51}"/>
                </a:ext>
              </a:extLst>
            </p:cNvPr>
            <p:cNvCxnSpPr>
              <a:cxnSpLocks/>
              <a:stCxn id="77" idx="6"/>
              <a:endCxn id="50" idx="1"/>
            </p:cNvCxnSpPr>
            <p:nvPr/>
          </p:nvCxnSpPr>
          <p:spPr>
            <a:xfrm flipV="1">
              <a:off x="5690688" y="4284587"/>
              <a:ext cx="413709" cy="303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9" name="Ellipse 78">
              <a:extLst>
                <a:ext uri="{FF2B5EF4-FFF2-40B4-BE49-F238E27FC236}">
                  <a16:creationId xmlns:a16="http://schemas.microsoft.com/office/drawing/2014/main" id="{DDDBC305-428C-2583-EA0D-C2D74AE01AC1}"/>
                </a:ext>
              </a:extLst>
            </p:cNvPr>
            <p:cNvSpPr>
              <a:spLocks noChangeAspect="1"/>
            </p:cNvSpPr>
            <p:nvPr/>
          </p:nvSpPr>
          <p:spPr>
            <a:xfrm>
              <a:off x="5402483" y="445096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80" name="Connecteur droit avec flèche 79">
              <a:extLst>
                <a:ext uri="{FF2B5EF4-FFF2-40B4-BE49-F238E27FC236}">
                  <a16:creationId xmlns:a16="http://schemas.microsoft.com/office/drawing/2014/main" id="{37B94A80-72D1-65D3-72F2-D4130EB982F3}"/>
                </a:ext>
              </a:extLst>
            </p:cNvPr>
            <p:cNvCxnSpPr>
              <a:cxnSpLocks/>
              <a:stCxn id="79" idx="6"/>
              <a:endCxn id="12" idx="1"/>
            </p:cNvCxnSpPr>
            <p:nvPr/>
          </p:nvCxnSpPr>
          <p:spPr>
            <a:xfrm flipV="1">
              <a:off x="5690483" y="4582006"/>
              <a:ext cx="183414" cy="129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58D52932-4EFD-409B-D1B6-97C4543AA256}"/>
                </a:ext>
              </a:extLst>
            </p:cNvPr>
            <p:cNvSpPr>
              <a:spLocks noChangeAspect="1"/>
            </p:cNvSpPr>
            <p:nvPr/>
          </p:nvSpPr>
          <p:spPr>
            <a:xfrm>
              <a:off x="5119020" y="37354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82" name="Connecteur droit avec flèche 81">
              <a:extLst>
                <a:ext uri="{FF2B5EF4-FFF2-40B4-BE49-F238E27FC236}">
                  <a16:creationId xmlns:a16="http://schemas.microsoft.com/office/drawing/2014/main" id="{75721FED-254E-4D42-CD01-D86E287FA0A7}"/>
                </a:ext>
              </a:extLst>
            </p:cNvPr>
            <p:cNvCxnSpPr>
              <a:cxnSpLocks/>
              <a:stCxn id="81" idx="6"/>
              <a:endCxn id="10" idx="1"/>
            </p:cNvCxnSpPr>
            <p:nvPr/>
          </p:nvCxnSpPr>
          <p:spPr>
            <a:xfrm flipV="1">
              <a:off x="5407020" y="3861458"/>
              <a:ext cx="224000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54442" y="637943"/>
            <a:ext cx="10798473" cy="528400"/>
          </a:xfrm>
        </p:spPr>
        <p:txBody>
          <a:bodyPr/>
          <a:lstStyle/>
          <a:p>
            <a:r>
              <a:rPr lang="fr-FR" cap="all" noProof="0" dirty="0"/>
              <a:t>é</a:t>
            </a:r>
            <a:r>
              <a:rPr lang="fr-FR" noProof="0" dirty="0"/>
              <a:t>cran de Configuration – génération Coachs &amp; Public (2/2)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grpSp>
        <p:nvGrpSpPr>
          <p:cNvPr id="157" name="Groupe 156">
            <a:extLst>
              <a:ext uri="{FF2B5EF4-FFF2-40B4-BE49-F238E27FC236}">
                <a16:creationId xmlns:a16="http://schemas.microsoft.com/office/drawing/2014/main" id="{2B37C4CF-8E98-33F5-ADCD-F614CC0DD4EF}"/>
              </a:ext>
            </a:extLst>
          </p:cNvPr>
          <p:cNvGrpSpPr/>
          <p:nvPr/>
        </p:nvGrpSpPr>
        <p:grpSpPr>
          <a:xfrm>
            <a:off x="813679" y="1491554"/>
            <a:ext cx="3429376" cy="557747"/>
            <a:chOff x="6718452" y="1719483"/>
            <a:chExt cx="3429376" cy="557747"/>
          </a:xfrm>
        </p:grpSpPr>
        <p:grpSp>
          <p:nvGrpSpPr>
            <p:cNvPr id="158" name="Groupe 157">
              <a:extLst>
                <a:ext uri="{FF2B5EF4-FFF2-40B4-BE49-F238E27FC236}">
                  <a16:creationId xmlns:a16="http://schemas.microsoft.com/office/drawing/2014/main" id="{34799D73-45AB-B84F-7977-3D892E221490}"/>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45114AA9-C450-3EA6-D021-00298E70136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3095FE96-C546-317B-8541-6FE922DB5BC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par défaut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Si coché, active l’actualisation du client par défaut.</a:t>
                </a:r>
              </a:p>
            </p:txBody>
          </p:sp>
          <p:cxnSp>
            <p:nvCxnSpPr>
              <p:cNvPr id="162" name="Connecteur droit 161">
                <a:extLst>
                  <a:ext uri="{FF2B5EF4-FFF2-40B4-BE49-F238E27FC236}">
                    <a16:creationId xmlns:a16="http://schemas.microsoft.com/office/drawing/2014/main" id="{7E6DDE9E-D1CC-F254-EDCE-58E1C2E3525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8B55AD09-B347-7F44-7173-F89B49EBBFA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3" name="Groupe 2">
            <a:extLst>
              <a:ext uri="{FF2B5EF4-FFF2-40B4-BE49-F238E27FC236}">
                <a16:creationId xmlns:a16="http://schemas.microsoft.com/office/drawing/2014/main" id="{C67493DA-61FF-5B43-139C-C07F7F9F3FFA}"/>
              </a:ext>
            </a:extLst>
          </p:cNvPr>
          <p:cNvGrpSpPr/>
          <p:nvPr/>
        </p:nvGrpSpPr>
        <p:grpSpPr>
          <a:xfrm>
            <a:off x="5321296" y="1858778"/>
            <a:ext cx="6253071" cy="2941960"/>
            <a:chOff x="2745304" y="1944415"/>
            <a:chExt cx="6253071" cy="2941960"/>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4"/>
            <a:stretch>
              <a:fillRect/>
            </a:stretch>
          </p:blipFill>
          <p:spPr>
            <a:xfrm>
              <a:off x="2745304" y="1944415"/>
              <a:ext cx="5566868" cy="2941960"/>
            </a:xfrm>
            <a:prstGeom prst="rect">
              <a:avLst/>
            </a:prstGeom>
          </p:spPr>
        </p:pic>
        <p:sp>
          <p:nvSpPr>
            <p:cNvPr id="19" name="Rectangle 18">
              <a:extLst>
                <a:ext uri="{FF2B5EF4-FFF2-40B4-BE49-F238E27FC236}">
                  <a16:creationId xmlns:a16="http://schemas.microsoft.com/office/drawing/2014/main" id="{9CCE19E7-ED1D-8F5D-49AC-DBB65BBBC6C1}"/>
                </a:ext>
              </a:extLst>
            </p:cNvPr>
            <p:cNvSpPr/>
            <p:nvPr/>
          </p:nvSpPr>
          <p:spPr>
            <a:xfrm flipH="1">
              <a:off x="5483774" y="2861752"/>
              <a:ext cx="1670785" cy="19523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Rectangle 51">
              <a:extLst>
                <a:ext uri="{FF2B5EF4-FFF2-40B4-BE49-F238E27FC236}">
                  <a16:creationId xmlns:a16="http://schemas.microsoft.com/office/drawing/2014/main" id="{7696FB3D-A0E1-12E7-2FDC-671007968BDC}"/>
                </a:ext>
              </a:extLst>
            </p:cNvPr>
            <p:cNvSpPr/>
            <p:nvPr/>
          </p:nvSpPr>
          <p:spPr>
            <a:xfrm flipH="1">
              <a:off x="5479795" y="3284013"/>
              <a:ext cx="1205913" cy="1595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Rectangle 52">
              <a:extLst>
                <a:ext uri="{FF2B5EF4-FFF2-40B4-BE49-F238E27FC236}">
                  <a16:creationId xmlns:a16="http://schemas.microsoft.com/office/drawing/2014/main" id="{71614B84-A0A5-AA11-FCAB-E17EA539F808}"/>
                </a:ext>
              </a:extLst>
            </p:cNvPr>
            <p:cNvSpPr/>
            <p:nvPr/>
          </p:nvSpPr>
          <p:spPr>
            <a:xfrm flipH="1">
              <a:off x="5669764" y="3482871"/>
              <a:ext cx="1015944" cy="1488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15632ED1-A554-CC8C-F5C6-0690CD6CABA3}"/>
                </a:ext>
              </a:extLst>
            </p:cNvPr>
            <p:cNvSpPr/>
            <p:nvPr/>
          </p:nvSpPr>
          <p:spPr>
            <a:xfrm flipH="1">
              <a:off x="5669765" y="3662850"/>
              <a:ext cx="1318026" cy="14265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Rectangle 54">
              <a:extLst>
                <a:ext uri="{FF2B5EF4-FFF2-40B4-BE49-F238E27FC236}">
                  <a16:creationId xmlns:a16="http://schemas.microsoft.com/office/drawing/2014/main" id="{0FEB7E60-21A1-0B96-A4C5-DD072130EF2D}"/>
                </a:ext>
              </a:extLst>
            </p:cNvPr>
            <p:cNvSpPr/>
            <p:nvPr/>
          </p:nvSpPr>
          <p:spPr>
            <a:xfrm flipH="1">
              <a:off x="5669764" y="3836471"/>
              <a:ext cx="2287533" cy="1381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6" name="Rectangle 55">
              <a:extLst>
                <a:ext uri="{FF2B5EF4-FFF2-40B4-BE49-F238E27FC236}">
                  <a16:creationId xmlns:a16="http://schemas.microsoft.com/office/drawing/2014/main" id="{0ABB9F11-3096-40E0-B9BB-88BE32CB50D7}"/>
                </a:ext>
              </a:extLst>
            </p:cNvPr>
            <p:cNvSpPr/>
            <p:nvPr/>
          </p:nvSpPr>
          <p:spPr>
            <a:xfrm flipH="1">
              <a:off x="5668511" y="4007934"/>
              <a:ext cx="1670787" cy="14523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05B51E8D-4FC7-2A36-EE93-AA6B6A0A6DB9}"/>
                </a:ext>
              </a:extLst>
            </p:cNvPr>
            <p:cNvSpPr/>
            <p:nvPr/>
          </p:nvSpPr>
          <p:spPr>
            <a:xfrm flipH="1">
              <a:off x="5479795" y="4208305"/>
              <a:ext cx="1117811" cy="1837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3" name="Ellipse 162">
              <a:extLst>
                <a:ext uri="{FF2B5EF4-FFF2-40B4-BE49-F238E27FC236}">
                  <a16:creationId xmlns:a16="http://schemas.microsoft.com/office/drawing/2014/main" id="{20ED75DB-4E87-2A48-5424-B40E5FD99EFA}"/>
                </a:ext>
              </a:extLst>
            </p:cNvPr>
            <p:cNvSpPr>
              <a:spLocks noChangeAspect="1"/>
            </p:cNvSpPr>
            <p:nvPr/>
          </p:nvSpPr>
          <p:spPr>
            <a:xfrm>
              <a:off x="8351859" y="281536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64" name="Connecteur droit avec flèche 163">
              <a:extLst>
                <a:ext uri="{FF2B5EF4-FFF2-40B4-BE49-F238E27FC236}">
                  <a16:creationId xmlns:a16="http://schemas.microsoft.com/office/drawing/2014/main" id="{B1BE6392-9D4F-581A-8685-74C8E1466708}"/>
                </a:ext>
              </a:extLst>
            </p:cNvPr>
            <p:cNvCxnSpPr>
              <a:cxnSpLocks/>
              <a:stCxn id="163" idx="2"/>
              <a:endCxn id="19" idx="1"/>
            </p:cNvCxnSpPr>
            <p:nvPr/>
          </p:nvCxnSpPr>
          <p:spPr>
            <a:xfrm flipH="1">
              <a:off x="7154559" y="2959368"/>
              <a:ext cx="119730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7" name="Ellipse 166">
              <a:extLst>
                <a:ext uri="{FF2B5EF4-FFF2-40B4-BE49-F238E27FC236}">
                  <a16:creationId xmlns:a16="http://schemas.microsoft.com/office/drawing/2014/main" id="{E6A2DD90-DDD6-B48E-B19F-31D5A9ED1627}"/>
                </a:ext>
              </a:extLst>
            </p:cNvPr>
            <p:cNvSpPr>
              <a:spLocks noChangeAspect="1"/>
            </p:cNvSpPr>
            <p:nvPr/>
          </p:nvSpPr>
          <p:spPr>
            <a:xfrm>
              <a:off x="8350415" y="32234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68" name="Connecteur droit avec flèche 167">
              <a:extLst>
                <a:ext uri="{FF2B5EF4-FFF2-40B4-BE49-F238E27FC236}">
                  <a16:creationId xmlns:a16="http://schemas.microsoft.com/office/drawing/2014/main" id="{69B74031-D696-7894-18CE-9326D1674594}"/>
                </a:ext>
              </a:extLst>
            </p:cNvPr>
            <p:cNvCxnSpPr>
              <a:cxnSpLocks/>
              <a:stCxn id="167" idx="2"/>
              <a:endCxn id="52" idx="1"/>
            </p:cNvCxnSpPr>
            <p:nvPr/>
          </p:nvCxnSpPr>
          <p:spPr>
            <a:xfrm flipH="1" flipV="1">
              <a:off x="6685708" y="3363785"/>
              <a:ext cx="1664707" cy="364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9" name="Ellipse 168">
              <a:extLst>
                <a:ext uri="{FF2B5EF4-FFF2-40B4-BE49-F238E27FC236}">
                  <a16:creationId xmlns:a16="http://schemas.microsoft.com/office/drawing/2014/main" id="{A385606B-A4B5-F920-1FAB-389F38C4965F}"/>
                </a:ext>
              </a:extLst>
            </p:cNvPr>
            <p:cNvSpPr>
              <a:spLocks noChangeAspect="1"/>
            </p:cNvSpPr>
            <p:nvPr/>
          </p:nvSpPr>
          <p:spPr>
            <a:xfrm>
              <a:off x="8683021" y="340145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70" name="Connecteur droit avec flèche 169">
              <a:extLst>
                <a:ext uri="{FF2B5EF4-FFF2-40B4-BE49-F238E27FC236}">
                  <a16:creationId xmlns:a16="http://schemas.microsoft.com/office/drawing/2014/main" id="{B1BC815C-B621-6881-551F-6B87B1B5CC35}"/>
                </a:ext>
              </a:extLst>
            </p:cNvPr>
            <p:cNvCxnSpPr>
              <a:cxnSpLocks/>
              <a:stCxn id="169" idx="2"/>
              <a:endCxn id="53" idx="1"/>
            </p:cNvCxnSpPr>
            <p:nvPr/>
          </p:nvCxnSpPr>
          <p:spPr>
            <a:xfrm flipH="1">
              <a:off x="6685708" y="3545456"/>
              <a:ext cx="199731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1" name="Ellipse 170">
              <a:extLst>
                <a:ext uri="{FF2B5EF4-FFF2-40B4-BE49-F238E27FC236}">
                  <a16:creationId xmlns:a16="http://schemas.microsoft.com/office/drawing/2014/main" id="{B902E154-ACF7-3D1E-DFE8-438F015A12C9}"/>
                </a:ext>
              </a:extLst>
            </p:cNvPr>
            <p:cNvSpPr>
              <a:spLocks noChangeAspect="1"/>
            </p:cNvSpPr>
            <p:nvPr/>
          </p:nvSpPr>
          <p:spPr>
            <a:xfrm>
              <a:off x="8345609" y="35846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72" name="Connecteur droit avec flèche 171">
              <a:extLst>
                <a:ext uri="{FF2B5EF4-FFF2-40B4-BE49-F238E27FC236}">
                  <a16:creationId xmlns:a16="http://schemas.microsoft.com/office/drawing/2014/main" id="{BCB38D7B-057E-C576-8002-A450B5A5545C}"/>
                </a:ext>
              </a:extLst>
            </p:cNvPr>
            <p:cNvCxnSpPr>
              <a:cxnSpLocks/>
              <a:stCxn id="171" idx="2"/>
              <a:endCxn id="54" idx="1"/>
            </p:cNvCxnSpPr>
            <p:nvPr/>
          </p:nvCxnSpPr>
          <p:spPr>
            <a:xfrm flipH="1">
              <a:off x="6987791" y="3728647"/>
              <a:ext cx="135781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3" name="Ellipse 172">
              <a:extLst>
                <a:ext uri="{FF2B5EF4-FFF2-40B4-BE49-F238E27FC236}">
                  <a16:creationId xmlns:a16="http://schemas.microsoft.com/office/drawing/2014/main" id="{49EFB556-43E5-55BF-0A1A-39361C767921}"/>
                </a:ext>
              </a:extLst>
            </p:cNvPr>
            <p:cNvSpPr>
              <a:spLocks noChangeAspect="1"/>
            </p:cNvSpPr>
            <p:nvPr/>
          </p:nvSpPr>
          <p:spPr>
            <a:xfrm>
              <a:off x="8682418" y="37612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74" name="Connecteur droit avec flèche 173">
              <a:extLst>
                <a:ext uri="{FF2B5EF4-FFF2-40B4-BE49-F238E27FC236}">
                  <a16:creationId xmlns:a16="http://schemas.microsoft.com/office/drawing/2014/main" id="{62D94235-2E09-0ED5-36C5-BFDB7C2480D0}"/>
                </a:ext>
              </a:extLst>
            </p:cNvPr>
            <p:cNvCxnSpPr>
              <a:cxnSpLocks/>
              <a:stCxn id="173" idx="2"/>
              <a:endCxn id="55" idx="1"/>
            </p:cNvCxnSpPr>
            <p:nvPr/>
          </p:nvCxnSpPr>
          <p:spPr>
            <a:xfrm flipH="1">
              <a:off x="7957297" y="3905214"/>
              <a:ext cx="725121" cy="31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3B7B392C-A02C-1615-BB0D-8C642B671DE0}"/>
                </a:ext>
              </a:extLst>
            </p:cNvPr>
            <p:cNvSpPr>
              <a:spLocks noChangeAspect="1"/>
            </p:cNvSpPr>
            <p:nvPr/>
          </p:nvSpPr>
          <p:spPr>
            <a:xfrm>
              <a:off x="8350415" y="39413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76" name="Connecteur droit avec flèche 175">
              <a:extLst>
                <a:ext uri="{FF2B5EF4-FFF2-40B4-BE49-F238E27FC236}">
                  <a16:creationId xmlns:a16="http://schemas.microsoft.com/office/drawing/2014/main" id="{C187797E-08D3-BC75-0C19-6028503D4EB1}"/>
                </a:ext>
              </a:extLst>
            </p:cNvPr>
            <p:cNvCxnSpPr>
              <a:cxnSpLocks/>
              <a:stCxn id="175" idx="2"/>
              <a:endCxn id="56" idx="1"/>
            </p:cNvCxnSpPr>
            <p:nvPr/>
          </p:nvCxnSpPr>
          <p:spPr>
            <a:xfrm flipH="1" flipV="1">
              <a:off x="7339298" y="4080552"/>
              <a:ext cx="1011117" cy="4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7" name="Ellipse 176">
              <a:extLst>
                <a:ext uri="{FF2B5EF4-FFF2-40B4-BE49-F238E27FC236}">
                  <a16:creationId xmlns:a16="http://schemas.microsoft.com/office/drawing/2014/main" id="{996F90C2-6BEC-69D8-792B-813F364FFD51}"/>
                </a:ext>
              </a:extLst>
            </p:cNvPr>
            <p:cNvSpPr>
              <a:spLocks noChangeAspect="1"/>
            </p:cNvSpPr>
            <p:nvPr/>
          </p:nvSpPr>
          <p:spPr>
            <a:xfrm>
              <a:off x="8710375" y="415620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78" name="Connecteur droit avec flèche 177">
              <a:extLst>
                <a:ext uri="{FF2B5EF4-FFF2-40B4-BE49-F238E27FC236}">
                  <a16:creationId xmlns:a16="http://schemas.microsoft.com/office/drawing/2014/main" id="{729C6D1F-D547-1C6D-91D4-69DF47BF4F4B}"/>
                </a:ext>
              </a:extLst>
            </p:cNvPr>
            <p:cNvCxnSpPr>
              <a:cxnSpLocks/>
            </p:cNvCxnSpPr>
            <p:nvPr/>
          </p:nvCxnSpPr>
          <p:spPr>
            <a:xfrm flipH="1">
              <a:off x="6597606" y="4296963"/>
              <a:ext cx="2112769"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97" name="Groupe 196">
            <a:extLst>
              <a:ext uri="{FF2B5EF4-FFF2-40B4-BE49-F238E27FC236}">
                <a16:creationId xmlns:a16="http://schemas.microsoft.com/office/drawing/2014/main" id="{2A2DC0B6-7DC2-DACF-C665-80CF77B7826F}"/>
              </a:ext>
            </a:extLst>
          </p:cNvPr>
          <p:cNvGrpSpPr/>
          <p:nvPr/>
        </p:nvGrpSpPr>
        <p:grpSpPr>
          <a:xfrm>
            <a:off x="813679" y="2203525"/>
            <a:ext cx="3429376" cy="557747"/>
            <a:chOff x="6718452" y="1719483"/>
            <a:chExt cx="3429376" cy="557747"/>
          </a:xfrm>
        </p:grpSpPr>
        <p:grpSp>
          <p:nvGrpSpPr>
            <p:cNvPr id="198" name="Groupe 197">
              <a:extLst>
                <a:ext uri="{FF2B5EF4-FFF2-40B4-BE49-F238E27FC236}">
                  <a16:creationId xmlns:a16="http://schemas.microsoft.com/office/drawing/2014/main" id="{D50A622C-D2A9-E550-C77D-524471B6871D}"/>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97894009-ED9C-F5C9-E923-9193A67CDBC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04E5AD96-8378-0744-F650-9861FAB96E0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judokas engagés.</a:t>
                </a:r>
              </a:p>
            </p:txBody>
          </p:sp>
          <p:cxnSp>
            <p:nvCxnSpPr>
              <p:cNvPr id="202" name="Connecteur droit 201">
                <a:extLst>
                  <a:ext uri="{FF2B5EF4-FFF2-40B4-BE49-F238E27FC236}">
                    <a16:creationId xmlns:a16="http://schemas.microsoft.com/office/drawing/2014/main" id="{9E2FFE94-8687-0958-1EC3-15429397ABF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1E78FDE6-4A75-FBFC-410E-3CA36A0FC34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3" name="Groupe 202">
            <a:extLst>
              <a:ext uri="{FF2B5EF4-FFF2-40B4-BE49-F238E27FC236}">
                <a16:creationId xmlns:a16="http://schemas.microsoft.com/office/drawing/2014/main" id="{99347739-354B-588B-8FCC-5A30E25623AE}"/>
              </a:ext>
            </a:extLst>
          </p:cNvPr>
          <p:cNvGrpSpPr/>
          <p:nvPr/>
        </p:nvGrpSpPr>
        <p:grpSpPr>
          <a:xfrm>
            <a:off x="813679" y="2915496"/>
            <a:ext cx="3429376" cy="557747"/>
            <a:chOff x="6718452" y="1719483"/>
            <a:chExt cx="3429376" cy="557747"/>
          </a:xfrm>
        </p:grpSpPr>
        <p:grpSp>
          <p:nvGrpSpPr>
            <p:cNvPr id="204" name="Groupe 203">
              <a:extLst>
                <a:ext uri="{FF2B5EF4-FFF2-40B4-BE49-F238E27FC236}">
                  <a16:creationId xmlns:a16="http://schemas.microsoft.com/office/drawing/2014/main" id="{C3F1F88C-E92B-55B0-0972-BC7A9837402F}"/>
                </a:ext>
              </a:extLst>
            </p:cNvPr>
            <p:cNvGrpSpPr/>
            <p:nvPr/>
          </p:nvGrpSpPr>
          <p:grpSpPr>
            <a:xfrm>
              <a:off x="6718452" y="1719483"/>
              <a:ext cx="3429376" cy="557747"/>
              <a:chOff x="5346700" y="1873408"/>
              <a:chExt cx="3429376" cy="557747"/>
            </a:xfrm>
          </p:grpSpPr>
          <p:sp>
            <p:nvSpPr>
              <p:cNvPr id="206" name="Rectangle : coins arrondis 205">
                <a:extLst>
                  <a:ext uri="{FF2B5EF4-FFF2-40B4-BE49-F238E27FC236}">
                    <a16:creationId xmlns:a16="http://schemas.microsoft.com/office/drawing/2014/main" id="{4BB2E893-6D04-1792-7C07-21928F4CED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7" name="Rectangle : coins arrondis 206">
                <a:extLst>
                  <a:ext uri="{FF2B5EF4-FFF2-40B4-BE49-F238E27FC236}">
                    <a16:creationId xmlns:a16="http://schemas.microsoft.com/office/drawing/2014/main" id="{5F0B6F9F-A1A1-CA46-A6D9-434EF0C7611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Absents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judokas engagés (présents &amp; absents).</a:t>
                </a:r>
              </a:p>
            </p:txBody>
          </p:sp>
          <p:cxnSp>
            <p:nvCxnSpPr>
              <p:cNvPr id="208" name="Connecteur droit 207">
                <a:extLst>
                  <a:ext uri="{FF2B5EF4-FFF2-40B4-BE49-F238E27FC236}">
                    <a16:creationId xmlns:a16="http://schemas.microsoft.com/office/drawing/2014/main" id="{DA99E404-586A-98F8-14E6-C27E0F2EB09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5" name="Ellipse 204">
              <a:extLst>
                <a:ext uri="{FF2B5EF4-FFF2-40B4-BE49-F238E27FC236}">
                  <a16:creationId xmlns:a16="http://schemas.microsoft.com/office/drawing/2014/main" id="{442606BE-72D8-729E-2DF7-AFAFED9BB3B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9" name="Groupe 208">
            <a:extLst>
              <a:ext uri="{FF2B5EF4-FFF2-40B4-BE49-F238E27FC236}">
                <a16:creationId xmlns:a16="http://schemas.microsoft.com/office/drawing/2014/main" id="{99E96782-8899-9A15-1339-9B7328148207}"/>
              </a:ext>
            </a:extLst>
          </p:cNvPr>
          <p:cNvGrpSpPr/>
          <p:nvPr/>
        </p:nvGrpSpPr>
        <p:grpSpPr>
          <a:xfrm>
            <a:off x="813679" y="3627467"/>
            <a:ext cx="3429376" cy="557747"/>
            <a:chOff x="6718452" y="1719483"/>
            <a:chExt cx="3429376" cy="557747"/>
          </a:xfrm>
        </p:grpSpPr>
        <p:grpSp>
          <p:nvGrpSpPr>
            <p:cNvPr id="210" name="Groupe 209">
              <a:extLst>
                <a:ext uri="{FF2B5EF4-FFF2-40B4-BE49-F238E27FC236}">
                  <a16:creationId xmlns:a16="http://schemas.microsoft.com/office/drawing/2014/main" id="{844473DA-39F6-7D4D-04F4-8F66A8551432}"/>
                </a:ext>
              </a:extLst>
            </p:cNvPr>
            <p:cNvGrpSpPr/>
            <p:nvPr/>
          </p:nvGrpSpPr>
          <p:grpSpPr>
            <a:xfrm>
              <a:off x="6718452" y="1719483"/>
              <a:ext cx="3429376" cy="557747"/>
              <a:chOff x="5346700" y="1873408"/>
              <a:chExt cx="3429376" cy="557747"/>
            </a:xfrm>
          </p:grpSpPr>
          <p:sp>
            <p:nvSpPr>
              <p:cNvPr id="212" name="Rectangle : coins arrondis 211">
                <a:extLst>
                  <a:ext uri="{FF2B5EF4-FFF2-40B4-BE49-F238E27FC236}">
                    <a16:creationId xmlns:a16="http://schemas.microsoft.com/office/drawing/2014/main" id="{93355E5F-D5C4-6CA6-7611-64B6E974DD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3" name="Rectangle : coins arrondis 212">
                <a:extLst>
                  <a:ext uri="{FF2B5EF4-FFF2-40B4-BE49-F238E27FC236}">
                    <a16:creationId xmlns:a16="http://schemas.microsoft.com/office/drawing/2014/main" id="{F0125B7E-8771-3C7C-23D9-B2A3B39DF81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Tous les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combats des judokas (terminés &amp; à venir).</a:t>
                </a:r>
              </a:p>
            </p:txBody>
          </p:sp>
          <p:cxnSp>
            <p:nvCxnSpPr>
              <p:cNvPr id="214" name="Connecteur droit 213">
                <a:extLst>
                  <a:ext uri="{FF2B5EF4-FFF2-40B4-BE49-F238E27FC236}">
                    <a16:creationId xmlns:a16="http://schemas.microsoft.com/office/drawing/2014/main" id="{A726972E-F232-F1A5-D396-ABCE37BA01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1" name="Ellipse 210">
              <a:extLst>
                <a:ext uri="{FF2B5EF4-FFF2-40B4-BE49-F238E27FC236}">
                  <a16:creationId xmlns:a16="http://schemas.microsoft.com/office/drawing/2014/main" id="{B2798C65-CAC4-3EFA-39CC-FAC4F525024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15" name="Groupe 214">
            <a:extLst>
              <a:ext uri="{FF2B5EF4-FFF2-40B4-BE49-F238E27FC236}">
                <a16:creationId xmlns:a16="http://schemas.microsoft.com/office/drawing/2014/main" id="{3D0F39F0-7FA6-64F3-98EC-282CD7996DA5}"/>
              </a:ext>
            </a:extLst>
          </p:cNvPr>
          <p:cNvGrpSpPr/>
          <p:nvPr/>
        </p:nvGrpSpPr>
        <p:grpSpPr>
          <a:xfrm>
            <a:off x="813679" y="4339438"/>
            <a:ext cx="3429376" cy="557747"/>
            <a:chOff x="6718452" y="1719483"/>
            <a:chExt cx="3429376" cy="557747"/>
          </a:xfrm>
        </p:grpSpPr>
        <p:grpSp>
          <p:nvGrpSpPr>
            <p:cNvPr id="216" name="Groupe 215">
              <a:extLst>
                <a:ext uri="{FF2B5EF4-FFF2-40B4-BE49-F238E27FC236}">
                  <a16:creationId xmlns:a16="http://schemas.microsoft.com/office/drawing/2014/main" id="{4BC64BD3-DD69-1D97-1E87-0CC19064146E}"/>
                </a:ext>
              </a:extLst>
            </p:cNvPr>
            <p:cNvGrpSpPr/>
            <p:nvPr/>
          </p:nvGrpSpPr>
          <p:grpSpPr>
            <a:xfrm>
              <a:off x="6718452" y="1719483"/>
              <a:ext cx="3429376" cy="557747"/>
              <a:chOff x="5346700" y="1873408"/>
              <a:chExt cx="3429376" cy="557747"/>
            </a:xfrm>
          </p:grpSpPr>
          <p:sp>
            <p:nvSpPr>
              <p:cNvPr id="218" name="Rectangle : coins arrondis 217">
                <a:extLst>
                  <a:ext uri="{FF2B5EF4-FFF2-40B4-BE49-F238E27FC236}">
                    <a16:creationId xmlns:a16="http://schemas.microsoft.com/office/drawing/2014/main" id="{C15349C1-D03F-864E-C237-40F12B49D2B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2251AC4C-905E-69A1-07AD-3E2E71A1FEB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Scores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les scores dans l’ordre Gagnant/Perdant</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(sinon 1</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judoka)</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20" name="Connecteur droit 219">
                <a:extLst>
                  <a:ext uri="{FF2B5EF4-FFF2-40B4-BE49-F238E27FC236}">
                    <a16:creationId xmlns:a16="http://schemas.microsoft.com/office/drawing/2014/main" id="{22ECDF2F-DA95-747F-CFFE-382D8EB609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7" name="Ellipse 216">
              <a:extLst>
                <a:ext uri="{FF2B5EF4-FFF2-40B4-BE49-F238E27FC236}">
                  <a16:creationId xmlns:a16="http://schemas.microsoft.com/office/drawing/2014/main" id="{0DC724B9-10C2-D1C6-270C-7E1ACB88D8D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21" name="Groupe 220">
            <a:extLst>
              <a:ext uri="{FF2B5EF4-FFF2-40B4-BE49-F238E27FC236}">
                <a16:creationId xmlns:a16="http://schemas.microsoft.com/office/drawing/2014/main" id="{7AF3B3A2-B6B8-AE56-0C89-437445952304}"/>
              </a:ext>
            </a:extLst>
          </p:cNvPr>
          <p:cNvGrpSpPr/>
          <p:nvPr/>
        </p:nvGrpSpPr>
        <p:grpSpPr>
          <a:xfrm>
            <a:off x="813679" y="5051407"/>
            <a:ext cx="3429376" cy="557747"/>
            <a:chOff x="6718452" y="1719483"/>
            <a:chExt cx="3429376" cy="557747"/>
          </a:xfrm>
        </p:grpSpPr>
        <p:grpSp>
          <p:nvGrpSpPr>
            <p:cNvPr id="222" name="Groupe 221">
              <a:extLst>
                <a:ext uri="{FF2B5EF4-FFF2-40B4-BE49-F238E27FC236}">
                  <a16:creationId xmlns:a16="http://schemas.microsoft.com/office/drawing/2014/main" id="{FED23BF2-6CBA-910F-5CEA-4894964242D2}"/>
                </a:ext>
              </a:extLst>
            </p:cNvPr>
            <p:cNvGrpSpPr/>
            <p:nvPr/>
          </p:nvGrpSpPr>
          <p:grpSpPr>
            <a:xfrm>
              <a:off x="6718452" y="1719483"/>
              <a:ext cx="3429376" cy="557747"/>
              <a:chOff x="5346700" y="1873408"/>
              <a:chExt cx="3429376" cy="557747"/>
            </a:xfrm>
          </p:grpSpPr>
          <p:sp>
            <p:nvSpPr>
              <p:cNvPr id="224" name="Rectangle : coins arrondis 223">
                <a:extLst>
                  <a:ext uri="{FF2B5EF4-FFF2-40B4-BE49-F238E27FC236}">
                    <a16:creationId xmlns:a16="http://schemas.microsoft.com/office/drawing/2014/main" id="{F1AC0067-DFCE-8BD3-D0EA-FB544DB63F6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5" name="Rectangle : coins arrondis 224">
                <a:extLst>
                  <a:ext uri="{FF2B5EF4-FFF2-40B4-BE49-F238E27FC236}">
                    <a16:creationId xmlns:a16="http://schemas.microsoft.com/office/drawing/2014/main" id="{17B9F2C1-1245-4158-0BDF-0FF515F64BC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des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position du combat (8</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ème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t>
                </a:r>
              </a:p>
            </p:txBody>
          </p:sp>
          <p:cxnSp>
            <p:nvCxnSpPr>
              <p:cNvPr id="226" name="Connecteur droit 225">
                <a:extLst>
                  <a:ext uri="{FF2B5EF4-FFF2-40B4-BE49-F238E27FC236}">
                    <a16:creationId xmlns:a16="http://schemas.microsoft.com/office/drawing/2014/main" id="{0D55C69E-1201-66A2-D913-875479556D1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3" name="Ellipse 222">
              <a:extLst>
                <a:ext uri="{FF2B5EF4-FFF2-40B4-BE49-F238E27FC236}">
                  <a16:creationId xmlns:a16="http://schemas.microsoft.com/office/drawing/2014/main" id="{7D38B7D8-0067-074E-2BBB-650EB3CB800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7" name="Groupe 226">
            <a:extLst>
              <a:ext uri="{FF2B5EF4-FFF2-40B4-BE49-F238E27FC236}">
                <a16:creationId xmlns:a16="http://schemas.microsoft.com/office/drawing/2014/main" id="{E35F7407-2A08-C244-76B5-6F474111E3EA}"/>
              </a:ext>
            </a:extLst>
          </p:cNvPr>
          <p:cNvGrpSpPr/>
          <p:nvPr/>
        </p:nvGrpSpPr>
        <p:grpSpPr>
          <a:xfrm>
            <a:off x="6529815" y="5056814"/>
            <a:ext cx="3429376" cy="557747"/>
            <a:chOff x="6718452" y="1719483"/>
            <a:chExt cx="3429376" cy="557747"/>
          </a:xfrm>
        </p:grpSpPr>
        <p:grpSp>
          <p:nvGrpSpPr>
            <p:cNvPr id="228" name="Groupe 227">
              <a:extLst>
                <a:ext uri="{FF2B5EF4-FFF2-40B4-BE49-F238E27FC236}">
                  <a16:creationId xmlns:a16="http://schemas.microsoft.com/office/drawing/2014/main" id="{1199378F-7ABA-D5CA-9D25-141E9362C483}"/>
                </a:ext>
              </a:extLst>
            </p:cNvPr>
            <p:cNvGrpSpPr/>
            <p:nvPr/>
          </p:nvGrpSpPr>
          <p:grpSpPr>
            <a:xfrm>
              <a:off x="6718452" y="1719483"/>
              <a:ext cx="3429376" cy="557747"/>
              <a:chOff x="5346700" y="1873408"/>
              <a:chExt cx="3429376" cy="557747"/>
            </a:xfrm>
          </p:grpSpPr>
          <p:sp>
            <p:nvSpPr>
              <p:cNvPr id="230" name="Rectangle : coins arrondis 229">
                <a:extLst>
                  <a:ext uri="{FF2B5EF4-FFF2-40B4-BE49-F238E27FC236}">
                    <a16:creationId xmlns:a16="http://schemas.microsoft.com/office/drawing/2014/main" id="{2E7503B9-01C2-B1D1-1D41-60300A7BB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1" name="Rectangle : coins arrondis 230">
                <a:extLst>
                  <a:ext uri="{FF2B5EF4-FFF2-40B4-BE49-F238E27FC236}">
                    <a16:creationId xmlns:a16="http://schemas.microsoft.com/office/drawing/2014/main" id="{EE222D59-1246-DB04-E55D-A1E4CF03E88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statistiques.</a:t>
                </a:r>
              </a:p>
            </p:txBody>
          </p:sp>
          <p:cxnSp>
            <p:nvCxnSpPr>
              <p:cNvPr id="232" name="Connecteur droit 231">
                <a:extLst>
                  <a:ext uri="{FF2B5EF4-FFF2-40B4-BE49-F238E27FC236}">
                    <a16:creationId xmlns:a16="http://schemas.microsoft.com/office/drawing/2014/main" id="{553BED1E-31C4-6D07-DEC3-D30BFF7176A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9" name="Ellipse 228">
              <a:extLst>
                <a:ext uri="{FF2B5EF4-FFF2-40B4-BE49-F238E27FC236}">
                  <a16:creationId xmlns:a16="http://schemas.microsoft.com/office/drawing/2014/main" id="{01F12BE4-319D-F793-ED99-8FEBC3E0ADC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15</a:t>
              </a:r>
              <a:endParaRPr lang="fr-FR" sz="1600" b="1" noProof="0" dirty="0"/>
            </a:p>
          </p:txBody>
        </p:sp>
      </p:grpSp>
    </p:spTree>
    <p:extLst>
      <p:ext uri="{BB962C8B-B14F-4D97-AF65-F5344CB8AC3E}">
        <p14:creationId xmlns:p14="http://schemas.microsoft.com/office/powerpoint/2010/main" val="3235933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0" y="5888690"/>
            <a:ext cx="11369615" cy="782889"/>
          </a:xfrm>
          <a:prstGeom prst="rect">
            <a:avLst/>
          </a:prstGeom>
        </p:spPr>
        <p:txBody>
          <a:bodyPr spcFirstLastPara="1" wrap="square" lIns="0" tIns="0" rIns="0" bIns="0" anchor="t" anchorCtr="0">
            <a:norm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a:t>
            </a:r>
          </a:p>
          <a:p>
            <a:pPr>
              <a:buFont typeface="Wingdings" panose="05000000000000000000" pitchFamily="2" charset="2"/>
              <a:buChar char="§"/>
            </a:pPr>
            <a:r>
              <a:rPr lang="fr-FR" sz="1200" i="1" noProof="0" dirty="0"/>
              <a:t>Il faut cliquer dans la case du tableau pour basculer celle-ci en mode édition et pouvoir modifier les valeurs affichées. </a:t>
            </a:r>
          </a:p>
          <a:p>
            <a:pPr>
              <a:buFont typeface="Wingdings" panose="05000000000000000000" pitchFamily="2" charset="2"/>
              <a:buChar char="§"/>
            </a:pPr>
            <a:r>
              <a:rPr lang="fr-FR" sz="1200" i="1" noProof="0" dirty="0"/>
              <a:t>L’écran d’appel (notamment </a:t>
            </a:r>
            <a:r>
              <a:rPr lang="fr-FR" sz="1200" i="1" noProof="0" dirty="0" err="1"/>
              <a:t>SmartTV</a:t>
            </a:r>
            <a:r>
              <a:rPr lang="fr-FR" sz="1200" i="1" noProof="0" dirty="0"/>
              <a:t>) doit pouvoir exécuter des scripts Javascript pour que l’ajustement automatique fonctionne.</a:t>
            </a:r>
          </a:p>
        </p:txBody>
      </p:sp>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39027" y="639201"/>
            <a:ext cx="10973881" cy="528400"/>
          </a:xfrm>
        </p:spPr>
        <p:txBody>
          <a:bodyPr/>
          <a:lstStyle/>
          <a:p>
            <a:r>
              <a:rPr lang="fr-FR" cap="all" noProof="0" dirty="0"/>
              <a:t>é</a:t>
            </a:r>
            <a:r>
              <a:rPr lang="fr-FR" noProof="0" dirty="0"/>
              <a:t>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24" name="Groupe 23">
            <a:extLst>
              <a:ext uri="{FF2B5EF4-FFF2-40B4-BE49-F238E27FC236}">
                <a16:creationId xmlns:a16="http://schemas.microsoft.com/office/drawing/2014/main" id="{0B92D93F-E7BA-672E-4314-03FD5C670567}"/>
              </a:ext>
            </a:extLst>
          </p:cNvPr>
          <p:cNvGrpSpPr/>
          <p:nvPr/>
        </p:nvGrpSpPr>
        <p:grpSpPr>
          <a:xfrm>
            <a:off x="8450534" y="5611412"/>
            <a:ext cx="3429376" cy="360000"/>
            <a:chOff x="5346700" y="1891328"/>
            <a:chExt cx="3429376" cy="360000"/>
          </a:xfrm>
        </p:grpSpPr>
        <p:sp>
          <p:nvSpPr>
            <p:cNvPr id="25" name="Rectangle : coins arrondis 24">
              <a:extLst>
                <a:ext uri="{FF2B5EF4-FFF2-40B4-BE49-F238E27FC236}">
                  <a16:creationId xmlns:a16="http://schemas.microsoft.com/office/drawing/2014/main" id="{6E23B4D7-E195-3158-4823-69C9A183827B}"/>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0" name="Rectangle : coins arrondis 29">
              <a:extLst>
                <a:ext uri="{FF2B5EF4-FFF2-40B4-BE49-F238E27FC236}">
                  <a16:creationId xmlns:a16="http://schemas.microsoft.com/office/drawing/2014/main" id="{7B2B69C8-47EF-90B7-7A73-FA27D53D1DE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ID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N° de l’écran (automatique).</a:t>
              </a:r>
            </a:p>
          </p:txBody>
        </p:sp>
        <p:sp>
          <p:nvSpPr>
            <p:cNvPr id="31" name="Rectangle 30">
              <a:extLst>
                <a:ext uri="{FF2B5EF4-FFF2-40B4-BE49-F238E27FC236}">
                  <a16:creationId xmlns:a16="http://schemas.microsoft.com/office/drawing/2014/main" id="{980BFEFC-5854-FEDB-A68B-7F687E13B35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31">
              <a:extLst>
                <a:ext uri="{FF2B5EF4-FFF2-40B4-BE49-F238E27FC236}">
                  <a16:creationId xmlns:a16="http://schemas.microsoft.com/office/drawing/2014/main" id="{E104CB5A-E737-D55B-09A4-F5EBEECF762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2D4C3AD9-AB19-24B2-4303-3FD850B7B040}"/>
              </a:ext>
            </a:extLst>
          </p:cNvPr>
          <p:cNvGrpSpPr/>
          <p:nvPr/>
        </p:nvGrpSpPr>
        <p:grpSpPr>
          <a:xfrm>
            <a:off x="458553" y="1152209"/>
            <a:ext cx="3429376" cy="557747"/>
            <a:chOff x="6718452" y="1719483"/>
            <a:chExt cx="3429376" cy="557747"/>
          </a:xfrm>
        </p:grpSpPr>
        <p:grpSp>
          <p:nvGrpSpPr>
            <p:cNvPr id="89" name="Groupe 88">
              <a:extLst>
                <a:ext uri="{FF2B5EF4-FFF2-40B4-BE49-F238E27FC236}">
                  <a16:creationId xmlns:a16="http://schemas.microsoft.com/office/drawing/2014/main" id="{8DD5F9C6-D678-F11A-935A-C168725086EC}"/>
                </a:ext>
              </a:extLst>
            </p:cNvPr>
            <p:cNvGrpSpPr/>
            <p:nvPr/>
          </p:nvGrpSpPr>
          <p:grpSpPr>
            <a:xfrm>
              <a:off x="6718452" y="1719483"/>
              <a:ext cx="3429376" cy="557747"/>
              <a:chOff x="5346700" y="1873408"/>
              <a:chExt cx="3429376" cy="557747"/>
            </a:xfrm>
          </p:grpSpPr>
          <p:sp>
            <p:nvSpPr>
              <p:cNvPr id="91" name="Rectangle : coins arrondis 90">
                <a:extLst>
                  <a:ext uri="{FF2B5EF4-FFF2-40B4-BE49-F238E27FC236}">
                    <a16:creationId xmlns:a16="http://schemas.microsoft.com/office/drawing/2014/main" id="{5E7DE627-0FAF-A7DB-2E77-C8712B0B669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7F8DCFC5-D84B-AA95-50FE-DCEF8906C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Déroulement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de déroulement (en s) des pages.</a:t>
                </a:r>
              </a:p>
            </p:txBody>
          </p:sp>
          <p:cxnSp>
            <p:nvCxnSpPr>
              <p:cNvPr id="93" name="Connecteur droit 92">
                <a:extLst>
                  <a:ext uri="{FF2B5EF4-FFF2-40B4-BE49-F238E27FC236}">
                    <a16:creationId xmlns:a16="http://schemas.microsoft.com/office/drawing/2014/main" id="{8387DBD7-3663-FCCA-6689-3BDB67F8F12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89C493AC-AF26-9DC3-51BB-9F8E5F9CD7E6}"/>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94" name="Groupe 93">
            <a:extLst>
              <a:ext uri="{FF2B5EF4-FFF2-40B4-BE49-F238E27FC236}">
                <a16:creationId xmlns:a16="http://schemas.microsoft.com/office/drawing/2014/main" id="{D40878A0-61B3-351B-859C-B927F8C2061B}"/>
              </a:ext>
            </a:extLst>
          </p:cNvPr>
          <p:cNvGrpSpPr/>
          <p:nvPr/>
        </p:nvGrpSpPr>
        <p:grpSpPr>
          <a:xfrm>
            <a:off x="4459468" y="1152209"/>
            <a:ext cx="3429376" cy="557747"/>
            <a:chOff x="6718452" y="1719483"/>
            <a:chExt cx="3429376" cy="557747"/>
          </a:xfrm>
        </p:grpSpPr>
        <p:grpSp>
          <p:nvGrpSpPr>
            <p:cNvPr id="95" name="Groupe 94">
              <a:extLst>
                <a:ext uri="{FF2B5EF4-FFF2-40B4-BE49-F238E27FC236}">
                  <a16:creationId xmlns:a16="http://schemas.microsoft.com/office/drawing/2014/main" id="{A606BA98-E413-0C58-0670-864471993687}"/>
                </a:ext>
              </a:extLst>
            </p:cNvPr>
            <p:cNvGrpSpPr/>
            <p:nvPr/>
          </p:nvGrpSpPr>
          <p:grpSpPr>
            <a:xfrm>
              <a:off x="6718452" y="1719483"/>
              <a:ext cx="3429376" cy="557747"/>
              <a:chOff x="5346700" y="1873408"/>
              <a:chExt cx="3429376" cy="557747"/>
            </a:xfrm>
          </p:grpSpPr>
          <p:sp>
            <p:nvSpPr>
              <p:cNvPr id="97" name="Rectangle : coins arrondis 96">
                <a:extLst>
                  <a:ext uri="{FF2B5EF4-FFF2-40B4-BE49-F238E27FC236}">
                    <a16:creationId xmlns:a16="http://schemas.microsoft.com/office/drawing/2014/main" id="{53B4CF98-185C-6A3C-4761-B58DF5A665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8" name="Rectangle : coins arrondis 97">
                <a:extLst>
                  <a:ext uri="{FF2B5EF4-FFF2-40B4-BE49-F238E27FC236}">
                    <a16:creationId xmlns:a16="http://schemas.microsoft.com/office/drawing/2014/main" id="{016B17A0-1D79-F83D-150B-B82DD26CAA3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à prendre en compte dans la file d’attente.</a:t>
                </a:r>
              </a:p>
            </p:txBody>
          </p:sp>
          <p:cxnSp>
            <p:nvCxnSpPr>
              <p:cNvPr id="99" name="Connecteur droit 98">
                <a:extLst>
                  <a:ext uri="{FF2B5EF4-FFF2-40B4-BE49-F238E27FC236}">
                    <a16:creationId xmlns:a16="http://schemas.microsoft.com/office/drawing/2014/main" id="{747BDCFC-625D-3A3E-A261-19693EDFA04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6" name="Ellipse 95">
              <a:extLst>
                <a:ext uri="{FF2B5EF4-FFF2-40B4-BE49-F238E27FC236}">
                  <a16:creationId xmlns:a16="http://schemas.microsoft.com/office/drawing/2014/main" id="{267694D6-BE8C-03FD-78F2-FDAD9AD531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6" name="Groupe 105">
            <a:extLst>
              <a:ext uri="{FF2B5EF4-FFF2-40B4-BE49-F238E27FC236}">
                <a16:creationId xmlns:a16="http://schemas.microsoft.com/office/drawing/2014/main" id="{A11087F1-B05D-AB79-0959-49017CF47A03}"/>
              </a:ext>
            </a:extLst>
          </p:cNvPr>
          <p:cNvGrpSpPr/>
          <p:nvPr/>
        </p:nvGrpSpPr>
        <p:grpSpPr>
          <a:xfrm>
            <a:off x="8450534" y="1251082"/>
            <a:ext cx="3537372" cy="360000"/>
            <a:chOff x="1076957" y="5514260"/>
            <a:chExt cx="3537372" cy="360000"/>
          </a:xfrm>
        </p:grpSpPr>
        <p:sp>
          <p:nvSpPr>
            <p:cNvPr id="107" name="Rectangle : coins arrondis 106">
              <a:extLst>
                <a:ext uri="{FF2B5EF4-FFF2-40B4-BE49-F238E27FC236}">
                  <a16:creationId xmlns:a16="http://schemas.microsoft.com/office/drawing/2014/main" id="{DB2A2DA9-E7C5-901C-56D9-AD17A5F4C2BF}"/>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88350AE0-9D3A-0D23-7ADD-6C522FFF8AF8}"/>
                </a:ext>
              </a:extLst>
            </p:cNvPr>
            <p:cNvSpPr/>
            <p:nvPr/>
          </p:nvSpPr>
          <p:spPr>
            <a:xfrm>
              <a:off x="1410329" y="5515015"/>
              <a:ext cx="3204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9" name="Connecteur droit 108">
              <a:extLst>
                <a:ext uri="{FF2B5EF4-FFF2-40B4-BE49-F238E27FC236}">
                  <a16:creationId xmlns:a16="http://schemas.microsoft.com/office/drawing/2014/main" id="{F30C741E-9CEB-7AAF-D602-061D9AD3E48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1048B992-8060-AED4-C5CF-60816003DAD0}"/>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3</a:t>
              </a:r>
            </a:p>
          </p:txBody>
        </p:sp>
      </p:grpSp>
      <p:grpSp>
        <p:nvGrpSpPr>
          <p:cNvPr id="159" name="Groupe 158">
            <a:extLst>
              <a:ext uri="{FF2B5EF4-FFF2-40B4-BE49-F238E27FC236}">
                <a16:creationId xmlns:a16="http://schemas.microsoft.com/office/drawing/2014/main" id="{ED7A37EF-2CA8-7E36-C9C7-825EEB4E61E6}"/>
              </a:ext>
            </a:extLst>
          </p:cNvPr>
          <p:cNvGrpSpPr/>
          <p:nvPr/>
        </p:nvGrpSpPr>
        <p:grpSpPr>
          <a:xfrm>
            <a:off x="8450534" y="5171022"/>
            <a:ext cx="3542573" cy="360000"/>
            <a:chOff x="1076957" y="5514260"/>
            <a:chExt cx="3542573" cy="360000"/>
          </a:xfrm>
        </p:grpSpPr>
        <p:sp>
          <p:nvSpPr>
            <p:cNvPr id="160" name="Rectangle : coins arrondis 159">
              <a:extLst>
                <a:ext uri="{FF2B5EF4-FFF2-40B4-BE49-F238E27FC236}">
                  <a16:creationId xmlns:a16="http://schemas.microsoft.com/office/drawing/2014/main" id="{75FC290A-1D57-4899-1EAD-DEFB3E7F0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A087E842-CA64-2942-A4DF-DE4E1D443047}"/>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Supprimer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l’écran d’appel.</a:t>
              </a:r>
            </a:p>
          </p:txBody>
        </p:sp>
        <p:cxnSp>
          <p:nvCxnSpPr>
            <p:cNvPr id="162" name="Connecteur droit 161">
              <a:extLst>
                <a:ext uri="{FF2B5EF4-FFF2-40B4-BE49-F238E27FC236}">
                  <a16:creationId xmlns:a16="http://schemas.microsoft.com/office/drawing/2014/main" id="{203DA37A-A68D-16CC-F2CD-F1AF6426C643}"/>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3" name="Ellipse 162">
              <a:extLst>
                <a:ext uri="{FF2B5EF4-FFF2-40B4-BE49-F238E27FC236}">
                  <a16:creationId xmlns:a16="http://schemas.microsoft.com/office/drawing/2014/main" id="{8DD59D3C-D7CE-3929-9266-1A5A8212265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164" name="Groupe 163">
            <a:extLst>
              <a:ext uri="{FF2B5EF4-FFF2-40B4-BE49-F238E27FC236}">
                <a16:creationId xmlns:a16="http://schemas.microsoft.com/office/drawing/2014/main" id="{7E379353-5F13-E523-BEE4-5051C6AF6598}"/>
              </a:ext>
            </a:extLst>
          </p:cNvPr>
          <p:cNvGrpSpPr/>
          <p:nvPr/>
        </p:nvGrpSpPr>
        <p:grpSpPr>
          <a:xfrm>
            <a:off x="4458063" y="1772672"/>
            <a:ext cx="3542573" cy="360000"/>
            <a:chOff x="1076957" y="5514260"/>
            <a:chExt cx="3542573" cy="360000"/>
          </a:xfrm>
        </p:grpSpPr>
        <p:sp>
          <p:nvSpPr>
            <p:cNvPr id="165" name="Rectangle : coins arrondis 164">
              <a:extLst>
                <a:ext uri="{FF2B5EF4-FFF2-40B4-BE49-F238E27FC236}">
                  <a16:creationId xmlns:a16="http://schemas.microsoft.com/office/drawing/2014/main" id="{65ADD934-64D4-35D8-AA61-811D9FF4183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6" name="Rectangle : coins arrondis 165">
              <a:extLst>
                <a:ext uri="{FF2B5EF4-FFF2-40B4-BE49-F238E27FC236}">
                  <a16:creationId xmlns:a16="http://schemas.microsoft.com/office/drawing/2014/main" id="{82D8DC8D-300B-E62A-2E6C-D32799EF1CE8}"/>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IP/Nom d’hôte de l’écran.</a:t>
              </a:r>
            </a:p>
          </p:txBody>
        </p:sp>
        <p:cxnSp>
          <p:nvCxnSpPr>
            <p:cNvPr id="167" name="Connecteur droit 166">
              <a:extLst>
                <a:ext uri="{FF2B5EF4-FFF2-40B4-BE49-F238E27FC236}">
                  <a16:creationId xmlns:a16="http://schemas.microsoft.com/office/drawing/2014/main" id="{A32AEB2F-E409-6ACC-0F04-B549B71C8F4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8" name="Ellipse 167">
              <a:extLst>
                <a:ext uri="{FF2B5EF4-FFF2-40B4-BE49-F238E27FC236}">
                  <a16:creationId xmlns:a16="http://schemas.microsoft.com/office/drawing/2014/main" id="{B0234402-CB8F-2811-6F70-A37FA2D9E06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5</a:t>
              </a:r>
            </a:p>
          </p:txBody>
        </p:sp>
      </p:grpSp>
      <p:grpSp>
        <p:nvGrpSpPr>
          <p:cNvPr id="170" name="Groupe 169">
            <a:extLst>
              <a:ext uri="{FF2B5EF4-FFF2-40B4-BE49-F238E27FC236}">
                <a16:creationId xmlns:a16="http://schemas.microsoft.com/office/drawing/2014/main" id="{5E49185B-F00B-B805-0085-A6BA2F8A0166}"/>
              </a:ext>
            </a:extLst>
          </p:cNvPr>
          <p:cNvGrpSpPr/>
          <p:nvPr/>
        </p:nvGrpSpPr>
        <p:grpSpPr>
          <a:xfrm>
            <a:off x="8450534" y="1664274"/>
            <a:ext cx="3429376" cy="557747"/>
            <a:chOff x="6718452" y="1719483"/>
            <a:chExt cx="3429376" cy="557747"/>
          </a:xfrm>
        </p:grpSpPr>
        <p:grpSp>
          <p:nvGrpSpPr>
            <p:cNvPr id="171" name="Groupe 170">
              <a:extLst>
                <a:ext uri="{FF2B5EF4-FFF2-40B4-BE49-F238E27FC236}">
                  <a16:creationId xmlns:a16="http://schemas.microsoft.com/office/drawing/2014/main" id="{159D1824-A251-23E3-BA14-58028AA17663}"/>
                </a:ext>
              </a:extLst>
            </p:cNvPr>
            <p:cNvGrpSpPr/>
            <p:nvPr/>
          </p:nvGrpSpPr>
          <p:grpSpPr>
            <a:xfrm>
              <a:off x="6718452" y="1719483"/>
              <a:ext cx="3429376" cy="557747"/>
              <a:chOff x="5346700" y="1873408"/>
              <a:chExt cx="3429376" cy="557747"/>
            </a:xfrm>
          </p:grpSpPr>
          <p:sp>
            <p:nvSpPr>
              <p:cNvPr id="173" name="Rectangle : coins arrondis 172">
                <a:extLst>
                  <a:ext uri="{FF2B5EF4-FFF2-40B4-BE49-F238E27FC236}">
                    <a16:creationId xmlns:a16="http://schemas.microsoft.com/office/drawing/2014/main" id="{8DCE253E-8ED5-246D-C4DC-AB1CAD69949D}"/>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4" name="Rectangle : coins arrondis 173">
                <a:extLst>
                  <a:ext uri="{FF2B5EF4-FFF2-40B4-BE49-F238E27FC236}">
                    <a16:creationId xmlns:a16="http://schemas.microsoft.com/office/drawing/2014/main" id="{A992C2D9-D97C-D041-A8D0-46F6D69AEBB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recherche d’équipements sur le réseau.</a:t>
                </a:r>
              </a:p>
            </p:txBody>
          </p:sp>
          <p:cxnSp>
            <p:nvCxnSpPr>
              <p:cNvPr id="175" name="Connecteur droit 174">
                <a:extLst>
                  <a:ext uri="{FF2B5EF4-FFF2-40B4-BE49-F238E27FC236}">
                    <a16:creationId xmlns:a16="http://schemas.microsoft.com/office/drawing/2014/main" id="{C81D5BF5-C1D9-52E8-740E-239785D026B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2" name="Ellipse 171">
              <a:extLst>
                <a:ext uri="{FF2B5EF4-FFF2-40B4-BE49-F238E27FC236}">
                  <a16:creationId xmlns:a16="http://schemas.microsoft.com/office/drawing/2014/main" id="{AC0F6DE7-4339-A9B3-C3BA-2C8C7DFFE1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40B5B9EB-80AE-4B49-19FF-3A284327CDEC}"/>
              </a:ext>
            </a:extLst>
          </p:cNvPr>
          <p:cNvGrpSpPr/>
          <p:nvPr/>
        </p:nvGrpSpPr>
        <p:grpSpPr>
          <a:xfrm>
            <a:off x="458553" y="2145630"/>
            <a:ext cx="3429376" cy="557747"/>
            <a:chOff x="6718452" y="1719483"/>
            <a:chExt cx="3429376" cy="557747"/>
          </a:xfrm>
        </p:grpSpPr>
        <p:grpSp>
          <p:nvGrpSpPr>
            <p:cNvPr id="177" name="Groupe 176">
              <a:extLst>
                <a:ext uri="{FF2B5EF4-FFF2-40B4-BE49-F238E27FC236}">
                  <a16:creationId xmlns:a16="http://schemas.microsoft.com/office/drawing/2014/main" id="{4FF9FE0C-2445-D98C-8F50-6DB399EE7236}"/>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9ABDD90A-F8BC-E548-D5C3-71F02FC19D2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08930C87-7FC4-D95D-B7A0-EE2F95B4767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affichés par page.</a:t>
                </a:r>
              </a:p>
            </p:txBody>
          </p:sp>
          <p:cxnSp>
            <p:nvCxnSpPr>
              <p:cNvPr id="181" name="Connecteur droit 180">
                <a:extLst>
                  <a:ext uri="{FF2B5EF4-FFF2-40B4-BE49-F238E27FC236}">
                    <a16:creationId xmlns:a16="http://schemas.microsoft.com/office/drawing/2014/main" id="{82B97522-6D62-0BEC-CFC5-07A0D15FB1B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EC2D565C-9817-BFFF-6EC0-E039B2DD38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82" name="Groupe 181">
            <a:extLst>
              <a:ext uri="{FF2B5EF4-FFF2-40B4-BE49-F238E27FC236}">
                <a16:creationId xmlns:a16="http://schemas.microsoft.com/office/drawing/2014/main" id="{34D7D0DF-AA6B-836C-A83E-CE9C2E290EC1}"/>
              </a:ext>
            </a:extLst>
          </p:cNvPr>
          <p:cNvGrpSpPr/>
          <p:nvPr/>
        </p:nvGrpSpPr>
        <p:grpSpPr>
          <a:xfrm>
            <a:off x="458553" y="2741214"/>
            <a:ext cx="3429376" cy="557747"/>
            <a:chOff x="6718452" y="1719483"/>
            <a:chExt cx="3429376" cy="557747"/>
          </a:xfrm>
        </p:grpSpPr>
        <p:grpSp>
          <p:nvGrpSpPr>
            <p:cNvPr id="183" name="Groupe 182">
              <a:extLst>
                <a:ext uri="{FF2B5EF4-FFF2-40B4-BE49-F238E27FC236}">
                  <a16:creationId xmlns:a16="http://schemas.microsoft.com/office/drawing/2014/main" id="{48A77488-F4F9-6375-CCBA-96961B1C3C81}"/>
                </a:ext>
              </a:extLst>
            </p:cNvPr>
            <p:cNvGrpSpPr/>
            <p:nvPr/>
          </p:nvGrpSpPr>
          <p:grpSpPr>
            <a:xfrm>
              <a:off x="6718452" y="1719483"/>
              <a:ext cx="3429376" cy="557747"/>
              <a:chOff x="5346700" y="1873408"/>
              <a:chExt cx="3429376" cy="557747"/>
            </a:xfrm>
          </p:grpSpPr>
          <p:sp>
            <p:nvSpPr>
              <p:cNvPr id="185" name="Rectangle : coins arrondis 184">
                <a:extLst>
                  <a:ext uri="{FF2B5EF4-FFF2-40B4-BE49-F238E27FC236}">
                    <a16:creationId xmlns:a16="http://schemas.microsoft.com/office/drawing/2014/main" id="{341E5117-11BA-B9DE-D931-8406CD35BFC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6" name="Rectangle : coins arrondis 185">
                <a:extLst>
                  <a:ext uri="{FF2B5EF4-FFF2-40B4-BE49-F238E27FC236}">
                    <a16:creationId xmlns:a16="http://schemas.microsoft.com/office/drawing/2014/main" id="{B71BF623-670D-B15B-A8E6-6A0723D35D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Disposition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Disposition des tapis sur l’écran (Ligne x Colonne).</a:t>
                </a:r>
              </a:p>
            </p:txBody>
          </p:sp>
          <p:cxnSp>
            <p:nvCxnSpPr>
              <p:cNvPr id="187" name="Connecteur droit 186">
                <a:extLst>
                  <a:ext uri="{FF2B5EF4-FFF2-40B4-BE49-F238E27FC236}">
                    <a16:creationId xmlns:a16="http://schemas.microsoft.com/office/drawing/2014/main" id="{D14D684B-E72C-2870-0CC7-2AF43A299E9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4" name="Ellipse 183">
              <a:extLst>
                <a:ext uri="{FF2B5EF4-FFF2-40B4-BE49-F238E27FC236}">
                  <a16:creationId xmlns:a16="http://schemas.microsoft.com/office/drawing/2014/main" id="{E77620DD-88C1-8A9A-D243-3E4D6BD348B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88" name="Groupe 187">
            <a:extLst>
              <a:ext uri="{FF2B5EF4-FFF2-40B4-BE49-F238E27FC236}">
                <a16:creationId xmlns:a16="http://schemas.microsoft.com/office/drawing/2014/main" id="{E66DAEFD-E2EA-F88B-1AD8-D3BD600D982E}"/>
              </a:ext>
            </a:extLst>
          </p:cNvPr>
          <p:cNvGrpSpPr/>
          <p:nvPr/>
        </p:nvGrpSpPr>
        <p:grpSpPr>
          <a:xfrm>
            <a:off x="458553" y="3336798"/>
            <a:ext cx="3429376" cy="557747"/>
            <a:chOff x="6718452" y="1719483"/>
            <a:chExt cx="3429376" cy="557747"/>
          </a:xfrm>
        </p:grpSpPr>
        <p:grpSp>
          <p:nvGrpSpPr>
            <p:cNvPr id="189" name="Groupe 188">
              <a:extLst>
                <a:ext uri="{FF2B5EF4-FFF2-40B4-BE49-F238E27FC236}">
                  <a16:creationId xmlns:a16="http://schemas.microsoft.com/office/drawing/2014/main" id="{D28DA368-8EC2-840C-5BB8-E258193B1E95}"/>
                </a:ext>
              </a:extLst>
            </p:cNvPr>
            <p:cNvGrpSpPr/>
            <p:nvPr/>
          </p:nvGrpSpPr>
          <p:grpSpPr>
            <a:xfrm>
              <a:off x="6718452" y="1719483"/>
              <a:ext cx="3429376" cy="557747"/>
              <a:chOff x="5346700" y="1873408"/>
              <a:chExt cx="3429376" cy="557747"/>
            </a:xfrm>
          </p:grpSpPr>
          <p:sp>
            <p:nvSpPr>
              <p:cNvPr id="191" name="Rectangle : coins arrondis 190">
                <a:extLst>
                  <a:ext uri="{FF2B5EF4-FFF2-40B4-BE49-F238E27FC236}">
                    <a16:creationId xmlns:a16="http://schemas.microsoft.com/office/drawing/2014/main" id="{29524067-5564-CD0C-D4AD-9B547B8400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2" name="Rectangle : coins arrondis 191">
                <a:extLst>
                  <a:ext uri="{FF2B5EF4-FFF2-40B4-BE49-F238E27FC236}">
                    <a16:creationId xmlns:a16="http://schemas.microsoft.com/office/drawing/2014/main" id="{FDDDEA87-56A0-8246-15A0-83B5C266D68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tapis.</a:t>
                </a:r>
              </a:p>
            </p:txBody>
          </p:sp>
          <p:cxnSp>
            <p:nvCxnSpPr>
              <p:cNvPr id="193" name="Connecteur droit 192">
                <a:extLst>
                  <a:ext uri="{FF2B5EF4-FFF2-40B4-BE49-F238E27FC236}">
                    <a16:creationId xmlns:a16="http://schemas.microsoft.com/office/drawing/2014/main" id="{59735E08-35A6-AA12-1AC0-353D7DE04831}"/>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0" name="Ellipse 189">
              <a:extLst>
                <a:ext uri="{FF2B5EF4-FFF2-40B4-BE49-F238E27FC236}">
                  <a16:creationId xmlns:a16="http://schemas.microsoft.com/office/drawing/2014/main" id="{92FC78B3-2021-73D9-366C-AEC845CEBF7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194" name="Groupe 193">
            <a:extLst>
              <a:ext uri="{FF2B5EF4-FFF2-40B4-BE49-F238E27FC236}">
                <a16:creationId xmlns:a16="http://schemas.microsoft.com/office/drawing/2014/main" id="{D4D65DCF-836C-808D-BBAA-2E92306C834D}"/>
              </a:ext>
            </a:extLst>
          </p:cNvPr>
          <p:cNvGrpSpPr/>
          <p:nvPr/>
        </p:nvGrpSpPr>
        <p:grpSpPr>
          <a:xfrm>
            <a:off x="458553" y="3932382"/>
            <a:ext cx="3429376" cy="557747"/>
            <a:chOff x="6718452" y="1719483"/>
            <a:chExt cx="3429376" cy="557747"/>
          </a:xfrm>
        </p:grpSpPr>
        <p:grpSp>
          <p:nvGrpSpPr>
            <p:cNvPr id="195" name="Groupe 194">
              <a:extLst>
                <a:ext uri="{FF2B5EF4-FFF2-40B4-BE49-F238E27FC236}">
                  <a16:creationId xmlns:a16="http://schemas.microsoft.com/office/drawing/2014/main" id="{3E1349A4-1C7A-9CF0-69BA-06D97E5DECF1}"/>
                </a:ext>
              </a:extLst>
            </p:cNvPr>
            <p:cNvGrpSpPr/>
            <p:nvPr/>
          </p:nvGrpSpPr>
          <p:grpSpPr>
            <a:xfrm>
              <a:off x="6718452" y="1719483"/>
              <a:ext cx="3429376" cy="557747"/>
              <a:chOff x="5346700" y="1873408"/>
              <a:chExt cx="3429376" cy="557747"/>
            </a:xfrm>
          </p:grpSpPr>
          <p:sp>
            <p:nvSpPr>
              <p:cNvPr id="197" name="Rectangle : coins arrondis 196">
                <a:extLst>
                  <a:ext uri="{FF2B5EF4-FFF2-40B4-BE49-F238E27FC236}">
                    <a16:creationId xmlns:a16="http://schemas.microsoft.com/office/drawing/2014/main" id="{58A1CD7D-2F6F-A935-A72D-6AF0DC0A356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8" name="Rectangle : coins arrondis 197">
                <a:extLst>
                  <a:ext uri="{FF2B5EF4-FFF2-40B4-BE49-F238E27FC236}">
                    <a16:creationId xmlns:a16="http://schemas.microsoft.com/office/drawing/2014/main" id="{5F439969-A92B-44D7-2D48-E327517F6B4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combats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(sauf si automatique)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9" name="Connecteur droit 198">
                <a:extLst>
                  <a:ext uri="{FF2B5EF4-FFF2-40B4-BE49-F238E27FC236}">
                    <a16:creationId xmlns:a16="http://schemas.microsoft.com/office/drawing/2014/main" id="{95586268-6625-4C25-E837-7572C168E5C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6" name="Ellipse 195">
              <a:extLst>
                <a:ext uri="{FF2B5EF4-FFF2-40B4-BE49-F238E27FC236}">
                  <a16:creationId xmlns:a16="http://schemas.microsoft.com/office/drawing/2014/main" id="{5BD6037D-FF76-54F1-D737-3B068CD7F3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0" name="Groupe 199">
            <a:extLst>
              <a:ext uri="{FF2B5EF4-FFF2-40B4-BE49-F238E27FC236}">
                <a16:creationId xmlns:a16="http://schemas.microsoft.com/office/drawing/2014/main" id="{98E11C51-E581-AC42-D5AB-07500A772408}"/>
              </a:ext>
            </a:extLst>
          </p:cNvPr>
          <p:cNvGrpSpPr/>
          <p:nvPr/>
        </p:nvGrpSpPr>
        <p:grpSpPr>
          <a:xfrm>
            <a:off x="458553" y="5123550"/>
            <a:ext cx="3429376" cy="649675"/>
            <a:chOff x="6718452" y="1721155"/>
            <a:chExt cx="3429376" cy="649675"/>
          </a:xfrm>
        </p:grpSpPr>
        <p:grpSp>
          <p:nvGrpSpPr>
            <p:cNvPr id="201" name="Groupe 200">
              <a:extLst>
                <a:ext uri="{FF2B5EF4-FFF2-40B4-BE49-F238E27FC236}">
                  <a16:creationId xmlns:a16="http://schemas.microsoft.com/office/drawing/2014/main" id="{7F3FF0BB-2D5A-7D92-B65D-935EBF0DB5CA}"/>
                </a:ext>
              </a:extLst>
            </p:cNvPr>
            <p:cNvGrpSpPr/>
            <p:nvPr/>
          </p:nvGrpSpPr>
          <p:grpSpPr>
            <a:xfrm>
              <a:off x="6718452" y="1721155"/>
              <a:ext cx="3429376" cy="649675"/>
              <a:chOff x="5346700" y="1875080"/>
              <a:chExt cx="3429376" cy="649675"/>
            </a:xfrm>
          </p:grpSpPr>
          <p:sp>
            <p:nvSpPr>
              <p:cNvPr id="203" name="Rectangle : coins arrondis 202">
                <a:extLst>
                  <a:ext uri="{FF2B5EF4-FFF2-40B4-BE49-F238E27FC236}">
                    <a16:creationId xmlns:a16="http://schemas.microsoft.com/office/drawing/2014/main" id="{868B6CFD-0E00-A86B-EB10-ED5BC7BECE70}"/>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4" name="Rectangle : coins arrondis 203">
                <a:extLst>
                  <a:ext uri="{FF2B5EF4-FFF2-40B4-BE49-F238E27FC236}">
                    <a16:creationId xmlns:a16="http://schemas.microsoft.com/office/drawing/2014/main" id="{649E8834-A9A1-6506-3B2C-0E827E7B1B9A}"/>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Ajustement automatique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l’ajustement automatique de la taille des textes par l’écran d’appel.</a:t>
                </a:r>
              </a:p>
            </p:txBody>
          </p:sp>
          <p:cxnSp>
            <p:nvCxnSpPr>
              <p:cNvPr id="205" name="Connecteur droit 204">
                <a:extLst>
                  <a:ext uri="{FF2B5EF4-FFF2-40B4-BE49-F238E27FC236}">
                    <a16:creationId xmlns:a16="http://schemas.microsoft.com/office/drawing/2014/main" id="{5E44E532-888B-D058-7D10-F898FF638FFC}"/>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2" name="Ellipse 201">
              <a:extLst>
                <a:ext uri="{FF2B5EF4-FFF2-40B4-BE49-F238E27FC236}">
                  <a16:creationId xmlns:a16="http://schemas.microsoft.com/office/drawing/2014/main" id="{3AB78AF1-767F-11F5-F5C1-9B18F9E2E77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06" name="Groupe 205">
            <a:extLst>
              <a:ext uri="{FF2B5EF4-FFF2-40B4-BE49-F238E27FC236}">
                <a16:creationId xmlns:a16="http://schemas.microsoft.com/office/drawing/2014/main" id="{9D82CCFF-09F9-97CC-879F-6F015B3ACCF7}"/>
              </a:ext>
            </a:extLst>
          </p:cNvPr>
          <p:cNvGrpSpPr/>
          <p:nvPr/>
        </p:nvGrpSpPr>
        <p:grpSpPr>
          <a:xfrm>
            <a:off x="4460666" y="5199007"/>
            <a:ext cx="3542573" cy="360000"/>
            <a:chOff x="1076957" y="5514260"/>
            <a:chExt cx="3542573" cy="360000"/>
          </a:xfrm>
        </p:grpSpPr>
        <p:sp>
          <p:nvSpPr>
            <p:cNvPr id="207" name="Rectangle : coins arrondis 206">
              <a:extLst>
                <a:ext uri="{FF2B5EF4-FFF2-40B4-BE49-F238E27FC236}">
                  <a16:creationId xmlns:a16="http://schemas.microsoft.com/office/drawing/2014/main" id="{1341B76B-FF86-9736-ED3D-6B25766C683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8" name="Rectangle : coins arrondis 207">
              <a:extLst>
                <a:ext uri="{FF2B5EF4-FFF2-40B4-BE49-F238E27FC236}">
                  <a16:creationId xmlns:a16="http://schemas.microsoft.com/office/drawing/2014/main" id="{3A535165-F838-115E-E392-5E3C80ABC844}"/>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Tapis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les tapis à afficher.</a:t>
              </a:r>
            </a:p>
          </p:txBody>
        </p:sp>
        <p:cxnSp>
          <p:nvCxnSpPr>
            <p:cNvPr id="209" name="Connecteur droit 208">
              <a:extLst>
                <a:ext uri="{FF2B5EF4-FFF2-40B4-BE49-F238E27FC236}">
                  <a16:creationId xmlns:a16="http://schemas.microsoft.com/office/drawing/2014/main" id="{3A03A2C9-1932-164E-F534-29FF02C09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10" name="Ellipse 209">
              <a:extLst>
                <a:ext uri="{FF2B5EF4-FFF2-40B4-BE49-F238E27FC236}">
                  <a16:creationId xmlns:a16="http://schemas.microsoft.com/office/drawing/2014/main" id="{3F2EC926-C51C-9F1B-CED5-67B692768452}"/>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13</a:t>
              </a:r>
            </a:p>
          </p:txBody>
        </p:sp>
      </p:grpSp>
      <p:grpSp>
        <p:nvGrpSpPr>
          <p:cNvPr id="217" name="Groupe 216">
            <a:extLst>
              <a:ext uri="{FF2B5EF4-FFF2-40B4-BE49-F238E27FC236}">
                <a16:creationId xmlns:a16="http://schemas.microsoft.com/office/drawing/2014/main" id="{06645C2C-6ADF-24B5-17A6-FB0E59E99256}"/>
              </a:ext>
            </a:extLst>
          </p:cNvPr>
          <p:cNvGrpSpPr/>
          <p:nvPr/>
        </p:nvGrpSpPr>
        <p:grpSpPr>
          <a:xfrm>
            <a:off x="4460666" y="5632722"/>
            <a:ext cx="3542573" cy="360000"/>
            <a:chOff x="1076957" y="5514260"/>
            <a:chExt cx="3542573" cy="360000"/>
          </a:xfrm>
        </p:grpSpPr>
        <p:sp>
          <p:nvSpPr>
            <p:cNvPr id="218" name="Rectangle : coins arrondis 217">
              <a:extLst>
                <a:ext uri="{FF2B5EF4-FFF2-40B4-BE49-F238E27FC236}">
                  <a16:creationId xmlns:a16="http://schemas.microsoft.com/office/drawing/2014/main" id="{E94D3601-EE5F-E879-34C3-F1FC58CF4C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D195044C-0164-89AC-192A-31F0B1575E0D}"/>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nouvel écran d’appel.</a:t>
              </a:r>
            </a:p>
          </p:txBody>
        </p:sp>
        <p:cxnSp>
          <p:nvCxnSpPr>
            <p:cNvPr id="220" name="Connecteur droit 219">
              <a:extLst>
                <a:ext uri="{FF2B5EF4-FFF2-40B4-BE49-F238E27FC236}">
                  <a16:creationId xmlns:a16="http://schemas.microsoft.com/office/drawing/2014/main" id="{4A0CF674-6556-B582-B31F-C5CCED33802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1" name="Ellipse 220">
              <a:extLst>
                <a:ext uri="{FF2B5EF4-FFF2-40B4-BE49-F238E27FC236}">
                  <a16:creationId xmlns:a16="http://schemas.microsoft.com/office/drawing/2014/main" id="{8D6790C1-45D7-EAAC-4673-BF74392655F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22" name="Groupe 221">
            <a:extLst>
              <a:ext uri="{FF2B5EF4-FFF2-40B4-BE49-F238E27FC236}">
                <a16:creationId xmlns:a16="http://schemas.microsoft.com/office/drawing/2014/main" id="{16141F6A-C654-9A93-D9E6-5985D5E7272D}"/>
              </a:ext>
            </a:extLst>
          </p:cNvPr>
          <p:cNvGrpSpPr/>
          <p:nvPr/>
        </p:nvGrpSpPr>
        <p:grpSpPr>
          <a:xfrm>
            <a:off x="458553" y="1747793"/>
            <a:ext cx="3429374" cy="360000"/>
            <a:chOff x="1076957" y="5514260"/>
            <a:chExt cx="3429374" cy="360000"/>
          </a:xfrm>
        </p:grpSpPr>
        <p:sp>
          <p:nvSpPr>
            <p:cNvPr id="223" name="Rectangle : coins arrondis 222">
              <a:extLst>
                <a:ext uri="{FF2B5EF4-FFF2-40B4-BE49-F238E27FC236}">
                  <a16:creationId xmlns:a16="http://schemas.microsoft.com/office/drawing/2014/main" id="{14D66091-1DB6-6FF4-AAF6-25BE474A267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4" name="Rectangle : coins arrondis 223">
              <a:extLst>
                <a:ext uri="{FF2B5EF4-FFF2-40B4-BE49-F238E27FC236}">
                  <a16:creationId xmlns:a16="http://schemas.microsoft.com/office/drawing/2014/main" id="{9522F5FC-7FED-D79F-03E3-6C451AFBF463}"/>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Description de l’écran.</a:t>
              </a:r>
            </a:p>
          </p:txBody>
        </p:sp>
        <p:cxnSp>
          <p:nvCxnSpPr>
            <p:cNvPr id="225" name="Connecteur droit 224">
              <a:extLst>
                <a:ext uri="{FF2B5EF4-FFF2-40B4-BE49-F238E27FC236}">
                  <a16:creationId xmlns:a16="http://schemas.microsoft.com/office/drawing/2014/main" id="{230A097E-37F6-4EE8-0111-8393A23880E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6" name="Ellipse 225">
              <a:extLst>
                <a:ext uri="{FF2B5EF4-FFF2-40B4-BE49-F238E27FC236}">
                  <a16:creationId xmlns:a16="http://schemas.microsoft.com/office/drawing/2014/main" id="{40EC4E93-8345-E12F-1DC9-2457566DED4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85" name="Groupe 84">
            <a:extLst>
              <a:ext uri="{FF2B5EF4-FFF2-40B4-BE49-F238E27FC236}">
                <a16:creationId xmlns:a16="http://schemas.microsoft.com/office/drawing/2014/main" id="{3F472448-90F1-B94A-A296-88F6338EA1E1}"/>
              </a:ext>
            </a:extLst>
          </p:cNvPr>
          <p:cNvGrpSpPr/>
          <p:nvPr/>
        </p:nvGrpSpPr>
        <p:grpSpPr>
          <a:xfrm>
            <a:off x="4100976" y="2434085"/>
            <a:ext cx="7972841" cy="2754731"/>
            <a:chOff x="4100976" y="2434085"/>
            <a:chExt cx="7972841" cy="2754731"/>
          </a:xfrm>
        </p:grpSpPr>
        <p:pic>
          <p:nvPicPr>
            <p:cNvPr id="5" name="Image 4">
              <a:extLst>
                <a:ext uri="{FF2B5EF4-FFF2-40B4-BE49-F238E27FC236}">
                  <a16:creationId xmlns:a16="http://schemas.microsoft.com/office/drawing/2014/main" id="{C276706D-929D-E9F6-FAF4-013988BB84C3}"/>
                </a:ext>
              </a:extLst>
            </p:cNvPr>
            <p:cNvPicPr>
              <a:picLocks noChangeAspect="1"/>
            </p:cNvPicPr>
            <p:nvPr/>
          </p:nvPicPr>
          <p:blipFill>
            <a:blip r:embed="rId2"/>
            <a:srcRect t="22697"/>
            <a:stretch>
              <a:fillRect/>
            </a:stretch>
          </p:blipFill>
          <p:spPr>
            <a:xfrm>
              <a:off x="4478755" y="2434085"/>
              <a:ext cx="7132220" cy="2525648"/>
            </a:xfrm>
            <a:prstGeom prst="rect">
              <a:avLst/>
            </a:prstGeom>
          </p:spPr>
        </p:pic>
        <p:sp>
          <p:nvSpPr>
            <p:cNvPr id="8" name="Rectangle 7">
              <a:extLst>
                <a:ext uri="{FF2B5EF4-FFF2-40B4-BE49-F238E27FC236}">
                  <a16:creationId xmlns:a16="http://schemas.microsoft.com/office/drawing/2014/main" id="{C3439464-4227-042B-FE8E-D5D3BCA0611B}"/>
                </a:ext>
              </a:extLst>
            </p:cNvPr>
            <p:cNvSpPr/>
            <p:nvPr/>
          </p:nvSpPr>
          <p:spPr>
            <a:xfrm>
              <a:off x="5921961" y="3052298"/>
              <a:ext cx="727693" cy="2027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7DD8DC5B-F36C-2A33-B7C1-B60D2C0E1110}"/>
                </a:ext>
              </a:extLst>
            </p:cNvPr>
            <p:cNvSpPr/>
            <p:nvPr/>
          </p:nvSpPr>
          <p:spPr>
            <a:xfrm>
              <a:off x="7890372"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3" name="Rectangle 42">
              <a:extLst>
                <a:ext uri="{FF2B5EF4-FFF2-40B4-BE49-F238E27FC236}">
                  <a16:creationId xmlns:a16="http://schemas.microsoft.com/office/drawing/2014/main" id="{E011B8FB-C0E1-BF5B-EB60-DD15EE2BF667}"/>
                </a:ext>
              </a:extLst>
            </p:cNvPr>
            <p:cNvSpPr/>
            <p:nvPr/>
          </p:nvSpPr>
          <p:spPr>
            <a:xfrm>
              <a:off x="10061271"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5" name="Rectangle 44">
              <a:extLst>
                <a:ext uri="{FF2B5EF4-FFF2-40B4-BE49-F238E27FC236}">
                  <a16:creationId xmlns:a16="http://schemas.microsoft.com/office/drawing/2014/main" id="{B5CA122C-1F01-9436-6F14-5C5CD010091A}"/>
                </a:ext>
              </a:extLst>
            </p:cNvPr>
            <p:cNvSpPr/>
            <p:nvPr/>
          </p:nvSpPr>
          <p:spPr>
            <a:xfrm>
              <a:off x="11290794" y="3690962"/>
              <a:ext cx="218675"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6" name="Rectangle 45">
              <a:extLst>
                <a:ext uri="{FF2B5EF4-FFF2-40B4-BE49-F238E27FC236}">
                  <a16:creationId xmlns:a16="http://schemas.microsoft.com/office/drawing/2014/main" id="{ED490FBD-D6A6-C5E8-A3C7-35909D782BDC}"/>
                </a:ext>
              </a:extLst>
            </p:cNvPr>
            <p:cNvSpPr/>
            <p:nvPr/>
          </p:nvSpPr>
          <p:spPr>
            <a:xfrm>
              <a:off x="11266519" y="4247391"/>
              <a:ext cx="16211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8" name="Rectangle 47">
              <a:extLst>
                <a:ext uri="{FF2B5EF4-FFF2-40B4-BE49-F238E27FC236}">
                  <a16:creationId xmlns:a16="http://schemas.microsoft.com/office/drawing/2014/main" id="{C1D4C8DB-A77D-D43F-9723-A448F78BFB82}"/>
                </a:ext>
              </a:extLst>
            </p:cNvPr>
            <p:cNvSpPr/>
            <p:nvPr/>
          </p:nvSpPr>
          <p:spPr>
            <a:xfrm>
              <a:off x="10167691" y="4249929"/>
              <a:ext cx="103588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7E345849-027F-6806-FD5B-63BCBA550CF2}"/>
                </a:ext>
              </a:extLst>
            </p:cNvPr>
            <p:cNvSpPr/>
            <p:nvPr/>
          </p:nvSpPr>
          <p:spPr>
            <a:xfrm>
              <a:off x="9576316" y="4250053"/>
              <a:ext cx="554132"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7C42CB3A-0C03-D163-76F1-16E96ACD2DC9}"/>
                </a:ext>
              </a:extLst>
            </p:cNvPr>
            <p:cNvSpPr/>
            <p:nvPr/>
          </p:nvSpPr>
          <p:spPr>
            <a:xfrm>
              <a:off x="4654563" y="4249929"/>
              <a:ext cx="172416" cy="17998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51FD15D9-6CBB-A2D7-9E40-CFE463B43B93}"/>
                </a:ext>
              </a:extLst>
            </p:cNvPr>
            <p:cNvSpPr/>
            <p:nvPr/>
          </p:nvSpPr>
          <p:spPr>
            <a:xfrm>
              <a:off x="8423622" y="4246089"/>
              <a:ext cx="527843"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8" name="Rectangle 57">
              <a:extLst>
                <a:ext uri="{FF2B5EF4-FFF2-40B4-BE49-F238E27FC236}">
                  <a16:creationId xmlns:a16="http://schemas.microsoft.com/office/drawing/2014/main" id="{BB224670-4A6D-3056-02CB-810C5CCF2184}"/>
                </a:ext>
              </a:extLst>
            </p:cNvPr>
            <p:cNvSpPr/>
            <p:nvPr/>
          </p:nvSpPr>
          <p:spPr>
            <a:xfrm>
              <a:off x="6625271" y="4245740"/>
              <a:ext cx="206535"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1" name="Rectangle 60">
              <a:extLst>
                <a:ext uri="{FF2B5EF4-FFF2-40B4-BE49-F238E27FC236}">
                  <a16:creationId xmlns:a16="http://schemas.microsoft.com/office/drawing/2014/main" id="{CCD88DAF-04E6-3EB0-B3CE-4AA18A68B3D1}"/>
                </a:ext>
              </a:extLst>
            </p:cNvPr>
            <p:cNvSpPr/>
            <p:nvPr/>
          </p:nvSpPr>
          <p:spPr>
            <a:xfrm>
              <a:off x="7378050" y="4246856"/>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Rectangle 61">
              <a:extLst>
                <a:ext uri="{FF2B5EF4-FFF2-40B4-BE49-F238E27FC236}">
                  <a16:creationId xmlns:a16="http://schemas.microsoft.com/office/drawing/2014/main" id="{5F56848B-6E41-E718-BC7B-5D8F796E383F}"/>
                </a:ext>
              </a:extLst>
            </p:cNvPr>
            <p:cNvSpPr/>
            <p:nvPr/>
          </p:nvSpPr>
          <p:spPr>
            <a:xfrm>
              <a:off x="6873645" y="4246089"/>
              <a:ext cx="43526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3" name="Rectangle 62">
              <a:extLst>
                <a:ext uri="{FF2B5EF4-FFF2-40B4-BE49-F238E27FC236}">
                  <a16:creationId xmlns:a16="http://schemas.microsoft.com/office/drawing/2014/main" id="{195A1684-A5D8-57FE-F96D-8C24CAC35496}"/>
                </a:ext>
              </a:extLst>
            </p:cNvPr>
            <p:cNvSpPr/>
            <p:nvPr/>
          </p:nvSpPr>
          <p:spPr>
            <a:xfrm>
              <a:off x="7966193" y="4246089"/>
              <a:ext cx="407280"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4" name="Rectangle 63">
              <a:extLst>
                <a:ext uri="{FF2B5EF4-FFF2-40B4-BE49-F238E27FC236}">
                  <a16:creationId xmlns:a16="http://schemas.microsoft.com/office/drawing/2014/main" id="{A4E47900-D96D-21A1-748E-E2C7F6F0AC94}"/>
                </a:ext>
              </a:extLst>
            </p:cNvPr>
            <p:cNvSpPr/>
            <p:nvPr/>
          </p:nvSpPr>
          <p:spPr>
            <a:xfrm>
              <a:off x="4873369" y="4241941"/>
              <a:ext cx="579694"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Rectangle 64">
              <a:extLst>
                <a:ext uri="{FF2B5EF4-FFF2-40B4-BE49-F238E27FC236}">
                  <a16:creationId xmlns:a16="http://schemas.microsoft.com/office/drawing/2014/main" id="{A28A4AAE-192B-7DA4-C46B-654612BF07BB}"/>
                </a:ext>
              </a:extLst>
            </p:cNvPr>
            <p:cNvSpPr/>
            <p:nvPr/>
          </p:nvSpPr>
          <p:spPr>
            <a:xfrm>
              <a:off x="5501182" y="4242866"/>
              <a:ext cx="1078211"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F359D619-F4FA-8E62-7184-91EB21948F37}"/>
                </a:ext>
              </a:extLst>
            </p:cNvPr>
            <p:cNvSpPr/>
            <p:nvPr/>
          </p:nvSpPr>
          <p:spPr>
            <a:xfrm>
              <a:off x="4100976" y="419592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9839DF5D-29D7-A73F-209B-05862DB3FA3D}"/>
                </a:ext>
              </a:extLst>
            </p:cNvPr>
            <p:cNvCxnSpPr>
              <a:cxnSpLocks/>
              <a:stCxn id="33" idx="3"/>
              <a:endCxn id="54" idx="1"/>
            </p:cNvCxnSpPr>
            <p:nvPr/>
          </p:nvCxnSpPr>
          <p:spPr>
            <a:xfrm>
              <a:off x="4388976" y="4339922"/>
              <a:ext cx="26558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D2E4B7A0-F151-577A-D143-C951A4FF28B5}"/>
                </a:ext>
              </a:extLst>
            </p:cNvPr>
            <p:cNvSpPr>
              <a:spLocks noChangeAspect="1"/>
            </p:cNvSpPr>
            <p:nvPr/>
          </p:nvSpPr>
          <p:spPr>
            <a:xfrm>
              <a:off x="6141808" y="25256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3B66AABF-BD7B-CC62-D634-45D06AB2F58D}"/>
                </a:ext>
              </a:extLst>
            </p:cNvPr>
            <p:cNvCxnSpPr>
              <a:cxnSpLocks/>
              <a:stCxn id="39" idx="4"/>
              <a:endCxn id="8" idx="0"/>
            </p:cNvCxnSpPr>
            <p:nvPr/>
          </p:nvCxnSpPr>
          <p:spPr>
            <a:xfrm>
              <a:off x="6285808" y="2813655"/>
              <a:ext cx="0" cy="2386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7" name="Ellipse 46">
              <a:extLst>
                <a:ext uri="{FF2B5EF4-FFF2-40B4-BE49-F238E27FC236}">
                  <a16:creationId xmlns:a16="http://schemas.microsoft.com/office/drawing/2014/main" id="{B0B19715-EC6F-636E-625C-714ACF473A74}"/>
                </a:ext>
              </a:extLst>
            </p:cNvPr>
            <p:cNvSpPr>
              <a:spLocks noChangeAspect="1"/>
            </p:cNvSpPr>
            <p:nvPr/>
          </p:nvSpPr>
          <p:spPr>
            <a:xfrm>
              <a:off x="8092198"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0" name="Connecteur droit avec flèche 49">
              <a:extLst>
                <a:ext uri="{FF2B5EF4-FFF2-40B4-BE49-F238E27FC236}">
                  <a16:creationId xmlns:a16="http://schemas.microsoft.com/office/drawing/2014/main" id="{77731685-DC6C-D0BB-65A7-867228DA8FAB}"/>
                </a:ext>
              </a:extLst>
            </p:cNvPr>
            <p:cNvCxnSpPr>
              <a:cxnSpLocks/>
              <a:stCxn id="47" idx="4"/>
              <a:endCxn id="23" idx="0"/>
            </p:cNvCxnSpPr>
            <p:nvPr/>
          </p:nvCxnSpPr>
          <p:spPr>
            <a:xfrm>
              <a:off x="8236198" y="2808999"/>
              <a:ext cx="0"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A1A16FCE-86BD-FE09-CC61-C92F5FC06E37}"/>
                </a:ext>
              </a:extLst>
            </p:cNvPr>
            <p:cNvSpPr>
              <a:spLocks noChangeAspect="1"/>
            </p:cNvSpPr>
            <p:nvPr/>
          </p:nvSpPr>
          <p:spPr>
            <a:xfrm>
              <a:off x="10263096"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DED3FCA8-AC78-49FB-6684-80FA0D95A98A}"/>
                </a:ext>
              </a:extLst>
            </p:cNvPr>
            <p:cNvCxnSpPr>
              <a:cxnSpLocks/>
              <a:stCxn id="59" idx="4"/>
              <a:endCxn id="43" idx="0"/>
            </p:cNvCxnSpPr>
            <p:nvPr/>
          </p:nvCxnSpPr>
          <p:spPr>
            <a:xfrm>
              <a:off x="10407096" y="2808999"/>
              <a:ext cx="1"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Ellipse 110">
              <a:extLst>
                <a:ext uri="{FF2B5EF4-FFF2-40B4-BE49-F238E27FC236}">
                  <a16:creationId xmlns:a16="http://schemas.microsoft.com/office/drawing/2014/main" id="{45A0B918-CAED-4452-9402-249217AC24EA}"/>
                </a:ext>
              </a:extLst>
            </p:cNvPr>
            <p:cNvSpPr>
              <a:spLocks noChangeAspect="1"/>
            </p:cNvSpPr>
            <p:nvPr/>
          </p:nvSpPr>
          <p:spPr>
            <a:xfrm>
              <a:off x="5020945"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12" name="Connecteur droit avec flèche 111">
              <a:extLst>
                <a:ext uri="{FF2B5EF4-FFF2-40B4-BE49-F238E27FC236}">
                  <a16:creationId xmlns:a16="http://schemas.microsoft.com/office/drawing/2014/main" id="{A8856C07-DF69-0953-ACA0-AC18352721DD}"/>
                </a:ext>
              </a:extLst>
            </p:cNvPr>
            <p:cNvCxnSpPr>
              <a:cxnSpLocks/>
              <a:stCxn id="111" idx="0"/>
              <a:endCxn id="64" idx="2"/>
            </p:cNvCxnSpPr>
            <p:nvPr/>
          </p:nvCxnSpPr>
          <p:spPr>
            <a:xfrm flipH="1" flipV="1">
              <a:off x="5163216" y="4443006"/>
              <a:ext cx="1729" cy="1499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84AA2F80-0302-EDDA-2218-E658A7A2D230}"/>
                </a:ext>
              </a:extLst>
            </p:cNvPr>
            <p:cNvSpPr>
              <a:spLocks noChangeAspect="1"/>
            </p:cNvSpPr>
            <p:nvPr/>
          </p:nvSpPr>
          <p:spPr>
            <a:xfrm>
              <a:off x="5896288"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16" name="Connecteur droit avec flèche 115">
              <a:extLst>
                <a:ext uri="{FF2B5EF4-FFF2-40B4-BE49-F238E27FC236}">
                  <a16:creationId xmlns:a16="http://schemas.microsoft.com/office/drawing/2014/main" id="{E0FB1B3C-22E4-D4BC-D4D5-22FABB3AD35C}"/>
                </a:ext>
              </a:extLst>
            </p:cNvPr>
            <p:cNvCxnSpPr>
              <a:cxnSpLocks/>
              <a:stCxn id="115" idx="0"/>
              <a:endCxn id="65" idx="2"/>
            </p:cNvCxnSpPr>
            <p:nvPr/>
          </p:nvCxnSpPr>
          <p:spPr>
            <a:xfrm flipV="1">
              <a:off x="6040288" y="4443931"/>
              <a:ext cx="0" cy="1490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Ellipse 116">
              <a:extLst>
                <a:ext uri="{FF2B5EF4-FFF2-40B4-BE49-F238E27FC236}">
                  <a16:creationId xmlns:a16="http://schemas.microsoft.com/office/drawing/2014/main" id="{50CC91D7-2E9A-18EF-ECA5-845FF350113B}"/>
                </a:ext>
              </a:extLst>
            </p:cNvPr>
            <p:cNvSpPr>
              <a:spLocks noChangeAspect="1"/>
            </p:cNvSpPr>
            <p:nvPr/>
          </p:nvSpPr>
          <p:spPr>
            <a:xfrm>
              <a:off x="6584539"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8" name="Connecteur droit avec flèche 117">
              <a:extLst>
                <a:ext uri="{FF2B5EF4-FFF2-40B4-BE49-F238E27FC236}">
                  <a16:creationId xmlns:a16="http://schemas.microsoft.com/office/drawing/2014/main" id="{BE213E2A-A718-AF4F-27FB-592FB4659953}"/>
                </a:ext>
              </a:extLst>
            </p:cNvPr>
            <p:cNvCxnSpPr>
              <a:cxnSpLocks/>
              <a:stCxn id="117" idx="0"/>
              <a:endCxn id="58" idx="2"/>
            </p:cNvCxnSpPr>
            <p:nvPr/>
          </p:nvCxnSpPr>
          <p:spPr>
            <a:xfrm flipV="1">
              <a:off x="6728539" y="4446805"/>
              <a:ext cx="0" cy="1461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88FC4134-4535-8FAB-2F7B-54FCC3126F18}"/>
                </a:ext>
              </a:extLst>
            </p:cNvPr>
            <p:cNvSpPr>
              <a:spLocks noChangeAspect="1"/>
            </p:cNvSpPr>
            <p:nvPr/>
          </p:nvSpPr>
          <p:spPr>
            <a:xfrm>
              <a:off x="6947278" y="49008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0" name="Connecteur droit avec flèche 119">
              <a:extLst>
                <a:ext uri="{FF2B5EF4-FFF2-40B4-BE49-F238E27FC236}">
                  <a16:creationId xmlns:a16="http://schemas.microsoft.com/office/drawing/2014/main" id="{94EA7805-A566-D28D-A1D3-BF1AAE639FB5}"/>
                </a:ext>
              </a:extLst>
            </p:cNvPr>
            <p:cNvCxnSpPr>
              <a:cxnSpLocks/>
              <a:stCxn id="119" idx="0"/>
              <a:endCxn id="62" idx="2"/>
            </p:cNvCxnSpPr>
            <p:nvPr/>
          </p:nvCxnSpPr>
          <p:spPr>
            <a:xfrm flipV="1">
              <a:off x="7091278" y="4447154"/>
              <a:ext cx="0" cy="4536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1" name="Ellipse 120">
              <a:extLst>
                <a:ext uri="{FF2B5EF4-FFF2-40B4-BE49-F238E27FC236}">
                  <a16:creationId xmlns:a16="http://schemas.microsoft.com/office/drawing/2014/main" id="{D13BF281-991D-A560-185B-F5ED0926A8D4}"/>
                </a:ext>
              </a:extLst>
            </p:cNvPr>
            <p:cNvSpPr>
              <a:spLocks noChangeAspect="1"/>
            </p:cNvSpPr>
            <p:nvPr/>
          </p:nvSpPr>
          <p:spPr>
            <a:xfrm>
              <a:off x="7507404"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2" name="Connecteur droit avec flèche 121">
              <a:extLst>
                <a:ext uri="{FF2B5EF4-FFF2-40B4-BE49-F238E27FC236}">
                  <a16:creationId xmlns:a16="http://schemas.microsoft.com/office/drawing/2014/main" id="{61AE69E2-6DBE-EDBD-CDF2-5DA92015F38A}"/>
                </a:ext>
              </a:extLst>
            </p:cNvPr>
            <p:cNvCxnSpPr>
              <a:cxnSpLocks/>
              <a:stCxn id="121" idx="0"/>
              <a:endCxn id="61" idx="2"/>
            </p:cNvCxnSpPr>
            <p:nvPr/>
          </p:nvCxnSpPr>
          <p:spPr>
            <a:xfrm flipV="1">
              <a:off x="7651404" y="4447921"/>
              <a:ext cx="0"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3" name="Ellipse 122">
              <a:extLst>
                <a:ext uri="{FF2B5EF4-FFF2-40B4-BE49-F238E27FC236}">
                  <a16:creationId xmlns:a16="http://schemas.microsoft.com/office/drawing/2014/main" id="{A67017A3-7EAA-44A9-E360-98170FE78FB3}"/>
                </a:ext>
              </a:extLst>
            </p:cNvPr>
            <p:cNvSpPr>
              <a:spLocks noChangeAspect="1"/>
            </p:cNvSpPr>
            <p:nvPr/>
          </p:nvSpPr>
          <p:spPr>
            <a:xfrm>
              <a:off x="8025833"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24" name="Connecteur droit avec flèche 123">
              <a:extLst>
                <a:ext uri="{FF2B5EF4-FFF2-40B4-BE49-F238E27FC236}">
                  <a16:creationId xmlns:a16="http://schemas.microsoft.com/office/drawing/2014/main" id="{89448791-42C6-20F9-35B3-CA65ED7E183F}"/>
                </a:ext>
              </a:extLst>
            </p:cNvPr>
            <p:cNvCxnSpPr>
              <a:cxnSpLocks/>
              <a:stCxn id="123" idx="0"/>
              <a:endCxn id="63" idx="2"/>
            </p:cNvCxnSpPr>
            <p:nvPr/>
          </p:nvCxnSpPr>
          <p:spPr>
            <a:xfrm flipV="1">
              <a:off x="8169833" y="4447154"/>
              <a:ext cx="0" cy="1457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D813289-9017-892F-345B-70800B6E7E62}"/>
                </a:ext>
              </a:extLst>
            </p:cNvPr>
            <p:cNvSpPr>
              <a:spLocks noChangeAspect="1"/>
            </p:cNvSpPr>
            <p:nvPr/>
          </p:nvSpPr>
          <p:spPr>
            <a:xfrm>
              <a:off x="854354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6B934AF8-5AE8-3D0D-EBD4-A1A179FAE963}"/>
                </a:ext>
              </a:extLst>
            </p:cNvPr>
            <p:cNvCxnSpPr>
              <a:cxnSpLocks/>
              <a:stCxn id="125" idx="0"/>
              <a:endCxn id="57" idx="2"/>
            </p:cNvCxnSpPr>
            <p:nvPr/>
          </p:nvCxnSpPr>
          <p:spPr>
            <a:xfrm flipV="1">
              <a:off x="8687544"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F31FF56A-507C-E09E-4174-B2B27EEA3960}"/>
                </a:ext>
              </a:extLst>
            </p:cNvPr>
            <p:cNvSpPr>
              <a:spLocks noChangeAspect="1"/>
            </p:cNvSpPr>
            <p:nvPr/>
          </p:nvSpPr>
          <p:spPr>
            <a:xfrm>
              <a:off x="9709119"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72DCDBF2-A8C1-72EE-922C-DACB77E2C137}"/>
                </a:ext>
              </a:extLst>
            </p:cNvPr>
            <p:cNvCxnSpPr>
              <a:cxnSpLocks/>
              <a:stCxn id="127" idx="0"/>
              <a:endCxn id="49" idx="2"/>
            </p:cNvCxnSpPr>
            <p:nvPr/>
          </p:nvCxnSpPr>
          <p:spPr>
            <a:xfrm flipV="1">
              <a:off x="9853119" y="4451118"/>
              <a:ext cx="263" cy="14227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9" name="Ellipse 128">
              <a:extLst>
                <a:ext uri="{FF2B5EF4-FFF2-40B4-BE49-F238E27FC236}">
                  <a16:creationId xmlns:a16="http://schemas.microsoft.com/office/drawing/2014/main" id="{8D8E6AF9-4CC8-AA4C-CCA9-59363AE5F954}"/>
                </a:ext>
              </a:extLst>
            </p:cNvPr>
            <p:cNvSpPr>
              <a:spLocks noChangeAspect="1"/>
            </p:cNvSpPr>
            <p:nvPr/>
          </p:nvSpPr>
          <p:spPr>
            <a:xfrm>
              <a:off x="1054163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30" name="Connecteur droit avec flèche 129">
              <a:extLst>
                <a:ext uri="{FF2B5EF4-FFF2-40B4-BE49-F238E27FC236}">
                  <a16:creationId xmlns:a16="http://schemas.microsoft.com/office/drawing/2014/main" id="{8FCA84B9-E4A1-7F80-EBEB-1ECB39587245}"/>
                </a:ext>
              </a:extLst>
            </p:cNvPr>
            <p:cNvCxnSpPr>
              <a:cxnSpLocks/>
              <a:stCxn id="129" idx="0"/>
              <a:endCxn id="48" idx="2"/>
            </p:cNvCxnSpPr>
            <p:nvPr/>
          </p:nvCxnSpPr>
          <p:spPr>
            <a:xfrm flipV="1">
              <a:off x="10685634" y="4450994"/>
              <a:ext cx="0" cy="14239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35C3FBCE-E010-DC02-1BEE-A718BBCD36C2}"/>
                </a:ext>
              </a:extLst>
            </p:cNvPr>
            <p:cNvSpPr>
              <a:spLocks noChangeAspect="1"/>
            </p:cNvSpPr>
            <p:nvPr/>
          </p:nvSpPr>
          <p:spPr>
            <a:xfrm>
              <a:off x="11203578"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latin typeface="Barlow" panose="00000500000000000000" pitchFamily="2" charset="0"/>
                </a:rPr>
                <a:t>14</a:t>
              </a:r>
            </a:p>
          </p:txBody>
        </p:sp>
        <p:cxnSp>
          <p:nvCxnSpPr>
            <p:cNvPr id="132" name="Connecteur droit avec flèche 131">
              <a:extLst>
                <a:ext uri="{FF2B5EF4-FFF2-40B4-BE49-F238E27FC236}">
                  <a16:creationId xmlns:a16="http://schemas.microsoft.com/office/drawing/2014/main" id="{CB373D76-A0A9-4CB3-4A73-580DA92BBC01}"/>
                </a:ext>
              </a:extLst>
            </p:cNvPr>
            <p:cNvCxnSpPr>
              <a:cxnSpLocks/>
              <a:stCxn id="131" idx="0"/>
              <a:endCxn id="46" idx="2"/>
            </p:cNvCxnSpPr>
            <p:nvPr/>
          </p:nvCxnSpPr>
          <p:spPr>
            <a:xfrm flipV="1">
              <a:off x="11347578" y="4448456"/>
              <a:ext cx="0" cy="1449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11" name="Ellipse 210">
              <a:extLst>
                <a:ext uri="{FF2B5EF4-FFF2-40B4-BE49-F238E27FC236}">
                  <a16:creationId xmlns:a16="http://schemas.microsoft.com/office/drawing/2014/main" id="{00F03214-F8E9-D726-529F-C8D553B84EB9}"/>
                </a:ext>
              </a:extLst>
            </p:cNvPr>
            <p:cNvSpPr>
              <a:spLocks noChangeAspect="1"/>
            </p:cNvSpPr>
            <p:nvPr/>
          </p:nvSpPr>
          <p:spPr>
            <a:xfrm>
              <a:off x="11785817" y="366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212" name="Connecteur droit avec flèche 211">
              <a:extLst>
                <a:ext uri="{FF2B5EF4-FFF2-40B4-BE49-F238E27FC236}">
                  <a16:creationId xmlns:a16="http://schemas.microsoft.com/office/drawing/2014/main" id="{52F35BBC-8596-85E4-D2AC-D26EF65DF294}"/>
                </a:ext>
              </a:extLst>
            </p:cNvPr>
            <p:cNvCxnSpPr>
              <a:cxnSpLocks/>
              <a:stCxn id="211" idx="2"/>
              <a:endCxn id="45" idx="3"/>
            </p:cNvCxnSpPr>
            <p:nvPr/>
          </p:nvCxnSpPr>
          <p:spPr>
            <a:xfrm flipH="1">
              <a:off x="11509469" y="3808483"/>
              <a:ext cx="27634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9FFD5995-9A2F-A775-4620-288D67F61936}"/>
                </a:ext>
              </a:extLst>
            </p:cNvPr>
            <p:cNvSpPr/>
            <p:nvPr/>
          </p:nvSpPr>
          <p:spPr>
            <a:xfrm>
              <a:off x="9000378" y="4246089"/>
              <a:ext cx="530794"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Ellipse 28">
              <a:extLst>
                <a:ext uri="{FF2B5EF4-FFF2-40B4-BE49-F238E27FC236}">
                  <a16:creationId xmlns:a16="http://schemas.microsoft.com/office/drawing/2014/main" id="{EBBF2293-EB52-2EA8-86AF-67F8603C2C6B}"/>
                </a:ext>
              </a:extLst>
            </p:cNvPr>
            <p:cNvSpPr>
              <a:spLocks noChangeAspect="1"/>
            </p:cNvSpPr>
            <p:nvPr/>
          </p:nvSpPr>
          <p:spPr>
            <a:xfrm>
              <a:off x="9121775"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35" name="Connecteur droit avec flèche 34">
              <a:extLst>
                <a:ext uri="{FF2B5EF4-FFF2-40B4-BE49-F238E27FC236}">
                  <a16:creationId xmlns:a16="http://schemas.microsoft.com/office/drawing/2014/main" id="{3D00D8C6-7045-CBCD-73F6-C20BE5BAF9AB}"/>
                </a:ext>
              </a:extLst>
            </p:cNvPr>
            <p:cNvCxnSpPr>
              <a:cxnSpLocks/>
              <a:stCxn id="29" idx="0"/>
              <a:endCxn id="28" idx="2"/>
            </p:cNvCxnSpPr>
            <p:nvPr/>
          </p:nvCxnSpPr>
          <p:spPr>
            <a:xfrm flipV="1">
              <a:off x="9265775"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5FA3C2B0-C3ED-552C-5992-FAF4E97C8286}"/>
              </a:ext>
            </a:extLst>
          </p:cNvPr>
          <p:cNvGrpSpPr/>
          <p:nvPr/>
        </p:nvGrpSpPr>
        <p:grpSpPr>
          <a:xfrm>
            <a:off x="458553" y="4527966"/>
            <a:ext cx="3429376" cy="557747"/>
            <a:chOff x="6718452" y="1719483"/>
            <a:chExt cx="3429376" cy="557747"/>
          </a:xfrm>
        </p:grpSpPr>
        <p:grpSp>
          <p:nvGrpSpPr>
            <p:cNvPr id="80" name="Groupe 79">
              <a:extLst>
                <a:ext uri="{FF2B5EF4-FFF2-40B4-BE49-F238E27FC236}">
                  <a16:creationId xmlns:a16="http://schemas.microsoft.com/office/drawing/2014/main" id="{E8E91DDD-81BD-522E-0BC4-0B9198CF8F90}"/>
                </a:ext>
              </a:extLst>
            </p:cNvPr>
            <p:cNvGrpSpPr/>
            <p:nvPr/>
          </p:nvGrpSpPr>
          <p:grpSpPr>
            <a:xfrm>
              <a:off x="6718452" y="1719483"/>
              <a:ext cx="3429376" cy="557747"/>
              <a:chOff x="5346700" y="1873408"/>
              <a:chExt cx="3429376" cy="557747"/>
            </a:xfrm>
          </p:grpSpPr>
          <p:sp>
            <p:nvSpPr>
              <p:cNvPr id="82" name="Rectangle : coins arrondis 81">
                <a:extLst>
                  <a:ext uri="{FF2B5EF4-FFF2-40B4-BE49-F238E27FC236}">
                    <a16:creationId xmlns:a16="http://schemas.microsoft.com/office/drawing/2014/main" id="{26D082F8-BF9D-40CD-D5D6-274370AB14A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3" name="Rectangle : coins arrondis 82">
                <a:extLst>
                  <a:ext uri="{FF2B5EF4-FFF2-40B4-BE49-F238E27FC236}">
                    <a16:creationId xmlns:a16="http://schemas.microsoft.com/office/drawing/2014/main" id="{6E244335-ED8B-753D-F5C6-6458E181CF3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Catégories d'âge: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catégorie d'âge dans le cartouche du combat.</a:t>
                </a:r>
              </a:p>
            </p:txBody>
          </p:sp>
          <p:cxnSp>
            <p:nvCxnSpPr>
              <p:cNvPr id="84" name="Connecteur droit 83">
                <a:extLst>
                  <a:ext uri="{FF2B5EF4-FFF2-40B4-BE49-F238E27FC236}">
                    <a16:creationId xmlns:a16="http://schemas.microsoft.com/office/drawing/2014/main" id="{318D7473-1A49-932B-1E8F-5E785910944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1" name="Ellipse 80">
              <a:extLst>
                <a:ext uri="{FF2B5EF4-FFF2-40B4-BE49-F238E27FC236}">
                  <a16:creationId xmlns:a16="http://schemas.microsoft.com/office/drawing/2014/main" id="{738AFADB-E50A-F600-4986-599D6E0339E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70251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2242" y="633980"/>
            <a:ext cx="10922118" cy="528400"/>
          </a:xfrm>
        </p:spPr>
        <p:txBody>
          <a:bodyPr/>
          <a:lstStyle/>
          <a:p>
            <a:r>
              <a:rPr lang="fr-FR" cap="all" noProof="0" dirty="0"/>
              <a:t>é</a:t>
            </a:r>
            <a:r>
              <a:rPr lang="fr-FR" noProof="0" dirty="0"/>
              <a:t>cran de Configuration – Recherche d’équipements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107150" y="6234932"/>
            <a:ext cx="11537963" cy="400110"/>
          </a:xfrm>
          <a:prstGeom prst="rect">
            <a:avLst/>
          </a:prstGeom>
          <a:noFill/>
        </p:spPr>
        <p:txBody>
          <a:bodyPr wrap="square">
            <a:spAutoFit/>
          </a:bodyPr>
          <a:lstStyle/>
          <a:p>
            <a:pPr marL="101598" indent="0">
              <a:buNone/>
            </a:pPr>
            <a:r>
              <a:rPr lang="fr-FR" sz="1400" b="1" i="1" noProof="0" dirty="0"/>
              <a:t>Note</a:t>
            </a:r>
            <a:r>
              <a:rPr lang="fr-FR" sz="1400" i="1" noProof="0" dirty="0"/>
              <a:t> :</a:t>
            </a:r>
            <a:r>
              <a:rPr lang="fr-FR" sz="2000" i="1" noProof="0" dirty="0"/>
              <a:t> </a:t>
            </a:r>
            <a:r>
              <a:rPr lang="fr-FR" sz="1200" i="1" noProof="0" dirty="0">
                <a:solidFill>
                  <a:schemeClr val="tx1">
                    <a:lumMod val="85000"/>
                    <a:lumOff val="15000"/>
                  </a:schemeClr>
                </a:solidFill>
                <a:latin typeface="Barlow"/>
              </a:rPr>
              <a:t>Le type de l’équipement est déduit des caractéristiques réseaux détectés et peut dont être erroné.</a:t>
            </a:r>
          </a:p>
        </p:txBody>
      </p:sp>
      <p:grpSp>
        <p:nvGrpSpPr>
          <p:cNvPr id="59" name="Groupe 58">
            <a:extLst>
              <a:ext uri="{FF2B5EF4-FFF2-40B4-BE49-F238E27FC236}">
                <a16:creationId xmlns:a16="http://schemas.microsoft.com/office/drawing/2014/main" id="{A2E538D1-CA02-6ECA-F9B5-269E98319ECC}"/>
              </a:ext>
            </a:extLst>
          </p:cNvPr>
          <p:cNvGrpSpPr/>
          <p:nvPr/>
        </p:nvGrpSpPr>
        <p:grpSpPr>
          <a:xfrm>
            <a:off x="8286656" y="1394800"/>
            <a:ext cx="3429376" cy="360000"/>
            <a:chOff x="5346700" y="1891328"/>
            <a:chExt cx="3429376" cy="360000"/>
          </a:xfrm>
        </p:grpSpPr>
        <p:sp>
          <p:nvSpPr>
            <p:cNvPr id="60" name="Rectangle : coins arrondis 59">
              <a:extLst>
                <a:ext uri="{FF2B5EF4-FFF2-40B4-BE49-F238E27FC236}">
                  <a16:creationId xmlns:a16="http://schemas.microsoft.com/office/drawing/2014/main" id="{5385E7EB-3A6A-4AF8-D790-75A5847693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1" name="Rectangle : coins arrondis 60">
              <a:extLst>
                <a:ext uri="{FF2B5EF4-FFF2-40B4-BE49-F238E27FC236}">
                  <a16:creationId xmlns:a16="http://schemas.microsoft.com/office/drawing/2014/main" id="{1C1CD219-3F24-8575-856C-D90D4F29CCF1}"/>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err="1">
                  <a:solidFill>
                    <a:schemeClr val="tx1">
                      <a:lumMod val="85000"/>
                      <a:lumOff val="15000"/>
                    </a:schemeClr>
                  </a:solidFill>
                  <a:latin typeface="Barlow" panose="00000500000000000000" pitchFamily="2" charset="0"/>
                  <a:cs typeface="Segoe UI" panose="020B0502040204020203" pitchFamily="34" charset="0"/>
                </a:rPr>
                <a:t>Hostname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 d’hôte de l’équipement.</a:t>
              </a:r>
            </a:p>
          </p:txBody>
        </p:sp>
        <p:sp>
          <p:nvSpPr>
            <p:cNvPr id="62" name="Rectangle 61">
              <a:extLst>
                <a:ext uri="{FF2B5EF4-FFF2-40B4-BE49-F238E27FC236}">
                  <a16:creationId xmlns:a16="http://schemas.microsoft.com/office/drawing/2014/main" id="{1404FF16-5681-8D94-1964-D52522BDEED1}"/>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63" name="Connecteur droit 62">
              <a:extLst>
                <a:ext uri="{FF2B5EF4-FFF2-40B4-BE49-F238E27FC236}">
                  <a16:creationId xmlns:a16="http://schemas.microsoft.com/office/drawing/2014/main" id="{1E24BB6D-B6F5-2882-2D50-FD012A094F2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9" name="Groupe 68">
            <a:extLst>
              <a:ext uri="{FF2B5EF4-FFF2-40B4-BE49-F238E27FC236}">
                <a16:creationId xmlns:a16="http://schemas.microsoft.com/office/drawing/2014/main" id="{165AB8DD-2DF8-8C26-DC65-84EED43AA94A}"/>
              </a:ext>
            </a:extLst>
          </p:cNvPr>
          <p:cNvGrpSpPr/>
          <p:nvPr/>
        </p:nvGrpSpPr>
        <p:grpSpPr>
          <a:xfrm>
            <a:off x="462556" y="1295927"/>
            <a:ext cx="3429376" cy="557747"/>
            <a:chOff x="5346700" y="1873408"/>
            <a:chExt cx="3429376" cy="557747"/>
          </a:xfrm>
        </p:grpSpPr>
        <p:sp>
          <p:nvSpPr>
            <p:cNvPr id="70" name="Rectangle : coins arrondis 69">
              <a:extLst>
                <a:ext uri="{FF2B5EF4-FFF2-40B4-BE49-F238E27FC236}">
                  <a16:creationId xmlns:a16="http://schemas.microsoft.com/office/drawing/2014/main" id="{9658DAD6-EC7D-BD53-02FE-E754AF12A6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1" name="Rectangle : coins arrondis 70">
              <a:extLst>
                <a:ext uri="{FF2B5EF4-FFF2-40B4-BE49-F238E27FC236}">
                  <a16:creationId xmlns:a16="http://schemas.microsoft.com/office/drawing/2014/main" id="{80863017-CCC6-8390-EA23-95EF0364B3B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 sur le réseau sélectionné.</a:t>
              </a:r>
            </a:p>
          </p:txBody>
        </p:sp>
        <p:sp>
          <p:nvSpPr>
            <p:cNvPr id="72" name="Rectangle 71">
              <a:extLst>
                <a:ext uri="{FF2B5EF4-FFF2-40B4-BE49-F238E27FC236}">
                  <a16:creationId xmlns:a16="http://schemas.microsoft.com/office/drawing/2014/main" id="{9B143A8B-295D-AC7D-76C1-F42F8A011AA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3" name="Connecteur droit 72">
              <a:extLst>
                <a:ext uri="{FF2B5EF4-FFF2-40B4-BE49-F238E27FC236}">
                  <a16:creationId xmlns:a16="http://schemas.microsoft.com/office/drawing/2014/main" id="{108D53CF-2427-A418-708F-101D6224CAA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4" name="Groupe 73">
            <a:extLst>
              <a:ext uri="{FF2B5EF4-FFF2-40B4-BE49-F238E27FC236}">
                <a16:creationId xmlns:a16="http://schemas.microsoft.com/office/drawing/2014/main" id="{A4F5C3C4-C24B-BF33-A3B5-948205A7CA96}"/>
              </a:ext>
            </a:extLst>
          </p:cNvPr>
          <p:cNvGrpSpPr/>
          <p:nvPr/>
        </p:nvGrpSpPr>
        <p:grpSpPr>
          <a:xfrm>
            <a:off x="462556" y="2657554"/>
            <a:ext cx="3429376" cy="557747"/>
            <a:chOff x="5346700" y="1873408"/>
            <a:chExt cx="3429376" cy="557747"/>
          </a:xfrm>
        </p:grpSpPr>
        <p:sp>
          <p:nvSpPr>
            <p:cNvPr id="75" name="Rectangle : coins arrondis 74">
              <a:extLst>
                <a:ext uri="{FF2B5EF4-FFF2-40B4-BE49-F238E27FC236}">
                  <a16:creationId xmlns:a16="http://schemas.microsoft.com/office/drawing/2014/main" id="{1AAB8817-6C95-8BD4-CA7E-BF7D22A01F0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6" name="Rectangle : coins arrondis 75">
              <a:extLst>
                <a:ext uri="{FF2B5EF4-FFF2-40B4-BE49-F238E27FC236}">
                  <a16:creationId xmlns:a16="http://schemas.microsoft.com/office/drawing/2014/main" id="{A77A1CF2-1617-2413-86C5-D2EC40A355A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mac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MAC de la carte de l’équipement.</a:t>
              </a:r>
            </a:p>
          </p:txBody>
        </p:sp>
        <p:sp>
          <p:nvSpPr>
            <p:cNvPr id="77" name="Rectangle 76">
              <a:extLst>
                <a:ext uri="{FF2B5EF4-FFF2-40B4-BE49-F238E27FC236}">
                  <a16:creationId xmlns:a16="http://schemas.microsoft.com/office/drawing/2014/main" id="{03A5FE91-92FE-9F03-378B-56641EE9DBBB}"/>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78" name="Connecteur droit 77">
              <a:extLst>
                <a:ext uri="{FF2B5EF4-FFF2-40B4-BE49-F238E27FC236}">
                  <a16:creationId xmlns:a16="http://schemas.microsoft.com/office/drawing/2014/main" id="{57FDFA7C-DF26-E7B0-C18C-50571359B1B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6BB30D39-A8A2-EF80-039A-1CB60FF837BA}"/>
              </a:ext>
            </a:extLst>
          </p:cNvPr>
          <p:cNvGrpSpPr/>
          <p:nvPr/>
        </p:nvGrpSpPr>
        <p:grpSpPr>
          <a:xfrm>
            <a:off x="462556" y="2075614"/>
            <a:ext cx="3429376" cy="360000"/>
            <a:chOff x="5346700" y="1891328"/>
            <a:chExt cx="3429376" cy="360000"/>
          </a:xfrm>
        </p:grpSpPr>
        <p:sp>
          <p:nvSpPr>
            <p:cNvPr id="80" name="Rectangle : coins arrondis 79">
              <a:extLst>
                <a:ext uri="{FF2B5EF4-FFF2-40B4-BE49-F238E27FC236}">
                  <a16:creationId xmlns:a16="http://schemas.microsoft.com/office/drawing/2014/main" id="{5D6C215C-0F3E-DCCB-B7BA-7A65DCCF8A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1" name="Rectangle : coins arrondis 80">
              <a:extLst>
                <a:ext uri="{FF2B5EF4-FFF2-40B4-BE49-F238E27FC236}">
                  <a16:creationId xmlns:a16="http://schemas.microsoft.com/office/drawing/2014/main" id="{DBFA0483-967C-0B39-6E47-B3E69FE8C72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Type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Type déduit de l’équipement.</a:t>
              </a:r>
            </a:p>
          </p:txBody>
        </p:sp>
        <p:sp>
          <p:nvSpPr>
            <p:cNvPr id="82" name="Rectangle 81">
              <a:extLst>
                <a:ext uri="{FF2B5EF4-FFF2-40B4-BE49-F238E27FC236}">
                  <a16:creationId xmlns:a16="http://schemas.microsoft.com/office/drawing/2014/main" id="{376073AD-1C20-0FED-4EDA-CF9DDE884BF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3" name="Connecteur droit 82">
              <a:extLst>
                <a:ext uri="{FF2B5EF4-FFF2-40B4-BE49-F238E27FC236}">
                  <a16:creationId xmlns:a16="http://schemas.microsoft.com/office/drawing/2014/main" id="{FAD02854-809C-9529-8C07-36CA8211FF5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5" name="Groupe 114">
            <a:extLst>
              <a:ext uri="{FF2B5EF4-FFF2-40B4-BE49-F238E27FC236}">
                <a16:creationId xmlns:a16="http://schemas.microsoft.com/office/drawing/2014/main" id="{8A98BF01-3C05-1DE5-F9B7-F033E36811E9}"/>
              </a:ext>
            </a:extLst>
          </p:cNvPr>
          <p:cNvGrpSpPr/>
          <p:nvPr/>
        </p:nvGrpSpPr>
        <p:grpSpPr>
          <a:xfrm>
            <a:off x="462556" y="3437241"/>
            <a:ext cx="3429376" cy="557747"/>
            <a:chOff x="6718452" y="1719483"/>
            <a:chExt cx="3429376" cy="557747"/>
          </a:xfrm>
        </p:grpSpPr>
        <p:grpSp>
          <p:nvGrpSpPr>
            <p:cNvPr id="116" name="Groupe 115">
              <a:extLst>
                <a:ext uri="{FF2B5EF4-FFF2-40B4-BE49-F238E27FC236}">
                  <a16:creationId xmlns:a16="http://schemas.microsoft.com/office/drawing/2014/main" id="{207FFA1E-9CBE-3B60-08E7-5DFCC69DD72F}"/>
                </a:ext>
              </a:extLst>
            </p:cNvPr>
            <p:cNvGrpSpPr/>
            <p:nvPr/>
          </p:nvGrpSpPr>
          <p:grpSpPr>
            <a:xfrm>
              <a:off x="6718452" y="1719483"/>
              <a:ext cx="3429376" cy="557747"/>
              <a:chOff x="5346700" y="1873408"/>
              <a:chExt cx="3429376" cy="557747"/>
            </a:xfrm>
          </p:grpSpPr>
          <p:sp>
            <p:nvSpPr>
              <p:cNvPr id="118" name="Rectangle : coins arrondis 117">
                <a:extLst>
                  <a:ext uri="{FF2B5EF4-FFF2-40B4-BE49-F238E27FC236}">
                    <a16:creationId xmlns:a16="http://schemas.microsoft.com/office/drawing/2014/main" id="{2987A1A0-9751-5B4F-A294-8C381B6777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030D5708-8FCF-17AB-A3C0-BD56C7203AA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à scanner.</a:t>
                </a:r>
              </a:p>
            </p:txBody>
          </p:sp>
          <p:cxnSp>
            <p:nvCxnSpPr>
              <p:cNvPr id="120" name="Connecteur droit 119">
                <a:extLst>
                  <a:ext uri="{FF2B5EF4-FFF2-40B4-BE49-F238E27FC236}">
                    <a16:creationId xmlns:a16="http://schemas.microsoft.com/office/drawing/2014/main" id="{7AD5A000-C8BC-8F75-B3E5-4003F1FF6AE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7" name="Ellipse 116">
              <a:extLst>
                <a:ext uri="{FF2B5EF4-FFF2-40B4-BE49-F238E27FC236}">
                  <a16:creationId xmlns:a16="http://schemas.microsoft.com/office/drawing/2014/main" id="{CC57898A-86C2-8113-450D-21219D031E0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6" name="Groupe 125">
            <a:extLst>
              <a:ext uri="{FF2B5EF4-FFF2-40B4-BE49-F238E27FC236}">
                <a16:creationId xmlns:a16="http://schemas.microsoft.com/office/drawing/2014/main" id="{235C517C-7373-B5D0-FA6E-3E42FE4B2765}"/>
              </a:ext>
            </a:extLst>
          </p:cNvPr>
          <p:cNvGrpSpPr/>
          <p:nvPr/>
        </p:nvGrpSpPr>
        <p:grpSpPr>
          <a:xfrm>
            <a:off x="462556" y="4216928"/>
            <a:ext cx="3429376" cy="557747"/>
            <a:chOff x="6718452" y="1719483"/>
            <a:chExt cx="3429376" cy="557747"/>
          </a:xfrm>
        </p:grpSpPr>
        <p:grpSp>
          <p:nvGrpSpPr>
            <p:cNvPr id="127" name="Groupe 126">
              <a:extLst>
                <a:ext uri="{FF2B5EF4-FFF2-40B4-BE49-F238E27FC236}">
                  <a16:creationId xmlns:a16="http://schemas.microsoft.com/office/drawing/2014/main" id="{891B0C7D-D4C8-79FF-CB69-5092DB902462}"/>
                </a:ext>
              </a:extLst>
            </p:cNvPr>
            <p:cNvGrpSpPr/>
            <p:nvPr/>
          </p:nvGrpSpPr>
          <p:grpSpPr>
            <a:xfrm>
              <a:off x="6718452" y="1719483"/>
              <a:ext cx="3429376" cy="557747"/>
              <a:chOff x="5346700" y="1873408"/>
              <a:chExt cx="3429376" cy="557747"/>
            </a:xfrm>
          </p:grpSpPr>
          <p:sp>
            <p:nvSpPr>
              <p:cNvPr id="129" name="Rectangle : coins arrondis 128">
                <a:extLst>
                  <a:ext uri="{FF2B5EF4-FFF2-40B4-BE49-F238E27FC236}">
                    <a16:creationId xmlns:a16="http://schemas.microsoft.com/office/drawing/2014/main" id="{64375EFE-AA37-0945-F16F-F0B4CCEE09D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0" name="Rectangle : coins arrondis 129">
                <a:extLst>
                  <a:ext uri="{FF2B5EF4-FFF2-40B4-BE49-F238E27FC236}">
                    <a16:creationId xmlns:a16="http://schemas.microsoft.com/office/drawing/2014/main" id="{0956815E-5F86-F24A-A253-2499701C3C9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d’équipements.</a:t>
                </a:r>
              </a:p>
            </p:txBody>
          </p:sp>
          <p:cxnSp>
            <p:nvCxnSpPr>
              <p:cNvPr id="131" name="Connecteur droit 130">
                <a:extLst>
                  <a:ext uri="{FF2B5EF4-FFF2-40B4-BE49-F238E27FC236}">
                    <a16:creationId xmlns:a16="http://schemas.microsoft.com/office/drawing/2014/main" id="{D938F4D2-C50C-5F39-320B-CABC5C85AA4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8" name="Ellipse 127">
              <a:extLst>
                <a:ext uri="{FF2B5EF4-FFF2-40B4-BE49-F238E27FC236}">
                  <a16:creationId xmlns:a16="http://schemas.microsoft.com/office/drawing/2014/main" id="{9B818A90-8977-1B1A-1A09-EA750B20BF2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32" name="Groupe 131">
            <a:extLst>
              <a:ext uri="{FF2B5EF4-FFF2-40B4-BE49-F238E27FC236}">
                <a16:creationId xmlns:a16="http://schemas.microsoft.com/office/drawing/2014/main" id="{9DFB33DB-ACEE-A5FF-9E07-B00729CCEC93}"/>
              </a:ext>
            </a:extLst>
          </p:cNvPr>
          <p:cNvGrpSpPr/>
          <p:nvPr/>
        </p:nvGrpSpPr>
        <p:grpSpPr>
          <a:xfrm>
            <a:off x="462556" y="4996615"/>
            <a:ext cx="3429376" cy="557747"/>
            <a:chOff x="6718452" y="1719483"/>
            <a:chExt cx="3429376" cy="557747"/>
          </a:xfrm>
        </p:grpSpPr>
        <p:grpSp>
          <p:nvGrpSpPr>
            <p:cNvPr id="133" name="Groupe 132">
              <a:extLst>
                <a:ext uri="{FF2B5EF4-FFF2-40B4-BE49-F238E27FC236}">
                  <a16:creationId xmlns:a16="http://schemas.microsoft.com/office/drawing/2014/main" id="{B1C5BD4C-B74E-0D01-C2E0-56D22AE85A99}"/>
                </a:ext>
              </a:extLst>
            </p:cNvPr>
            <p:cNvGrpSpPr/>
            <p:nvPr/>
          </p:nvGrpSpPr>
          <p:grpSpPr>
            <a:xfrm>
              <a:off x="6718452" y="1719483"/>
              <a:ext cx="3429376" cy="557747"/>
              <a:chOff x="5346700" y="1873408"/>
              <a:chExt cx="3429376" cy="557747"/>
            </a:xfrm>
          </p:grpSpPr>
          <p:sp>
            <p:nvSpPr>
              <p:cNvPr id="135" name="Rectangle : coins arrondis 134">
                <a:extLst>
                  <a:ext uri="{FF2B5EF4-FFF2-40B4-BE49-F238E27FC236}">
                    <a16:creationId xmlns:a16="http://schemas.microsoft.com/office/drawing/2014/main" id="{6D8D78A6-8100-83B8-9CBC-0938FFDE9C1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6" name="Rectangle : coins arrondis 135">
                <a:extLst>
                  <a:ext uri="{FF2B5EF4-FFF2-40B4-BE49-F238E27FC236}">
                    <a16:creationId xmlns:a16="http://schemas.microsoft.com/office/drawing/2014/main" id="{48076132-958D-5F27-2CC9-0D7566A5CA1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recherche d’équipements (si en cours).</a:t>
                </a:r>
              </a:p>
            </p:txBody>
          </p:sp>
          <p:cxnSp>
            <p:nvCxnSpPr>
              <p:cNvPr id="137" name="Connecteur droit 136">
                <a:extLst>
                  <a:ext uri="{FF2B5EF4-FFF2-40B4-BE49-F238E27FC236}">
                    <a16:creationId xmlns:a16="http://schemas.microsoft.com/office/drawing/2014/main" id="{C5C8DC5D-8518-B8A6-7353-A24AF737F9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4" name="Ellipse 133">
              <a:extLst>
                <a:ext uri="{FF2B5EF4-FFF2-40B4-BE49-F238E27FC236}">
                  <a16:creationId xmlns:a16="http://schemas.microsoft.com/office/drawing/2014/main" id="{F82BAE94-7B35-C180-6336-D567B7B36A0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38" name="Groupe 137">
            <a:extLst>
              <a:ext uri="{FF2B5EF4-FFF2-40B4-BE49-F238E27FC236}">
                <a16:creationId xmlns:a16="http://schemas.microsoft.com/office/drawing/2014/main" id="{8D748F40-7EB6-EF5F-F01F-9ECE1497FB0E}"/>
              </a:ext>
            </a:extLst>
          </p:cNvPr>
          <p:cNvGrpSpPr/>
          <p:nvPr/>
        </p:nvGrpSpPr>
        <p:grpSpPr>
          <a:xfrm>
            <a:off x="462556" y="5776300"/>
            <a:ext cx="3429374" cy="360000"/>
            <a:chOff x="1076957" y="5514260"/>
            <a:chExt cx="3429374" cy="360000"/>
          </a:xfrm>
        </p:grpSpPr>
        <p:sp>
          <p:nvSpPr>
            <p:cNvPr id="139" name="Rectangle : coins arrondis 138">
              <a:extLst>
                <a:ext uri="{FF2B5EF4-FFF2-40B4-BE49-F238E27FC236}">
                  <a16:creationId xmlns:a16="http://schemas.microsoft.com/office/drawing/2014/main" id="{3D310C11-B01E-1057-021D-3FA5975556AB}"/>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0" name="Rectangle : coins arrondis 139">
              <a:extLst>
                <a:ext uri="{FF2B5EF4-FFF2-40B4-BE49-F238E27FC236}">
                  <a16:creationId xmlns:a16="http://schemas.microsoft.com/office/drawing/2014/main" id="{BE8EEE23-49A0-B127-7DF5-E390D409DE76}"/>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un équipement.</a:t>
              </a:r>
            </a:p>
          </p:txBody>
        </p:sp>
        <p:cxnSp>
          <p:nvCxnSpPr>
            <p:cNvPr id="141" name="Connecteur droit 140">
              <a:extLst>
                <a:ext uri="{FF2B5EF4-FFF2-40B4-BE49-F238E27FC236}">
                  <a16:creationId xmlns:a16="http://schemas.microsoft.com/office/drawing/2014/main" id="{3AE3E9CD-E23D-05DC-23BC-CA64B1B5891E}"/>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B53A29C0-7086-DA6F-1CC1-812509EB686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165" name="Groupe 164">
            <a:extLst>
              <a:ext uri="{FF2B5EF4-FFF2-40B4-BE49-F238E27FC236}">
                <a16:creationId xmlns:a16="http://schemas.microsoft.com/office/drawing/2014/main" id="{63343534-89E4-4033-544C-02C5F1EC21CB}"/>
              </a:ext>
            </a:extLst>
          </p:cNvPr>
          <p:cNvGrpSpPr/>
          <p:nvPr/>
        </p:nvGrpSpPr>
        <p:grpSpPr>
          <a:xfrm>
            <a:off x="5182108" y="1867378"/>
            <a:ext cx="5290601" cy="3704215"/>
            <a:chOff x="3377482" y="1748849"/>
            <a:chExt cx="5290601" cy="3704215"/>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15" name="Rectangle 14">
              <a:extLst>
                <a:ext uri="{FF2B5EF4-FFF2-40B4-BE49-F238E27FC236}">
                  <a16:creationId xmlns:a16="http://schemas.microsoft.com/office/drawing/2014/main" id="{26B49485-7BC6-6F10-5232-6F61478DB371}"/>
                </a:ext>
              </a:extLst>
            </p:cNvPr>
            <p:cNvSpPr/>
            <p:nvPr/>
          </p:nvSpPr>
          <p:spPr>
            <a:xfrm>
              <a:off x="5457824" y="4783931"/>
              <a:ext cx="548045" cy="20104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18626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0CAF02E3-789A-F6AE-D6B8-4AEAA56C6F61}"/>
                </a:ext>
              </a:extLst>
            </p:cNvPr>
            <p:cNvSpPr/>
            <p:nvPr/>
          </p:nvSpPr>
          <p:spPr>
            <a:xfrm>
              <a:off x="3911600" y="2895600"/>
              <a:ext cx="66114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34658"/>
              <a:ext cx="1137265" cy="10752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961BEC41-2F3A-1EEE-179C-8209F757A4F5}"/>
                </a:ext>
              </a:extLst>
            </p:cNvPr>
            <p:cNvSpPr/>
            <p:nvPr/>
          </p:nvSpPr>
          <p:spPr>
            <a:xfrm>
              <a:off x="4638675" y="2895600"/>
              <a:ext cx="52387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568A48D4-67BD-378A-C1F4-1F20CEAFAB37}"/>
                </a:ext>
              </a:extLst>
            </p:cNvPr>
            <p:cNvSpPr/>
            <p:nvPr/>
          </p:nvSpPr>
          <p:spPr>
            <a:xfrm>
              <a:off x="6076950" y="4783931"/>
              <a:ext cx="535782" cy="200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22C6ED89-3A02-0465-794B-BAC5AA0923B7}"/>
                </a:ext>
              </a:extLst>
            </p:cNvPr>
            <p:cNvSpPr/>
            <p:nvPr/>
          </p:nvSpPr>
          <p:spPr>
            <a:xfrm>
              <a:off x="4238099" y="37351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 name="Connecteur droit avec flèche 12">
              <a:extLst>
                <a:ext uri="{FF2B5EF4-FFF2-40B4-BE49-F238E27FC236}">
                  <a16:creationId xmlns:a16="http://schemas.microsoft.com/office/drawing/2014/main" id="{BF0881BE-BE1F-7155-CD40-688208F5EF11}"/>
                </a:ext>
              </a:extLst>
            </p:cNvPr>
            <p:cNvCxnSpPr>
              <a:cxnSpLocks/>
              <a:stCxn id="12" idx="0"/>
              <a:endCxn id="17" idx="2"/>
            </p:cNvCxnSpPr>
            <p:nvPr/>
          </p:nvCxnSpPr>
          <p:spPr>
            <a:xfrm flipV="1">
              <a:off x="4382099" y="3511461"/>
              <a:ext cx="1" cy="22364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0230FE0F-DEA6-7220-6710-529C8D2B48CF}"/>
                </a:ext>
              </a:extLst>
            </p:cNvPr>
            <p:cNvSpPr/>
            <p:nvPr/>
          </p:nvSpPr>
          <p:spPr>
            <a:xfrm>
              <a:off x="4997266" y="373287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2" name="Connecteur droit avec flèche 41">
              <a:extLst>
                <a:ext uri="{FF2B5EF4-FFF2-40B4-BE49-F238E27FC236}">
                  <a16:creationId xmlns:a16="http://schemas.microsoft.com/office/drawing/2014/main" id="{9F7A8842-1599-5F9C-AD07-93982D3274BE}"/>
                </a:ext>
              </a:extLst>
            </p:cNvPr>
            <p:cNvCxnSpPr>
              <a:cxnSpLocks/>
              <a:stCxn id="41" idx="0"/>
              <a:endCxn id="32" idx="2"/>
            </p:cNvCxnSpPr>
            <p:nvPr/>
          </p:nvCxnSpPr>
          <p:spPr>
            <a:xfrm flipV="1">
              <a:off x="5141266" y="3513220"/>
              <a:ext cx="0" cy="21965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4CD33A29-F39A-234D-E6F4-4826D104A004}"/>
                </a:ext>
              </a:extLst>
            </p:cNvPr>
            <p:cNvSpPr/>
            <p:nvPr/>
          </p:nvSpPr>
          <p:spPr>
            <a:xfrm>
              <a:off x="5913903"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4" name="Connecteur droit avec flèche 43">
              <a:extLst>
                <a:ext uri="{FF2B5EF4-FFF2-40B4-BE49-F238E27FC236}">
                  <a16:creationId xmlns:a16="http://schemas.microsoft.com/office/drawing/2014/main" id="{D4B01E81-9624-3C2D-57E2-7692EE033059}"/>
                </a:ext>
              </a:extLst>
            </p:cNvPr>
            <p:cNvCxnSpPr>
              <a:cxnSpLocks/>
              <a:stCxn id="43" idx="0"/>
              <a:endCxn id="33" idx="2"/>
            </p:cNvCxnSpPr>
            <p:nvPr/>
          </p:nvCxnSpPr>
          <p:spPr>
            <a:xfrm flipV="1">
              <a:off x="6057903" y="3511461"/>
              <a:ext cx="0"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5CF2F53-90F5-7E32-135E-A9B99A896EF5}"/>
                </a:ext>
              </a:extLst>
            </p:cNvPr>
            <p:cNvSpPr/>
            <p:nvPr/>
          </p:nvSpPr>
          <p:spPr>
            <a:xfrm>
              <a:off x="6739617"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6" name="Connecteur droit avec flèche 45">
              <a:extLst>
                <a:ext uri="{FF2B5EF4-FFF2-40B4-BE49-F238E27FC236}">
                  <a16:creationId xmlns:a16="http://schemas.microsoft.com/office/drawing/2014/main" id="{14E8BA73-55B0-AC9F-5682-E772160C14FB}"/>
                </a:ext>
              </a:extLst>
            </p:cNvPr>
            <p:cNvCxnSpPr>
              <a:cxnSpLocks/>
              <a:stCxn id="45" idx="0"/>
              <a:endCxn id="34" idx="2"/>
            </p:cNvCxnSpPr>
            <p:nvPr/>
          </p:nvCxnSpPr>
          <p:spPr>
            <a:xfrm flipH="1" flipV="1">
              <a:off x="6882530" y="3511461"/>
              <a:ext cx="1087"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CC181AC4-BA73-5353-3B6F-1EEC5637A3E2}"/>
                </a:ext>
              </a:extLst>
            </p:cNvPr>
            <p:cNvSpPr/>
            <p:nvPr/>
          </p:nvSpPr>
          <p:spPr>
            <a:xfrm>
              <a:off x="8380083" y="254442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avec flèche 53">
              <a:extLst>
                <a:ext uri="{FF2B5EF4-FFF2-40B4-BE49-F238E27FC236}">
                  <a16:creationId xmlns:a16="http://schemas.microsoft.com/office/drawing/2014/main" id="{D03B8350-D27D-81B1-4F00-68FD8BD087C7}"/>
                </a:ext>
              </a:extLst>
            </p:cNvPr>
            <p:cNvCxnSpPr>
              <a:cxnSpLocks/>
            </p:cNvCxnSpPr>
            <p:nvPr/>
          </p:nvCxnSpPr>
          <p:spPr>
            <a:xfrm flipH="1">
              <a:off x="6119813" y="2676089"/>
              <a:ext cx="2260270"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CEDECE61-BCEF-F9B4-762C-98706D035FAF}"/>
                </a:ext>
              </a:extLst>
            </p:cNvPr>
            <p:cNvSpPr>
              <a:spLocks noChangeAspect="1"/>
            </p:cNvSpPr>
            <p:nvPr/>
          </p:nvSpPr>
          <p:spPr>
            <a:xfrm>
              <a:off x="5661832" y="174884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F539AD4B-AD23-B6E0-1360-CED113B056DF}"/>
                </a:ext>
              </a:extLst>
            </p:cNvPr>
            <p:cNvCxnSpPr>
              <a:cxnSpLocks/>
              <a:stCxn id="84" idx="4"/>
              <a:endCxn id="20" idx="0"/>
            </p:cNvCxnSpPr>
            <p:nvPr/>
          </p:nvCxnSpPr>
          <p:spPr>
            <a:xfrm>
              <a:off x="5805832" y="2036849"/>
              <a:ext cx="2389" cy="3748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7A585C81-4C2E-1B4C-AFDE-C09919D92264}"/>
                </a:ext>
              </a:extLst>
            </p:cNvPr>
            <p:cNvSpPr>
              <a:spLocks noChangeAspect="1"/>
            </p:cNvSpPr>
            <p:nvPr/>
          </p:nvSpPr>
          <p:spPr>
            <a:xfrm>
              <a:off x="3377482" y="285483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0" name="Connecteur droit avec flèche 89">
              <a:extLst>
                <a:ext uri="{FF2B5EF4-FFF2-40B4-BE49-F238E27FC236}">
                  <a16:creationId xmlns:a16="http://schemas.microsoft.com/office/drawing/2014/main" id="{27E2E550-60F8-F770-5732-FDEA2131D8DF}"/>
                </a:ext>
              </a:extLst>
            </p:cNvPr>
            <p:cNvCxnSpPr>
              <a:cxnSpLocks/>
              <a:stCxn id="89" idx="6"/>
              <a:endCxn id="22" idx="1"/>
            </p:cNvCxnSpPr>
            <p:nvPr/>
          </p:nvCxnSpPr>
          <p:spPr>
            <a:xfrm>
              <a:off x="3665482" y="2998835"/>
              <a:ext cx="246118" cy="32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4" name="Ellipse 93">
              <a:extLst>
                <a:ext uri="{FF2B5EF4-FFF2-40B4-BE49-F238E27FC236}">
                  <a16:creationId xmlns:a16="http://schemas.microsoft.com/office/drawing/2014/main" id="{94683B37-8F57-29E9-F2C4-8EC642BFF68C}"/>
                </a:ext>
              </a:extLst>
            </p:cNvPr>
            <p:cNvSpPr>
              <a:spLocks noChangeAspect="1"/>
            </p:cNvSpPr>
            <p:nvPr/>
          </p:nvSpPr>
          <p:spPr>
            <a:xfrm>
              <a:off x="5427188" y="286440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5" name="Connecteur droit avec flèche 94">
              <a:extLst>
                <a:ext uri="{FF2B5EF4-FFF2-40B4-BE49-F238E27FC236}">
                  <a16:creationId xmlns:a16="http://schemas.microsoft.com/office/drawing/2014/main" id="{CCEE7870-FCAD-604C-0F87-C8F845ADECC2}"/>
                </a:ext>
              </a:extLst>
            </p:cNvPr>
            <p:cNvCxnSpPr>
              <a:cxnSpLocks/>
              <a:stCxn id="94" idx="2"/>
              <a:endCxn id="28" idx="3"/>
            </p:cNvCxnSpPr>
            <p:nvPr/>
          </p:nvCxnSpPr>
          <p:spPr>
            <a:xfrm flipH="1" flipV="1">
              <a:off x="5162551" y="3002062"/>
              <a:ext cx="264637" cy="63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07B961E9-E5E6-329F-F081-E1CC2F3443E4}"/>
                </a:ext>
              </a:extLst>
            </p:cNvPr>
            <p:cNvSpPr>
              <a:spLocks noChangeAspect="1"/>
            </p:cNvSpPr>
            <p:nvPr/>
          </p:nvSpPr>
          <p:spPr>
            <a:xfrm>
              <a:off x="5587847" y="51562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1786734-B111-77F3-B424-F1859A114A21}"/>
                </a:ext>
              </a:extLst>
            </p:cNvPr>
            <p:cNvCxnSpPr>
              <a:cxnSpLocks/>
              <a:stCxn id="105" idx="0"/>
              <a:endCxn id="15" idx="2"/>
            </p:cNvCxnSpPr>
            <p:nvPr/>
          </p:nvCxnSpPr>
          <p:spPr>
            <a:xfrm flipV="1">
              <a:off x="5731847" y="4984971"/>
              <a:ext cx="0" cy="17127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2C368B4C-0372-FCAC-6F33-C41F5A88618D}"/>
                </a:ext>
              </a:extLst>
            </p:cNvPr>
            <p:cNvSpPr>
              <a:spLocks noChangeAspect="1"/>
            </p:cNvSpPr>
            <p:nvPr/>
          </p:nvSpPr>
          <p:spPr>
            <a:xfrm>
              <a:off x="6201903" y="516506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1" name="Connecteur droit avec flèche 110">
              <a:extLst>
                <a:ext uri="{FF2B5EF4-FFF2-40B4-BE49-F238E27FC236}">
                  <a16:creationId xmlns:a16="http://schemas.microsoft.com/office/drawing/2014/main" id="{307150E6-D540-FBA2-3885-0F30A4122F02}"/>
                </a:ext>
              </a:extLst>
            </p:cNvPr>
            <p:cNvCxnSpPr>
              <a:cxnSpLocks/>
              <a:stCxn id="110" idx="0"/>
              <a:endCxn id="29" idx="2"/>
            </p:cNvCxnSpPr>
            <p:nvPr/>
          </p:nvCxnSpPr>
          <p:spPr>
            <a:xfrm flipH="1" flipV="1">
              <a:off x="6344841" y="4984437"/>
              <a:ext cx="1062" cy="1806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3" name="Ellipse 142">
              <a:extLst>
                <a:ext uri="{FF2B5EF4-FFF2-40B4-BE49-F238E27FC236}">
                  <a16:creationId xmlns:a16="http://schemas.microsoft.com/office/drawing/2014/main" id="{6635E0A6-B49C-361A-D95D-3B9CFD0CD5FB}"/>
                </a:ext>
              </a:extLst>
            </p:cNvPr>
            <p:cNvSpPr>
              <a:spLocks noChangeAspect="1"/>
            </p:cNvSpPr>
            <p:nvPr/>
          </p:nvSpPr>
          <p:spPr>
            <a:xfrm>
              <a:off x="3380080" y="32903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44" name="Connecteur droit avec flèche 143">
              <a:extLst>
                <a:ext uri="{FF2B5EF4-FFF2-40B4-BE49-F238E27FC236}">
                  <a16:creationId xmlns:a16="http://schemas.microsoft.com/office/drawing/2014/main" id="{E246D136-3E75-1990-4F13-9D752D729A40}"/>
                </a:ext>
              </a:extLst>
            </p:cNvPr>
            <p:cNvCxnSpPr>
              <a:cxnSpLocks/>
              <a:stCxn id="143" idx="6"/>
              <a:endCxn id="11" idx="1"/>
            </p:cNvCxnSpPr>
            <p:nvPr/>
          </p:nvCxnSpPr>
          <p:spPr>
            <a:xfrm flipV="1">
              <a:off x="3668080" y="3432753"/>
              <a:ext cx="235583" cy="15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3" name="Groupe 152">
            <a:extLst>
              <a:ext uri="{FF2B5EF4-FFF2-40B4-BE49-F238E27FC236}">
                <a16:creationId xmlns:a16="http://schemas.microsoft.com/office/drawing/2014/main" id="{B091CAF3-BE59-F65F-5FEA-B9203F4F5A1E}"/>
              </a:ext>
            </a:extLst>
          </p:cNvPr>
          <p:cNvGrpSpPr/>
          <p:nvPr/>
        </p:nvGrpSpPr>
        <p:grpSpPr>
          <a:xfrm>
            <a:off x="4381311" y="5677427"/>
            <a:ext cx="3429376" cy="557747"/>
            <a:chOff x="6718452" y="1719483"/>
            <a:chExt cx="3429376" cy="557747"/>
          </a:xfrm>
        </p:grpSpPr>
        <p:grpSp>
          <p:nvGrpSpPr>
            <p:cNvPr id="154" name="Groupe 153">
              <a:extLst>
                <a:ext uri="{FF2B5EF4-FFF2-40B4-BE49-F238E27FC236}">
                  <a16:creationId xmlns:a16="http://schemas.microsoft.com/office/drawing/2014/main" id="{CAA07FA6-9CFD-FBB9-0AAF-FB0CBE019623}"/>
                </a:ext>
              </a:extLst>
            </p:cNvPr>
            <p:cNvGrpSpPr/>
            <p:nvPr/>
          </p:nvGrpSpPr>
          <p:grpSpPr>
            <a:xfrm>
              <a:off x="6718452" y="1719483"/>
              <a:ext cx="3429376" cy="557747"/>
              <a:chOff x="5346700" y="1873408"/>
              <a:chExt cx="3429376" cy="557747"/>
            </a:xfrm>
          </p:grpSpPr>
          <p:sp>
            <p:nvSpPr>
              <p:cNvPr id="156" name="Rectangle : coins arrondis 155">
                <a:extLst>
                  <a:ext uri="{FF2B5EF4-FFF2-40B4-BE49-F238E27FC236}">
                    <a16:creationId xmlns:a16="http://schemas.microsoft.com/office/drawing/2014/main" id="{582C6661-195D-E616-4F6E-691BB2D41C7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7" name="Rectangle : coins arrondis 156">
                <a:extLst>
                  <a:ext uri="{FF2B5EF4-FFF2-40B4-BE49-F238E27FC236}">
                    <a16:creationId xmlns:a16="http://schemas.microsoft.com/office/drawing/2014/main" id="{B064D468-9668-A31E-3550-2F2E9518B0F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Valider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en retournant l’équipement sélectionné dans la liste.</a:t>
                </a:r>
              </a:p>
            </p:txBody>
          </p:sp>
          <p:cxnSp>
            <p:nvCxnSpPr>
              <p:cNvPr id="158" name="Connecteur droit 157">
                <a:extLst>
                  <a:ext uri="{FF2B5EF4-FFF2-40B4-BE49-F238E27FC236}">
                    <a16:creationId xmlns:a16="http://schemas.microsoft.com/office/drawing/2014/main" id="{57EB47EE-0103-E61F-71DA-5B870303B81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5" name="Ellipse 154">
              <a:extLst>
                <a:ext uri="{FF2B5EF4-FFF2-40B4-BE49-F238E27FC236}">
                  <a16:creationId xmlns:a16="http://schemas.microsoft.com/office/drawing/2014/main" id="{CF460B5D-9054-3A63-3F90-E2E5F8102CC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59" name="Groupe 158">
            <a:extLst>
              <a:ext uri="{FF2B5EF4-FFF2-40B4-BE49-F238E27FC236}">
                <a16:creationId xmlns:a16="http://schemas.microsoft.com/office/drawing/2014/main" id="{95612A7C-50D8-9AC3-373B-69AFC7643726}"/>
              </a:ext>
            </a:extLst>
          </p:cNvPr>
          <p:cNvGrpSpPr/>
          <p:nvPr/>
        </p:nvGrpSpPr>
        <p:grpSpPr>
          <a:xfrm>
            <a:off x="8286655" y="5677427"/>
            <a:ext cx="3429376" cy="557747"/>
            <a:chOff x="6718452" y="1719483"/>
            <a:chExt cx="3429376" cy="557747"/>
          </a:xfrm>
        </p:grpSpPr>
        <p:grpSp>
          <p:nvGrpSpPr>
            <p:cNvPr id="160" name="Groupe 159">
              <a:extLst>
                <a:ext uri="{FF2B5EF4-FFF2-40B4-BE49-F238E27FC236}">
                  <a16:creationId xmlns:a16="http://schemas.microsoft.com/office/drawing/2014/main" id="{D3D9D881-7AB0-12F3-12E0-8CA6654367F4}"/>
                </a:ext>
              </a:extLst>
            </p:cNvPr>
            <p:cNvGrpSpPr/>
            <p:nvPr/>
          </p:nvGrpSpPr>
          <p:grpSpPr>
            <a:xfrm>
              <a:off x="6718452" y="1719483"/>
              <a:ext cx="3429376" cy="557747"/>
              <a:chOff x="5346700" y="1873408"/>
              <a:chExt cx="3429376" cy="557747"/>
            </a:xfrm>
          </p:grpSpPr>
          <p:sp>
            <p:nvSpPr>
              <p:cNvPr id="162" name="Rectangle : coins arrondis 161">
                <a:extLst>
                  <a:ext uri="{FF2B5EF4-FFF2-40B4-BE49-F238E27FC236}">
                    <a16:creationId xmlns:a16="http://schemas.microsoft.com/office/drawing/2014/main" id="{88FF2545-1E66-F255-9E59-7F864D0D3E4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3" name="Rectangle : coins arrondis 162">
                <a:extLst>
                  <a:ext uri="{FF2B5EF4-FFF2-40B4-BE49-F238E27FC236}">
                    <a16:creationId xmlns:a16="http://schemas.microsoft.com/office/drawing/2014/main" id="{1B2934EA-CF3A-88D1-92C6-66C9488DE59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sans sélectionner un équipement.</a:t>
                </a:r>
              </a:p>
            </p:txBody>
          </p:sp>
          <p:cxnSp>
            <p:nvCxnSpPr>
              <p:cNvPr id="164" name="Connecteur droit 163">
                <a:extLst>
                  <a:ext uri="{FF2B5EF4-FFF2-40B4-BE49-F238E27FC236}">
                    <a16:creationId xmlns:a16="http://schemas.microsoft.com/office/drawing/2014/main" id="{3CBBF199-7E45-0A23-BC47-733D95BAC7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61" name="Ellipse 160">
              <a:extLst>
                <a:ext uri="{FF2B5EF4-FFF2-40B4-BE49-F238E27FC236}">
                  <a16:creationId xmlns:a16="http://schemas.microsoft.com/office/drawing/2014/main" id="{29C269E9-B0D5-7744-78DC-43AFE1D9088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E985DAFA-326F-FD64-3755-E9B05BDDABAC}"/>
              </a:ext>
            </a:extLst>
          </p:cNvPr>
          <p:cNvGrpSpPr/>
          <p:nvPr/>
        </p:nvGrpSpPr>
        <p:grpSpPr>
          <a:xfrm>
            <a:off x="4381312" y="1394800"/>
            <a:ext cx="3429376" cy="360000"/>
            <a:chOff x="5346700" y="1891328"/>
            <a:chExt cx="3429376" cy="360000"/>
          </a:xfrm>
        </p:grpSpPr>
        <p:sp>
          <p:nvSpPr>
            <p:cNvPr id="177" name="Rectangle : coins arrondis 176">
              <a:extLst>
                <a:ext uri="{FF2B5EF4-FFF2-40B4-BE49-F238E27FC236}">
                  <a16:creationId xmlns:a16="http://schemas.microsoft.com/office/drawing/2014/main" id="{6F54CCA9-00FB-8D78-4CAD-DC501112E81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8" name="Rectangle : coins arrondis 177">
              <a:extLst>
                <a:ext uri="{FF2B5EF4-FFF2-40B4-BE49-F238E27FC236}">
                  <a16:creationId xmlns:a16="http://schemas.microsoft.com/office/drawing/2014/main" id="{43938B1F-E3C5-001D-8772-390151FD278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IP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de l’équipement.</a:t>
              </a:r>
            </a:p>
          </p:txBody>
        </p:sp>
        <p:sp>
          <p:nvSpPr>
            <p:cNvPr id="179" name="Rectangle 178">
              <a:extLst>
                <a:ext uri="{FF2B5EF4-FFF2-40B4-BE49-F238E27FC236}">
                  <a16:creationId xmlns:a16="http://schemas.microsoft.com/office/drawing/2014/main" id="{FDF351E3-8CDC-E67A-C710-ABA62D508597}"/>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80" name="Connecteur droit 179">
              <a:extLst>
                <a:ext uri="{FF2B5EF4-FFF2-40B4-BE49-F238E27FC236}">
                  <a16:creationId xmlns:a16="http://schemas.microsoft.com/office/drawing/2014/main" id="{6BC8151C-84C4-8935-FC19-3C758FCC37C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6742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8751" y="6341782"/>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p>
        </p:txBody>
      </p:sp>
      <p:grpSp>
        <p:nvGrpSpPr>
          <p:cNvPr id="58" name="Groupe 57">
            <a:extLst>
              <a:ext uri="{FF2B5EF4-FFF2-40B4-BE49-F238E27FC236}">
                <a16:creationId xmlns:a16="http://schemas.microsoft.com/office/drawing/2014/main" id="{680B0ACB-D2AC-0C6B-E5D5-56E214802DBE}"/>
              </a:ext>
            </a:extLst>
          </p:cNvPr>
          <p:cNvGrpSpPr/>
          <p:nvPr/>
        </p:nvGrpSpPr>
        <p:grpSpPr>
          <a:xfrm>
            <a:off x="4600132" y="1537954"/>
            <a:ext cx="7006491" cy="4396284"/>
            <a:chOff x="2313204" y="1572073"/>
            <a:chExt cx="7006491" cy="4396284"/>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B28F1528-59E6-BAD5-6AEB-D36ABBE0BE7F}"/>
                </a:ext>
              </a:extLst>
            </p:cNvPr>
            <p:cNvSpPr/>
            <p:nvPr/>
          </p:nvSpPr>
          <p:spPr>
            <a:xfrm>
              <a:off x="2313204" y="25624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DD9A9E0-A412-607E-2B7B-62EC9A8F7B7E}"/>
                </a:ext>
              </a:extLst>
            </p:cNvPr>
            <p:cNvCxnSpPr>
              <a:cxnSpLocks/>
              <a:stCxn id="3" idx="3"/>
            </p:cNvCxnSpPr>
            <p:nvPr/>
          </p:nvCxnSpPr>
          <p:spPr>
            <a:xfrm>
              <a:off x="2601204" y="2706406"/>
              <a:ext cx="262586"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B349964-5BAE-A728-F1BF-4D391C4EF340}"/>
                </a:ext>
              </a:extLst>
            </p:cNvPr>
            <p:cNvSpPr/>
            <p:nvPr/>
          </p:nvSpPr>
          <p:spPr>
            <a:xfrm>
              <a:off x="2313204" y="46627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9" name="Connecteur droit avec flèche 28">
              <a:extLst>
                <a:ext uri="{FF2B5EF4-FFF2-40B4-BE49-F238E27FC236}">
                  <a16:creationId xmlns:a16="http://schemas.microsoft.com/office/drawing/2014/main" id="{C9615B09-ABC3-173B-025B-A8446C897289}"/>
                </a:ext>
              </a:extLst>
            </p:cNvPr>
            <p:cNvCxnSpPr>
              <a:cxnSpLocks/>
              <a:stCxn id="28" idx="3"/>
            </p:cNvCxnSpPr>
            <p:nvPr/>
          </p:nvCxnSpPr>
          <p:spPr>
            <a:xfrm>
              <a:off x="2601204" y="4806719"/>
              <a:ext cx="262317"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BFC5E8-9086-00FE-5624-20B2AB24A82F}"/>
                </a:ext>
              </a:extLst>
            </p:cNvPr>
            <p:cNvSpPr/>
            <p:nvPr/>
          </p:nvSpPr>
          <p:spPr>
            <a:xfrm>
              <a:off x="9031695" y="244185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7" name="Connecteur droit avec flèche 36">
              <a:extLst>
                <a:ext uri="{FF2B5EF4-FFF2-40B4-BE49-F238E27FC236}">
                  <a16:creationId xmlns:a16="http://schemas.microsoft.com/office/drawing/2014/main" id="{C21EC6B5-4860-C399-514C-8CAB01D5E8EC}"/>
                </a:ext>
              </a:extLst>
            </p:cNvPr>
            <p:cNvCxnSpPr>
              <a:cxnSpLocks/>
              <a:stCxn id="36" idx="1"/>
              <a:endCxn id="9" idx="3"/>
            </p:cNvCxnSpPr>
            <p:nvPr/>
          </p:nvCxnSpPr>
          <p:spPr>
            <a:xfrm flipH="1">
              <a:off x="8660921" y="2585859"/>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B63D0C0-EECB-C25C-2C5F-4F237B0752F6}"/>
                </a:ext>
              </a:extLst>
            </p:cNvPr>
            <p:cNvSpPr/>
            <p:nvPr/>
          </p:nvSpPr>
          <p:spPr>
            <a:xfrm>
              <a:off x="9031695" y="451683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69D1C6C4-BF9B-2460-8827-229F8043B7CC}"/>
                </a:ext>
              </a:extLst>
            </p:cNvPr>
            <p:cNvCxnSpPr>
              <a:cxnSpLocks/>
            </p:cNvCxnSpPr>
            <p:nvPr/>
          </p:nvCxnSpPr>
          <p:spPr>
            <a:xfrm flipH="1">
              <a:off x="8660921" y="4659476"/>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6" name="Groupe 15">
            <a:extLst>
              <a:ext uri="{FF2B5EF4-FFF2-40B4-BE49-F238E27FC236}">
                <a16:creationId xmlns:a16="http://schemas.microsoft.com/office/drawing/2014/main" id="{D1817B16-5E87-ECD8-82B8-75FE777CC419}"/>
              </a:ext>
            </a:extLst>
          </p:cNvPr>
          <p:cNvGrpSpPr/>
          <p:nvPr/>
        </p:nvGrpSpPr>
        <p:grpSpPr>
          <a:xfrm>
            <a:off x="585378" y="1541763"/>
            <a:ext cx="3429376" cy="557747"/>
            <a:chOff x="5346700" y="1873408"/>
            <a:chExt cx="3429376" cy="557747"/>
          </a:xfrm>
        </p:grpSpPr>
        <p:sp>
          <p:nvSpPr>
            <p:cNvPr id="17" name="Rectangle : coins arrondis 16">
              <a:extLst>
                <a:ext uri="{FF2B5EF4-FFF2-40B4-BE49-F238E27FC236}">
                  <a16:creationId xmlns:a16="http://schemas.microsoft.com/office/drawing/2014/main" id="{2B6D9F59-3ACD-D9E6-5934-AD76756629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 name="Rectangle : coins arrondis 17">
              <a:extLst>
                <a:ext uri="{FF2B5EF4-FFF2-40B4-BE49-F238E27FC236}">
                  <a16:creationId xmlns:a16="http://schemas.microsoft.com/office/drawing/2014/main" id="{B21DC26C-2A18-A551-1ECD-16546FA8410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génération.</a:t>
              </a:r>
            </a:p>
          </p:txBody>
        </p:sp>
        <p:sp>
          <p:nvSpPr>
            <p:cNvPr id="19" name="Rectangle 18">
              <a:extLst>
                <a:ext uri="{FF2B5EF4-FFF2-40B4-BE49-F238E27FC236}">
                  <a16:creationId xmlns:a16="http://schemas.microsoft.com/office/drawing/2014/main" id="{D8268A65-D717-04DA-9F69-DDBE40A96B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0" name="Connecteur droit 19">
              <a:extLst>
                <a:ext uri="{FF2B5EF4-FFF2-40B4-BE49-F238E27FC236}">
                  <a16:creationId xmlns:a16="http://schemas.microsoft.com/office/drawing/2014/main" id="{DB0879AB-9391-1FA4-8572-7DFD28F9C36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185715E7-8DCC-D8C9-FA35-760615A81E71}"/>
              </a:ext>
            </a:extLst>
          </p:cNvPr>
          <p:cNvGrpSpPr/>
          <p:nvPr/>
        </p:nvGrpSpPr>
        <p:grpSpPr>
          <a:xfrm>
            <a:off x="585378" y="5282430"/>
            <a:ext cx="3429376" cy="648000"/>
            <a:chOff x="5346700" y="1875081"/>
            <a:chExt cx="3429376" cy="648000"/>
          </a:xfrm>
        </p:grpSpPr>
        <p:sp>
          <p:nvSpPr>
            <p:cNvPr id="22" name="Rectangle : coins arrondis 21">
              <a:extLst>
                <a:ext uri="{FF2B5EF4-FFF2-40B4-BE49-F238E27FC236}">
                  <a16:creationId xmlns:a16="http://schemas.microsoft.com/office/drawing/2014/main" id="{1DF293C6-409D-17A8-9AF7-A5368057B843}"/>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F2D9F0AB-FD19-A755-2D8C-100FB61D9F15}"/>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différences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Statistiques d’envoi uniquement des fichiers modifiés du site vers le serveur distant .</a:t>
              </a:r>
            </a:p>
          </p:txBody>
        </p:sp>
        <p:sp>
          <p:nvSpPr>
            <p:cNvPr id="24" name="Rectangle 23">
              <a:extLst>
                <a:ext uri="{FF2B5EF4-FFF2-40B4-BE49-F238E27FC236}">
                  <a16:creationId xmlns:a16="http://schemas.microsoft.com/office/drawing/2014/main" id="{68D62427-1011-4B67-85C7-7E0A9EE3BB05}"/>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25" name="Connecteur droit 24">
              <a:extLst>
                <a:ext uri="{FF2B5EF4-FFF2-40B4-BE49-F238E27FC236}">
                  <a16:creationId xmlns:a16="http://schemas.microsoft.com/office/drawing/2014/main" id="{1DFB8EAD-3CEA-F105-E26A-F5EFE7C32591}"/>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FC7B824B-D0EF-2953-983D-0087D9A008FF}"/>
              </a:ext>
            </a:extLst>
          </p:cNvPr>
          <p:cNvGrpSpPr/>
          <p:nvPr/>
        </p:nvGrpSpPr>
        <p:grpSpPr>
          <a:xfrm>
            <a:off x="585378" y="2788652"/>
            <a:ext cx="3429376" cy="557747"/>
            <a:chOff x="5346700" y="1873408"/>
            <a:chExt cx="3429376" cy="557747"/>
          </a:xfrm>
        </p:grpSpPr>
        <p:sp>
          <p:nvSpPr>
            <p:cNvPr id="49" name="Rectangle : coins arrondis 48">
              <a:extLst>
                <a:ext uri="{FF2B5EF4-FFF2-40B4-BE49-F238E27FC236}">
                  <a16:creationId xmlns:a16="http://schemas.microsoft.com/office/drawing/2014/main" id="{A03F93BE-7A92-0EF7-74B1-DAFACEE84EC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0" name="Rectangle : coins arrondis 49">
              <a:extLst>
                <a:ext uri="{FF2B5EF4-FFF2-40B4-BE49-F238E27FC236}">
                  <a16:creationId xmlns:a16="http://schemas.microsoft.com/office/drawing/2014/main" id="{4AEA9B23-87F8-6CA2-C3AC-7B08ABBEEF4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Réception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 du TAS.</a:t>
              </a:r>
            </a:p>
          </p:txBody>
        </p:sp>
        <p:sp>
          <p:nvSpPr>
            <p:cNvPr id="51" name="Rectangle 50">
              <a:extLst>
                <a:ext uri="{FF2B5EF4-FFF2-40B4-BE49-F238E27FC236}">
                  <a16:creationId xmlns:a16="http://schemas.microsoft.com/office/drawing/2014/main" id="{8AF7636D-CE77-DACA-EE32-D1AFB705E8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51">
              <a:extLst>
                <a:ext uri="{FF2B5EF4-FFF2-40B4-BE49-F238E27FC236}">
                  <a16:creationId xmlns:a16="http://schemas.microsoft.com/office/drawing/2014/main" id="{DE517CC8-884F-53A5-6343-608B8B62000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0970A3E2-6DFA-3553-D08D-A3D5A7AEEB4F}"/>
              </a:ext>
            </a:extLst>
          </p:cNvPr>
          <p:cNvGrpSpPr/>
          <p:nvPr/>
        </p:nvGrpSpPr>
        <p:grpSpPr>
          <a:xfrm>
            <a:off x="585378" y="4035541"/>
            <a:ext cx="3429376" cy="557747"/>
            <a:chOff x="5346700" y="1873408"/>
            <a:chExt cx="3429376" cy="557747"/>
          </a:xfrm>
        </p:grpSpPr>
        <p:sp>
          <p:nvSpPr>
            <p:cNvPr id="54" name="Rectangle : coins arrondis 53">
              <a:extLst>
                <a:ext uri="{FF2B5EF4-FFF2-40B4-BE49-F238E27FC236}">
                  <a16:creationId xmlns:a16="http://schemas.microsoft.com/office/drawing/2014/main" id="{C3E6E895-7CA3-B3B9-2F4E-8FB6B87CA45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DEEE9573-AB4C-4094-BBDE-2C96783B7F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d’envoi complet du site vers le serveur distant .</a:t>
              </a:r>
            </a:p>
          </p:txBody>
        </p:sp>
        <p:sp>
          <p:nvSpPr>
            <p:cNvPr id="56" name="Rectangle 55">
              <a:extLst>
                <a:ext uri="{FF2B5EF4-FFF2-40B4-BE49-F238E27FC236}">
                  <a16:creationId xmlns:a16="http://schemas.microsoft.com/office/drawing/2014/main" id="{6CF531B1-D8F3-3659-F7A6-7BE72F5856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7" name="Connecteur droit 56">
              <a:extLst>
                <a:ext uri="{FF2B5EF4-FFF2-40B4-BE49-F238E27FC236}">
                  <a16:creationId xmlns:a16="http://schemas.microsoft.com/office/drawing/2014/main" id="{87EA77BA-8FC6-9494-0D01-B7759156F6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21528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3A400F34-BD6E-4E9B-CACF-B7A33AC6EDB3}"/>
              </a:ext>
            </a:extLst>
          </p:cNvPr>
          <p:cNvPicPr>
            <a:picLocks noChangeAspect="1"/>
          </p:cNvPicPr>
          <p:nvPr/>
        </p:nvPicPr>
        <p:blipFill>
          <a:blip r:embed="rId2"/>
          <a:stretch>
            <a:fillRect/>
          </a:stretch>
        </p:blipFill>
        <p:spPr>
          <a:xfrm>
            <a:off x="5388173" y="1689359"/>
            <a:ext cx="5379111" cy="380975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noProof="0"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5388173" y="2180852"/>
            <a:ext cx="5379109" cy="32912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34294" y="6271654"/>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endParaRPr lang="fr-FR" sz="1800" i="1" noProof="0" dirty="0"/>
          </a:p>
        </p:txBody>
      </p:sp>
      <p:sp>
        <p:nvSpPr>
          <p:cNvPr id="17" name="Rectangle 16">
            <a:extLst>
              <a:ext uri="{FF2B5EF4-FFF2-40B4-BE49-F238E27FC236}">
                <a16:creationId xmlns:a16="http://schemas.microsoft.com/office/drawing/2014/main" id="{D43A3E9D-E9D8-AD3A-C699-30F633EE9284}"/>
              </a:ext>
            </a:extLst>
          </p:cNvPr>
          <p:cNvSpPr/>
          <p:nvPr/>
        </p:nvSpPr>
        <p:spPr>
          <a:xfrm>
            <a:off x="5413216" y="1909157"/>
            <a:ext cx="219075"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EF351576-FE79-2127-6B71-DA7B9A890C01}"/>
              </a:ext>
            </a:extLst>
          </p:cNvPr>
          <p:cNvSpPr/>
          <p:nvPr/>
        </p:nvSpPr>
        <p:spPr>
          <a:xfrm>
            <a:off x="5665988" y="1909157"/>
            <a:ext cx="202842"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2" name="Groupe 11">
            <a:extLst>
              <a:ext uri="{FF2B5EF4-FFF2-40B4-BE49-F238E27FC236}">
                <a16:creationId xmlns:a16="http://schemas.microsoft.com/office/drawing/2014/main" id="{9055BE50-E61F-D5D1-4010-87D9F6ADE7A1}"/>
              </a:ext>
            </a:extLst>
          </p:cNvPr>
          <p:cNvGrpSpPr/>
          <p:nvPr/>
        </p:nvGrpSpPr>
        <p:grpSpPr>
          <a:xfrm>
            <a:off x="601519" y="2355974"/>
            <a:ext cx="3429376" cy="360000"/>
            <a:chOff x="5346700" y="1891328"/>
            <a:chExt cx="3429376" cy="360000"/>
          </a:xfrm>
        </p:grpSpPr>
        <p:sp>
          <p:nvSpPr>
            <p:cNvPr id="16" name="Rectangle : coins arrondis 15">
              <a:extLst>
                <a:ext uri="{FF2B5EF4-FFF2-40B4-BE49-F238E27FC236}">
                  <a16:creationId xmlns:a16="http://schemas.microsoft.com/office/drawing/2014/main" id="{F95D0529-7B3D-219F-6B40-A9013AC62FB0}"/>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 name="Rectangle : coins arrondis 20">
              <a:extLst>
                <a:ext uri="{FF2B5EF4-FFF2-40B4-BE49-F238E27FC236}">
                  <a16:creationId xmlns:a16="http://schemas.microsoft.com/office/drawing/2014/main" id="{41CE581E-14DF-F33E-67D9-F32EED88E6E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Page du manuel utilisateur</a:t>
              </a:r>
            </a:p>
          </p:txBody>
        </p:sp>
        <p:sp>
          <p:nvSpPr>
            <p:cNvPr id="22" name="Rectangle 21">
              <a:extLst>
                <a:ext uri="{FF2B5EF4-FFF2-40B4-BE49-F238E27FC236}">
                  <a16:creationId xmlns:a16="http://schemas.microsoft.com/office/drawing/2014/main" id="{220E443B-686C-6F76-0749-8E16915E2416}"/>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5" name="Connecteur droit 24">
              <a:extLst>
                <a:ext uri="{FF2B5EF4-FFF2-40B4-BE49-F238E27FC236}">
                  <a16:creationId xmlns:a16="http://schemas.microsoft.com/office/drawing/2014/main" id="{573BA56E-1D5A-5D38-5428-F15C70B504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6" name="Rectangle 25">
            <a:extLst>
              <a:ext uri="{FF2B5EF4-FFF2-40B4-BE49-F238E27FC236}">
                <a16:creationId xmlns:a16="http://schemas.microsoft.com/office/drawing/2014/main" id="{48A01C64-DAC6-A7BF-D87A-0E328196246E}"/>
              </a:ext>
            </a:extLst>
          </p:cNvPr>
          <p:cNvSpPr/>
          <p:nvPr/>
        </p:nvSpPr>
        <p:spPr>
          <a:xfrm>
            <a:off x="4796054" y="36824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7" name="Connecteur droit avec flèche 26">
            <a:extLst>
              <a:ext uri="{FF2B5EF4-FFF2-40B4-BE49-F238E27FC236}">
                <a16:creationId xmlns:a16="http://schemas.microsoft.com/office/drawing/2014/main" id="{6302AF51-3BBC-0266-66C2-18D8A25A51DD}"/>
              </a:ext>
            </a:extLst>
          </p:cNvPr>
          <p:cNvCxnSpPr>
            <a:cxnSpLocks/>
            <a:stCxn id="26" idx="3"/>
            <a:endCxn id="6" idx="1"/>
          </p:cNvCxnSpPr>
          <p:nvPr/>
        </p:nvCxnSpPr>
        <p:spPr>
          <a:xfrm>
            <a:off x="5084054" y="3826461"/>
            <a:ext cx="304119"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7" name="Groupe 36">
            <a:extLst>
              <a:ext uri="{FF2B5EF4-FFF2-40B4-BE49-F238E27FC236}">
                <a16:creationId xmlns:a16="http://schemas.microsoft.com/office/drawing/2014/main" id="{D1C9527D-ED01-6CA1-955D-DB7CAF53099D}"/>
              </a:ext>
            </a:extLst>
          </p:cNvPr>
          <p:cNvGrpSpPr/>
          <p:nvPr/>
        </p:nvGrpSpPr>
        <p:grpSpPr>
          <a:xfrm>
            <a:off x="601521" y="3609344"/>
            <a:ext cx="3429374" cy="360000"/>
            <a:chOff x="1076957" y="5514260"/>
            <a:chExt cx="3429374" cy="360000"/>
          </a:xfrm>
        </p:grpSpPr>
        <p:sp>
          <p:nvSpPr>
            <p:cNvPr id="38" name="Rectangle : coins arrondis 37">
              <a:extLst>
                <a:ext uri="{FF2B5EF4-FFF2-40B4-BE49-F238E27FC236}">
                  <a16:creationId xmlns:a16="http://schemas.microsoft.com/office/drawing/2014/main" id="{CD22FD2F-2A8F-D040-0DE6-4A5CA5949B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9" name="Rectangle : coins arrondis 38">
              <a:extLst>
                <a:ext uri="{FF2B5EF4-FFF2-40B4-BE49-F238E27FC236}">
                  <a16:creationId xmlns:a16="http://schemas.microsoft.com/office/drawing/2014/main" id="{788B063C-5FDE-7C05-935A-9E80D02D6207}"/>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Enregistrer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Enregistre le fichier.</a:t>
              </a:r>
            </a:p>
          </p:txBody>
        </p:sp>
        <p:cxnSp>
          <p:nvCxnSpPr>
            <p:cNvPr id="40" name="Connecteur droit 39">
              <a:extLst>
                <a:ext uri="{FF2B5EF4-FFF2-40B4-BE49-F238E27FC236}">
                  <a16:creationId xmlns:a16="http://schemas.microsoft.com/office/drawing/2014/main" id="{EB85E8B8-DD5F-ED90-703F-F36C0737633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6B79DA48-A15E-FF85-D60C-6CCCDC754EBC}"/>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42" name="Groupe 41">
            <a:extLst>
              <a:ext uri="{FF2B5EF4-FFF2-40B4-BE49-F238E27FC236}">
                <a16:creationId xmlns:a16="http://schemas.microsoft.com/office/drawing/2014/main" id="{4EA4E226-477C-A32E-57E9-428045A6754C}"/>
              </a:ext>
            </a:extLst>
          </p:cNvPr>
          <p:cNvGrpSpPr/>
          <p:nvPr/>
        </p:nvGrpSpPr>
        <p:grpSpPr>
          <a:xfrm>
            <a:off x="601521" y="4861204"/>
            <a:ext cx="3429374" cy="360000"/>
            <a:chOff x="1076957" y="5514260"/>
            <a:chExt cx="3429374" cy="360000"/>
          </a:xfrm>
        </p:grpSpPr>
        <p:sp>
          <p:nvSpPr>
            <p:cNvPr id="43" name="Rectangle : coins arrondis 42">
              <a:extLst>
                <a:ext uri="{FF2B5EF4-FFF2-40B4-BE49-F238E27FC236}">
                  <a16:creationId xmlns:a16="http://schemas.microsoft.com/office/drawing/2014/main" id="{540234B0-4045-DF64-B13D-59BCC613B1B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EAEB1796-DC64-4188-8F32-CDF131D240EA}"/>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Imprimer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Imprime le fichier.</a:t>
              </a:r>
            </a:p>
          </p:txBody>
        </p:sp>
        <p:cxnSp>
          <p:nvCxnSpPr>
            <p:cNvPr id="45" name="Connecteur droit 44">
              <a:extLst>
                <a:ext uri="{FF2B5EF4-FFF2-40B4-BE49-F238E27FC236}">
                  <a16:creationId xmlns:a16="http://schemas.microsoft.com/office/drawing/2014/main" id="{123D07D9-FEA0-FB12-70A2-27F04229C56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A7B091E9-6A47-FA49-5BE6-05129B6FA36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47" name="Ellipse 46">
            <a:extLst>
              <a:ext uri="{FF2B5EF4-FFF2-40B4-BE49-F238E27FC236}">
                <a16:creationId xmlns:a16="http://schemas.microsoft.com/office/drawing/2014/main" id="{90EEDBC8-D98F-C671-2EFC-5E16BBCB76B8}"/>
              </a:ext>
            </a:extLst>
          </p:cNvPr>
          <p:cNvSpPr>
            <a:spLocks noChangeAspect="1"/>
          </p:cNvSpPr>
          <p:nvPr/>
        </p:nvSpPr>
        <p:spPr>
          <a:xfrm>
            <a:off x="5623409" y="13389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8" name="Connecteur droit avec flèche 47">
            <a:extLst>
              <a:ext uri="{FF2B5EF4-FFF2-40B4-BE49-F238E27FC236}">
                <a16:creationId xmlns:a16="http://schemas.microsoft.com/office/drawing/2014/main" id="{B041C30A-DF35-2C3E-5B9D-3D67CDA260BF}"/>
              </a:ext>
            </a:extLst>
          </p:cNvPr>
          <p:cNvCxnSpPr>
            <a:cxnSpLocks/>
            <a:stCxn id="47" idx="4"/>
            <a:endCxn id="23" idx="0"/>
          </p:cNvCxnSpPr>
          <p:nvPr/>
        </p:nvCxnSpPr>
        <p:spPr>
          <a:xfrm>
            <a:off x="5767409" y="1626904"/>
            <a:ext cx="0" cy="28225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2" name="Ellipse 51">
            <a:extLst>
              <a:ext uri="{FF2B5EF4-FFF2-40B4-BE49-F238E27FC236}">
                <a16:creationId xmlns:a16="http://schemas.microsoft.com/office/drawing/2014/main" id="{1A61A62C-FE8E-5C69-1BD2-514C05CDCB10}"/>
              </a:ext>
            </a:extLst>
          </p:cNvPr>
          <p:cNvSpPr>
            <a:spLocks noChangeAspect="1"/>
          </p:cNvSpPr>
          <p:nvPr/>
        </p:nvSpPr>
        <p:spPr>
          <a:xfrm>
            <a:off x="4905463" y="187700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B2164B6D-A03B-D0E0-C7DD-B22417DA97EB}"/>
              </a:ext>
            </a:extLst>
          </p:cNvPr>
          <p:cNvCxnSpPr>
            <a:cxnSpLocks/>
            <a:stCxn id="52" idx="6"/>
            <a:endCxn id="17" idx="1"/>
          </p:cNvCxnSpPr>
          <p:nvPr/>
        </p:nvCxnSpPr>
        <p:spPr>
          <a:xfrm>
            <a:off x="5193463" y="2021007"/>
            <a:ext cx="219753" cy="424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9725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1005312" y="626163"/>
            <a:ext cx="10563978" cy="528400"/>
          </a:xfrm>
        </p:spPr>
        <p:txBody>
          <a:bodyPr/>
          <a:lstStyle/>
          <a:p>
            <a:r>
              <a:rPr lang="fr-FR" cap="all" noProof="0" dirty="0"/>
              <a:t>é</a:t>
            </a:r>
            <a:r>
              <a:rPr lang="fr-FR" noProof="0" dirty="0"/>
              <a:t>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62332" y="6118701"/>
            <a:ext cx="11369615" cy="5284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 </a:t>
            </a:r>
            <a:r>
              <a:rPr lang="fr-FR" sz="1200" i="1" noProof="0" dirty="0"/>
              <a:t>Cet écran peut rester ouvert en même temps que l’écran principal sans gêner le fonctionnement mais il reste au 1</a:t>
            </a:r>
            <a:r>
              <a:rPr lang="fr-FR" sz="1200" i="1" baseline="30000" noProof="0" dirty="0"/>
              <a:t>er</a:t>
            </a:r>
            <a:r>
              <a:rPr lang="fr-FR" sz="1200" i="1" noProof="0" dirty="0"/>
              <a:t> plan. Attention, l’activation des traces détaillées peut générer des fichiers de taille importante et engendrer une perte de performance.</a:t>
            </a:r>
            <a:endParaRPr lang="fr-FR" sz="1800" i="1" noProof="0" dirty="0"/>
          </a:p>
        </p:txBody>
      </p:sp>
      <p:grpSp>
        <p:nvGrpSpPr>
          <p:cNvPr id="47" name="Groupe 46">
            <a:extLst>
              <a:ext uri="{FF2B5EF4-FFF2-40B4-BE49-F238E27FC236}">
                <a16:creationId xmlns:a16="http://schemas.microsoft.com/office/drawing/2014/main" id="{AF6D903A-3D56-A77B-B145-4D3C588002FC}"/>
              </a:ext>
            </a:extLst>
          </p:cNvPr>
          <p:cNvGrpSpPr/>
          <p:nvPr/>
        </p:nvGrpSpPr>
        <p:grpSpPr>
          <a:xfrm>
            <a:off x="5440000" y="1696993"/>
            <a:ext cx="5746689" cy="3762670"/>
            <a:chOff x="4749501" y="1470268"/>
            <a:chExt cx="5746689" cy="376267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951D9210-9A84-6560-3A58-B7CE21A1F31B}"/>
                </a:ext>
              </a:extLst>
            </p:cNvPr>
            <p:cNvSpPr/>
            <p:nvPr/>
          </p:nvSpPr>
          <p:spPr>
            <a:xfrm>
              <a:off x="8304631" y="4407601"/>
              <a:ext cx="1647090"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0295A2E-C07B-6A53-3F48-FF6BE495AC74}"/>
                </a:ext>
              </a:extLst>
            </p:cNvPr>
            <p:cNvSpPr/>
            <p:nvPr/>
          </p:nvSpPr>
          <p:spPr>
            <a:xfrm>
              <a:off x="4749501" y="306118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9" name="Connecteur droit avec flèche 18">
              <a:extLst>
                <a:ext uri="{FF2B5EF4-FFF2-40B4-BE49-F238E27FC236}">
                  <a16:creationId xmlns:a16="http://schemas.microsoft.com/office/drawing/2014/main" id="{C78EEE8C-B46A-8FEE-3C9A-FDA0B173C95E}"/>
                </a:ext>
              </a:extLst>
            </p:cNvPr>
            <p:cNvCxnSpPr>
              <a:cxnSpLocks/>
              <a:stCxn id="16" idx="3"/>
              <a:endCxn id="8" idx="1"/>
            </p:cNvCxnSpPr>
            <p:nvPr/>
          </p:nvCxnSpPr>
          <p:spPr>
            <a:xfrm>
              <a:off x="5037501" y="3205183"/>
              <a:ext cx="337578" cy="541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464F302-63D3-F22C-2C3F-9B302854D2F9}"/>
                </a:ext>
              </a:extLst>
            </p:cNvPr>
            <p:cNvSpPr>
              <a:spLocks noChangeAspect="1"/>
            </p:cNvSpPr>
            <p:nvPr/>
          </p:nvSpPr>
          <p:spPr>
            <a:xfrm>
              <a:off x="751315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37AE9495-321C-7638-DF98-3E1CA68C7FA6}"/>
                </a:ext>
              </a:extLst>
            </p:cNvPr>
            <p:cNvCxnSpPr>
              <a:cxnSpLocks/>
              <a:stCxn id="24" idx="0"/>
              <a:endCxn id="15" idx="2"/>
            </p:cNvCxnSpPr>
            <p:nvPr/>
          </p:nvCxnSpPr>
          <p:spPr>
            <a:xfrm flipV="1">
              <a:off x="7657156" y="4720442"/>
              <a:ext cx="0" cy="22449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35ADFFAA-EF44-9CD2-F689-265853882719}"/>
                </a:ext>
              </a:extLst>
            </p:cNvPr>
            <p:cNvSpPr>
              <a:spLocks noChangeAspect="1"/>
            </p:cNvSpPr>
            <p:nvPr/>
          </p:nvSpPr>
          <p:spPr>
            <a:xfrm>
              <a:off x="898417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7" name="Connecteur droit avec flèche 26">
              <a:extLst>
                <a:ext uri="{FF2B5EF4-FFF2-40B4-BE49-F238E27FC236}">
                  <a16:creationId xmlns:a16="http://schemas.microsoft.com/office/drawing/2014/main" id="{12830D6C-43A1-C9D4-03BD-5DB16F13601B}"/>
                </a:ext>
              </a:extLst>
            </p:cNvPr>
            <p:cNvCxnSpPr>
              <a:cxnSpLocks/>
              <a:stCxn id="26" idx="0"/>
              <a:endCxn id="17" idx="2"/>
            </p:cNvCxnSpPr>
            <p:nvPr/>
          </p:nvCxnSpPr>
          <p:spPr>
            <a:xfrm flipV="1">
              <a:off x="9128176" y="4635176"/>
              <a:ext cx="0" cy="3097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90BC9A38-5C64-BED0-7954-A1988F26C457}"/>
              </a:ext>
            </a:extLst>
          </p:cNvPr>
          <p:cNvGrpSpPr/>
          <p:nvPr/>
        </p:nvGrpSpPr>
        <p:grpSpPr>
          <a:xfrm>
            <a:off x="1005312" y="2341251"/>
            <a:ext cx="3429376" cy="2474155"/>
            <a:chOff x="303786" y="1909286"/>
            <a:chExt cx="3429376" cy="2474155"/>
          </a:xfrm>
        </p:grpSpPr>
        <p:grpSp>
          <p:nvGrpSpPr>
            <p:cNvPr id="3" name="Groupe 2">
              <a:extLst>
                <a:ext uri="{FF2B5EF4-FFF2-40B4-BE49-F238E27FC236}">
                  <a16:creationId xmlns:a16="http://schemas.microsoft.com/office/drawing/2014/main" id="{080CA0FD-EE94-2C00-EA36-C2F20519D9F6}"/>
                </a:ext>
              </a:extLst>
            </p:cNvPr>
            <p:cNvGrpSpPr/>
            <p:nvPr/>
          </p:nvGrpSpPr>
          <p:grpSpPr>
            <a:xfrm>
              <a:off x="303786" y="1909286"/>
              <a:ext cx="3429376" cy="648000"/>
              <a:chOff x="5346700" y="1875081"/>
              <a:chExt cx="3429376" cy="648000"/>
            </a:xfrm>
          </p:grpSpPr>
          <p:sp>
            <p:nvSpPr>
              <p:cNvPr id="6" name="Rectangle : coins arrondis 5">
                <a:extLst>
                  <a:ext uri="{FF2B5EF4-FFF2-40B4-BE49-F238E27FC236}">
                    <a16:creationId xmlns:a16="http://schemas.microsoft.com/office/drawing/2014/main" id="{83944CFD-3588-EB5C-7919-9E23A3A6EFD0}"/>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430C3E00-F27D-CB1A-1F08-D31E56D5DE49}"/>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Informations sur l’application (description, version,  éditeur, etc.).</a:t>
                </a:r>
              </a:p>
            </p:txBody>
          </p:sp>
          <p:sp>
            <p:nvSpPr>
              <p:cNvPr id="12" name="Rectangle 11">
                <a:extLst>
                  <a:ext uri="{FF2B5EF4-FFF2-40B4-BE49-F238E27FC236}">
                    <a16:creationId xmlns:a16="http://schemas.microsoft.com/office/drawing/2014/main" id="{B7F17F61-5661-7F2A-8406-D667F669FD66}"/>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 name="Connecteur droit 13">
                <a:extLst>
                  <a:ext uri="{FF2B5EF4-FFF2-40B4-BE49-F238E27FC236}">
                    <a16:creationId xmlns:a16="http://schemas.microsoft.com/office/drawing/2014/main" id="{0E741A55-49ED-1DFD-343E-49350825E596}"/>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4" name="Groupe 33">
              <a:extLst>
                <a:ext uri="{FF2B5EF4-FFF2-40B4-BE49-F238E27FC236}">
                  <a16:creationId xmlns:a16="http://schemas.microsoft.com/office/drawing/2014/main" id="{A6AA5407-4F29-A5D2-1F66-079F97D96589}"/>
                </a:ext>
              </a:extLst>
            </p:cNvPr>
            <p:cNvGrpSpPr/>
            <p:nvPr/>
          </p:nvGrpSpPr>
          <p:grpSpPr>
            <a:xfrm>
              <a:off x="303786" y="3825694"/>
              <a:ext cx="3429376" cy="557747"/>
              <a:chOff x="6718452" y="1719483"/>
              <a:chExt cx="3429376" cy="557747"/>
            </a:xfrm>
          </p:grpSpPr>
          <p:grpSp>
            <p:nvGrpSpPr>
              <p:cNvPr id="35" name="Groupe 34">
                <a:extLst>
                  <a:ext uri="{FF2B5EF4-FFF2-40B4-BE49-F238E27FC236}">
                    <a16:creationId xmlns:a16="http://schemas.microsoft.com/office/drawing/2014/main" id="{1B6E85BF-F4C7-21B2-E608-C622318D30B1}"/>
                  </a:ext>
                </a:extLst>
              </p:cNvPr>
              <p:cNvGrpSpPr/>
              <p:nvPr/>
            </p:nvGrpSpPr>
            <p:grpSpPr>
              <a:xfrm>
                <a:off x="6718452" y="1719483"/>
                <a:ext cx="3429376" cy="557747"/>
                <a:chOff x="5346700" y="1873408"/>
                <a:chExt cx="3429376" cy="557747"/>
              </a:xfrm>
            </p:grpSpPr>
            <p:sp>
              <p:nvSpPr>
                <p:cNvPr id="37" name="Rectangle : coins arrondis 36">
                  <a:extLst>
                    <a:ext uri="{FF2B5EF4-FFF2-40B4-BE49-F238E27FC236}">
                      <a16:creationId xmlns:a16="http://schemas.microsoft.com/office/drawing/2014/main" id="{C34A8DEB-5C7A-2091-2B61-A70B0548AE3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D74DE3EF-4BF9-C88D-93C8-73B2F94FC4F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Activer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les traces détaillées de l’application.</a:t>
                  </a:r>
                </a:p>
              </p:txBody>
            </p:sp>
            <p:cxnSp>
              <p:nvCxnSpPr>
                <p:cNvPr id="39" name="Connecteur droit 38">
                  <a:extLst>
                    <a:ext uri="{FF2B5EF4-FFF2-40B4-BE49-F238E27FC236}">
                      <a16:creationId xmlns:a16="http://schemas.microsoft.com/office/drawing/2014/main" id="{BB4692FA-177A-33EF-AF6B-3DD4F45745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6" name="Ellipse 35">
                <a:extLst>
                  <a:ext uri="{FF2B5EF4-FFF2-40B4-BE49-F238E27FC236}">
                    <a16:creationId xmlns:a16="http://schemas.microsoft.com/office/drawing/2014/main" id="{743A2400-1134-9066-58D7-8743F3B035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40" name="Groupe 39">
              <a:extLst>
                <a:ext uri="{FF2B5EF4-FFF2-40B4-BE49-F238E27FC236}">
                  <a16:creationId xmlns:a16="http://schemas.microsoft.com/office/drawing/2014/main" id="{1FC9D126-1D02-6FCA-EF16-F0F2CE4C9D41}"/>
                </a:ext>
              </a:extLst>
            </p:cNvPr>
            <p:cNvGrpSpPr/>
            <p:nvPr/>
          </p:nvGrpSpPr>
          <p:grpSpPr>
            <a:xfrm>
              <a:off x="303786" y="2852763"/>
              <a:ext cx="3429376" cy="677454"/>
              <a:chOff x="6718452" y="1721155"/>
              <a:chExt cx="3429376" cy="677454"/>
            </a:xfrm>
          </p:grpSpPr>
          <p:grpSp>
            <p:nvGrpSpPr>
              <p:cNvPr id="41" name="Groupe 40">
                <a:extLst>
                  <a:ext uri="{FF2B5EF4-FFF2-40B4-BE49-F238E27FC236}">
                    <a16:creationId xmlns:a16="http://schemas.microsoft.com/office/drawing/2014/main" id="{88DD2A96-1745-511C-4829-8D7ADF2693C4}"/>
                  </a:ext>
                </a:extLst>
              </p:cNvPr>
              <p:cNvGrpSpPr/>
              <p:nvPr/>
            </p:nvGrpSpPr>
            <p:grpSpPr>
              <a:xfrm>
                <a:off x="6718452" y="1721155"/>
                <a:ext cx="3429376" cy="677454"/>
                <a:chOff x="5346700" y="1875080"/>
                <a:chExt cx="3429376" cy="677454"/>
              </a:xfrm>
            </p:grpSpPr>
            <p:sp>
              <p:nvSpPr>
                <p:cNvPr id="43" name="Rectangle : coins arrondis 42">
                  <a:extLst>
                    <a:ext uri="{FF2B5EF4-FFF2-40B4-BE49-F238E27FC236}">
                      <a16:creationId xmlns:a16="http://schemas.microsoft.com/office/drawing/2014/main" id="{99C70705-86F1-6D73-7A61-8341139396C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6338D73B-1DB8-C9C1-9AA4-AE42CDFDE216}"/>
                    </a:ext>
                  </a:extLst>
                </p:cNvPr>
                <p:cNvSpPr/>
                <p:nvPr/>
              </p:nvSpPr>
              <p:spPr>
                <a:xfrm>
                  <a:off x="5680076" y="1904534"/>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Génère un fichier zip contenant les données de diagnostiques (pour documenter un incident).</a:t>
                  </a:r>
                </a:p>
              </p:txBody>
            </p:sp>
            <p:cxnSp>
              <p:nvCxnSpPr>
                <p:cNvPr id="45" name="Connecteur droit 44">
                  <a:extLst>
                    <a:ext uri="{FF2B5EF4-FFF2-40B4-BE49-F238E27FC236}">
                      <a16:creationId xmlns:a16="http://schemas.microsoft.com/office/drawing/2014/main" id="{F6024A84-B86B-1161-6DBE-368C0B224D25}"/>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2" name="Ellipse 41">
                <a:extLst>
                  <a:ext uri="{FF2B5EF4-FFF2-40B4-BE49-F238E27FC236}">
                    <a16:creationId xmlns:a16="http://schemas.microsoft.com/office/drawing/2014/main" id="{6F4F2AB0-B604-B2B6-D8C1-94C40A97606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spTree>
    <p:extLst>
      <p:ext uri="{BB962C8B-B14F-4D97-AF65-F5344CB8AC3E}">
        <p14:creationId xmlns:p14="http://schemas.microsoft.com/office/powerpoint/2010/main" val="237722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noProof="0" dirty="0"/>
              <a:t>4</a:t>
            </a:r>
          </a:p>
        </p:txBody>
      </p:sp>
    </p:spTree>
    <p:extLst>
      <p:ext uri="{BB962C8B-B14F-4D97-AF65-F5344CB8AC3E}">
        <p14:creationId xmlns:p14="http://schemas.microsoft.com/office/powerpoint/2010/main" val="41882594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les données ne sont pas publiées ou ne sont pas actualisées,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439469479"/>
              </p:ext>
            </p:extLst>
          </p:nvPr>
        </p:nvGraphicFramePr>
        <p:xfrm>
          <a:off x="270763" y="2017468"/>
          <a:ext cx="11549762" cy="3127937"/>
        </p:xfrm>
        <a:graphic>
          <a:graphicData uri="http://schemas.openxmlformats.org/drawingml/2006/table">
            <a:tbl>
              <a:tblPr firstRow="1" bandRow="1">
                <a:tableStyleId>{5C22544A-7EE6-4342-B048-85BDC9FD1C3A}</a:tableStyleId>
              </a:tblPr>
              <a:tblGrid>
                <a:gridCol w="6086905">
                  <a:extLst>
                    <a:ext uri="{9D8B030D-6E8A-4147-A177-3AD203B41FA5}">
                      <a16:colId xmlns:a16="http://schemas.microsoft.com/office/drawing/2014/main" val="1181157168"/>
                    </a:ext>
                  </a:extLst>
                </a:gridCol>
                <a:gridCol w="5462857">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720770">
                <a:tc>
                  <a:txBody>
                    <a:bodyPr/>
                    <a:lstStyle/>
                    <a:p>
                      <a:r>
                        <a:rPr lang="fr-FR" sz="1400" noProof="0" dirty="0">
                          <a:latin typeface="Barlow" panose="00000500000000000000" pitchFamily="2" charset="0"/>
                        </a:rPr>
                        <a:t>L’application est connectée au serveur de compétition (icône verte                    )</a:t>
                      </a:r>
                    </a:p>
                  </a:txBody>
                  <a:tcPr anchor="ctr"/>
                </a:tc>
                <a:tc>
                  <a:txBody>
                    <a:bodyPr/>
                    <a:lstStyle/>
                    <a:p>
                      <a:r>
                        <a:rPr lang="fr-FR" sz="1400" noProof="0" dirty="0">
                          <a:latin typeface="Barlow" panose="00000500000000000000" pitchFamily="2" charset="0"/>
                        </a:rPr>
                        <a:t>Reconnectez l’application au serveur</a:t>
                      </a:r>
                    </a:p>
                  </a:txBody>
                  <a:tcPr anchor="ctr"/>
                </a:tc>
                <a:extLst>
                  <a:ext uri="{0D108BD9-81ED-4DB2-BD59-A6C34878D82A}">
                    <a16:rowId xmlns:a16="http://schemas.microsoft.com/office/drawing/2014/main" val="2586581298"/>
                  </a:ext>
                </a:extLst>
              </a:tr>
              <a:tr h="481847">
                <a:tc>
                  <a:txBody>
                    <a:bodyPr/>
                    <a:lstStyle/>
                    <a:p>
                      <a:r>
                        <a:rPr lang="fr-FR" sz="1400" noProof="0" dirty="0">
                          <a:latin typeface="Barlow" panose="00000500000000000000" pitchFamily="2" charset="0"/>
                        </a:rPr>
                        <a:t>La génération est démarrée</a:t>
                      </a:r>
                    </a:p>
                  </a:txBody>
                  <a:tcPr anchor="ctr"/>
                </a:tc>
                <a:tc>
                  <a:txBody>
                    <a:bodyPr/>
                    <a:lstStyle/>
                    <a:p>
                      <a:r>
                        <a:rPr lang="fr-FR" sz="1400" noProof="0" dirty="0">
                          <a:latin typeface="Barlow" panose="00000500000000000000" pitchFamily="2" charset="0"/>
                        </a:rPr>
                        <a:t>Démarrez la génération</a:t>
                      </a:r>
                    </a:p>
                  </a:txBody>
                  <a:tcPr anchor="ctr"/>
                </a:tc>
                <a:extLst>
                  <a:ext uri="{0D108BD9-81ED-4DB2-BD59-A6C34878D82A}">
                    <a16:rowId xmlns:a16="http://schemas.microsoft.com/office/drawing/2014/main" val="2578065560"/>
                  </a:ext>
                </a:extLst>
              </a:tr>
              <a:tr h="370840">
                <a:tc>
                  <a:txBody>
                    <a:bodyPr/>
                    <a:lstStyle/>
                    <a:p>
                      <a:r>
                        <a:rPr lang="fr-FR" sz="1400" noProof="0" dirty="0">
                          <a:latin typeface="Barlow" panose="00000500000000000000" pitchFamily="2" charset="0"/>
                        </a:rPr>
                        <a:t>Absence de message d’erreur</a:t>
                      </a:r>
                    </a:p>
                  </a:txBody>
                  <a:tcPr anchor="ctr"/>
                </a:tc>
                <a:tc>
                  <a:txBody>
                    <a:bodyPr/>
                    <a:lstStyle/>
                    <a:p>
                      <a:r>
                        <a:rPr lang="fr-FR" sz="1400" noProof="0" dirty="0">
                          <a:latin typeface="Barlow" panose="00000500000000000000" pitchFamily="2" charset="0"/>
                        </a:rPr>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sz="1400" noProof="0" dirty="0">
                          <a:latin typeface="Barlow" panose="00000500000000000000" pitchFamily="2" charset="0"/>
                        </a:rPr>
                        <a:t>La fréquence de mise à jour est trop faible</a:t>
                      </a:r>
                    </a:p>
                  </a:txBody>
                  <a:tcPr anchor="ctr"/>
                </a:tc>
                <a:tc>
                  <a:txBody>
                    <a:bodyPr/>
                    <a:lstStyle/>
                    <a:p>
                      <a:r>
                        <a:rPr lang="fr-FR" sz="1400" noProof="0" dirty="0">
                          <a:latin typeface="Barlow" panose="00000500000000000000" pitchFamily="2" charset="0"/>
                        </a:rPr>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sz="1400" noProof="0" dirty="0">
                          <a:latin typeface="Barlow" panose="00000500000000000000" pitchFamily="2" charset="0"/>
                        </a:rPr>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5537504" y="2579884"/>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 site n’est pas accessible localement,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3999853005"/>
              </p:ext>
            </p:extLst>
          </p:nvPr>
        </p:nvGraphicFramePr>
        <p:xfrm>
          <a:off x="270763" y="2017468"/>
          <a:ext cx="11549762" cy="1824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locale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La publication se fait sur la bonne interface réseau</a:t>
                      </a:r>
                    </a:p>
                  </a:txBody>
                  <a:tcPr anchor="ctr"/>
                </a:tc>
                <a:tc>
                  <a:txBody>
                    <a:bodyPr/>
                    <a:lstStyle/>
                    <a:p>
                      <a:r>
                        <a:rPr lang="fr-FR" sz="1400" noProof="0" dirty="0">
                          <a:latin typeface="Barlow" panose="00000500000000000000" pitchFamily="2" charset="0"/>
                        </a:rPr>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l’accès Web</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latin typeface="Barlow" panose="00000500000000000000" pitchFamily="2" charset="0"/>
              </a:rPr>
              <a:t>Si vous constatez que le site n’est pas accessible à distance,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422384489"/>
              </p:ext>
            </p:extLst>
          </p:nvPr>
        </p:nvGraphicFramePr>
        <p:xfrm>
          <a:off x="270763" y="2017468"/>
          <a:ext cx="11549762" cy="234244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distante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Les paramètres de connexion FTP sont valides (compte, mot de passe répertoire)</a:t>
                      </a:r>
                    </a:p>
                  </a:txBody>
                  <a:tcPr anchor="ctr"/>
                </a:tc>
                <a:tc>
                  <a:txBody>
                    <a:bodyPr/>
                    <a:lstStyle/>
                    <a:p>
                      <a:r>
                        <a:rPr lang="fr-FR" sz="1400" noProof="0" dirty="0">
                          <a:latin typeface="Barlow" panose="00000500000000000000" pitchFamily="2" charset="0"/>
                        </a:rPr>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 FTP</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la chambre d’appel ne s’affiche pas,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291270416"/>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L’écran cherche bien à accéder à l’URL spécifiée</a:t>
                      </a:r>
                    </a:p>
                  </a:txBody>
                  <a:tcPr anchor="ctr"/>
                </a:tc>
                <a:tc>
                  <a:txBody>
                    <a:bodyPr/>
                    <a:lstStyle/>
                    <a:p>
                      <a:r>
                        <a:rPr lang="fr-FR" sz="1400" noProof="0" dirty="0">
                          <a:latin typeface="Barlow" panose="00000500000000000000" pitchFamily="2" charset="0"/>
                        </a:rPr>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noProof="0"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noProof="0" dirty="0"/>
          </a:p>
        </p:txBody>
      </p:sp>
    </p:spTree>
    <p:extLst>
      <p:ext uri="{BB962C8B-B14F-4D97-AF65-F5344CB8AC3E}">
        <p14:creationId xmlns:p14="http://schemas.microsoft.com/office/powerpoint/2010/main" val="4026041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27341269"/>
              </p:ext>
            </p:extLst>
          </p:nvPr>
        </p:nvGraphicFramePr>
        <p:xfrm>
          <a:off x="1014405" y="1592485"/>
          <a:ext cx="10163190" cy="3972846"/>
        </p:xfrm>
        <a:graphic>
          <a:graphicData uri="http://schemas.openxmlformats.org/drawingml/2006/table">
            <a:tbl>
              <a:tblPr>
                <a:tableStyleId>{7DF18680-E054-41AD-8BC1-D1AEF772440D}</a:tableStyleId>
              </a:tblPr>
              <a:tblGrid>
                <a:gridCol w="377253">
                  <a:extLst>
                    <a:ext uri="{9D8B030D-6E8A-4147-A177-3AD203B41FA5}">
                      <a16:colId xmlns:a16="http://schemas.microsoft.com/office/drawing/2014/main" val="3736857135"/>
                    </a:ext>
                  </a:extLst>
                </a:gridCol>
                <a:gridCol w="713937">
                  <a:extLst>
                    <a:ext uri="{9D8B030D-6E8A-4147-A177-3AD203B41FA5}">
                      <a16:colId xmlns:a16="http://schemas.microsoft.com/office/drawing/2014/main" val="3696878891"/>
                    </a:ext>
                  </a:extLst>
                </a:gridCol>
                <a:gridCol w="648000">
                  <a:extLst>
                    <a:ext uri="{9D8B030D-6E8A-4147-A177-3AD203B41FA5}">
                      <a16:colId xmlns:a16="http://schemas.microsoft.com/office/drawing/2014/main" val="2257898591"/>
                    </a:ext>
                  </a:extLst>
                </a:gridCol>
                <a:gridCol w="648000">
                  <a:extLst>
                    <a:ext uri="{9D8B030D-6E8A-4147-A177-3AD203B41FA5}">
                      <a16:colId xmlns:a16="http://schemas.microsoft.com/office/drawing/2014/main" val="2384296798"/>
                    </a:ext>
                  </a:extLst>
                </a:gridCol>
                <a:gridCol w="648000">
                  <a:extLst>
                    <a:ext uri="{9D8B030D-6E8A-4147-A177-3AD203B41FA5}">
                      <a16:colId xmlns:a16="http://schemas.microsoft.com/office/drawing/2014/main" val="618733032"/>
                    </a:ext>
                  </a:extLst>
                </a:gridCol>
                <a:gridCol w="648000">
                  <a:extLst>
                    <a:ext uri="{9D8B030D-6E8A-4147-A177-3AD203B41FA5}">
                      <a16:colId xmlns:a16="http://schemas.microsoft.com/office/drawing/2014/main" val="3964921429"/>
                    </a:ext>
                  </a:extLst>
                </a:gridCol>
                <a:gridCol w="648000">
                  <a:extLst>
                    <a:ext uri="{9D8B030D-6E8A-4147-A177-3AD203B41FA5}">
                      <a16:colId xmlns:a16="http://schemas.microsoft.com/office/drawing/2014/main" val="2528599786"/>
                    </a:ext>
                  </a:extLst>
                </a:gridCol>
                <a:gridCol w="648000">
                  <a:extLst>
                    <a:ext uri="{9D8B030D-6E8A-4147-A177-3AD203B41FA5}">
                      <a16:colId xmlns:a16="http://schemas.microsoft.com/office/drawing/2014/main" val="2631112101"/>
                    </a:ext>
                  </a:extLst>
                </a:gridCol>
                <a:gridCol w="648000">
                  <a:extLst>
                    <a:ext uri="{9D8B030D-6E8A-4147-A177-3AD203B41FA5}">
                      <a16:colId xmlns:a16="http://schemas.microsoft.com/office/drawing/2014/main" val="1640724778"/>
                    </a:ext>
                  </a:extLst>
                </a:gridCol>
                <a:gridCol w="648000">
                  <a:extLst>
                    <a:ext uri="{9D8B030D-6E8A-4147-A177-3AD203B41FA5}">
                      <a16:colId xmlns:a16="http://schemas.microsoft.com/office/drawing/2014/main" val="2824390373"/>
                    </a:ext>
                  </a:extLst>
                </a:gridCol>
                <a:gridCol w="648000">
                  <a:extLst>
                    <a:ext uri="{9D8B030D-6E8A-4147-A177-3AD203B41FA5}">
                      <a16:colId xmlns:a16="http://schemas.microsoft.com/office/drawing/2014/main" val="3229000006"/>
                    </a:ext>
                  </a:extLst>
                </a:gridCol>
                <a:gridCol w="648000">
                  <a:extLst>
                    <a:ext uri="{9D8B030D-6E8A-4147-A177-3AD203B41FA5}">
                      <a16:colId xmlns:a16="http://schemas.microsoft.com/office/drawing/2014/main" val="788621322"/>
                    </a:ext>
                  </a:extLst>
                </a:gridCol>
                <a:gridCol w="648000">
                  <a:extLst>
                    <a:ext uri="{9D8B030D-6E8A-4147-A177-3AD203B41FA5}">
                      <a16:colId xmlns:a16="http://schemas.microsoft.com/office/drawing/2014/main" val="2162805490"/>
                    </a:ext>
                  </a:extLst>
                </a:gridCol>
                <a:gridCol w="648000">
                  <a:extLst>
                    <a:ext uri="{9D8B030D-6E8A-4147-A177-3AD203B41FA5}">
                      <a16:colId xmlns:a16="http://schemas.microsoft.com/office/drawing/2014/main" val="1839021779"/>
                    </a:ext>
                  </a:extLst>
                </a:gridCol>
                <a:gridCol w="648000">
                  <a:extLst>
                    <a:ext uri="{9D8B030D-6E8A-4147-A177-3AD203B41FA5}">
                      <a16:colId xmlns:a16="http://schemas.microsoft.com/office/drawing/2014/main" val="1719123156"/>
                    </a:ext>
                  </a:extLst>
                </a:gridCol>
                <a:gridCol w="648000">
                  <a:extLst>
                    <a:ext uri="{9D8B030D-6E8A-4147-A177-3AD203B41FA5}">
                      <a16:colId xmlns:a16="http://schemas.microsoft.com/office/drawing/2014/main" val="2654753844"/>
                    </a:ext>
                  </a:extLst>
                </a:gridCol>
              </a:tblGrid>
              <a:tr h="489006">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gridSpan="14">
                  <a:txBody>
                    <a:bodyPr/>
                    <a:lstStyle/>
                    <a:p>
                      <a:pPr algn="ctr"/>
                      <a:r>
                        <a:rPr lang="fr-FR" sz="1000" b="1" noProof="0" dirty="0">
                          <a:solidFill>
                            <a:schemeClr val="bg1"/>
                          </a:solidFill>
                          <a:latin typeface="Barlow" panose="00000500000000000000" pitchFamily="2" charset="0"/>
                        </a:rPr>
                        <a:t>Publication Suivi </a:t>
                      </a:r>
                      <a:r>
                        <a:rPr lang="fr-FR" sz="1000" b="1" noProof="0" dirty="0" err="1">
                          <a:solidFill>
                            <a:schemeClr val="bg1"/>
                          </a:solidFill>
                          <a:latin typeface="Barlow" panose="00000500000000000000" pitchFamily="2" charset="0"/>
                        </a:rPr>
                        <a:t>Competition</a:t>
                      </a:r>
                      <a:endParaRPr lang="fr-FR" sz="1000" b="1" noProof="0" dirty="0">
                        <a:solidFill>
                          <a:schemeClr val="bg1"/>
                        </a:solidFill>
                        <a:latin typeface="Barlow" panose="00000500000000000000" pitchFamily="2" charset="0"/>
                      </a:endParaRPr>
                    </a:p>
                  </a:txBody>
                  <a:tcPr anchor="ctr">
                    <a:solidFill>
                      <a:srgbClr val="090095"/>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a:txBody>
                    <a:bodyPr/>
                    <a:lstStyle/>
                    <a:p>
                      <a:r>
                        <a:rPr lang="fr-FR" sz="1000" b="0" noProof="0" dirty="0">
                          <a:solidFill>
                            <a:schemeClr val="bg1"/>
                          </a:solidFill>
                          <a:latin typeface="Barlow" panose="00000500000000000000" pitchFamily="2" charset="0"/>
                        </a:rPr>
                        <a:t>1.0.0.0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1.1.1.1</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1.1.1.2</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1.1.1.3</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1.3.1.0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2.0.0.0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2.1.0.0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00" b="1" noProof="0" dirty="0">
                          <a:solidFill>
                            <a:schemeClr val="bg1"/>
                          </a:solidFill>
                          <a:latin typeface="Barlow" panose="00000500000000000000" pitchFamily="2" charset="0"/>
                        </a:rPr>
                        <a:t>Gestion de compétition 2.0</a:t>
                      </a:r>
                    </a:p>
                  </a:txBody>
                  <a:tcPr vert="vert270" anchor="ctr">
                    <a:solidFill>
                      <a:srgbClr val="090095"/>
                    </a:solidFill>
                  </a:tcPr>
                </a:tc>
                <a:tc>
                  <a:txBody>
                    <a:bodyPr/>
                    <a:lstStyle/>
                    <a:p>
                      <a:r>
                        <a:rPr lang="fr-FR" sz="1000" b="0" noProof="0" dirty="0">
                          <a:solidFill>
                            <a:schemeClr val="bg1"/>
                          </a:solidFill>
                          <a:latin typeface="Barlow" panose="00000500000000000000" pitchFamily="2" charset="0"/>
                        </a:rPr>
                        <a:t>1.2.5.1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000" b="0" noProof="0" dirty="0">
                          <a:solidFill>
                            <a:schemeClr val="bg1"/>
                          </a:solidFill>
                          <a:latin typeface="Barlow" panose="00000500000000000000" pitchFamily="2" charset="0"/>
                        </a:rPr>
                        <a:t>1.2.6.0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1.2.6.3</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1.2.6.5</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1.2.6.6</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1.2.7.2</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99860152"/>
                  </a:ext>
                </a:extLst>
              </a:tr>
            </a:tbl>
          </a:graphicData>
        </a:graphic>
      </p:graphicFrame>
      <p:grpSp>
        <p:nvGrpSpPr>
          <p:cNvPr id="27" name="Groupe 26">
            <a:extLst>
              <a:ext uri="{FF2B5EF4-FFF2-40B4-BE49-F238E27FC236}">
                <a16:creationId xmlns:a16="http://schemas.microsoft.com/office/drawing/2014/main" id="{FE064BFA-E155-D28C-B741-935BE7880A10}"/>
              </a:ext>
            </a:extLst>
          </p:cNvPr>
          <p:cNvGrpSpPr/>
          <p:nvPr/>
        </p:nvGrpSpPr>
        <p:grpSpPr>
          <a:xfrm>
            <a:off x="1386151" y="5776092"/>
            <a:ext cx="9419697" cy="360000"/>
            <a:chOff x="749272" y="5925404"/>
            <a:chExt cx="9419697" cy="360000"/>
          </a:xfrm>
        </p:grpSpPr>
        <p:grpSp>
          <p:nvGrpSpPr>
            <p:cNvPr id="2" name="Groupe 1">
              <a:extLst>
                <a:ext uri="{FF2B5EF4-FFF2-40B4-BE49-F238E27FC236}">
                  <a16:creationId xmlns:a16="http://schemas.microsoft.com/office/drawing/2014/main" id="{5D026C13-4216-A9C1-B813-1D3E23243B07}"/>
                </a:ext>
              </a:extLst>
            </p:cNvPr>
            <p:cNvGrpSpPr/>
            <p:nvPr/>
          </p:nvGrpSpPr>
          <p:grpSpPr>
            <a:xfrm>
              <a:off x="749272" y="5925404"/>
              <a:ext cx="1626106" cy="360000"/>
              <a:chOff x="5346700" y="3934634"/>
              <a:chExt cx="1626106" cy="360000"/>
            </a:xfrm>
          </p:grpSpPr>
          <p:sp>
            <p:nvSpPr>
              <p:cNvPr id="3" name="Rectangle : coins arrondis 2">
                <a:extLst>
                  <a:ext uri="{FF2B5EF4-FFF2-40B4-BE49-F238E27FC236}">
                    <a16:creationId xmlns:a16="http://schemas.microsoft.com/office/drawing/2014/main" id="{C7BB7FA4-5D6A-2491-6E7F-75C5C717C55F}"/>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 name="Rectangle : coins arrondis 3">
                <a:extLst>
                  <a:ext uri="{FF2B5EF4-FFF2-40B4-BE49-F238E27FC236}">
                    <a16:creationId xmlns:a16="http://schemas.microsoft.com/office/drawing/2014/main" id="{A6053F4E-6827-7766-436B-17AB5C5937FD}"/>
                  </a:ext>
                </a:extLst>
              </p:cNvPr>
              <p:cNvSpPr/>
              <p:nvPr/>
            </p:nvSpPr>
            <p:spPr>
              <a:xfrm>
                <a:off x="5680076" y="3934634"/>
                <a:ext cx="129273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5">
                <a:extLst>
                  <a:ext uri="{FF2B5EF4-FFF2-40B4-BE49-F238E27FC236}">
                    <a16:creationId xmlns:a16="http://schemas.microsoft.com/office/drawing/2014/main" id="{4016686A-E014-FA04-3CAA-D5068987587B}"/>
                  </a:ext>
                </a:extLst>
              </p:cNvPr>
              <p:cNvSpPr>
                <a:spLocks noChangeAspect="1"/>
              </p:cNvSpPr>
              <p:nvPr/>
            </p:nvSpPr>
            <p:spPr>
              <a:xfrm>
                <a:off x="5408816" y="4006634"/>
                <a:ext cx="216000" cy="216000"/>
              </a:xfrm>
              <a:prstGeom prst="rect">
                <a:avLst/>
              </a:prstGeom>
              <a:solidFill>
                <a:srgbClr val="358F6C"/>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10" name="Connecteur droit 9">
                <a:extLst>
                  <a:ext uri="{FF2B5EF4-FFF2-40B4-BE49-F238E27FC236}">
                    <a16:creationId xmlns:a16="http://schemas.microsoft.com/office/drawing/2014/main" id="{7B2BB4C2-B62B-D66B-8F62-C2C83D7DC074}"/>
                  </a:ext>
                </a:extLst>
              </p:cNvPr>
              <p:cNvCxnSpPr>
                <a:cxnSpLocks/>
              </p:cNvCxnSpPr>
              <p:nvPr/>
            </p:nvCxnSpPr>
            <p:spPr>
              <a:xfrm>
                <a:off x="5346700" y="3934634"/>
                <a:ext cx="0" cy="360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7" name="Groupe 16">
              <a:extLst>
                <a:ext uri="{FF2B5EF4-FFF2-40B4-BE49-F238E27FC236}">
                  <a16:creationId xmlns:a16="http://schemas.microsoft.com/office/drawing/2014/main" id="{1F66D5D0-6473-605D-C8DF-BBD49B4CE147}"/>
                </a:ext>
              </a:extLst>
            </p:cNvPr>
            <p:cNvGrpSpPr/>
            <p:nvPr/>
          </p:nvGrpSpPr>
          <p:grpSpPr>
            <a:xfrm>
              <a:off x="3332678" y="5925404"/>
              <a:ext cx="4252404" cy="360000"/>
              <a:chOff x="5346700" y="3934634"/>
              <a:chExt cx="4252404" cy="360000"/>
            </a:xfrm>
          </p:grpSpPr>
          <p:sp>
            <p:nvSpPr>
              <p:cNvPr id="18" name="Rectangle : coins arrondis 17">
                <a:extLst>
                  <a:ext uri="{FF2B5EF4-FFF2-40B4-BE49-F238E27FC236}">
                    <a16:creationId xmlns:a16="http://schemas.microsoft.com/office/drawing/2014/main" id="{20B8F6EA-8092-4E29-EB2B-2FB95D8B5A7E}"/>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08C19BB7-E605-6DFE-CFAC-DC9ED665090F}"/>
                  </a:ext>
                </a:extLst>
              </p:cNvPr>
              <p:cNvSpPr/>
              <p:nvPr/>
            </p:nvSpPr>
            <p:spPr>
              <a:xfrm>
                <a:off x="5680076" y="3934634"/>
                <a:ext cx="3919028"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Utilisable </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(certaines données peuvent ne pas s'afficher)</a:t>
                </a:r>
              </a:p>
            </p:txBody>
          </p:sp>
          <p:sp>
            <p:nvSpPr>
              <p:cNvPr id="20" name="Rectangle 19">
                <a:extLst>
                  <a:ext uri="{FF2B5EF4-FFF2-40B4-BE49-F238E27FC236}">
                    <a16:creationId xmlns:a16="http://schemas.microsoft.com/office/drawing/2014/main" id="{B210B3EE-6D72-D3F3-9124-F608478D486D}"/>
                  </a:ext>
                </a:extLst>
              </p:cNvPr>
              <p:cNvSpPr>
                <a:spLocks noChangeAspect="1"/>
              </p:cNvSpPr>
              <p:nvPr/>
            </p:nvSpPr>
            <p:spPr>
              <a:xfrm>
                <a:off x="5408816" y="4006634"/>
                <a:ext cx="216000" cy="216000"/>
              </a:xfrm>
              <a:prstGeom prst="rect">
                <a:avLst/>
              </a:prstGeom>
              <a:solidFill>
                <a:srgbClr val="C79222"/>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1" name="Connecteur droit 20">
                <a:extLst>
                  <a:ext uri="{FF2B5EF4-FFF2-40B4-BE49-F238E27FC236}">
                    <a16:creationId xmlns:a16="http://schemas.microsoft.com/office/drawing/2014/main" id="{D3748975-CC91-6D17-6CFF-249497B9BB9B}"/>
                  </a:ext>
                </a:extLst>
              </p:cNvPr>
              <p:cNvCxnSpPr>
                <a:cxnSpLocks/>
              </p:cNvCxnSpPr>
              <p:nvPr/>
            </p:nvCxnSpPr>
            <p:spPr>
              <a:xfrm>
                <a:off x="5346700" y="3934634"/>
                <a:ext cx="0" cy="360000"/>
              </a:xfrm>
              <a:prstGeom prst="line">
                <a:avLst/>
              </a:prstGeom>
              <a:ln w="38100">
                <a:solidFill>
                  <a:srgbClr val="C79222"/>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83662F1A-B423-69E0-7037-774EECE69F6E}"/>
                </a:ext>
              </a:extLst>
            </p:cNvPr>
            <p:cNvGrpSpPr/>
            <p:nvPr/>
          </p:nvGrpSpPr>
          <p:grpSpPr>
            <a:xfrm>
              <a:off x="8542382" y="5925404"/>
              <a:ext cx="1626587" cy="360000"/>
              <a:chOff x="5346700" y="3934634"/>
              <a:chExt cx="1626587" cy="360000"/>
            </a:xfrm>
          </p:grpSpPr>
          <p:sp>
            <p:nvSpPr>
              <p:cNvPr id="23" name="Rectangle : coins arrondis 22">
                <a:extLst>
                  <a:ext uri="{FF2B5EF4-FFF2-40B4-BE49-F238E27FC236}">
                    <a16:creationId xmlns:a16="http://schemas.microsoft.com/office/drawing/2014/main" id="{ADA66CEA-00B4-8FE2-BF4D-E5258D93CB3D}"/>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FAC3EBB3-243F-A09B-CEC2-8D47A28DB606}"/>
                  </a:ext>
                </a:extLst>
              </p:cNvPr>
              <p:cNvSpPr/>
              <p:nvPr/>
            </p:nvSpPr>
            <p:spPr>
              <a:xfrm>
                <a:off x="5680076" y="3934634"/>
                <a:ext cx="129321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Incompatible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5" name="Rectangle 24">
                <a:extLst>
                  <a:ext uri="{FF2B5EF4-FFF2-40B4-BE49-F238E27FC236}">
                    <a16:creationId xmlns:a16="http://schemas.microsoft.com/office/drawing/2014/main" id="{8C0AB6B8-F46C-38BB-C169-8A0B655742A5}"/>
                  </a:ext>
                </a:extLst>
              </p:cNvPr>
              <p:cNvSpPr>
                <a:spLocks noChangeAspect="1"/>
              </p:cNvSpPr>
              <p:nvPr/>
            </p:nvSpPr>
            <p:spPr>
              <a:xfrm>
                <a:off x="5408816" y="4006634"/>
                <a:ext cx="216000" cy="216000"/>
              </a:xfrm>
              <a:prstGeom prst="rect">
                <a:avLst/>
              </a:prstGeom>
              <a:solidFill>
                <a:srgbClr val="E633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6" name="Connecteur droit 25">
                <a:extLst>
                  <a:ext uri="{FF2B5EF4-FFF2-40B4-BE49-F238E27FC236}">
                    <a16:creationId xmlns:a16="http://schemas.microsoft.com/office/drawing/2014/main" id="{4CAB7268-87F7-400B-4660-DB4F9A4E3074}"/>
                  </a:ext>
                </a:extLst>
              </p:cNvPr>
              <p:cNvCxnSpPr>
                <a:cxnSpLocks/>
              </p:cNvCxnSpPr>
              <p:nvPr/>
            </p:nvCxnSpPr>
            <p:spPr>
              <a:xfrm>
                <a:off x="5346700" y="3934634"/>
                <a:ext cx="0" cy="360000"/>
              </a:xfrm>
              <a:prstGeom prst="line">
                <a:avLst/>
              </a:prstGeom>
              <a:solidFill>
                <a:srgbClr val="E6332A"/>
              </a:solidFill>
              <a:ln w="38100">
                <a:solidFill>
                  <a:srgbClr val="E6332A"/>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7963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10" name="Groupe 9">
            <a:extLst>
              <a:ext uri="{FF2B5EF4-FFF2-40B4-BE49-F238E27FC236}">
                <a16:creationId xmlns:a16="http://schemas.microsoft.com/office/drawing/2014/main" id="{DCE9C68F-D26F-AF84-ABBE-98497ADBF8D4}"/>
              </a:ext>
            </a:extLst>
          </p:cNvPr>
          <p:cNvGrpSpPr/>
          <p:nvPr/>
        </p:nvGrpSpPr>
        <p:grpSpPr>
          <a:xfrm>
            <a:off x="463999" y="1344172"/>
            <a:ext cx="5400000" cy="1242000"/>
            <a:chOff x="5130203" y="401858"/>
            <a:chExt cx="918140" cy="568875"/>
          </a:xfrm>
        </p:grpSpPr>
        <p:sp>
          <p:nvSpPr>
            <p:cNvPr id="11" name="Rectangle : coins arrondis 10">
              <a:extLst>
                <a:ext uri="{FF2B5EF4-FFF2-40B4-BE49-F238E27FC236}">
                  <a16:creationId xmlns:a16="http://schemas.microsoft.com/office/drawing/2014/main" id="{6F3F18F8-C809-1C8A-E386-CF4C134CAEB6}"/>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v2.1.0.0 – 09/2026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Intégration du module statistiques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technique Framework .NET</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l’affichage des judokas absents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intitulé commun dans les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12" name="Connecteur droit 11">
              <a:extLst>
                <a:ext uri="{FF2B5EF4-FFF2-40B4-BE49-F238E27FC236}">
                  <a16:creationId xmlns:a16="http://schemas.microsoft.com/office/drawing/2014/main" id="{C1A9B89B-5082-D0CA-B952-855223C48CDB}"/>
                </a:ext>
              </a:extLst>
            </p:cNvPr>
            <p:cNvCxnSpPr>
              <a:cxnSpLocks/>
            </p:cNvCxnSpPr>
            <p:nvPr/>
          </p:nvCxnSpPr>
          <p:spPr>
            <a:xfrm>
              <a:off x="5130203" y="401858"/>
              <a:ext cx="0" cy="568875"/>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 name="Groupe 12">
            <a:extLst>
              <a:ext uri="{FF2B5EF4-FFF2-40B4-BE49-F238E27FC236}">
                <a16:creationId xmlns:a16="http://schemas.microsoft.com/office/drawing/2014/main" id="{FBA91D9D-EFD8-3720-BD6E-CE8C2914712D}"/>
              </a:ext>
            </a:extLst>
          </p:cNvPr>
          <p:cNvGrpSpPr/>
          <p:nvPr/>
        </p:nvGrpSpPr>
        <p:grpSpPr>
          <a:xfrm>
            <a:off x="6327998" y="1290172"/>
            <a:ext cx="5400003" cy="1296000"/>
            <a:chOff x="5130203" y="401858"/>
            <a:chExt cx="944874" cy="616281"/>
          </a:xfrm>
        </p:grpSpPr>
        <p:sp>
          <p:nvSpPr>
            <p:cNvPr id="14" name="Rectangle : coins arrondis 13">
              <a:extLst>
                <a:ext uri="{FF2B5EF4-FFF2-40B4-BE49-F238E27FC236}">
                  <a16:creationId xmlns:a16="http://schemas.microsoft.com/office/drawing/2014/main" id="{91C127FE-852F-DC5B-49C5-FFE707749CE9}"/>
                </a:ext>
              </a:extLst>
            </p:cNvPr>
            <p:cNvSpPr/>
            <p:nvPr/>
          </p:nvSpPr>
          <p:spPr>
            <a:xfrm>
              <a:off x="5130204" y="401858"/>
              <a:ext cx="944873" cy="61628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v2.0.0.0 – 05/2026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majeure du moteur interne de génération (stabilité, performance)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de l’IHM</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Possibilité de tester la connexion FTP</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 configuration pendant le fonctionnement de la génération et de la publication</a:t>
              </a:r>
            </a:p>
            <a:p>
              <a:pPr marL="171450" indent="-171450">
                <a:buFont typeface="Wingdings" panose="05000000000000000000" pitchFamily="2" charset="2"/>
                <a:buChar char="§"/>
              </a:pP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5" name="Connecteur droit 14">
              <a:extLst>
                <a:ext uri="{FF2B5EF4-FFF2-40B4-BE49-F238E27FC236}">
                  <a16:creationId xmlns:a16="http://schemas.microsoft.com/office/drawing/2014/main" id="{8825B5A4-0BF3-96E5-8506-E6EBC0A1FC6C}"/>
                </a:ext>
              </a:extLst>
            </p:cNvPr>
            <p:cNvCxnSpPr>
              <a:cxnSpLocks/>
            </p:cNvCxnSpPr>
            <p:nvPr/>
          </p:nvCxnSpPr>
          <p:spPr>
            <a:xfrm>
              <a:off x="5130203" y="401858"/>
              <a:ext cx="0" cy="616281"/>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4892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 (branche 1.x.x.x)</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D8AEA68B-4022-5907-4FFD-1FC50284E8C9}"/>
              </a:ext>
            </a:extLst>
          </p:cNvPr>
          <p:cNvGrpSpPr/>
          <p:nvPr/>
        </p:nvGrpSpPr>
        <p:grpSpPr>
          <a:xfrm>
            <a:off x="6328001" y="1186053"/>
            <a:ext cx="5400000" cy="5311558"/>
            <a:chOff x="6387669" y="1186053"/>
            <a:chExt cx="5400000" cy="5311558"/>
          </a:xfrm>
        </p:grpSpPr>
        <p:grpSp>
          <p:nvGrpSpPr>
            <p:cNvPr id="4" name="Groupe 3">
              <a:extLst>
                <a:ext uri="{FF2B5EF4-FFF2-40B4-BE49-F238E27FC236}">
                  <a16:creationId xmlns:a16="http://schemas.microsoft.com/office/drawing/2014/main" id="{12585CD6-3102-1702-E722-E0DC60DA1E99}"/>
                </a:ext>
              </a:extLst>
            </p:cNvPr>
            <p:cNvGrpSpPr/>
            <p:nvPr/>
          </p:nvGrpSpPr>
          <p:grpSpPr>
            <a:xfrm>
              <a:off x="6387669" y="5953003"/>
              <a:ext cx="5400000" cy="544608"/>
              <a:chOff x="5130203" y="401858"/>
              <a:chExt cx="918140" cy="568875"/>
            </a:xfrm>
          </p:grpSpPr>
          <p:sp>
            <p:nvSpPr>
              <p:cNvPr id="6" name="Rectangle : coins arrondis 5">
                <a:extLst>
                  <a:ext uri="{FF2B5EF4-FFF2-40B4-BE49-F238E27FC236}">
                    <a16:creationId xmlns:a16="http://schemas.microsoft.com/office/drawing/2014/main" id="{CB40E36D-9CE0-D565-3514-D96841A624DB}"/>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v1.0.0.0 – 25/04/2023</a:t>
                </a:r>
              </a:p>
              <a:p>
                <a:pPr marL="171450" indent="-171450">
                  <a:buFont typeface="Wingdings" panose="05000000000000000000" pitchFamily="2" charset="2"/>
                  <a:buChar char="§"/>
                </a:pP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initiale</a:t>
                </a:r>
              </a:p>
            </p:txBody>
          </p:sp>
          <p:cxnSp>
            <p:nvCxnSpPr>
              <p:cNvPr id="8" name="Connecteur droit 7">
                <a:extLst>
                  <a:ext uri="{FF2B5EF4-FFF2-40B4-BE49-F238E27FC236}">
                    <a16:creationId xmlns:a16="http://schemas.microsoft.com/office/drawing/2014/main" id="{379DAF10-2123-A560-DB8A-36423E31D08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9276F99-1C48-3B95-6348-93DA764A2BCF}"/>
                </a:ext>
              </a:extLst>
            </p:cNvPr>
            <p:cNvGrpSpPr/>
            <p:nvPr/>
          </p:nvGrpSpPr>
          <p:grpSpPr>
            <a:xfrm>
              <a:off x="6387669" y="5113513"/>
              <a:ext cx="5400000" cy="594000"/>
              <a:chOff x="5130203" y="401858"/>
              <a:chExt cx="918140" cy="568875"/>
            </a:xfrm>
          </p:grpSpPr>
          <p:sp>
            <p:nvSpPr>
              <p:cNvPr id="10" name="Rectangle : coins arrondis 9">
                <a:extLst>
                  <a:ext uri="{FF2B5EF4-FFF2-40B4-BE49-F238E27FC236}">
                    <a16:creationId xmlns:a16="http://schemas.microsoft.com/office/drawing/2014/main" id="{9F29D908-18D5-4150-C5AB-A25AF7C3A785}"/>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v1.1.0.0 – 19/09/2023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Modernisation du design du site web (changement de librairie vers W3.CSS).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 gestion</a:t>
                </a:r>
              </a:p>
            </p:txBody>
          </p:sp>
          <p:cxnSp>
            <p:nvCxnSpPr>
              <p:cNvPr id="11" name="Connecteur droit 10">
                <a:extLst>
                  <a:ext uri="{FF2B5EF4-FFF2-40B4-BE49-F238E27FC236}">
                    <a16:creationId xmlns:a16="http://schemas.microsoft.com/office/drawing/2014/main" id="{95F2622A-DC54-D3E4-6579-BBB714B06A11}"/>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e 11">
              <a:extLst>
                <a:ext uri="{FF2B5EF4-FFF2-40B4-BE49-F238E27FC236}">
                  <a16:creationId xmlns:a16="http://schemas.microsoft.com/office/drawing/2014/main" id="{78B62D17-7F91-FC4C-111D-F36DB90C249D}"/>
                </a:ext>
              </a:extLst>
            </p:cNvPr>
            <p:cNvGrpSpPr/>
            <p:nvPr/>
          </p:nvGrpSpPr>
          <p:grpSpPr>
            <a:xfrm>
              <a:off x="6387669" y="4418021"/>
              <a:ext cx="5400000" cy="450000"/>
              <a:chOff x="5130203" y="401858"/>
              <a:chExt cx="918140" cy="568875"/>
            </a:xfrm>
          </p:grpSpPr>
          <p:sp>
            <p:nvSpPr>
              <p:cNvPr id="13" name="Rectangle : coins arrondis 12">
                <a:extLst>
                  <a:ext uri="{FF2B5EF4-FFF2-40B4-BE49-F238E27FC236}">
                    <a16:creationId xmlns:a16="http://schemas.microsoft.com/office/drawing/2014/main" id="{2D424E39-8382-9DF1-6552-75D9C4CD439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v1.1.1.0 – 22/10/2023</a:t>
                </a:r>
              </a:p>
              <a:p>
                <a:pPr marL="171450" indent="-171450">
                  <a:buFont typeface="Arial" panose="020B0604020202020204" pitchFamily="34" charset="0"/>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vers Installeur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innoSetup</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4" name="Connecteur droit 13">
                <a:extLst>
                  <a:ext uri="{FF2B5EF4-FFF2-40B4-BE49-F238E27FC236}">
                    <a16:creationId xmlns:a16="http://schemas.microsoft.com/office/drawing/2014/main" id="{8139581D-86E5-A6C3-3AE0-638E29C1D7C7}"/>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5" name="Groupe 14">
              <a:extLst>
                <a:ext uri="{FF2B5EF4-FFF2-40B4-BE49-F238E27FC236}">
                  <a16:creationId xmlns:a16="http://schemas.microsoft.com/office/drawing/2014/main" id="{30894CE2-5B40-22B0-81D3-A627356E6DD6}"/>
                </a:ext>
              </a:extLst>
            </p:cNvPr>
            <p:cNvGrpSpPr/>
            <p:nvPr/>
          </p:nvGrpSpPr>
          <p:grpSpPr>
            <a:xfrm>
              <a:off x="6387669" y="3722529"/>
              <a:ext cx="5400000" cy="450000"/>
              <a:chOff x="5130203" y="401858"/>
              <a:chExt cx="918140" cy="568875"/>
            </a:xfrm>
          </p:grpSpPr>
          <p:sp>
            <p:nvSpPr>
              <p:cNvPr id="16" name="Rectangle : coins arrondis 15">
                <a:extLst>
                  <a:ext uri="{FF2B5EF4-FFF2-40B4-BE49-F238E27FC236}">
                    <a16:creationId xmlns:a16="http://schemas.microsoft.com/office/drawing/2014/main" id="{2846D7F0-4C61-3580-4CA5-66DF7176F37F}"/>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v1.1.1.1 – 23/11/2023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certificats serveurs auto approuvés</a:t>
                </a:r>
              </a:p>
            </p:txBody>
          </p:sp>
          <p:cxnSp>
            <p:nvCxnSpPr>
              <p:cNvPr id="17" name="Connecteur droit 16">
                <a:extLst>
                  <a:ext uri="{FF2B5EF4-FFF2-40B4-BE49-F238E27FC236}">
                    <a16:creationId xmlns:a16="http://schemas.microsoft.com/office/drawing/2014/main" id="{8491DFE7-7979-0D32-E6B0-969F9C6EA279}"/>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DBC0EA4D-EA31-5510-9191-3BFDA6C4BC94}"/>
                </a:ext>
              </a:extLst>
            </p:cNvPr>
            <p:cNvGrpSpPr/>
            <p:nvPr/>
          </p:nvGrpSpPr>
          <p:grpSpPr>
            <a:xfrm>
              <a:off x="6387669" y="3027037"/>
              <a:ext cx="5400000" cy="450000"/>
              <a:chOff x="5130203" y="401858"/>
              <a:chExt cx="918140" cy="568875"/>
            </a:xfrm>
          </p:grpSpPr>
          <p:sp>
            <p:nvSpPr>
              <p:cNvPr id="19" name="Rectangle : coins arrondis 18">
                <a:extLst>
                  <a:ext uri="{FF2B5EF4-FFF2-40B4-BE49-F238E27FC236}">
                    <a16:creationId xmlns:a16="http://schemas.microsoft.com/office/drawing/2014/main" id="{F4DB827F-04ED-2183-1874-BD19E456C128}"/>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v1.1.1.2 – 25/11/2023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anomalie en cas d'écartement</a:t>
                </a:r>
              </a:p>
            </p:txBody>
          </p:sp>
          <p:cxnSp>
            <p:nvCxnSpPr>
              <p:cNvPr id="20" name="Connecteur droit 19">
                <a:extLst>
                  <a:ext uri="{FF2B5EF4-FFF2-40B4-BE49-F238E27FC236}">
                    <a16:creationId xmlns:a16="http://schemas.microsoft.com/office/drawing/2014/main" id="{8B818F5E-8D80-11CB-28E5-4741AC77925E}"/>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5FB5A2F0-8F43-0533-E19B-DEB1A4463E45}"/>
                </a:ext>
              </a:extLst>
            </p:cNvPr>
            <p:cNvGrpSpPr/>
            <p:nvPr/>
          </p:nvGrpSpPr>
          <p:grpSpPr>
            <a:xfrm>
              <a:off x="6387669" y="2187545"/>
              <a:ext cx="5400000" cy="594000"/>
              <a:chOff x="5130203" y="401858"/>
              <a:chExt cx="918140" cy="568875"/>
            </a:xfrm>
          </p:grpSpPr>
          <p:sp>
            <p:nvSpPr>
              <p:cNvPr id="22" name="Rectangle : coins arrondis 21">
                <a:extLst>
                  <a:ext uri="{FF2B5EF4-FFF2-40B4-BE49-F238E27FC236}">
                    <a16:creationId xmlns:a16="http://schemas.microsoft.com/office/drawing/2014/main" id="{E2D4C17F-7D20-E5AE-BFF2-FBD3AA361A4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v1.1.1.3 – 06/12/2023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 non affichage du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status</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 FTP en cas de nettoyage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d'un bug FTP Not a Regular File en début de compétition</a:t>
                </a:r>
              </a:p>
            </p:txBody>
          </p:sp>
          <p:cxnSp>
            <p:nvCxnSpPr>
              <p:cNvPr id="23" name="Connecteur droit 22">
                <a:extLst>
                  <a:ext uri="{FF2B5EF4-FFF2-40B4-BE49-F238E27FC236}">
                    <a16:creationId xmlns:a16="http://schemas.microsoft.com/office/drawing/2014/main" id="{5ADA12D1-5ED8-4410-470F-B79C4655ADE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e 23">
              <a:extLst>
                <a:ext uri="{FF2B5EF4-FFF2-40B4-BE49-F238E27FC236}">
                  <a16:creationId xmlns:a16="http://schemas.microsoft.com/office/drawing/2014/main" id="{8E040A7F-26B8-C68D-1F4C-EC214F88C56D}"/>
                </a:ext>
              </a:extLst>
            </p:cNvPr>
            <p:cNvGrpSpPr/>
            <p:nvPr/>
          </p:nvGrpSpPr>
          <p:grpSpPr>
            <a:xfrm>
              <a:off x="6387669" y="1186053"/>
              <a:ext cx="5400000" cy="756000"/>
              <a:chOff x="5130203" y="401858"/>
              <a:chExt cx="918140" cy="568875"/>
            </a:xfrm>
          </p:grpSpPr>
          <p:sp>
            <p:nvSpPr>
              <p:cNvPr id="25" name="Rectangle : coins arrondis 24">
                <a:extLst>
                  <a:ext uri="{FF2B5EF4-FFF2-40B4-BE49-F238E27FC236}">
                    <a16:creationId xmlns:a16="http://schemas.microsoft.com/office/drawing/2014/main" id="{2F10F5B3-50D3-554E-E5C6-02FA470ABF79}"/>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v1.2.0.0 – 06/02/2024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6" name="Connecteur droit 25">
                <a:extLst>
                  <a:ext uri="{FF2B5EF4-FFF2-40B4-BE49-F238E27FC236}">
                    <a16:creationId xmlns:a16="http://schemas.microsoft.com/office/drawing/2014/main" id="{509E46F8-CA94-481B-E051-BEFB82F989E0}"/>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grpSp>
        <p:nvGrpSpPr>
          <p:cNvPr id="49" name="Groupe 48">
            <a:extLst>
              <a:ext uri="{FF2B5EF4-FFF2-40B4-BE49-F238E27FC236}">
                <a16:creationId xmlns:a16="http://schemas.microsoft.com/office/drawing/2014/main" id="{BE374851-2F4B-A42C-7BA6-3D755BBE4360}"/>
              </a:ext>
            </a:extLst>
          </p:cNvPr>
          <p:cNvGrpSpPr/>
          <p:nvPr/>
        </p:nvGrpSpPr>
        <p:grpSpPr>
          <a:xfrm>
            <a:off x="463999" y="1188365"/>
            <a:ext cx="5400003" cy="5309246"/>
            <a:chOff x="317678" y="1188365"/>
            <a:chExt cx="5400003" cy="5309246"/>
          </a:xfrm>
        </p:grpSpPr>
        <p:grpSp>
          <p:nvGrpSpPr>
            <p:cNvPr id="27" name="Groupe 26">
              <a:extLst>
                <a:ext uri="{FF2B5EF4-FFF2-40B4-BE49-F238E27FC236}">
                  <a16:creationId xmlns:a16="http://schemas.microsoft.com/office/drawing/2014/main" id="{029A7057-CC6A-A9D7-F04C-C69CBAD452E3}"/>
                </a:ext>
              </a:extLst>
            </p:cNvPr>
            <p:cNvGrpSpPr/>
            <p:nvPr/>
          </p:nvGrpSpPr>
          <p:grpSpPr>
            <a:xfrm>
              <a:off x="317681" y="5741611"/>
              <a:ext cx="5400000" cy="756000"/>
              <a:chOff x="5130203" y="401858"/>
              <a:chExt cx="918140" cy="568875"/>
            </a:xfrm>
          </p:grpSpPr>
          <p:sp>
            <p:nvSpPr>
              <p:cNvPr id="28" name="Rectangle : coins arrondis 27">
                <a:extLst>
                  <a:ext uri="{FF2B5EF4-FFF2-40B4-BE49-F238E27FC236}">
                    <a16:creationId xmlns:a16="http://schemas.microsoft.com/office/drawing/2014/main" id="{A8E07EB1-EC72-8379-7AE3-6AA199AEFF5C}"/>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v1.2.1.0 – 20/04/2024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9" name="Connecteur droit 28">
                <a:extLst>
                  <a:ext uri="{FF2B5EF4-FFF2-40B4-BE49-F238E27FC236}">
                    <a16:creationId xmlns:a16="http://schemas.microsoft.com/office/drawing/2014/main" id="{4F729329-83A8-B00F-D212-204EEDA8DCCA}"/>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oupe 29">
              <a:extLst>
                <a:ext uri="{FF2B5EF4-FFF2-40B4-BE49-F238E27FC236}">
                  <a16:creationId xmlns:a16="http://schemas.microsoft.com/office/drawing/2014/main" id="{B5DE9105-4C12-A875-6553-720904EBA36B}"/>
                </a:ext>
              </a:extLst>
            </p:cNvPr>
            <p:cNvGrpSpPr/>
            <p:nvPr/>
          </p:nvGrpSpPr>
          <p:grpSpPr>
            <a:xfrm>
              <a:off x="317678" y="1188365"/>
              <a:ext cx="5400000" cy="756000"/>
              <a:chOff x="5130203" y="401858"/>
              <a:chExt cx="918140" cy="568875"/>
            </a:xfrm>
          </p:grpSpPr>
          <p:sp>
            <p:nvSpPr>
              <p:cNvPr id="31" name="Rectangle : coins arrondis 30">
                <a:extLst>
                  <a:ext uri="{FF2B5EF4-FFF2-40B4-BE49-F238E27FC236}">
                    <a16:creationId xmlns:a16="http://schemas.microsoft.com/office/drawing/2014/main" id="{BC06CC2F-9BDC-7D0B-AC2F-6C7ACF7BB51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v1.4.1.0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des performances de réception des données.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a:t>
                </a:r>
              </a:p>
            </p:txBody>
          </p:sp>
          <p:cxnSp>
            <p:nvCxnSpPr>
              <p:cNvPr id="32" name="Connecteur droit 31">
                <a:extLst>
                  <a:ext uri="{FF2B5EF4-FFF2-40B4-BE49-F238E27FC236}">
                    <a16:creationId xmlns:a16="http://schemas.microsoft.com/office/drawing/2014/main" id="{FC02DF4D-19A8-2A44-4FDB-87507C4C64D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3" name="Groupe 32">
              <a:extLst>
                <a:ext uri="{FF2B5EF4-FFF2-40B4-BE49-F238E27FC236}">
                  <a16:creationId xmlns:a16="http://schemas.microsoft.com/office/drawing/2014/main" id="{168E73C8-5C0A-09EB-C498-FD53F0287DED}"/>
                </a:ext>
              </a:extLst>
            </p:cNvPr>
            <p:cNvGrpSpPr/>
            <p:nvPr/>
          </p:nvGrpSpPr>
          <p:grpSpPr>
            <a:xfrm>
              <a:off x="317678" y="2006031"/>
              <a:ext cx="5400000" cy="756000"/>
              <a:chOff x="5130203" y="401858"/>
              <a:chExt cx="918140" cy="568875"/>
            </a:xfrm>
          </p:grpSpPr>
          <p:sp>
            <p:nvSpPr>
              <p:cNvPr id="34" name="Rectangle : coins arrondis 33">
                <a:extLst>
                  <a:ext uri="{FF2B5EF4-FFF2-40B4-BE49-F238E27FC236}">
                    <a16:creationId xmlns:a16="http://schemas.microsoft.com/office/drawing/2014/main" id="{BD97C190-499E-BB79-9230-B4C2F0699CF2}"/>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v1.4.0.0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l’affichage des judokas engagés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Optimisation de la vitesse de génération</a:t>
                </a:r>
                <a:endParaRPr lang="fr-FR" sz="105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35" name="Connecteur droit 34">
                <a:extLst>
                  <a:ext uri="{FF2B5EF4-FFF2-40B4-BE49-F238E27FC236}">
                    <a16:creationId xmlns:a16="http://schemas.microsoft.com/office/drawing/2014/main" id="{802C330E-0485-0C64-E679-C5D987F6D5DF}"/>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673E16CB-DCBB-8E64-7364-884FCA9DA390}"/>
                </a:ext>
              </a:extLst>
            </p:cNvPr>
            <p:cNvGrpSpPr/>
            <p:nvPr/>
          </p:nvGrpSpPr>
          <p:grpSpPr>
            <a:xfrm>
              <a:off x="317681" y="3479363"/>
              <a:ext cx="5400000" cy="756000"/>
              <a:chOff x="5130203" y="401858"/>
              <a:chExt cx="918140" cy="568875"/>
            </a:xfrm>
          </p:grpSpPr>
          <p:sp>
            <p:nvSpPr>
              <p:cNvPr id="37" name="Rectangle : coins arrondis 36">
                <a:extLst>
                  <a:ext uri="{FF2B5EF4-FFF2-40B4-BE49-F238E27FC236}">
                    <a16:creationId xmlns:a16="http://schemas.microsoft.com/office/drawing/2014/main" id="{96703157-E162-5CC4-F3C0-EBBF8259C3D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v1.3.0.3 – 03/2025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des problèmes de synchronisations sur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problèmes mineurs d’affichage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répertoire de travail par défaut</a:t>
                </a:r>
              </a:p>
            </p:txBody>
          </p:sp>
          <p:cxnSp>
            <p:nvCxnSpPr>
              <p:cNvPr id="38" name="Connecteur droit 37">
                <a:extLst>
                  <a:ext uri="{FF2B5EF4-FFF2-40B4-BE49-F238E27FC236}">
                    <a16:creationId xmlns:a16="http://schemas.microsoft.com/office/drawing/2014/main" id="{E1C42F65-6148-44D6-B669-31ABF5AAD34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9" name="Groupe 38">
              <a:extLst>
                <a:ext uri="{FF2B5EF4-FFF2-40B4-BE49-F238E27FC236}">
                  <a16:creationId xmlns:a16="http://schemas.microsoft.com/office/drawing/2014/main" id="{DDE6D632-2380-D6BB-EFB4-BB15CB55585B}"/>
                </a:ext>
              </a:extLst>
            </p:cNvPr>
            <p:cNvGrpSpPr/>
            <p:nvPr/>
          </p:nvGrpSpPr>
          <p:grpSpPr>
            <a:xfrm>
              <a:off x="317678" y="2823697"/>
              <a:ext cx="5400000" cy="594000"/>
              <a:chOff x="5130203" y="401858"/>
              <a:chExt cx="918140" cy="568875"/>
            </a:xfrm>
          </p:grpSpPr>
          <p:sp>
            <p:nvSpPr>
              <p:cNvPr id="40" name="Rectangle : coins arrondis 39">
                <a:extLst>
                  <a:ext uri="{FF2B5EF4-FFF2-40B4-BE49-F238E27FC236}">
                    <a16:creationId xmlns:a16="http://schemas.microsoft.com/office/drawing/2014/main" id="{739D53F3-60FD-43C9-FB43-5C1380677CB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v1.3.1.0 – 05/2025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charge des équipes mixtes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41" name="Connecteur droit 40">
                <a:extLst>
                  <a:ext uri="{FF2B5EF4-FFF2-40B4-BE49-F238E27FC236}">
                    <a16:creationId xmlns:a16="http://schemas.microsoft.com/office/drawing/2014/main" id="{30FAC34A-7841-C062-48DC-02C8DC7E03D3}"/>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42" name="Groupe 41">
              <a:extLst>
                <a:ext uri="{FF2B5EF4-FFF2-40B4-BE49-F238E27FC236}">
                  <a16:creationId xmlns:a16="http://schemas.microsoft.com/office/drawing/2014/main" id="{34E94D78-1D3C-E211-89E5-981EE7CABA13}"/>
                </a:ext>
              </a:extLst>
            </p:cNvPr>
            <p:cNvGrpSpPr/>
            <p:nvPr/>
          </p:nvGrpSpPr>
          <p:grpSpPr>
            <a:xfrm>
              <a:off x="317678" y="4297029"/>
              <a:ext cx="5400000" cy="1382914"/>
              <a:chOff x="5130203" y="401857"/>
              <a:chExt cx="918140" cy="1062655"/>
            </a:xfrm>
          </p:grpSpPr>
          <p:sp>
            <p:nvSpPr>
              <p:cNvPr id="43" name="Rectangle : coins arrondis 42">
                <a:extLst>
                  <a:ext uri="{FF2B5EF4-FFF2-40B4-BE49-F238E27FC236}">
                    <a16:creationId xmlns:a16="http://schemas.microsoft.com/office/drawing/2014/main" id="{C32F9D48-BE5F-DA27-328B-8155065C75FC}"/>
                  </a:ext>
                </a:extLst>
              </p:cNvPr>
              <p:cNvSpPr/>
              <p:nvPr/>
            </p:nvSpPr>
            <p:spPr>
              <a:xfrm>
                <a:off x="5130204" y="401857"/>
                <a:ext cx="918139" cy="106265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v1.3.0.0 – 01/12/2024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du site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Fenêtre d’information</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Export des données de diagnostique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bugs divers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possibilité d’ajouter un logo personnalisé</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URLs longues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Yukos</a:t>
                </a:r>
              </a:p>
            </p:txBody>
          </p:sp>
          <p:cxnSp>
            <p:nvCxnSpPr>
              <p:cNvPr id="44" name="Connecteur droit 43">
                <a:extLst>
                  <a:ext uri="{FF2B5EF4-FFF2-40B4-BE49-F238E27FC236}">
                    <a16:creationId xmlns:a16="http://schemas.microsoft.com/office/drawing/2014/main" id="{36878BCE-D1E0-1FEF-9A0B-FA4ABFB7629F}"/>
                  </a:ext>
                </a:extLst>
              </p:cNvPr>
              <p:cNvCxnSpPr>
                <a:cxnSpLocks/>
              </p:cNvCxnSpPr>
              <p:nvPr/>
            </p:nvCxnSpPr>
            <p:spPr>
              <a:xfrm>
                <a:off x="5130203" y="401858"/>
                <a:ext cx="1" cy="1062654"/>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024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fr-FR" noProof="0"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a:xfrm>
            <a:off x="457200" y="1858076"/>
            <a:ext cx="11334750" cy="4045200"/>
          </a:xfrm>
        </p:spPr>
        <p:txBody>
          <a:bodyPr/>
          <a:lstStyle/>
          <a:p>
            <a:pPr>
              <a:lnSpc>
                <a:spcPct val="150000"/>
              </a:lnSpc>
              <a:buFont typeface="Wingdings" panose="05000000000000000000" pitchFamily="2" charset="2"/>
              <a:buChar char="§"/>
            </a:pPr>
            <a:r>
              <a:rPr lang="fr-FR" sz="1400" noProof="0" dirty="0"/>
              <a:t>« Gestion de compétition 2.0 » et « Publication Suivi Compétition » communiquent sur le port 8484.</a:t>
            </a:r>
          </a:p>
          <a:p>
            <a:pPr>
              <a:lnSpc>
                <a:spcPct val="150000"/>
              </a:lnSpc>
              <a:buFont typeface="Wingdings" panose="05000000000000000000" pitchFamily="2" charset="2"/>
              <a:buChar char="§"/>
            </a:pPr>
            <a:r>
              <a:rPr lang="fr-FR" sz="1400" noProof="0" dirty="0"/>
              <a:t>« Publication Suivi Compétition » communique sur le réseau local avec les clients web sur le 1</a:t>
            </a:r>
            <a:r>
              <a:rPr lang="fr-FR" sz="1400" baseline="30000" noProof="0" dirty="0"/>
              <a:t>er</a:t>
            </a:r>
            <a:r>
              <a:rPr lang="fr-FR" sz="1400" noProof="0" dirty="0"/>
              <a:t> port disponible entre 8080 et 8084 (http).</a:t>
            </a:r>
          </a:p>
          <a:p>
            <a:pPr>
              <a:lnSpc>
                <a:spcPct val="150000"/>
              </a:lnSpc>
              <a:buFont typeface="Wingdings" panose="05000000000000000000" pitchFamily="2" charset="2"/>
              <a:buChar char="§"/>
            </a:pPr>
            <a:r>
              <a:rPr lang="fr-FR" sz="1400" noProof="0" dirty="0"/>
              <a:t>« Publication Suivi Compétition » communique sur le réseau local avec les écrans d’appel sur le port 8585 (http).</a:t>
            </a:r>
          </a:p>
          <a:p>
            <a:pPr>
              <a:lnSpc>
                <a:spcPct val="150000"/>
              </a:lnSpc>
              <a:buFont typeface="Wingdings" panose="05000000000000000000" pitchFamily="2" charset="2"/>
              <a:buChar char="§"/>
            </a:pPr>
            <a:r>
              <a:rPr lang="fr-FR" sz="1400" noProof="0" dirty="0"/>
              <a:t>« Publication Suivi Compétition » communique avec le serveur distant par protocole FTP sur le port standard 21.</a:t>
            </a:r>
          </a:p>
          <a:p>
            <a:pPr>
              <a:lnSpc>
                <a:spcPct val="150000"/>
              </a:lnSpc>
            </a:pPr>
            <a:endParaRPr lang="fr-FR" sz="1400" noProof="0" dirty="0"/>
          </a:p>
          <a:p>
            <a:pPr>
              <a:lnSpc>
                <a:spcPct val="150000"/>
              </a:lnSpc>
            </a:pPr>
            <a:endParaRPr lang="fr-FR" sz="1400" noProof="0"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23312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1305999" y="3840443"/>
            <a:ext cx="2778022" cy="342126"/>
          </a:xfrm>
        </p:spPr>
        <p:txBody>
          <a:bodyPr/>
          <a:lstStyle/>
          <a:p>
            <a:pPr marL="101598" indent="0">
              <a:buNone/>
            </a:pPr>
            <a:r>
              <a:rPr lang="fr-FR" b="1" noProof="0" dirty="0"/>
              <a:t>Icônes communs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9" name="Groupe 8">
            <a:extLst>
              <a:ext uri="{FF2B5EF4-FFF2-40B4-BE49-F238E27FC236}">
                <a16:creationId xmlns:a16="http://schemas.microsoft.com/office/drawing/2014/main" id="{A963F5DC-3065-CD72-15D3-28597D5D6038}"/>
              </a:ext>
            </a:extLst>
          </p:cNvPr>
          <p:cNvGrpSpPr/>
          <p:nvPr/>
        </p:nvGrpSpPr>
        <p:grpSpPr>
          <a:xfrm>
            <a:off x="980323" y="3237135"/>
            <a:ext cx="3429375" cy="360000"/>
            <a:chOff x="1076957" y="5514260"/>
            <a:chExt cx="3429375" cy="360000"/>
          </a:xfrm>
        </p:grpSpPr>
        <p:sp>
          <p:nvSpPr>
            <p:cNvPr id="10" name="Rectangle : coins arrondis 9">
              <a:extLst>
                <a:ext uri="{FF2B5EF4-FFF2-40B4-BE49-F238E27FC236}">
                  <a16:creationId xmlns:a16="http://schemas.microsoft.com/office/drawing/2014/main" id="{8332F40C-F3DC-6CC8-CE6A-118C77F2151E}"/>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12B541F6-71BD-3FAD-B137-1069D506BFAE}"/>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panneau de navigation.</a:t>
              </a:r>
            </a:p>
          </p:txBody>
        </p:sp>
        <p:cxnSp>
          <p:nvCxnSpPr>
            <p:cNvPr id="12" name="Connecteur droit 11">
              <a:extLst>
                <a:ext uri="{FF2B5EF4-FFF2-40B4-BE49-F238E27FC236}">
                  <a16:creationId xmlns:a16="http://schemas.microsoft.com/office/drawing/2014/main" id="{E1D5B302-1C6C-597C-C9A7-EC4511F1E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 name="Ellipse 12">
              <a:extLst>
                <a:ext uri="{FF2B5EF4-FFF2-40B4-BE49-F238E27FC236}">
                  <a16:creationId xmlns:a16="http://schemas.microsoft.com/office/drawing/2014/main" id="{B4B4257D-1358-65E5-55AB-037C86EA3D3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27" name="Groupe 26">
            <a:extLst>
              <a:ext uri="{FF2B5EF4-FFF2-40B4-BE49-F238E27FC236}">
                <a16:creationId xmlns:a16="http://schemas.microsoft.com/office/drawing/2014/main" id="{D2713A71-85DB-AB78-6412-02560FCDA089}"/>
              </a:ext>
            </a:extLst>
          </p:cNvPr>
          <p:cNvGrpSpPr/>
          <p:nvPr/>
        </p:nvGrpSpPr>
        <p:grpSpPr>
          <a:xfrm>
            <a:off x="980322" y="2677754"/>
            <a:ext cx="3429376" cy="360000"/>
            <a:chOff x="5346700" y="1891328"/>
            <a:chExt cx="3429376" cy="360000"/>
          </a:xfrm>
        </p:grpSpPr>
        <p:sp>
          <p:nvSpPr>
            <p:cNvPr id="28" name="Rectangle : coins arrondis 27">
              <a:extLst>
                <a:ext uri="{FF2B5EF4-FFF2-40B4-BE49-F238E27FC236}">
                  <a16:creationId xmlns:a16="http://schemas.microsoft.com/office/drawing/2014/main" id="{030E3C8B-A80F-4E85-B89B-2BE39937725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DD5F639B-F765-6B33-3429-9FAA6CCC7C9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Date et heure de génération de la page</a:t>
              </a:r>
            </a:p>
          </p:txBody>
        </p:sp>
        <p:sp>
          <p:nvSpPr>
            <p:cNvPr id="30" name="Rectangle 29">
              <a:extLst>
                <a:ext uri="{FF2B5EF4-FFF2-40B4-BE49-F238E27FC236}">
                  <a16:creationId xmlns:a16="http://schemas.microsoft.com/office/drawing/2014/main" id="{BD97DDA6-A66B-EC9E-B447-7928CD646BA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1" name="Connecteur droit 30">
              <a:extLst>
                <a:ext uri="{FF2B5EF4-FFF2-40B4-BE49-F238E27FC236}">
                  <a16:creationId xmlns:a16="http://schemas.microsoft.com/office/drawing/2014/main" id="{08B6DB05-B65F-4D5A-5D88-7AD31ADE9616}"/>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190F3F74-4A94-532F-212F-22F766564D76}"/>
              </a:ext>
            </a:extLst>
          </p:cNvPr>
          <p:cNvGrpSpPr/>
          <p:nvPr/>
        </p:nvGrpSpPr>
        <p:grpSpPr>
          <a:xfrm>
            <a:off x="980322" y="1558990"/>
            <a:ext cx="3429376" cy="360000"/>
            <a:chOff x="5346700" y="1891328"/>
            <a:chExt cx="3429376" cy="360000"/>
          </a:xfrm>
        </p:grpSpPr>
        <p:sp>
          <p:nvSpPr>
            <p:cNvPr id="33" name="Rectangle : coins arrondis 32">
              <a:extLst>
                <a:ext uri="{FF2B5EF4-FFF2-40B4-BE49-F238E27FC236}">
                  <a16:creationId xmlns:a16="http://schemas.microsoft.com/office/drawing/2014/main" id="{0B798F84-EBD4-E52F-D1B3-898415325EF2}"/>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62876093-B266-2133-FECA-C62C1A4C846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sélectionné</a:t>
              </a:r>
            </a:p>
          </p:txBody>
        </p:sp>
        <p:sp>
          <p:nvSpPr>
            <p:cNvPr id="35" name="Rectangle 34">
              <a:extLst>
                <a:ext uri="{FF2B5EF4-FFF2-40B4-BE49-F238E27FC236}">
                  <a16:creationId xmlns:a16="http://schemas.microsoft.com/office/drawing/2014/main" id="{9BE51E1D-C767-604C-2E1B-83ADB79A47DB}"/>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8506B3AD-7211-6941-F356-2C1BB61E82F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D8393AC9-3351-F9A0-E693-56C28B876D15}"/>
              </a:ext>
            </a:extLst>
          </p:cNvPr>
          <p:cNvGrpSpPr/>
          <p:nvPr/>
        </p:nvGrpSpPr>
        <p:grpSpPr>
          <a:xfrm>
            <a:off x="980322" y="2118372"/>
            <a:ext cx="3429376" cy="360000"/>
            <a:chOff x="5346700" y="1891328"/>
            <a:chExt cx="3429376" cy="360000"/>
          </a:xfrm>
        </p:grpSpPr>
        <p:sp>
          <p:nvSpPr>
            <p:cNvPr id="47" name="Rectangle : coins arrondis 46">
              <a:extLst>
                <a:ext uri="{FF2B5EF4-FFF2-40B4-BE49-F238E27FC236}">
                  <a16:creationId xmlns:a16="http://schemas.microsoft.com/office/drawing/2014/main" id="{B70FE599-1537-1854-18DC-258A83A6BC24}"/>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47FDCF2C-C1E0-5281-23D9-E368D2292223}"/>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affichage des informations en fonction de la page (avancement, etc.).</a:t>
              </a:r>
            </a:p>
          </p:txBody>
        </p:sp>
        <p:sp>
          <p:nvSpPr>
            <p:cNvPr id="49" name="Rectangle 48">
              <a:extLst>
                <a:ext uri="{FF2B5EF4-FFF2-40B4-BE49-F238E27FC236}">
                  <a16:creationId xmlns:a16="http://schemas.microsoft.com/office/drawing/2014/main" id="{86F6AAD6-7BEE-06C9-9767-F6DC4E1A64F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0" name="Connecteur droit 49">
              <a:extLst>
                <a:ext uri="{FF2B5EF4-FFF2-40B4-BE49-F238E27FC236}">
                  <a16:creationId xmlns:a16="http://schemas.microsoft.com/office/drawing/2014/main" id="{96CD3E48-C5EB-7377-30F6-B8CC123FB2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45660CB4-DA8E-6DA1-5777-82E10958AA16}"/>
              </a:ext>
            </a:extLst>
          </p:cNvPr>
          <p:cNvGrpSpPr/>
          <p:nvPr/>
        </p:nvGrpSpPr>
        <p:grpSpPr>
          <a:xfrm>
            <a:off x="5398684" y="1041324"/>
            <a:ext cx="6367327" cy="5383094"/>
            <a:chOff x="5693959" y="1065770"/>
            <a:chExt cx="6367327" cy="5383094"/>
          </a:xfrm>
        </p:grpSpPr>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2"/>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49" y="1470555"/>
              <a:ext cx="5125528" cy="4588254"/>
            </a:xfrm>
            <a:prstGeom prst="rect">
              <a:avLst/>
            </a:prstGeom>
            <a:solidFill>
              <a:schemeClr val="bg1">
                <a:lumMod val="85000"/>
              </a:schemeClr>
            </a:solidFill>
            <a:ln w="28575">
              <a:solidFill>
                <a:srgbClr val="090095"/>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fr-FR" sz="1400" noProof="0" dirty="0">
                <a:solidFill>
                  <a:schemeClr val="lt1"/>
                </a:solidFill>
              </a:endParaRP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7" name="Ellipse 6">
              <a:extLst>
                <a:ext uri="{FF2B5EF4-FFF2-40B4-BE49-F238E27FC236}">
                  <a16:creationId xmlns:a16="http://schemas.microsoft.com/office/drawing/2014/main" id="{DFFCD5D1-E916-5104-8ED1-1ADBFAFE3215}"/>
                </a:ext>
              </a:extLst>
            </p:cNvPr>
            <p:cNvSpPr>
              <a:spLocks noChangeAspect="1"/>
            </p:cNvSpPr>
            <p:nvPr/>
          </p:nvSpPr>
          <p:spPr>
            <a:xfrm>
              <a:off x="6004040" y="111277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5" name="Connecteur droit avec flèche 14">
              <a:extLst>
                <a:ext uri="{FF2B5EF4-FFF2-40B4-BE49-F238E27FC236}">
                  <a16:creationId xmlns:a16="http://schemas.microsoft.com/office/drawing/2014/main" id="{BF263292-17C7-F3EE-6961-F3828E92FE08}"/>
                </a:ext>
              </a:extLst>
            </p:cNvPr>
            <p:cNvCxnSpPr>
              <a:cxnSpLocks/>
              <a:stCxn id="7" idx="6"/>
              <a:endCxn id="102" idx="1"/>
            </p:cNvCxnSpPr>
            <p:nvPr/>
          </p:nvCxnSpPr>
          <p:spPr>
            <a:xfrm>
              <a:off x="6292040" y="1256776"/>
              <a:ext cx="24071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B7C40B56-EFF5-BCBD-388B-ED8ABA065711}"/>
                </a:ext>
              </a:extLst>
            </p:cNvPr>
            <p:cNvSpPr/>
            <p:nvPr/>
          </p:nvSpPr>
          <p:spPr>
            <a:xfrm>
              <a:off x="5919501" y="615495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8AA39E42-207A-ABBA-B057-77E6A923B219}"/>
                </a:ext>
              </a:extLst>
            </p:cNvPr>
            <p:cNvCxnSpPr>
              <a:cxnSpLocks/>
              <a:stCxn id="25" idx="3"/>
              <a:endCxn id="100" idx="1"/>
            </p:cNvCxnSpPr>
            <p:nvPr/>
          </p:nvCxnSpPr>
          <p:spPr>
            <a:xfrm>
              <a:off x="6207501" y="6298958"/>
              <a:ext cx="2078054"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37CF7E26-3154-E98B-B22E-12F1C3DF99AF}"/>
                </a:ext>
              </a:extLst>
            </p:cNvPr>
            <p:cNvSpPr/>
            <p:nvPr/>
          </p:nvSpPr>
          <p:spPr>
            <a:xfrm>
              <a:off x="11773286" y="110896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avec flèche 41">
              <a:extLst>
                <a:ext uri="{FF2B5EF4-FFF2-40B4-BE49-F238E27FC236}">
                  <a16:creationId xmlns:a16="http://schemas.microsoft.com/office/drawing/2014/main" id="{BA4BFCAA-3A5B-C715-BD68-AB9A0A3F186C}"/>
                </a:ext>
              </a:extLst>
            </p:cNvPr>
            <p:cNvCxnSpPr>
              <a:cxnSpLocks/>
              <a:stCxn id="41" idx="1"/>
              <a:endCxn id="105" idx="3"/>
            </p:cNvCxnSpPr>
            <p:nvPr/>
          </p:nvCxnSpPr>
          <p:spPr>
            <a:xfrm flipH="1">
              <a:off x="11493259" y="1252964"/>
              <a:ext cx="28002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E1054788-0D18-DBB9-1F45-F3AC23D5167E}"/>
                </a:ext>
              </a:extLst>
            </p:cNvPr>
            <p:cNvSpPr/>
            <p:nvPr/>
          </p:nvSpPr>
          <p:spPr>
            <a:xfrm>
              <a:off x="5693959" y="362068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avec flèche 51">
              <a:extLst>
                <a:ext uri="{FF2B5EF4-FFF2-40B4-BE49-F238E27FC236}">
                  <a16:creationId xmlns:a16="http://schemas.microsoft.com/office/drawing/2014/main" id="{520D15E7-913B-A264-9E84-BD9D16030630}"/>
                </a:ext>
              </a:extLst>
            </p:cNvPr>
            <p:cNvCxnSpPr>
              <a:cxnSpLocks/>
              <a:stCxn id="51" idx="3"/>
              <a:endCxn id="98" idx="1"/>
            </p:cNvCxnSpPr>
            <p:nvPr/>
          </p:nvCxnSpPr>
          <p:spPr>
            <a:xfrm>
              <a:off x="5981959" y="3764682"/>
              <a:ext cx="565490"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2" name="Groupe 61">
            <a:extLst>
              <a:ext uri="{FF2B5EF4-FFF2-40B4-BE49-F238E27FC236}">
                <a16:creationId xmlns:a16="http://schemas.microsoft.com/office/drawing/2014/main" id="{54F9DAFB-CDE0-C0F9-3F13-1CA542EF048F}"/>
              </a:ext>
            </a:extLst>
          </p:cNvPr>
          <p:cNvGrpSpPr/>
          <p:nvPr/>
        </p:nvGrpSpPr>
        <p:grpSpPr>
          <a:xfrm>
            <a:off x="980322" y="4358078"/>
            <a:ext cx="3429376" cy="554400"/>
            <a:chOff x="1782940" y="3525348"/>
            <a:chExt cx="3429376" cy="554400"/>
          </a:xfrm>
        </p:grpSpPr>
        <p:sp>
          <p:nvSpPr>
            <p:cNvPr id="56" name="Rectangle : coins arrondis 55">
              <a:extLst>
                <a:ext uri="{FF2B5EF4-FFF2-40B4-BE49-F238E27FC236}">
                  <a16:creationId xmlns:a16="http://schemas.microsoft.com/office/drawing/2014/main" id="{24100196-39F4-F99F-036C-84D697C50B8D}"/>
                </a:ext>
              </a:extLst>
            </p:cNvPr>
            <p:cNvSpPr/>
            <p:nvPr/>
          </p:nvSpPr>
          <p:spPr>
            <a:xfrm>
              <a:off x="1782941" y="352534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7" name="Rectangle : coins arrondis 56">
              <a:extLst>
                <a:ext uri="{FF2B5EF4-FFF2-40B4-BE49-F238E27FC236}">
                  <a16:creationId xmlns:a16="http://schemas.microsoft.com/office/drawing/2014/main" id="{184BC9B8-D1A1-54AE-5302-E80BEF495734}"/>
                </a:ext>
              </a:extLst>
            </p:cNvPr>
            <p:cNvSpPr/>
            <p:nvPr/>
          </p:nvSpPr>
          <p:spPr>
            <a:xfrm>
              <a:off x="2116316" y="3525348"/>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Déplie une zone d’affichage masquée.</a:t>
              </a:r>
            </a:p>
          </p:txBody>
        </p:sp>
        <p:cxnSp>
          <p:nvCxnSpPr>
            <p:cNvPr id="59" name="Connecteur droit 58">
              <a:extLst>
                <a:ext uri="{FF2B5EF4-FFF2-40B4-BE49-F238E27FC236}">
                  <a16:creationId xmlns:a16="http://schemas.microsoft.com/office/drawing/2014/main" id="{5837C95C-282A-283E-4094-1171B7A6A887}"/>
                </a:ext>
              </a:extLst>
            </p:cNvPr>
            <p:cNvCxnSpPr>
              <a:cxnSpLocks/>
            </p:cNvCxnSpPr>
            <p:nvPr/>
          </p:nvCxnSpPr>
          <p:spPr>
            <a:xfrm>
              <a:off x="1782940" y="3525348"/>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61" name="Image 60">
              <a:extLst>
                <a:ext uri="{FF2B5EF4-FFF2-40B4-BE49-F238E27FC236}">
                  <a16:creationId xmlns:a16="http://schemas.microsoft.com/office/drawing/2014/main" id="{95DDA4DE-78C9-C91D-BF0C-672DC62CEC1A}"/>
                </a:ext>
              </a:extLst>
            </p:cNvPr>
            <p:cNvPicPr>
              <a:picLocks noChangeAspect="1"/>
            </p:cNvPicPr>
            <p:nvPr/>
          </p:nvPicPr>
          <p:blipFill>
            <a:blip r:embed="rId3"/>
            <a:stretch>
              <a:fillRect/>
            </a:stretch>
          </p:blipFill>
          <p:spPr>
            <a:xfrm>
              <a:off x="1868845" y="3670468"/>
              <a:ext cx="264160" cy="264160"/>
            </a:xfrm>
            <a:prstGeom prst="rect">
              <a:avLst/>
            </a:prstGeom>
          </p:spPr>
        </p:pic>
      </p:grpSp>
      <p:grpSp>
        <p:nvGrpSpPr>
          <p:cNvPr id="73" name="Groupe 72">
            <a:extLst>
              <a:ext uri="{FF2B5EF4-FFF2-40B4-BE49-F238E27FC236}">
                <a16:creationId xmlns:a16="http://schemas.microsoft.com/office/drawing/2014/main" id="{2B308073-A98D-D8E9-6812-AA40A817F7BC}"/>
              </a:ext>
            </a:extLst>
          </p:cNvPr>
          <p:cNvGrpSpPr/>
          <p:nvPr/>
        </p:nvGrpSpPr>
        <p:grpSpPr>
          <a:xfrm>
            <a:off x="980322" y="5039095"/>
            <a:ext cx="3429376" cy="554400"/>
            <a:chOff x="1782940" y="4240364"/>
            <a:chExt cx="3429376" cy="554400"/>
          </a:xfrm>
        </p:grpSpPr>
        <p:sp>
          <p:nvSpPr>
            <p:cNvPr id="64" name="Rectangle : coins arrondis 63">
              <a:extLst>
                <a:ext uri="{FF2B5EF4-FFF2-40B4-BE49-F238E27FC236}">
                  <a16:creationId xmlns:a16="http://schemas.microsoft.com/office/drawing/2014/main" id="{6771FC82-B7D8-EE3A-48A2-B9370B8EE2E3}"/>
                </a:ext>
              </a:extLst>
            </p:cNvPr>
            <p:cNvSpPr/>
            <p:nvPr/>
          </p:nvSpPr>
          <p:spPr>
            <a:xfrm>
              <a:off x="1782941" y="4240364"/>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E8CF5D52-A2D9-8967-0E33-433E9906CE65}"/>
                </a:ext>
              </a:extLst>
            </p:cNvPr>
            <p:cNvSpPr/>
            <p:nvPr/>
          </p:nvSpPr>
          <p:spPr>
            <a:xfrm>
              <a:off x="2116316" y="4240364"/>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Replie une zone d’affichage visible.</a:t>
              </a:r>
            </a:p>
          </p:txBody>
        </p:sp>
        <p:cxnSp>
          <p:nvCxnSpPr>
            <p:cNvPr id="66" name="Connecteur droit 65">
              <a:extLst>
                <a:ext uri="{FF2B5EF4-FFF2-40B4-BE49-F238E27FC236}">
                  <a16:creationId xmlns:a16="http://schemas.microsoft.com/office/drawing/2014/main" id="{85A6BF72-16D0-9582-5AD8-58B0CC548B65}"/>
                </a:ext>
              </a:extLst>
            </p:cNvPr>
            <p:cNvCxnSpPr>
              <a:cxnSpLocks/>
            </p:cNvCxnSpPr>
            <p:nvPr/>
          </p:nvCxnSpPr>
          <p:spPr>
            <a:xfrm>
              <a:off x="1782940" y="4240364"/>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DE192D3-C011-FCEA-BDC3-B898EE0E5D5B}"/>
                </a:ext>
              </a:extLst>
            </p:cNvPr>
            <p:cNvPicPr>
              <a:picLocks noChangeAspect="1"/>
            </p:cNvPicPr>
            <p:nvPr/>
          </p:nvPicPr>
          <p:blipFill>
            <a:blip r:embed="rId4"/>
            <a:stretch>
              <a:fillRect/>
            </a:stretch>
          </p:blipFill>
          <p:spPr>
            <a:xfrm>
              <a:off x="1877918" y="4385484"/>
              <a:ext cx="264160" cy="264160"/>
            </a:xfrm>
            <a:prstGeom prst="rect">
              <a:avLst/>
            </a:prstGeom>
          </p:spPr>
        </p:pic>
      </p:grpSp>
      <p:grpSp>
        <p:nvGrpSpPr>
          <p:cNvPr id="74" name="Groupe 73">
            <a:extLst>
              <a:ext uri="{FF2B5EF4-FFF2-40B4-BE49-F238E27FC236}">
                <a16:creationId xmlns:a16="http://schemas.microsoft.com/office/drawing/2014/main" id="{E50D0A57-6BEE-45EE-435E-950382CCEA43}"/>
              </a:ext>
            </a:extLst>
          </p:cNvPr>
          <p:cNvGrpSpPr/>
          <p:nvPr/>
        </p:nvGrpSpPr>
        <p:grpSpPr>
          <a:xfrm>
            <a:off x="980322" y="5720112"/>
            <a:ext cx="3429376" cy="554400"/>
            <a:chOff x="1782940" y="4887382"/>
            <a:chExt cx="3429376" cy="554400"/>
          </a:xfrm>
        </p:grpSpPr>
        <p:sp>
          <p:nvSpPr>
            <p:cNvPr id="69" name="Rectangle : coins arrondis 68">
              <a:extLst>
                <a:ext uri="{FF2B5EF4-FFF2-40B4-BE49-F238E27FC236}">
                  <a16:creationId xmlns:a16="http://schemas.microsoft.com/office/drawing/2014/main" id="{9FCCF4DF-891E-B67A-E828-54FF61099641}"/>
                </a:ext>
              </a:extLst>
            </p:cNvPr>
            <p:cNvSpPr/>
            <p:nvPr/>
          </p:nvSpPr>
          <p:spPr>
            <a:xfrm>
              <a:off x="1782941" y="4887382"/>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0" name="Rectangle : coins arrondis 69">
              <a:extLst>
                <a:ext uri="{FF2B5EF4-FFF2-40B4-BE49-F238E27FC236}">
                  <a16:creationId xmlns:a16="http://schemas.microsoft.com/office/drawing/2014/main" id="{E811187B-E2D5-85B8-3DA8-6629BFA28846}"/>
                </a:ext>
              </a:extLst>
            </p:cNvPr>
            <p:cNvSpPr/>
            <p:nvPr/>
          </p:nvSpPr>
          <p:spPr>
            <a:xfrm>
              <a:off x="2116316" y="4887382"/>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une zone d’information.</a:t>
              </a:r>
            </a:p>
          </p:txBody>
        </p:sp>
        <p:cxnSp>
          <p:nvCxnSpPr>
            <p:cNvPr id="71" name="Connecteur droit 70">
              <a:extLst>
                <a:ext uri="{FF2B5EF4-FFF2-40B4-BE49-F238E27FC236}">
                  <a16:creationId xmlns:a16="http://schemas.microsoft.com/office/drawing/2014/main" id="{89F8F5E6-755E-DB49-85F4-C4B3C5B922EA}"/>
                </a:ext>
              </a:extLst>
            </p:cNvPr>
            <p:cNvCxnSpPr>
              <a:cxnSpLocks/>
            </p:cNvCxnSpPr>
            <p:nvPr/>
          </p:nvCxnSpPr>
          <p:spPr>
            <a:xfrm>
              <a:off x="1782940" y="4887382"/>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3" name="Image 2" descr="Info">
              <a:extLst>
                <a:ext uri="{FF2B5EF4-FFF2-40B4-BE49-F238E27FC236}">
                  <a16:creationId xmlns:a16="http://schemas.microsoft.com/office/drawing/2014/main" id="{40563E7F-6380-7244-F46C-CDB0630ACAE8}"/>
                </a:ext>
              </a:extLst>
            </p:cNvPr>
            <p:cNvPicPr>
              <a:picLocks noChangeAspect="1"/>
            </p:cNvPicPr>
            <p:nvPr/>
          </p:nvPicPr>
          <p:blipFill>
            <a:blip r:embed="rId5"/>
            <a:stretch>
              <a:fillRect/>
            </a:stretch>
          </p:blipFill>
          <p:spPr>
            <a:xfrm>
              <a:off x="1888648" y="5032502"/>
              <a:ext cx="264160" cy="264160"/>
            </a:xfrm>
            <a:prstGeom prst="rect">
              <a:avLst/>
            </a:prstGeom>
          </p:spPr>
        </p:pic>
      </p:grpSp>
    </p:spTree>
    <p:extLst>
      <p:ext uri="{BB962C8B-B14F-4D97-AF65-F5344CB8AC3E}">
        <p14:creationId xmlns:p14="http://schemas.microsoft.com/office/powerpoint/2010/main" val="1215838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3" name="Groupe 202">
            <a:extLst>
              <a:ext uri="{FF2B5EF4-FFF2-40B4-BE49-F238E27FC236}">
                <a16:creationId xmlns:a16="http://schemas.microsoft.com/office/drawing/2014/main" id="{8960BF30-F82A-3E5A-146A-0246F49F7EE5}"/>
              </a:ext>
            </a:extLst>
          </p:cNvPr>
          <p:cNvGrpSpPr/>
          <p:nvPr/>
        </p:nvGrpSpPr>
        <p:grpSpPr>
          <a:xfrm>
            <a:off x="4017353" y="2148750"/>
            <a:ext cx="1939627" cy="3573462"/>
            <a:chOff x="5130203" y="884899"/>
            <a:chExt cx="412233" cy="3573462"/>
          </a:xfrm>
        </p:grpSpPr>
        <p:sp>
          <p:nvSpPr>
            <p:cNvPr id="197" name="Rectangle : coins arrondis 196">
              <a:extLst>
                <a:ext uri="{FF2B5EF4-FFF2-40B4-BE49-F238E27FC236}">
                  <a16:creationId xmlns:a16="http://schemas.microsoft.com/office/drawing/2014/main" id="{6AFD4D74-72F7-D132-1609-6F6DAD21C55C}"/>
                </a:ext>
              </a:extLst>
            </p:cNvPr>
            <p:cNvSpPr/>
            <p:nvPr/>
          </p:nvSpPr>
          <p:spPr>
            <a:xfrm>
              <a:off x="5130205" y="884899"/>
              <a:ext cx="412231" cy="357346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9" name="Connecteur droit 198">
              <a:extLst>
                <a:ext uri="{FF2B5EF4-FFF2-40B4-BE49-F238E27FC236}">
                  <a16:creationId xmlns:a16="http://schemas.microsoft.com/office/drawing/2014/main" id="{6BB870DA-9D16-11B9-D0E1-319C769F8D56}"/>
                </a:ext>
              </a:extLst>
            </p:cNvPr>
            <p:cNvCxnSpPr>
              <a:cxnSpLocks/>
            </p:cNvCxnSpPr>
            <p:nvPr/>
          </p:nvCxnSpPr>
          <p:spPr>
            <a:xfrm>
              <a:off x="5130203" y="907849"/>
              <a:ext cx="0" cy="355051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7ECEAC72-7D14-E0FB-5C58-E4D86EB98795}"/>
              </a:ext>
            </a:extLst>
          </p:cNvPr>
          <p:cNvPicPr>
            <a:picLocks noChangeAspect="1"/>
          </p:cNvPicPr>
          <p:nvPr/>
        </p:nvPicPr>
        <p:blipFill>
          <a:blip r:embed="rId2"/>
          <a:srcRect b="52222"/>
          <a:stretch>
            <a:fillRect/>
          </a:stretch>
        </p:blipFill>
        <p:spPr>
          <a:xfrm>
            <a:off x="4399172" y="2643409"/>
            <a:ext cx="1626534" cy="2616221"/>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06" name="Groupe 105">
            <a:extLst>
              <a:ext uri="{FF2B5EF4-FFF2-40B4-BE49-F238E27FC236}">
                <a16:creationId xmlns:a16="http://schemas.microsoft.com/office/drawing/2014/main" id="{D92B8330-6959-2D49-7BF5-923A8FE5766B}"/>
              </a:ext>
            </a:extLst>
          </p:cNvPr>
          <p:cNvGrpSpPr/>
          <p:nvPr/>
        </p:nvGrpSpPr>
        <p:grpSpPr>
          <a:xfrm>
            <a:off x="181997" y="2458394"/>
            <a:ext cx="3249375" cy="360000"/>
            <a:chOff x="1076957" y="5514260"/>
            <a:chExt cx="3249375" cy="360000"/>
          </a:xfrm>
        </p:grpSpPr>
        <p:sp>
          <p:nvSpPr>
            <p:cNvPr id="107" name="Rectangle : coins arrondis 106">
              <a:extLst>
                <a:ext uri="{FF2B5EF4-FFF2-40B4-BE49-F238E27FC236}">
                  <a16:creationId xmlns:a16="http://schemas.microsoft.com/office/drawing/2014/main" id="{E8346262-FB0A-87B5-3A33-4E8AF8CE9844}"/>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59368EC4-1F55-7425-1E19-25A9BC282FF2}"/>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le panneau de navigation.</a:t>
              </a:r>
            </a:p>
          </p:txBody>
        </p:sp>
        <p:cxnSp>
          <p:nvCxnSpPr>
            <p:cNvPr id="109" name="Connecteur droit 108">
              <a:extLst>
                <a:ext uri="{FF2B5EF4-FFF2-40B4-BE49-F238E27FC236}">
                  <a16:creationId xmlns:a16="http://schemas.microsoft.com/office/drawing/2014/main" id="{99EAE6AF-5311-8A40-1A8A-AF9195B8C68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88B3BE89-FF90-9923-0AD5-B1DFB39CEEE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1" name="Groupe 110">
            <a:extLst>
              <a:ext uri="{FF2B5EF4-FFF2-40B4-BE49-F238E27FC236}">
                <a16:creationId xmlns:a16="http://schemas.microsoft.com/office/drawing/2014/main" id="{F16F497F-8932-7206-0BCB-AF0A102219AD}"/>
              </a:ext>
            </a:extLst>
          </p:cNvPr>
          <p:cNvGrpSpPr/>
          <p:nvPr/>
        </p:nvGrpSpPr>
        <p:grpSpPr>
          <a:xfrm>
            <a:off x="181997" y="2066677"/>
            <a:ext cx="3321375" cy="360000"/>
            <a:chOff x="1076957" y="5514260"/>
            <a:chExt cx="3321375" cy="360000"/>
          </a:xfrm>
        </p:grpSpPr>
        <p:sp>
          <p:nvSpPr>
            <p:cNvPr id="112" name="Rectangle : coins arrondis 111">
              <a:extLst>
                <a:ext uri="{FF2B5EF4-FFF2-40B4-BE49-F238E27FC236}">
                  <a16:creationId xmlns:a16="http://schemas.microsoft.com/office/drawing/2014/main" id="{C35560C9-8901-6706-C075-4843FBEDCDD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CC3C43ED-22C4-94E2-CD3C-2151A67B80C1}"/>
                </a:ext>
              </a:extLst>
            </p:cNvPr>
            <p:cNvSpPr/>
            <p:nvPr/>
          </p:nvSpPr>
          <p:spPr>
            <a:xfrm>
              <a:off x="1410332" y="5515015"/>
              <a:ext cx="2988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Actualisation auto. de la page.</a:t>
              </a:r>
            </a:p>
          </p:txBody>
        </p:sp>
        <p:cxnSp>
          <p:nvCxnSpPr>
            <p:cNvPr id="114" name="Connecteur droit 113">
              <a:extLst>
                <a:ext uri="{FF2B5EF4-FFF2-40B4-BE49-F238E27FC236}">
                  <a16:creationId xmlns:a16="http://schemas.microsoft.com/office/drawing/2014/main" id="{E8B4AF4D-23DB-B938-17AC-C4D414285AC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465627AA-C669-E6F4-F622-326F0B220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6" name="Groupe 115">
            <a:extLst>
              <a:ext uri="{FF2B5EF4-FFF2-40B4-BE49-F238E27FC236}">
                <a16:creationId xmlns:a16="http://schemas.microsoft.com/office/drawing/2014/main" id="{ACDE965E-CC97-BE64-A4F7-8660113ABFFC}"/>
              </a:ext>
            </a:extLst>
          </p:cNvPr>
          <p:cNvGrpSpPr/>
          <p:nvPr/>
        </p:nvGrpSpPr>
        <p:grpSpPr>
          <a:xfrm>
            <a:off x="181997" y="3468384"/>
            <a:ext cx="3213376" cy="557747"/>
            <a:chOff x="5346700" y="1873408"/>
            <a:chExt cx="3213376" cy="557747"/>
          </a:xfrm>
        </p:grpSpPr>
        <p:sp>
          <p:nvSpPr>
            <p:cNvPr id="117" name="Rectangle : coins arrondis 116">
              <a:extLst>
                <a:ext uri="{FF2B5EF4-FFF2-40B4-BE49-F238E27FC236}">
                  <a16:creationId xmlns:a16="http://schemas.microsoft.com/office/drawing/2014/main" id="{C2FDB982-1EFB-A4BB-1F1C-449642DD335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8" name="Rectangle : coins arrondis 117">
              <a:extLst>
                <a:ext uri="{FF2B5EF4-FFF2-40B4-BE49-F238E27FC236}">
                  <a16:creationId xmlns:a16="http://schemas.microsoft.com/office/drawing/2014/main" id="{18258C51-2236-442E-E0B2-5F2D8C946BDC}"/>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Prochains Combats ».</a:t>
              </a:r>
            </a:p>
          </p:txBody>
        </p:sp>
        <p:sp>
          <p:nvSpPr>
            <p:cNvPr id="119" name="Rectangle : coins arrondis 118">
              <a:extLst>
                <a:ext uri="{FF2B5EF4-FFF2-40B4-BE49-F238E27FC236}">
                  <a16:creationId xmlns:a16="http://schemas.microsoft.com/office/drawing/2014/main" id="{80CB9EE4-B09A-9B03-7277-63B50FA97D7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0" name="Connecteur droit 119">
              <a:extLst>
                <a:ext uri="{FF2B5EF4-FFF2-40B4-BE49-F238E27FC236}">
                  <a16:creationId xmlns:a16="http://schemas.microsoft.com/office/drawing/2014/main" id="{A52581E8-8A38-92C3-A47B-D9A389C069CB}"/>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1" name="Groupe 120">
            <a:extLst>
              <a:ext uri="{FF2B5EF4-FFF2-40B4-BE49-F238E27FC236}">
                <a16:creationId xmlns:a16="http://schemas.microsoft.com/office/drawing/2014/main" id="{46FDD551-8CA4-5F87-2484-957F9308C977}"/>
              </a:ext>
            </a:extLst>
          </p:cNvPr>
          <p:cNvGrpSpPr/>
          <p:nvPr/>
        </p:nvGrpSpPr>
        <p:grpSpPr>
          <a:xfrm>
            <a:off x="181997" y="4164986"/>
            <a:ext cx="3213376" cy="557747"/>
            <a:chOff x="5346700" y="1873408"/>
            <a:chExt cx="3213376" cy="557747"/>
          </a:xfrm>
        </p:grpSpPr>
        <p:sp>
          <p:nvSpPr>
            <p:cNvPr id="122" name="Rectangle : coins arrondis 121">
              <a:extLst>
                <a:ext uri="{FF2B5EF4-FFF2-40B4-BE49-F238E27FC236}">
                  <a16:creationId xmlns:a16="http://schemas.microsoft.com/office/drawing/2014/main" id="{9C263468-B1C5-DAB8-C16D-A84DA461A54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3" name="Rectangle : coins arrondis 122">
              <a:extLst>
                <a:ext uri="{FF2B5EF4-FFF2-40B4-BE49-F238E27FC236}">
                  <a16:creationId xmlns:a16="http://schemas.microsoft.com/office/drawing/2014/main" id="{E0D11ADE-5210-4160-9E0A-B39BB0701040}"/>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Affectations ».</a:t>
              </a:r>
            </a:p>
          </p:txBody>
        </p:sp>
        <p:sp>
          <p:nvSpPr>
            <p:cNvPr id="124" name="Rectangle : coins arrondis 123">
              <a:extLst>
                <a:ext uri="{FF2B5EF4-FFF2-40B4-BE49-F238E27FC236}">
                  <a16:creationId xmlns:a16="http://schemas.microsoft.com/office/drawing/2014/main" id="{2D5A29A5-A791-B4C6-3929-7EAD21A32C83}"/>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25" name="Connecteur droit 124">
              <a:extLst>
                <a:ext uri="{FF2B5EF4-FFF2-40B4-BE49-F238E27FC236}">
                  <a16:creationId xmlns:a16="http://schemas.microsoft.com/office/drawing/2014/main" id="{D8739D57-84A7-60C4-3E65-A17C6C1F6BC6}"/>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6" name="Groupe 125">
            <a:extLst>
              <a:ext uri="{FF2B5EF4-FFF2-40B4-BE49-F238E27FC236}">
                <a16:creationId xmlns:a16="http://schemas.microsoft.com/office/drawing/2014/main" id="{C44249CB-4E48-2B7A-1735-532926F7E0A5}"/>
              </a:ext>
            </a:extLst>
          </p:cNvPr>
          <p:cNvGrpSpPr/>
          <p:nvPr/>
        </p:nvGrpSpPr>
        <p:grpSpPr>
          <a:xfrm>
            <a:off x="181997" y="4896290"/>
            <a:ext cx="3213376" cy="557747"/>
            <a:chOff x="5346700" y="1873408"/>
            <a:chExt cx="3213376" cy="557747"/>
          </a:xfrm>
        </p:grpSpPr>
        <p:sp>
          <p:nvSpPr>
            <p:cNvPr id="127" name="Rectangle : coins arrondis 126">
              <a:extLst>
                <a:ext uri="{FF2B5EF4-FFF2-40B4-BE49-F238E27FC236}">
                  <a16:creationId xmlns:a16="http://schemas.microsoft.com/office/drawing/2014/main" id="{4DA18A08-668E-FBB6-9E9C-01AD4D089CB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8" name="Rectangle : coins arrondis 127">
              <a:extLst>
                <a:ext uri="{FF2B5EF4-FFF2-40B4-BE49-F238E27FC236}">
                  <a16:creationId xmlns:a16="http://schemas.microsoft.com/office/drawing/2014/main" id="{D0D33B3A-6E96-8FD8-25DC-00EB6019448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Engagements ».</a:t>
              </a:r>
            </a:p>
          </p:txBody>
        </p:sp>
        <p:sp>
          <p:nvSpPr>
            <p:cNvPr id="129" name="Rectangle : coins arrondis 128">
              <a:extLst>
                <a:ext uri="{FF2B5EF4-FFF2-40B4-BE49-F238E27FC236}">
                  <a16:creationId xmlns:a16="http://schemas.microsoft.com/office/drawing/2014/main" id="{E9399631-91C5-51F5-EAFA-F91B203673DF}"/>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0" name="Connecteur droit 129">
              <a:extLst>
                <a:ext uri="{FF2B5EF4-FFF2-40B4-BE49-F238E27FC236}">
                  <a16:creationId xmlns:a16="http://schemas.microsoft.com/office/drawing/2014/main" id="{3BE916D3-95D4-F49B-CBA2-036FE410AEB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1" name="Groupe 130">
            <a:extLst>
              <a:ext uri="{FF2B5EF4-FFF2-40B4-BE49-F238E27FC236}">
                <a16:creationId xmlns:a16="http://schemas.microsoft.com/office/drawing/2014/main" id="{9498B477-87A6-EF61-5EDF-150FD9AB3557}"/>
              </a:ext>
            </a:extLst>
          </p:cNvPr>
          <p:cNvGrpSpPr/>
          <p:nvPr/>
        </p:nvGrpSpPr>
        <p:grpSpPr>
          <a:xfrm>
            <a:off x="181997" y="5630941"/>
            <a:ext cx="3213376" cy="557747"/>
            <a:chOff x="5346700" y="1873408"/>
            <a:chExt cx="3213376" cy="557747"/>
          </a:xfrm>
        </p:grpSpPr>
        <p:sp>
          <p:nvSpPr>
            <p:cNvPr id="132" name="Rectangle : coins arrondis 131">
              <a:extLst>
                <a:ext uri="{FF2B5EF4-FFF2-40B4-BE49-F238E27FC236}">
                  <a16:creationId xmlns:a16="http://schemas.microsoft.com/office/drawing/2014/main" id="{75C2D791-5A54-E565-F05B-65F76A86F05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3" name="Rectangle : coins arrondis 132">
              <a:extLst>
                <a:ext uri="{FF2B5EF4-FFF2-40B4-BE49-F238E27FC236}">
                  <a16:creationId xmlns:a16="http://schemas.microsoft.com/office/drawing/2014/main" id="{0F70BD40-00B1-FEB6-7757-D5DC50DA7A7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34" name="Rectangle : coins arrondis 133">
              <a:extLst>
                <a:ext uri="{FF2B5EF4-FFF2-40B4-BE49-F238E27FC236}">
                  <a16:creationId xmlns:a16="http://schemas.microsoft.com/office/drawing/2014/main" id="{1FA743D1-D5F3-5611-5EB6-E9C8681B9FC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5" name="Connecteur droit 134">
              <a:extLst>
                <a:ext uri="{FF2B5EF4-FFF2-40B4-BE49-F238E27FC236}">
                  <a16:creationId xmlns:a16="http://schemas.microsoft.com/office/drawing/2014/main" id="{DDDB2B8A-2C84-2598-D8E9-1D3D5B0978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6" name="Groupe 135">
            <a:extLst>
              <a:ext uri="{FF2B5EF4-FFF2-40B4-BE49-F238E27FC236}">
                <a16:creationId xmlns:a16="http://schemas.microsoft.com/office/drawing/2014/main" id="{8924C890-2E67-31B6-8066-A60E3063C85C}"/>
              </a:ext>
            </a:extLst>
          </p:cNvPr>
          <p:cNvGrpSpPr/>
          <p:nvPr/>
        </p:nvGrpSpPr>
        <p:grpSpPr>
          <a:xfrm>
            <a:off x="181997" y="1371168"/>
            <a:ext cx="3213376" cy="360000"/>
            <a:chOff x="5346700" y="1891328"/>
            <a:chExt cx="3213376" cy="360000"/>
          </a:xfrm>
        </p:grpSpPr>
        <p:sp>
          <p:nvSpPr>
            <p:cNvPr id="137" name="Rectangle : coins arrondis 136">
              <a:extLst>
                <a:ext uri="{FF2B5EF4-FFF2-40B4-BE49-F238E27FC236}">
                  <a16:creationId xmlns:a16="http://schemas.microsoft.com/office/drawing/2014/main" id="{358518E3-505F-DB00-418C-78859325CB5D}"/>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8" name="Rectangle : coins arrondis 137">
              <a:extLst>
                <a:ext uri="{FF2B5EF4-FFF2-40B4-BE49-F238E27FC236}">
                  <a16:creationId xmlns:a16="http://schemas.microsoft.com/office/drawing/2014/main" id="{F5F96247-3BEF-CABA-B418-1073335EFFB9}"/>
                </a:ext>
              </a:extLst>
            </p:cNvPr>
            <p:cNvSpPr/>
            <p:nvPr/>
          </p:nvSpPr>
          <p:spPr>
            <a:xfrm>
              <a:off x="5680076" y="1891328"/>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indique la position actuelle.</a:t>
              </a:r>
            </a:p>
          </p:txBody>
        </p:sp>
        <p:sp>
          <p:nvSpPr>
            <p:cNvPr id="139" name="Rectangle 138">
              <a:extLst>
                <a:ext uri="{FF2B5EF4-FFF2-40B4-BE49-F238E27FC236}">
                  <a16:creationId xmlns:a16="http://schemas.microsoft.com/office/drawing/2014/main" id="{BA6838B1-2962-82F5-7851-C9E28EA52AC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0" name="Connecteur droit 139">
              <a:extLst>
                <a:ext uri="{FF2B5EF4-FFF2-40B4-BE49-F238E27FC236}">
                  <a16:creationId xmlns:a16="http://schemas.microsoft.com/office/drawing/2014/main" id="{753E8D14-3843-21D0-304C-434123BA071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193" name="Rectangle : coins arrondis 192">
            <a:extLst>
              <a:ext uri="{FF2B5EF4-FFF2-40B4-BE49-F238E27FC236}">
                <a16:creationId xmlns:a16="http://schemas.microsoft.com/office/drawing/2014/main" id="{D0B92279-8E75-1018-B84E-7360994D6C54}"/>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4" name="Rectangle : coins arrondis 193">
            <a:extLst>
              <a:ext uri="{FF2B5EF4-FFF2-40B4-BE49-F238E27FC236}">
                <a16:creationId xmlns:a16="http://schemas.microsoft.com/office/drawing/2014/main" id="{A8CF23A8-4D73-2F9C-CA58-867A360F2FCE}"/>
              </a:ext>
            </a:extLst>
          </p:cNvPr>
          <p:cNvSpPr/>
          <p:nvPr/>
        </p:nvSpPr>
        <p:spPr>
          <a:xfrm>
            <a:off x="4911129" y="-1102201"/>
            <a:ext cx="197862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195" name="Connecteur droit 194">
            <a:extLst>
              <a:ext uri="{FF2B5EF4-FFF2-40B4-BE49-F238E27FC236}">
                <a16:creationId xmlns:a16="http://schemas.microsoft.com/office/drawing/2014/main" id="{6991264B-C06E-88FE-60A4-39E6A287B4EF}"/>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96" name="Image 195">
            <a:extLst>
              <a:ext uri="{FF2B5EF4-FFF2-40B4-BE49-F238E27FC236}">
                <a16:creationId xmlns:a16="http://schemas.microsoft.com/office/drawing/2014/main" id="{6B1B17FE-CAEE-E34F-B4A2-CF94B26C2722}"/>
              </a:ext>
            </a:extLst>
          </p:cNvPr>
          <p:cNvPicPr>
            <a:picLocks noChangeAspect="1"/>
          </p:cNvPicPr>
          <p:nvPr/>
        </p:nvPicPr>
        <p:blipFill>
          <a:blip r:embed="rId3">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215" name="Groupe 214">
            <a:extLst>
              <a:ext uri="{FF2B5EF4-FFF2-40B4-BE49-F238E27FC236}">
                <a16:creationId xmlns:a16="http://schemas.microsoft.com/office/drawing/2014/main" id="{1143CA3C-6544-E230-FB75-839CB5C20D2A}"/>
              </a:ext>
            </a:extLst>
          </p:cNvPr>
          <p:cNvGrpSpPr/>
          <p:nvPr/>
        </p:nvGrpSpPr>
        <p:grpSpPr>
          <a:xfrm>
            <a:off x="6710573" y="562576"/>
            <a:ext cx="2016007" cy="540000"/>
            <a:chOff x="5130203" y="401858"/>
            <a:chExt cx="428466" cy="540000"/>
          </a:xfrm>
        </p:grpSpPr>
        <p:sp>
          <p:nvSpPr>
            <p:cNvPr id="216" name="Rectangle : coins arrondis 215">
              <a:extLst>
                <a:ext uri="{FF2B5EF4-FFF2-40B4-BE49-F238E27FC236}">
                  <a16:creationId xmlns:a16="http://schemas.microsoft.com/office/drawing/2014/main" id="{8ABD7669-DCA4-6C06-1F57-48ED3BF9BD8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217" name="Connecteur droit 216">
              <a:extLst>
                <a:ext uri="{FF2B5EF4-FFF2-40B4-BE49-F238E27FC236}">
                  <a16:creationId xmlns:a16="http://schemas.microsoft.com/office/drawing/2014/main" id="{2F25B735-77FD-F564-0BB1-33008E19EE4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8" name="Groupe 217">
            <a:extLst>
              <a:ext uri="{FF2B5EF4-FFF2-40B4-BE49-F238E27FC236}">
                <a16:creationId xmlns:a16="http://schemas.microsoft.com/office/drawing/2014/main" id="{9D1F12F9-C141-F39C-02E6-5A82ED020770}"/>
              </a:ext>
            </a:extLst>
          </p:cNvPr>
          <p:cNvGrpSpPr/>
          <p:nvPr/>
        </p:nvGrpSpPr>
        <p:grpSpPr>
          <a:xfrm>
            <a:off x="9678835" y="982961"/>
            <a:ext cx="2016007" cy="540000"/>
            <a:chOff x="5130203" y="401858"/>
            <a:chExt cx="428466" cy="540000"/>
          </a:xfrm>
        </p:grpSpPr>
        <p:sp>
          <p:nvSpPr>
            <p:cNvPr id="219" name="Rectangle : coins arrondis 218">
              <a:extLst>
                <a:ext uri="{FF2B5EF4-FFF2-40B4-BE49-F238E27FC236}">
                  <a16:creationId xmlns:a16="http://schemas.microsoft.com/office/drawing/2014/main" id="{7BDB117D-B0D3-B34F-4E40-E0039379F8A5}"/>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220" name="Connecteur droit 219">
              <a:extLst>
                <a:ext uri="{FF2B5EF4-FFF2-40B4-BE49-F238E27FC236}">
                  <a16:creationId xmlns:a16="http://schemas.microsoft.com/office/drawing/2014/main" id="{5ADAD91C-D510-CB5B-B39E-25C3556FDB5E}"/>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2" name="Groupe 221">
            <a:extLst>
              <a:ext uri="{FF2B5EF4-FFF2-40B4-BE49-F238E27FC236}">
                <a16:creationId xmlns:a16="http://schemas.microsoft.com/office/drawing/2014/main" id="{59CE7516-1E2C-E235-5848-FAD7F0805FC1}"/>
              </a:ext>
            </a:extLst>
          </p:cNvPr>
          <p:cNvGrpSpPr/>
          <p:nvPr/>
        </p:nvGrpSpPr>
        <p:grpSpPr>
          <a:xfrm>
            <a:off x="6710573" y="1447986"/>
            <a:ext cx="2016007" cy="540000"/>
            <a:chOff x="5130203" y="401858"/>
            <a:chExt cx="428466" cy="540000"/>
          </a:xfrm>
        </p:grpSpPr>
        <p:sp>
          <p:nvSpPr>
            <p:cNvPr id="223" name="Rectangle : coins arrondis 222">
              <a:extLst>
                <a:ext uri="{FF2B5EF4-FFF2-40B4-BE49-F238E27FC236}">
                  <a16:creationId xmlns:a16="http://schemas.microsoft.com/office/drawing/2014/main" id="{8578B0D3-3312-13A0-4423-9CEAEF60519D}"/>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24" name="Connecteur droit 223">
              <a:extLst>
                <a:ext uri="{FF2B5EF4-FFF2-40B4-BE49-F238E27FC236}">
                  <a16:creationId xmlns:a16="http://schemas.microsoft.com/office/drawing/2014/main" id="{A1335468-17DB-BBF9-DA23-828164C2309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5" name="Rectangle 44">
            <a:extLst>
              <a:ext uri="{FF2B5EF4-FFF2-40B4-BE49-F238E27FC236}">
                <a16:creationId xmlns:a16="http://schemas.microsoft.com/office/drawing/2014/main" id="{0202075A-7D15-48B2-A463-A3EB0139ECFF}"/>
              </a:ext>
            </a:extLst>
          </p:cNvPr>
          <p:cNvSpPr/>
          <p:nvPr/>
        </p:nvSpPr>
        <p:spPr>
          <a:xfrm>
            <a:off x="4399173" y="2652091"/>
            <a:ext cx="1620627"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7" name="Rectangle 46">
            <a:extLst>
              <a:ext uri="{FF2B5EF4-FFF2-40B4-BE49-F238E27FC236}">
                <a16:creationId xmlns:a16="http://schemas.microsoft.com/office/drawing/2014/main" id="{0BDE8FF6-9B91-F39C-0C0B-F633F52AAA78}"/>
              </a:ext>
            </a:extLst>
          </p:cNvPr>
          <p:cNvSpPr/>
          <p:nvPr/>
        </p:nvSpPr>
        <p:spPr>
          <a:xfrm>
            <a:off x="4407735" y="2972768"/>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50" name="Rectangle 49">
            <a:extLst>
              <a:ext uri="{FF2B5EF4-FFF2-40B4-BE49-F238E27FC236}">
                <a16:creationId xmlns:a16="http://schemas.microsoft.com/office/drawing/2014/main" id="{7EE7FD7E-D306-41D7-20DA-41609D50084B}"/>
              </a:ext>
            </a:extLst>
          </p:cNvPr>
          <p:cNvSpPr/>
          <p:nvPr/>
        </p:nvSpPr>
        <p:spPr>
          <a:xfrm>
            <a:off x="4411266" y="3270561"/>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51" name="Rectangle 50">
            <a:extLst>
              <a:ext uri="{FF2B5EF4-FFF2-40B4-BE49-F238E27FC236}">
                <a16:creationId xmlns:a16="http://schemas.microsoft.com/office/drawing/2014/main" id="{8622F010-432B-653D-F3E2-E1ED13D4ADE6}"/>
              </a:ext>
            </a:extLst>
          </p:cNvPr>
          <p:cNvSpPr/>
          <p:nvPr/>
        </p:nvSpPr>
        <p:spPr>
          <a:xfrm>
            <a:off x="43883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9" name="Rectangle 8">
            <a:extLst>
              <a:ext uri="{FF2B5EF4-FFF2-40B4-BE49-F238E27FC236}">
                <a16:creationId xmlns:a16="http://schemas.microsoft.com/office/drawing/2014/main" id="{2FD0C1B3-1BA1-9624-F885-5DDA19246CC4}"/>
              </a:ext>
            </a:extLst>
          </p:cNvPr>
          <p:cNvSpPr/>
          <p:nvPr/>
        </p:nvSpPr>
        <p:spPr>
          <a:xfrm>
            <a:off x="4415553" y="4914470"/>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44" name="Rectangle : coins arrondis 143">
            <a:extLst>
              <a:ext uri="{FF2B5EF4-FFF2-40B4-BE49-F238E27FC236}">
                <a16:creationId xmlns:a16="http://schemas.microsoft.com/office/drawing/2014/main" id="{D6BE35F7-AA4F-814B-F1CF-F6E756BEBA22}"/>
              </a:ext>
            </a:extLst>
          </p:cNvPr>
          <p:cNvSpPr>
            <a:spLocks noChangeAspect="1"/>
          </p:cNvSpPr>
          <p:nvPr/>
        </p:nvSpPr>
        <p:spPr>
          <a:xfrm>
            <a:off x="3880600" y="335705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5" name="Connecteur droit avec flèche 144">
            <a:extLst>
              <a:ext uri="{FF2B5EF4-FFF2-40B4-BE49-F238E27FC236}">
                <a16:creationId xmlns:a16="http://schemas.microsoft.com/office/drawing/2014/main" id="{3B750A90-659C-502E-7ED3-327A38639E1B}"/>
              </a:ext>
            </a:extLst>
          </p:cNvPr>
          <p:cNvCxnSpPr>
            <a:cxnSpLocks/>
            <a:stCxn id="144" idx="3"/>
            <a:endCxn id="50" idx="1"/>
          </p:cNvCxnSpPr>
          <p:nvPr/>
        </p:nvCxnSpPr>
        <p:spPr>
          <a:xfrm>
            <a:off x="4168600" y="3501059"/>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2" name="Rectangle : coins arrondis 151">
            <a:extLst>
              <a:ext uri="{FF2B5EF4-FFF2-40B4-BE49-F238E27FC236}">
                <a16:creationId xmlns:a16="http://schemas.microsoft.com/office/drawing/2014/main" id="{2E23CF5E-9DF6-D24A-1EF8-32A26054E440}"/>
              </a:ext>
            </a:extLst>
          </p:cNvPr>
          <p:cNvSpPr>
            <a:spLocks noChangeAspect="1"/>
          </p:cNvSpPr>
          <p:nvPr/>
        </p:nvSpPr>
        <p:spPr>
          <a:xfrm>
            <a:off x="38948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53" name="Connecteur droit avec flèche 152">
            <a:extLst>
              <a:ext uri="{FF2B5EF4-FFF2-40B4-BE49-F238E27FC236}">
                <a16:creationId xmlns:a16="http://schemas.microsoft.com/office/drawing/2014/main" id="{BFE41A8B-2653-208A-350F-2F383D72588D}"/>
              </a:ext>
            </a:extLst>
          </p:cNvPr>
          <p:cNvCxnSpPr>
            <a:cxnSpLocks/>
            <a:stCxn id="152" idx="3"/>
            <a:endCxn id="51" idx="1"/>
          </p:cNvCxnSpPr>
          <p:nvPr/>
        </p:nvCxnSpPr>
        <p:spPr>
          <a:xfrm>
            <a:off x="41828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6" name="Rectangle : coins arrondis 155">
            <a:extLst>
              <a:ext uri="{FF2B5EF4-FFF2-40B4-BE49-F238E27FC236}">
                <a16:creationId xmlns:a16="http://schemas.microsoft.com/office/drawing/2014/main" id="{BD30A2CA-6F46-1240-1E7A-6CABA17605B7}"/>
              </a:ext>
            </a:extLst>
          </p:cNvPr>
          <p:cNvSpPr>
            <a:spLocks noChangeAspect="1"/>
          </p:cNvSpPr>
          <p:nvPr/>
        </p:nvSpPr>
        <p:spPr>
          <a:xfrm>
            <a:off x="3560859" y="487702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172" name="Ellipse 171">
            <a:extLst>
              <a:ext uri="{FF2B5EF4-FFF2-40B4-BE49-F238E27FC236}">
                <a16:creationId xmlns:a16="http://schemas.microsoft.com/office/drawing/2014/main" id="{96F14900-8F08-6B16-9E7C-516C72CA8302}"/>
              </a:ext>
            </a:extLst>
          </p:cNvPr>
          <p:cNvSpPr>
            <a:spLocks noChangeAspect="1"/>
          </p:cNvSpPr>
          <p:nvPr/>
        </p:nvSpPr>
        <p:spPr>
          <a:xfrm>
            <a:off x="35962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73" name="Connecteur droit avec flèche 172">
            <a:extLst>
              <a:ext uri="{FF2B5EF4-FFF2-40B4-BE49-F238E27FC236}">
                <a16:creationId xmlns:a16="http://schemas.microsoft.com/office/drawing/2014/main" id="{3F747DF7-4993-B16D-6269-C6E9B4E3D007}"/>
              </a:ext>
            </a:extLst>
          </p:cNvPr>
          <p:cNvCxnSpPr>
            <a:cxnSpLocks/>
            <a:stCxn id="172" idx="6"/>
            <a:endCxn id="45" idx="1"/>
          </p:cNvCxnSpPr>
          <p:nvPr/>
        </p:nvCxnSpPr>
        <p:spPr>
          <a:xfrm>
            <a:off x="38842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4" name="Ellipse 173">
            <a:extLst>
              <a:ext uri="{FF2B5EF4-FFF2-40B4-BE49-F238E27FC236}">
                <a16:creationId xmlns:a16="http://schemas.microsoft.com/office/drawing/2014/main" id="{DC055F06-2070-ACEA-B841-AC470AD8A440}"/>
              </a:ext>
            </a:extLst>
          </p:cNvPr>
          <p:cNvSpPr>
            <a:spLocks noChangeAspect="1"/>
          </p:cNvSpPr>
          <p:nvPr/>
        </p:nvSpPr>
        <p:spPr>
          <a:xfrm>
            <a:off x="3594716" y="294993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75" name="Connecteur droit avec flèche 174">
            <a:extLst>
              <a:ext uri="{FF2B5EF4-FFF2-40B4-BE49-F238E27FC236}">
                <a16:creationId xmlns:a16="http://schemas.microsoft.com/office/drawing/2014/main" id="{1E631EF0-68A5-1DA7-4D9D-17EDE033684F}"/>
              </a:ext>
            </a:extLst>
          </p:cNvPr>
          <p:cNvCxnSpPr>
            <a:cxnSpLocks/>
            <a:stCxn id="174" idx="6"/>
            <a:endCxn id="47" idx="1"/>
          </p:cNvCxnSpPr>
          <p:nvPr/>
        </p:nvCxnSpPr>
        <p:spPr>
          <a:xfrm flipV="1">
            <a:off x="3882716" y="3085915"/>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2" name="Rectangle 231">
            <a:extLst>
              <a:ext uri="{FF2B5EF4-FFF2-40B4-BE49-F238E27FC236}">
                <a16:creationId xmlns:a16="http://schemas.microsoft.com/office/drawing/2014/main" id="{7DDBD3FB-A009-18F6-01B3-1686AC2378C0}"/>
              </a:ext>
            </a:extLst>
          </p:cNvPr>
          <p:cNvSpPr/>
          <p:nvPr/>
        </p:nvSpPr>
        <p:spPr>
          <a:xfrm>
            <a:off x="44055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2" name="Rectangle 261">
            <a:extLst>
              <a:ext uri="{FF2B5EF4-FFF2-40B4-BE49-F238E27FC236}">
                <a16:creationId xmlns:a16="http://schemas.microsoft.com/office/drawing/2014/main" id="{9059C89C-440D-6476-6042-F27BF3F2E85B}"/>
              </a:ext>
            </a:extLst>
          </p:cNvPr>
          <p:cNvSpPr/>
          <p:nvPr/>
        </p:nvSpPr>
        <p:spPr>
          <a:xfrm>
            <a:off x="44055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3" name="Rectangle 262">
            <a:extLst>
              <a:ext uri="{FF2B5EF4-FFF2-40B4-BE49-F238E27FC236}">
                <a16:creationId xmlns:a16="http://schemas.microsoft.com/office/drawing/2014/main" id="{71F5DA82-167C-A8E4-AF0F-A428E7E5D011}"/>
              </a:ext>
            </a:extLst>
          </p:cNvPr>
          <p:cNvSpPr/>
          <p:nvPr/>
        </p:nvSpPr>
        <p:spPr>
          <a:xfrm>
            <a:off x="44055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66" name="Connecteur : en angle 265">
            <a:extLst>
              <a:ext uri="{FF2B5EF4-FFF2-40B4-BE49-F238E27FC236}">
                <a16:creationId xmlns:a16="http://schemas.microsoft.com/office/drawing/2014/main" id="{436F1B0A-313B-2566-FF29-91B766B39C68}"/>
              </a:ext>
            </a:extLst>
          </p:cNvPr>
          <p:cNvCxnSpPr>
            <a:cxnSpLocks/>
            <a:stCxn id="232" idx="3"/>
            <a:endCxn id="216" idx="1"/>
          </p:cNvCxnSpPr>
          <p:nvPr/>
        </p:nvCxnSpPr>
        <p:spPr>
          <a:xfrm flipV="1">
            <a:off x="5752861" y="832576"/>
            <a:ext cx="957717" cy="2546004"/>
          </a:xfrm>
          <a:prstGeom prst="bentConnector3">
            <a:avLst>
              <a:gd name="adj1" fmla="val 3955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Connecteur : en angle 268">
            <a:extLst>
              <a:ext uri="{FF2B5EF4-FFF2-40B4-BE49-F238E27FC236}">
                <a16:creationId xmlns:a16="http://schemas.microsoft.com/office/drawing/2014/main" id="{68FF960F-049A-1A09-E01C-E3782E2029BB}"/>
              </a:ext>
            </a:extLst>
          </p:cNvPr>
          <p:cNvCxnSpPr>
            <a:cxnSpLocks/>
            <a:stCxn id="51" idx="3"/>
            <a:endCxn id="284" idx="1"/>
          </p:cNvCxnSpPr>
          <p:nvPr/>
        </p:nvCxnSpPr>
        <p:spPr>
          <a:xfrm flipV="1">
            <a:off x="5757398" y="2603397"/>
            <a:ext cx="953180" cy="1312395"/>
          </a:xfrm>
          <a:prstGeom prst="bentConnector3">
            <a:avLst>
              <a:gd name="adj1" fmla="val 59493"/>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Connecteur : en angle 271">
            <a:extLst>
              <a:ext uri="{FF2B5EF4-FFF2-40B4-BE49-F238E27FC236}">
                <a16:creationId xmlns:a16="http://schemas.microsoft.com/office/drawing/2014/main" id="{D0F33B05-DF65-32C0-DB55-1D7D1859AE41}"/>
              </a:ext>
            </a:extLst>
          </p:cNvPr>
          <p:cNvCxnSpPr>
            <a:cxnSpLocks/>
            <a:stCxn id="263" idx="3"/>
          </p:cNvCxnSpPr>
          <p:nvPr/>
        </p:nvCxnSpPr>
        <p:spPr>
          <a:xfrm>
            <a:off x="5752861" y="4413689"/>
            <a:ext cx="873795" cy="195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6" name="Connecteur : en angle 275">
            <a:extLst>
              <a:ext uri="{FF2B5EF4-FFF2-40B4-BE49-F238E27FC236}">
                <a16:creationId xmlns:a16="http://schemas.microsoft.com/office/drawing/2014/main" id="{3B7F75BF-53E1-A79F-66F3-BAC20CE4F030}"/>
              </a:ext>
            </a:extLst>
          </p:cNvPr>
          <p:cNvCxnSpPr>
            <a:cxnSpLocks/>
            <a:stCxn id="9" idx="3"/>
            <a:endCxn id="325" idx="1"/>
          </p:cNvCxnSpPr>
          <p:nvPr/>
        </p:nvCxnSpPr>
        <p:spPr>
          <a:xfrm>
            <a:off x="5784586" y="5021020"/>
            <a:ext cx="925992" cy="112401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0" name="Connecteur : en angle 279">
            <a:extLst>
              <a:ext uri="{FF2B5EF4-FFF2-40B4-BE49-F238E27FC236}">
                <a16:creationId xmlns:a16="http://schemas.microsoft.com/office/drawing/2014/main" id="{76C2C074-E337-EF46-2C14-6A613480543B}"/>
              </a:ext>
            </a:extLst>
          </p:cNvPr>
          <p:cNvCxnSpPr>
            <a:cxnSpLocks/>
            <a:stCxn id="223" idx="3"/>
            <a:endCxn id="219" idx="1"/>
          </p:cNvCxnSpPr>
          <p:nvPr/>
        </p:nvCxnSpPr>
        <p:spPr>
          <a:xfrm flipV="1">
            <a:off x="8726580" y="1252961"/>
            <a:ext cx="952260" cy="465025"/>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3" name="Groupe 282">
            <a:extLst>
              <a:ext uri="{FF2B5EF4-FFF2-40B4-BE49-F238E27FC236}">
                <a16:creationId xmlns:a16="http://schemas.microsoft.com/office/drawing/2014/main" id="{7B0D06B4-5C86-24AA-ACC5-9CED709A8194}"/>
              </a:ext>
            </a:extLst>
          </p:cNvPr>
          <p:cNvGrpSpPr/>
          <p:nvPr/>
        </p:nvGrpSpPr>
        <p:grpSpPr>
          <a:xfrm>
            <a:off x="6710573" y="2333397"/>
            <a:ext cx="2016007" cy="540000"/>
            <a:chOff x="5130203" y="401858"/>
            <a:chExt cx="428466" cy="540000"/>
          </a:xfrm>
        </p:grpSpPr>
        <p:sp>
          <p:nvSpPr>
            <p:cNvPr id="284" name="Rectangle : coins arrondis 283">
              <a:extLst>
                <a:ext uri="{FF2B5EF4-FFF2-40B4-BE49-F238E27FC236}">
                  <a16:creationId xmlns:a16="http://schemas.microsoft.com/office/drawing/2014/main" id="{BFBD8EEF-7440-47F6-CBF2-35A2E09B275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Affectations des tapis</a:t>
              </a:r>
            </a:p>
          </p:txBody>
        </p:sp>
        <p:cxnSp>
          <p:nvCxnSpPr>
            <p:cNvPr id="285" name="Connecteur droit 284">
              <a:extLst>
                <a:ext uri="{FF2B5EF4-FFF2-40B4-BE49-F238E27FC236}">
                  <a16:creationId xmlns:a16="http://schemas.microsoft.com/office/drawing/2014/main" id="{131BC9F1-302D-6F86-C163-AA4F976B4BE4}"/>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87" name="Groupe 286">
            <a:extLst>
              <a:ext uri="{FF2B5EF4-FFF2-40B4-BE49-F238E27FC236}">
                <a16:creationId xmlns:a16="http://schemas.microsoft.com/office/drawing/2014/main" id="{E9E3768F-FD06-4ECD-E764-3A2097F34192}"/>
              </a:ext>
            </a:extLst>
          </p:cNvPr>
          <p:cNvGrpSpPr/>
          <p:nvPr/>
        </p:nvGrpSpPr>
        <p:grpSpPr>
          <a:xfrm>
            <a:off x="6710573" y="3218808"/>
            <a:ext cx="2016007" cy="540000"/>
            <a:chOff x="5130203" y="401858"/>
            <a:chExt cx="428466" cy="540000"/>
          </a:xfrm>
        </p:grpSpPr>
        <p:sp>
          <p:nvSpPr>
            <p:cNvPr id="288" name="Rectangle : coins arrondis 287">
              <a:extLst>
                <a:ext uri="{FF2B5EF4-FFF2-40B4-BE49-F238E27FC236}">
                  <a16:creationId xmlns:a16="http://schemas.microsoft.com/office/drawing/2014/main" id="{3A47BB91-7DF7-0E3C-864A-E6EF7E2C17A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89" name="Connecteur droit 288">
              <a:extLst>
                <a:ext uri="{FF2B5EF4-FFF2-40B4-BE49-F238E27FC236}">
                  <a16:creationId xmlns:a16="http://schemas.microsoft.com/office/drawing/2014/main" id="{632CCE92-0EDC-DE94-7E76-031094270C51}"/>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91" name="Groupe 290">
            <a:extLst>
              <a:ext uri="{FF2B5EF4-FFF2-40B4-BE49-F238E27FC236}">
                <a16:creationId xmlns:a16="http://schemas.microsoft.com/office/drawing/2014/main" id="{EEE10EA7-D1BF-A25C-13FE-4BCE74621446}"/>
              </a:ext>
            </a:extLst>
          </p:cNvPr>
          <p:cNvGrpSpPr/>
          <p:nvPr/>
        </p:nvGrpSpPr>
        <p:grpSpPr>
          <a:xfrm>
            <a:off x="9678835" y="2063397"/>
            <a:ext cx="2016007" cy="540000"/>
            <a:chOff x="5130203" y="401858"/>
            <a:chExt cx="428466" cy="540000"/>
          </a:xfrm>
        </p:grpSpPr>
        <p:sp>
          <p:nvSpPr>
            <p:cNvPr id="292" name="Rectangle : coins arrondis 291">
              <a:extLst>
                <a:ext uri="{FF2B5EF4-FFF2-40B4-BE49-F238E27FC236}">
                  <a16:creationId xmlns:a16="http://schemas.microsoft.com/office/drawing/2014/main" id="{25262C9F-1974-216D-8D5E-24F8F074CE6B}"/>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293" name="Connecteur droit 292">
              <a:extLst>
                <a:ext uri="{FF2B5EF4-FFF2-40B4-BE49-F238E27FC236}">
                  <a16:creationId xmlns:a16="http://schemas.microsoft.com/office/drawing/2014/main" id="{A971A373-D092-CADB-EB27-03237325F33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0" name="Groupe 299">
            <a:extLst>
              <a:ext uri="{FF2B5EF4-FFF2-40B4-BE49-F238E27FC236}">
                <a16:creationId xmlns:a16="http://schemas.microsoft.com/office/drawing/2014/main" id="{2C0EC676-B219-4783-D756-76A0391E256A}"/>
              </a:ext>
            </a:extLst>
          </p:cNvPr>
          <p:cNvGrpSpPr/>
          <p:nvPr/>
        </p:nvGrpSpPr>
        <p:grpSpPr>
          <a:xfrm>
            <a:off x="9678836" y="2717376"/>
            <a:ext cx="2016007" cy="540000"/>
            <a:chOff x="5130203" y="401858"/>
            <a:chExt cx="428466" cy="540000"/>
          </a:xfrm>
        </p:grpSpPr>
        <p:sp>
          <p:nvSpPr>
            <p:cNvPr id="301" name="Rectangle : coins arrondis 300">
              <a:extLst>
                <a:ext uri="{FF2B5EF4-FFF2-40B4-BE49-F238E27FC236}">
                  <a16:creationId xmlns:a16="http://schemas.microsoft.com/office/drawing/2014/main" id="{EA23CC00-6FF0-8806-1D2B-01289E9F0D6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02" name="Connecteur droit 301">
              <a:extLst>
                <a:ext uri="{FF2B5EF4-FFF2-40B4-BE49-F238E27FC236}">
                  <a16:creationId xmlns:a16="http://schemas.microsoft.com/office/drawing/2014/main" id="{0F9BACAA-6685-E702-9B48-0ACF66AFCAED}"/>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03" name="Connecteur : en angle 302">
            <a:extLst>
              <a:ext uri="{FF2B5EF4-FFF2-40B4-BE49-F238E27FC236}">
                <a16:creationId xmlns:a16="http://schemas.microsoft.com/office/drawing/2014/main" id="{5BEB47AE-6F85-C2D0-0122-589526513E54}"/>
              </a:ext>
            </a:extLst>
          </p:cNvPr>
          <p:cNvCxnSpPr>
            <a:cxnSpLocks/>
            <a:stCxn id="288" idx="3"/>
            <a:endCxn id="292" idx="1"/>
          </p:cNvCxnSpPr>
          <p:nvPr/>
        </p:nvCxnSpPr>
        <p:spPr>
          <a:xfrm flipV="1">
            <a:off x="8726580" y="2333397"/>
            <a:ext cx="952260" cy="115541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Connecteur : en angle 305">
            <a:extLst>
              <a:ext uri="{FF2B5EF4-FFF2-40B4-BE49-F238E27FC236}">
                <a16:creationId xmlns:a16="http://schemas.microsoft.com/office/drawing/2014/main" id="{F07BBC5F-A5F9-569A-B28A-C1B331121687}"/>
              </a:ext>
            </a:extLst>
          </p:cNvPr>
          <p:cNvCxnSpPr>
            <a:cxnSpLocks/>
            <a:stCxn id="288" idx="3"/>
            <a:endCxn id="301" idx="1"/>
          </p:cNvCxnSpPr>
          <p:nvPr/>
        </p:nvCxnSpPr>
        <p:spPr>
          <a:xfrm flipV="1">
            <a:off x="8726580" y="2987376"/>
            <a:ext cx="952261" cy="5014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9" name="Groupe 308">
            <a:extLst>
              <a:ext uri="{FF2B5EF4-FFF2-40B4-BE49-F238E27FC236}">
                <a16:creationId xmlns:a16="http://schemas.microsoft.com/office/drawing/2014/main" id="{40C051CE-6436-6AF7-D584-C43E7784985D}"/>
              </a:ext>
            </a:extLst>
          </p:cNvPr>
          <p:cNvGrpSpPr/>
          <p:nvPr/>
        </p:nvGrpSpPr>
        <p:grpSpPr>
          <a:xfrm>
            <a:off x="6702851" y="4145646"/>
            <a:ext cx="2016007" cy="540000"/>
            <a:chOff x="5130203" y="401858"/>
            <a:chExt cx="428466" cy="540000"/>
          </a:xfrm>
        </p:grpSpPr>
        <p:sp>
          <p:nvSpPr>
            <p:cNvPr id="310" name="Rectangle : coins arrondis 309">
              <a:extLst>
                <a:ext uri="{FF2B5EF4-FFF2-40B4-BE49-F238E27FC236}">
                  <a16:creationId xmlns:a16="http://schemas.microsoft.com/office/drawing/2014/main" id="{01335E5E-226D-F771-D6FC-F8CF8D9F857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311" name="Connecteur droit 310">
              <a:extLst>
                <a:ext uri="{FF2B5EF4-FFF2-40B4-BE49-F238E27FC236}">
                  <a16:creationId xmlns:a16="http://schemas.microsoft.com/office/drawing/2014/main" id="{4539040A-51BE-1C6B-2790-9DE31AC020D5}"/>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2" name="Groupe 311">
            <a:extLst>
              <a:ext uri="{FF2B5EF4-FFF2-40B4-BE49-F238E27FC236}">
                <a16:creationId xmlns:a16="http://schemas.microsoft.com/office/drawing/2014/main" id="{119CB607-CD08-51E2-1D2D-DFB2AE254C7F}"/>
              </a:ext>
            </a:extLst>
          </p:cNvPr>
          <p:cNvGrpSpPr/>
          <p:nvPr/>
        </p:nvGrpSpPr>
        <p:grpSpPr>
          <a:xfrm>
            <a:off x="9678835" y="3564219"/>
            <a:ext cx="2016007" cy="540000"/>
            <a:chOff x="5130203" y="401858"/>
            <a:chExt cx="428466" cy="540000"/>
          </a:xfrm>
        </p:grpSpPr>
        <p:sp>
          <p:nvSpPr>
            <p:cNvPr id="313" name="Rectangle : coins arrondis 312">
              <a:extLst>
                <a:ext uri="{FF2B5EF4-FFF2-40B4-BE49-F238E27FC236}">
                  <a16:creationId xmlns:a16="http://schemas.microsoft.com/office/drawing/2014/main" id="{E2803B81-06D5-BB67-389A-A86333CDA7E8}"/>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14" name="Connecteur droit 313">
              <a:extLst>
                <a:ext uri="{FF2B5EF4-FFF2-40B4-BE49-F238E27FC236}">
                  <a16:creationId xmlns:a16="http://schemas.microsoft.com/office/drawing/2014/main" id="{4F0367C7-D8AC-DDFE-43D7-F6908447A8B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15" name="Connecteur : en angle 314">
            <a:extLst>
              <a:ext uri="{FF2B5EF4-FFF2-40B4-BE49-F238E27FC236}">
                <a16:creationId xmlns:a16="http://schemas.microsoft.com/office/drawing/2014/main" id="{19F1CAD2-B512-46DB-DD5E-B1202A618DFA}"/>
              </a:ext>
            </a:extLst>
          </p:cNvPr>
          <p:cNvCxnSpPr>
            <a:cxnSpLocks/>
            <a:stCxn id="310" idx="3"/>
            <a:endCxn id="313" idx="1"/>
          </p:cNvCxnSpPr>
          <p:nvPr/>
        </p:nvCxnSpPr>
        <p:spPr>
          <a:xfrm flipV="1">
            <a:off x="8718858" y="3834219"/>
            <a:ext cx="959982" cy="5814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9" name="Groupe 318">
            <a:extLst>
              <a:ext uri="{FF2B5EF4-FFF2-40B4-BE49-F238E27FC236}">
                <a16:creationId xmlns:a16="http://schemas.microsoft.com/office/drawing/2014/main" id="{FF22395A-79B7-16D4-540A-423AB6DC69C2}"/>
              </a:ext>
            </a:extLst>
          </p:cNvPr>
          <p:cNvGrpSpPr/>
          <p:nvPr/>
        </p:nvGrpSpPr>
        <p:grpSpPr>
          <a:xfrm>
            <a:off x="6710573" y="4989630"/>
            <a:ext cx="2016007" cy="540000"/>
            <a:chOff x="5130203" y="401858"/>
            <a:chExt cx="428466" cy="540000"/>
          </a:xfrm>
        </p:grpSpPr>
        <p:sp>
          <p:nvSpPr>
            <p:cNvPr id="320" name="Rectangle : coins arrondis 319">
              <a:extLst>
                <a:ext uri="{FF2B5EF4-FFF2-40B4-BE49-F238E27FC236}">
                  <a16:creationId xmlns:a16="http://schemas.microsoft.com/office/drawing/2014/main" id="{C9A5CF04-1836-E250-999F-68C1CA8205B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1" name="Connecteur droit 320">
              <a:extLst>
                <a:ext uri="{FF2B5EF4-FFF2-40B4-BE49-F238E27FC236}">
                  <a16:creationId xmlns:a16="http://schemas.microsoft.com/office/drawing/2014/main" id="{4DE648F4-4894-A314-FF3F-ABEB317B7E47}"/>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4" name="Groupe 323">
            <a:extLst>
              <a:ext uri="{FF2B5EF4-FFF2-40B4-BE49-F238E27FC236}">
                <a16:creationId xmlns:a16="http://schemas.microsoft.com/office/drawing/2014/main" id="{E12A8DB6-77CD-0A4F-3186-68E4270C5C90}"/>
              </a:ext>
            </a:extLst>
          </p:cNvPr>
          <p:cNvGrpSpPr/>
          <p:nvPr/>
        </p:nvGrpSpPr>
        <p:grpSpPr>
          <a:xfrm>
            <a:off x="6710573" y="5875039"/>
            <a:ext cx="2016007" cy="540000"/>
            <a:chOff x="5130203" y="401858"/>
            <a:chExt cx="428466" cy="540000"/>
          </a:xfrm>
        </p:grpSpPr>
        <p:sp>
          <p:nvSpPr>
            <p:cNvPr id="325" name="Rectangle : coins arrondis 324">
              <a:extLst>
                <a:ext uri="{FF2B5EF4-FFF2-40B4-BE49-F238E27FC236}">
                  <a16:creationId xmlns:a16="http://schemas.microsoft.com/office/drawing/2014/main" id="{23607AE8-1B22-9D77-1219-01BFFF01890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6" name="Connecteur droit 325">
              <a:extLst>
                <a:ext uri="{FF2B5EF4-FFF2-40B4-BE49-F238E27FC236}">
                  <a16:creationId xmlns:a16="http://schemas.microsoft.com/office/drawing/2014/main" id="{D213B601-E829-969B-1A7F-303AA19E2CA2}"/>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30" name="Groupe 329">
            <a:extLst>
              <a:ext uri="{FF2B5EF4-FFF2-40B4-BE49-F238E27FC236}">
                <a16:creationId xmlns:a16="http://schemas.microsoft.com/office/drawing/2014/main" id="{7B5FE58D-5327-24C8-DB58-C3D409621964}"/>
              </a:ext>
            </a:extLst>
          </p:cNvPr>
          <p:cNvGrpSpPr/>
          <p:nvPr/>
        </p:nvGrpSpPr>
        <p:grpSpPr>
          <a:xfrm>
            <a:off x="9678837" y="4296801"/>
            <a:ext cx="2016003" cy="540000"/>
            <a:chOff x="5130203" y="401858"/>
            <a:chExt cx="428465" cy="540000"/>
          </a:xfrm>
        </p:grpSpPr>
        <p:sp>
          <p:nvSpPr>
            <p:cNvPr id="331" name="Rectangle : coins arrondis 330">
              <a:extLst>
                <a:ext uri="{FF2B5EF4-FFF2-40B4-BE49-F238E27FC236}">
                  <a16:creationId xmlns:a16="http://schemas.microsoft.com/office/drawing/2014/main" id="{AAA6BBE5-84C6-9E2C-92B4-9C5E9A2E276D}"/>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des judokas engagés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2" name="Connecteur droit 331">
              <a:extLst>
                <a:ext uri="{FF2B5EF4-FFF2-40B4-BE49-F238E27FC236}">
                  <a16:creationId xmlns:a16="http://schemas.microsoft.com/office/drawing/2014/main" id="{A18FAB2A-F74F-0DAD-D243-035775F1FFA1}"/>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3" name="Connecteur : en angle 332">
            <a:extLst>
              <a:ext uri="{FF2B5EF4-FFF2-40B4-BE49-F238E27FC236}">
                <a16:creationId xmlns:a16="http://schemas.microsoft.com/office/drawing/2014/main" id="{DA5B9877-C20C-26B8-3AC3-0A07DFF09038}"/>
              </a:ext>
            </a:extLst>
          </p:cNvPr>
          <p:cNvCxnSpPr>
            <a:cxnSpLocks/>
            <a:stCxn id="320" idx="3"/>
            <a:endCxn id="331" idx="1"/>
          </p:cNvCxnSpPr>
          <p:nvPr/>
        </p:nvCxnSpPr>
        <p:spPr>
          <a:xfrm flipV="1">
            <a:off x="8726580" y="4566801"/>
            <a:ext cx="952257" cy="6928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6" name="Groupe 335">
            <a:extLst>
              <a:ext uri="{FF2B5EF4-FFF2-40B4-BE49-F238E27FC236}">
                <a16:creationId xmlns:a16="http://schemas.microsoft.com/office/drawing/2014/main" id="{41193002-6A8B-FB2D-19B2-3BB409850857}"/>
              </a:ext>
            </a:extLst>
          </p:cNvPr>
          <p:cNvGrpSpPr/>
          <p:nvPr/>
        </p:nvGrpSpPr>
        <p:grpSpPr>
          <a:xfrm>
            <a:off x="9678836" y="5182212"/>
            <a:ext cx="2016003" cy="540000"/>
            <a:chOff x="5130203" y="401858"/>
            <a:chExt cx="428465" cy="540000"/>
          </a:xfrm>
        </p:grpSpPr>
        <p:sp>
          <p:nvSpPr>
            <p:cNvPr id="337" name="Rectangle : coins arrondis 336">
              <a:extLst>
                <a:ext uri="{FF2B5EF4-FFF2-40B4-BE49-F238E27FC236}">
                  <a16:creationId xmlns:a16="http://schemas.microsoft.com/office/drawing/2014/main" id="{6D3EAFE9-1D7B-C7D4-C67D-9ADDDB5D2F72}"/>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8" name="Connecteur droit 337">
              <a:extLst>
                <a:ext uri="{FF2B5EF4-FFF2-40B4-BE49-F238E27FC236}">
                  <a16:creationId xmlns:a16="http://schemas.microsoft.com/office/drawing/2014/main" id="{FE7AE4DD-A91C-B62A-3759-C5B1AF0B0F62}"/>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40" name="Groupe 339">
            <a:extLst>
              <a:ext uri="{FF2B5EF4-FFF2-40B4-BE49-F238E27FC236}">
                <a16:creationId xmlns:a16="http://schemas.microsoft.com/office/drawing/2014/main" id="{D310F912-7A70-3D8E-6B1C-8EF38555013C}"/>
              </a:ext>
            </a:extLst>
          </p:cNvPr>
          <p:cNvGrpSpPr/>
          <p:nvPr/>
        </p:nvGrpSpPr>
        <p:grpSpPr>
          <a:xfrm>
            <a:off x="9678838" y="5875039"/>
            <a:ext cx="2016003" cy="540000"/>
            <a:chOff x="5130203" y="401858"/>
            <a:chExt cx="428465" cy="540000"/>
          </a:xfrm>
        </p:grpSpPr>
        <p:sp>
          <p:nvSpPr>
            <p:cNvPr id="341" name="Rectangle : coins arrondis 340">
              <a:extLst>
                <a:ext uri="{FF2B5EF4-FFF2-40B4-BE49-F238E27FC236}">
                  <a16:creationId xmlns:a16="http://schemas.microsoft.com/office/drawing/2014/main" id="{142DB1DD-F20F-8BCB-2FC3-1E55553E9AE4}"/>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342" name="Connecteur droit 341">
              <a:extLst>
                <a:ext uri="{FF2B5EF4-FFF2-40B4-BE49-F238E27FC236}">
                  <a16:creationId xmlns:a16="http://schemas.microsoft.com/office/drawing/2014/main" id="{CCEF1398-195E-FE3D-25C0-1502A8204CEC}"/>
                </a:ext>
              </a:extLst>
            </p:cNvPr>
            <p:cNvCxnSpPr>
              <a:cxnSpLocks/>
            </p:cNvCxnSpPr>
            <p:nvPr/>
          </p:nvCxnSpPr>
          <p:spPr>
            <a:xfrm>
              <a:off x="5130203" y="401858"/>
              <a:ext cx="0" cy="540000"/>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43" name="Connecteur : en angle 342">
            <a:extLst>
              <a:ext uri="{FF2B5EF4-FFF2-40B4-BE49-F238E27FC236}">
                <a16:creationId xmlns:a16="http://schemas.microsoft.com/office/drawing/2014/main" id="{5EF1F8FB-5172-3B0C-EEBB-FA570121D42E}"/>
              </a:ext>
            </a:extLst>
          </p:cNvPr>
          <p:cNvCxnSpPr>
            <a:cxnSpLocks/>
            <a:stCxn id="325" idx="3"/>
            <a:endCxn id="337" idx="1"/>
          </p:cNvCxnSpPr>
          <p:nvPr/>
        </p:nvCxnSpPr>
        <p:spPr>
          <a:xfrm flipV="1">
            <a:off x="8726580" y="5452212"/>
            <a:ext cx="952256" cy="6928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2" name="Connecteur droit avec flèche 351">
            <a:extLst>
              <a:ext uri="{FF2B5EF4-FFF2-40B4-BE49-F238E27FC236}">
                <a16:creationId xmlns:a16="http://schemas.microsoft.com/office/drawing/2014/main" id="{E24782ED-11A7-9670-E2F7-9C6BD9BF736F}"/>
              </a:ext>
            </a:extLst>
          </p:cNvPr>
          <p:cNvCxnSpPr>
            <a:cxnSpLocks/>
            <a:stCxn id="337" idx="2"/>
            <a:endCxn id="341" idx="0"/>
          </p:cNvCxnSpPr>
          <p:nvPr/>
        </p:nvCxnSpPr>
        <p:spPr>
          <a:xfrm>
            <a:off x="10686838" y="5722212"/>
            <a:ext cx="2" cy="152827"/>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Connecteur : en angle 226">
            <a:extLst>
              <a:ext uri="{FF2B5EF4-FFF2-40B4-BE49-F238E27FC236}">
                <a16:creationId xmlns:a16="http://schemas.microsoft.com/office/drawing/2014/main" id="{254B4707-668F-F1CA-80B2-5FB765E6C9EA}"/>
              </a:ext>
            </a:extLst>
          </p:cNvPr>
          <p:cNvCxnSpPr>
            <a:cxnSpLocks/>
            <a:stCxn id="262" idx="3"/>
            <a:endCxn id="223" idx="1"/>
          </p:cNvCxnSpPr>
          <p:nvPr/>
        </p:nvCxnSpPr>
        <p:spPr>
          <a:xfrm flipV="1">
            <a:off x="5752861" y="1717986"/>
            <a:ext cx="957717" cy="19187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28EAF7E6-702A-8042-5ABA-48301BCD44DA}"/>
              </a:ext>
            </a:extLst>
          </p:cNvPr>
          <p:cNvPicPr>
            <a:picLocks noChangeAspect="1"/>
          </p:cNvPicPr>
          <p:nvPr/>
        </p:nvPicPr>
        <p:blipFill>
          <a:blip r:embed="rId4"/>
          <a:srcRect t="20516" b="74800"/>
          <a:stretch>
            <a:fillRect/>
          </a:stretch>
        </p:blipFill>
        <p:spPr>
          <a:xfrm>
            <a:off x="4396293" y="4048440"/>
            <a:ext cx="1636731" cy="260062"/>
          </a:xfrm>
          <a:prstGeom prst="rect">
            <a:avLst/>
          </a:prstGeom>
        </p:spPr>
      </p:pic>
      <p:sp>
        <p:nvSpPr>
          <p:cNvPr id="49" name="Rectangle 48">
            <a:extLst>
              <a:ext uri="{FF2B5EF4-FFF2-40B4-BE49-F238E27FC236}">
                <a16:creationId xmlns:a16="http://schemas.microsoft.com/office/drawing/2014/main" id="{299BFEDB-DFFE-B803-9C49-A866E55786A6}"/>
              </a:ext>
            </a:extLst>
          </p:cNvPr>
          <p:cNvSpPr/>
          <p:nvPr/>
        </p:nvSpPr>
        <p:spPr>
          <a:xfrm>
            <a:off x="4399174" y="4070298"/>
            <a:ext cx="1356940" cy="22452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41" name="Rectangle 140">
            <a:extLst>
              <a:ext uri="{FF2B5EF4-FFF2-40B4-BE49-F238E27FC236}">
                <a16:creationId xmlns:a16="http://schemas.microsoft.com/office/drawing/2014/main" id="{AC95C4CA-39F5-16DA-239C-ED3575C44C26}"/>
              </a:ext>
            </a:extLst>
          </p:cNvPr>
          <p:cNvSpPr/>
          <p:nvPr/>
        </p:nvSpPr>
        <p:spPr>
          <a:xfrm>
            <a:off x="3498746" y="403447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2" name="Connecteur droit avec flèche 141">
            <a:extLst>
              <a:ext uri="{FF2B5EF4-FFF2-40B4-BE49-F238E27FC236}">
                <a16:creationId xmlns:a16="http://schemas.microsoft.com/office/drawing/2014/main" id="{252DD212-3820-B8C6-6E5F-DC4CB3B6A227}"/>
              </a:ext>
            </a:extLst>
          </p:cNvPr>
          <p:cNvCxnSpPr>
            <a:cxnSpLocks/>
            <a:stCxn id="141" idx="3"/>
            <a:endCxn id="49" idx="1"/>
          </p:cNvCxnSpPr>
          <p:nvPr/>
        </p:nvCxnSpPr>
        <p:spPr>
          <a:xfrm>
            <a:off x="3786746" y="4178471"/>
            <a:ext cx="612428" cy="408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25" name="Image 24">
            <a:extLst>
              <a:ext uri="{FF2B5EF4-FFF2-40B4-BE49-F238E27FC236}">
                <a16:creationId xmlns:a16="http://schemas.microsoft.com/office/drawing/2014/main" id="{CF9161D0-44E7-8BBA-F232-D2350F92FF5B}"/>
              </a:ext>
            </a:extLst>
          </p:cNvPr>
          <p:cNvPicPr>
            <a:picLocks noChangeAspect="1"/>
          </p:cNvPicPr>
          <p:nvPr/>
        </p:nvPicPr>
        <p:blipFill>
          <a:blip r:embed="rId4"/>
          <a:srcRect t="30419" b="64366"/>
          <a:stretch>
            <a:fillRect/>
          </a:stretch>
        </p:blipFill>
        <p:spPr>
          <a:xfrm>
            <a:off x="4402474" y="4581278"/>
            <a:ext cx="1617326" cy="286113"/>
          </a:xfrm>
          <a:prstGeom prst="rect">
            <a:avLst/>
          </a:prstGeom>
        </p:spPr>
      </p:pic>
      <p:sp>
        <p:nvSpPr>
          <p:cNvPr id="12" name="Rectangle 11">
            <a:extLst>
              <a:ext uri="{FF2B5EF4-FFF2-40B4-BE49-F238E27FC236}">
                <a16:creationId xmlns:a16="http://schemas.microsoft.com/office/drawing/2014/main" id="{FAA0A9C5-1773-0DFE-0ECD-5E3D4CDC3B19}"/>
              </a:ext>
            </a:extLst>
          </p:cNvPr>
          <p:cNvSpPr/>
          <p:nvPr/>
        </p:nvSpPr>
        <p:spPr>
          <a:xfrm>
            <a:off x="4407735" y="4626503"/>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54" name="Rectangle : coins arrondis 153">
            <a:extLst>
              <a:ext uri="{FF2B5EF4-FFF2-40B4-BE49-F238E27FC236}">
                <a16:creationId xmlns:a16="http://schemas.microsoft.com/office/drawing/2014/main" id="{ECE44A14-5DB1-6604-6662-7E81B907CA45}"/>
              </a:ext>
            </a:extLst>
          </p:cNvPr>
          <p:cNvSpPr>
            <a:spLocks noChangeAspect="1"/>
          </p:cNvSpPr>
          <p:nvPr/>
        </p:nvSpPr>
        <p:spPr>
          <a:xfrm>
            <a:off x="3891172" y="458844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55" name="Connecteur droit avec flèche 154">
            <a:extLst>
              <a:ext uri="{FF2B5EF4-FFF2-40B4-BE49-F238E27FC236}">
                <a16:creationId xmlns:a16="http://schemas.microsoft.com/office/drawing/2014/main" id="{FFE14665-6A62-AA49-CD90-77AE4F290D51}"/>
              </a:ext>
            </a:extLst>
          </p:cNvPr>
          <p:cNvCxnSpPr>
            <a:cxnSpLocks/>
            <a:stCxn id="154" idx="3"/>
            <a:endCxn id="12" idx="1"/>
          </p:cNvCxnSpPr>
          <p:nvPr/>
        </p:nvCxnSpPr>
        <p:spPr>
          <a:xfrm>
            <a:off x="4179172" y="4732442"/>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57" name="Connecteur droit avec flèche 156">
            <a:extLst>
              <a:ext uri="{FF2B5EF4-FFF2-40B4-BE49-F238E27FC236}">
                <a16:creationId xmlns:a16="http://schemas.microsoft.com/office/drawing/2014/main" id="{DDA6E007-FC1F-CD05-6BF4-F970EC2CD0A9}"/>
              </a:ext>
            </a:extLst>
          </p:cNvPr>
          <p:cNvCxnSpPr>
            <a:cxnSpLocks/>
            <a:stCxn id="156" idx="3"/>
            <a:endCxn id="9" idx="1"/>
          </p:cNvCxnSpPr>
          <p:nvPr/>
        </p:nvCxnSpPr>
        <p:spPr>
          <a:xfrm>
            <a:off x="3848859" y="5021020"/>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8" name="Connecteur : en angle 267">
            <a:extLst>
              <a:ext uri="{FF2B5EF4-FFF2-40B4-BE49-F238E27FC236}">
                <a16:creationId xmlns:a16="http://schemas.microsoft.com/office/drawing/2014/main" id="{8FF7A1AE-06C2-C785-4C35-AA455E39573F}"/>
              </a:ext>
            </a:extLst>
          </p:cNvPr>
          <p:cNvCxnSpPr>
            <a:cxnSpLocks/>
            <a:stCxn id="49" idx="3"/>
            <a:endCxn id="288" idx="1"/>
          </p:cNvCxnSpPr>
          <p:nvPr/>
        </p:nvCxnSpPr>
        <p:spPr>
          <a:xfrm flipV="1">
            <a:off x="5756114" y="3488808"/>
            <a:ext cx="954464" cy="693751"/>
          </a:xfrm>
          <a:prstGeom prst="bentConnector3">
            <a:avLst>
              <a:gd name="adj1" fmla="val 6946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7" name="Image 26">
            <a:extLst>
              <a:ext uri="{FF2B5EF4-FFF2-40B4-BE49-F238E27FC236}">
                <a16:creationId xmlns:a16="http://schemas.microsoft.com/office/drawing/2014/main" id="{4A0CF8DE-26C5-F969-D801-4DBEC11788AB}"/>
              </a:ext>
            </a:extLst>
          </p:cNvPr>
          <p:cNvPicPr>
            <a:picLocks noChangeAspect="1"/>
          </p:cNvPicPr>
          <p:nvPr/>
        </p:nvPicPr>
        <p:blipFill>
          <a:blip r:embed="rId4"/>
          <a:srcRect t="93039"/>
          <a:stretch>
            <a:fillRect/>
          </a:stretch>
        </p:blipFill>
        <p:spPr>
          <a:xfrm>
            <a:off x="4402901" y="5255585"/>
            <a:ext cx="1625684" cy="383868"/>
          </a:xfrm>
          <a:prstGeom prst="rect">
            <a:avLst/>
          </a:prstGeom>
        </p:spPr>
      </p:pic>
      <p:cxnSp>
        <p:nvCxnSpPr>
          <p:cNvPr id="274" name="Connecteur : en angle 273">
            <a:extLst>
              <a:ext uri="{FF2B5EF4-FFF2-40B4-BE49-F238E27FC236}">
                <a16:creationId xmlns:a16="http://schemas.microsoft.com/office/drawing/2014/main" id="{39DAB518-4FD6-43FF-F850-E9278ADD013E}"/>
              </a:ext>
            </a:extLst>
          </p:cNvPr>
          <p:cNvCxnSpPr>
            <a:cxnSpLocks/>
            <a:stCxn id="12" idx="3"/>
            <a:endCxn id="320" idx="1"/>
          </p:cNvCxnSpPr>
          <p:nvPr/>
        </p:nvCxnSpPr>
        <p:spPr>
          <a:xfrm>
            <a:off x="5776768" y="4733053"/>
            <a:ext cx="933810" cy="526577"/>
          </a:xfrm>
          <a:prstGeom prst="bentConnector3">
            <a:avLst>
              <a:gd name="adj1" fmla="val 6887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C4475B7-3329-31DC-E145-36CE62F68C67}"/>
              </a:ext>
            </a:extLst>
          </p:cNvPr>
          <p:cNvSpPr/>
          <p:nvPr/>
        </p:nvSpPr>
        <p:spPr>
          <a:xfrm>
            <a:off x="4377727" y="5372777"/>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30" name="Ellipse 29">
            <a:extLst>
              <a:ext uri="{FF2B5EF4-FFF2-40B4-BE49-F238E27FC236}">
                <a16:creationId xmlns:a16="http://schemas.microsoft.com/office/drawing/2014/main" id="{4861CE0C-7067-DAED-2518-675AB35C6C1E}"/>
              </a:ext>
            </a:extLst>
          </p:cNvPr>
          <p:cNvSpPr>
            <a:spLocks noChangeAspect="1"/>
          </p:cNvSpPr>
          <p:nvPr/>
        </p:nvSpPr>
        <p:spPr>
          <a:xfrm>
            <a:off x="3564708" y="53499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latin typeface="Barlow" panose="00000500000000000000" pitchFamily="2" charset="0"/>
              </a:rPr>
              <a:t>3</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79DBAF65-71FA-2C55-A2CD-A54AB6DA0E4A}"/>
              </a:ext>
            </a:extLst>
          </p:cNvPr>
          <p:cNvCxnSpPr>
            <a:cxnSpLocks/>
            <a:stCxn id="30" idx="6"/>
            <a:endCxn id="29" idx="1"/>
          </p:cNvCxnSpPr>
          <p:nvPr/>
        </p:nvCxnSpPr>
        <p:spPr>
          <a:xfrm flipV="1">
            <a:off x="3852708" y="5485924"/>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e 31">
            <a:extLst>
              <a:ext uri="{FF2B5EF4-FFF2-40B4-BE49-F238E27FC236}">
                <a16:creationId xmlns:a16="http://schemas.microsoft.com/office/drawing/2014/main" id="{BB0D9009-2B6D-61EF-F079-5E832A0E3AEC}"/>
              </a:ext>
            </a:extLst>
          </p:cNvPr>
          <p:cNvGrpSpPr/>
          <p:nvPr/>
        </p:nvGrpSpPr>
        <p:grpSpPr>
          <a:xfrm>
            <a:off x="181997" y="2874520"/>
            <a:ext cx="3251471" cy="360000"/>
            <a:chOff x="1076957" y="5514260"/>
            <a:chExt cx="3251471" cy="360000"/>
          </a:xfrm>
        </p:grpSpPr>
        <p:sp>
          <p:nvSpPr>
            <p:cNvPr id="33" name="Rectangle : coins arrondis 32">
              <a:extLst>
                <a:ext uri="{FF2B5EF4-FFF2-40B4-BE49-F238E27FC236}">
                  <a16:creationId xmlns:a16="http://schemas.microsoft.com/office/drawing/2014/main" id="{9E17B850-D449-CFB8-E45C-621E74C2FC9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C8EF4D4B-CCB3-D81E-FFC3-DD8B54C0646F}"/>
                </a:ext>
              </a:extLst>
            </p:cNvPr>
            <p:cNvSpPr/>
            <p:nvPr/>
          </p:nvSpPr>
          <p:spPr>
            <a:xfrm>
              <a:off x="1410332" y="5515015"/>
              <a:ext cx="2918096"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sombre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Bascule le mode d’affichage.</a:t>
              </a:r>
            </a:p>
          </p:txBody>
        </p:sp>
        <p:cxnSp>
          <p:nvCxnSpPr>
            <p:cNvPr id="35" name="Connecteur droit 34">
              <a:extLst>
                <a:ext uri="{FF2B5EF4-FFF2-40B4-BE49-F238E27FC236}">
                  <a16:creationId xmlns:a16="http://schemas.microsoft.com/office/drawing/2014/main" id="{81FE7A25-2A54-C570-499A-DB8530D3B1D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6" name="Ellipse 35">
              <a:extLst>
                <a:ext uri="{FF2B5EF4-FFF2-40B4-BE49-F238E27FC236}">
                  <a16:creationId xmlns:a16="http://schemas.microsoft.com/office/drawing/2014/main" id="{F04CF2FB-8CB9-43C9-73D9-0E9EDAEF9AB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t>3</a:t>
              </a:r>
              <a:endParaRPr lang="fr-FR" sz="1600" b="1" noProof="0" dirty="0"/>
            </a:p>
          </p:txBody>
        </p:sp>
      </p:grpSp>
    </p:spTree>
    <p:extLst>
      <p:ext uri="{BB962C8B-B14F-4D97-AF65-F5344CB8AC3E}">
        <p14:creationId xmlns:p14="http://schemas.microsoft.com/office/powerpoint/2010/main" val="7764031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e 17">
            <a:extLst>
              <a:ext uri="{FF2B5EF4-FFF2-40B4-BE49-F238E27FC236}">
                <a16:creationId xmlns:a16="http://schemas.microsoft.com/office/drawing/2014/main" id="{D70FC915-DB80-D84E-0784-D329D75E73EA}"/>
              </a:ext>
            </a:extLst>
          </p:cNvPr>
          <p:cNvGrpSpPr/>
          <p:nvPr/>
        </p:nvGrpSpPr>
        <p:grpSpPr>
          <a:xfrm>
            <a:off x="5211907" y="1387390"/>
            <a:ext cx="4604953" cy="4616504"/>
            <a:chOff x="9501895" y="1909944"/>
            <a:chExt cx="4604953" cy="4616504"/>
          </a:xfrm>
        </p:grpSpPr>
        <p:sp>
          <p:nvSpPr>
            <p:cNvPr id="16" name="Rectangle : coins arrondis 15">
              <a:extLst>
                <a:ext uri="{FF2B5EF4-FFF2-40B4-BE49-F238E27FC236}">
                  <a16:creationId xmlns:a16="http://schemas.microsoft.com/office/drawing/2014/main" id="{3000A7A2-B56D-EBEA-4665-150E69C00BA6}"/>
                </a:ext>
              </a:extLst>
            </p:cNvPr>
            <p:cNvSpPr/>
            <p:nvPr/>
          </p:nvSpPr>
          <p:spPr>
            <a:xfrm>
              <a:off x="9501904" y="1909944"/>
              <a:ext cx="4604944"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Chambre d’appel par tapis</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7" name="Connecteur droit 16">
              <a:extLst>
                <a:ext uri="{FF2B5EF4-FFF2-40B4-BE49-F238E27FC236}">
                  <a16:creationId xmlns:a16="http://schemas.microsoft.com/office/drawing/2014/main" id="{BBE26CEA-AF28-61F9-0D12-E794F5EB01E8}"/>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4EF867A7-0E28-317E-11CA-E0F449788E5E}"/>
              </a:ext>
            </a:extLst>
          </p:cNvPr>
          <p:cNvPicPr>
            <a:picLocks noChangeAspect="1"/>
          </p:cNvPicPr>
          <p:nvPr/>
        </p:nvPicPr>
        <p:blipFill>
          <a:blip r:embed="rId2"/>
          <a:srcRect b="12787"/>
          <a:stretch>
            <a:fillRect/>
          </a:stretch>
        </p:blipFill>
        <p:spPr>
          <a:xfrm>
            <a:off x="5665987" y="1864950"/>
            <a:ext cx="3848495" cy="4006183"/>
          </a:xfrm>
          <a:prstGeom prst="rect">
            <a:avLst/>
          </a:prstGeom>
          <a:ln>
            <a:noFill/>
          </a:ln>
          <a:effectLst>
            <a:outerShdw blurRad="190500" algn="tl" rotWithShape="0">
              <a:srgbClr val="000000">
                <a:alpha val="70000"/>
              </a:srgbClr>
            </a:outerShdw>
          </a:effectLst>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
        <p:nvSpPr>
          <p:cNvPr id="6" name="Rectangle 5">
            <a:extLst>
              <a:ext uri="{FF2B5EF4-FFF2-40B4-BE49-F238E27FC236}">
                <a16:creationId xmlns:a16="http://schemas.microsoft.com/office/drawing/2014/main" id="{B927D197-EA8C-364D-F076-81E8BA0C3E97}"/>
              </a:ext>
            </a:extLst>
          </p:cNvPr>
          <p:cNvSpPr/>
          <p:nvPr/>
        </p:nvSpPr>
        <p:spPr>
          <a:xfrm>
            <a:off x="5740399" y="2686759"/>
            <a:ext cx="3703093" cy="253291"/>
          </a:xfrm>
          <a:custGeom>
            <a:avLst/>
            <a:gdLst>
              <a:gd name="csX0" fmla="*/ 0 w 3703093"/>
              <a:gd name="csY0" fmla="*/ 0 h 253291"/>
              <a:gd name="csX1" fmla="*/ 603075 w 3703093"/>
              <a:gd name="csY1" fmla="*/ 0 h 253291"/>
              <a:gd name="csX2" fmla="*/ 1058027 w 3703093"/>
              <a:gd name="csY2" fmla="*/ 0 h 253291"/>
              <a:gd name="csX3" fmla="*/ 1512978 w 3703093"/>
              <a:gd name="csY3" fmla="*/ 0 h 253291"/>
              <a:gd name="csX4" fmla="*/ 2116053 w 3703093"/>
              <a:gd name="csY4" fmla="*/ 0 h 253291"/>
              <a:gd name="csX5" fmla="*/ 2682097 w 3703093"/>
              <a:gd name="csY5" fmla="*/ 0 h 253291"/>
              <a:gd name="csX6" fmla="*/ 3211111 w 3703093"/>
              <a:gd name="csY6" fmla="*/ 0 h 253291"/>
              <a:gd name="csX7" fmla="*/ 3703093 w 3703093"/>
              <a:gd name="csY7" fmla="*/ 0 h 253291"/>
              <a:gd name="csX8" fmla="*/ 3703093 w 3703093"/>
              <a:gd name="csY8" fmla="*/ 253291 h 253291"/>
              <a:gd name="csX9" fmla="*/ 3137049 w 3703093"/>
              <a:gd name="csY9" fmla="*/ 253291 h 253291"/>
              <a:gd name="csX10" fmla="*/ 2682097 w 3703093"/>
              <a:gd name="csY10" fmla="*/ 253291 h 253291"/>
              <a:gd name="csX11" fmla="*/ 2153084 w 3703093"/>
              <a:gd name="csY11" fmla="*/ 253291 h 253291"/>
              <a:gd name="csX12" fmla="*/ 1661102 w 3703093"/>
              <a:gd name="csY12" fmla="*/ 253291 h 253291"/>
              <a:gd name="csX13" fmla="*/ 1243181 w 3703093"/>
              <a:gd name="csY13" fmla="*/ 253291 h 253291"/>
              <a:gd name="csX14" fmla="*/ 825261 w 3703093"/>
              <a:gd name="csY14" fmla="*/ 253291 h 253291"/>
              <a:gd name="csX15" fmla="*/ 0 w 3703093"/>
              <a:gd name="csY15" fmla="*/ 253291 h 253291"/>
              <a:gd name="csX16" fmla="*/ 0 w 3703093"/>
              <a:gd name="csY16" fmla="*/ 0 h 2532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703093" h="253291" extrusionOk="0">
                <a:moveTo>
                  <a:pt x="0" y="0"/>
                </a:moveTo>
                <a:cubicBezTo>
                  <a:pt x="273235" y="-10550"/>
                  <a:pt x="441305" y="17666"/>
                  <a:pt x="603075" y="0"/>
                </a:cubicBezTo>
                <a:cubicBezTo>
                  <a:pt x="764846" y="-17666"/>
                  <a:pt x="937050" y="7607"/>
                  <a:pt x="1058027" y="0"/>
                </a:cubicBezTo>
                <a:cubicBezTo>
                  <a:pt x="1179004" y="-7607"/>
                  <a:pt x="1395615" y="52726"/>
                  <a:pt x="1512978" y="0"/>
                </a:cubicBezTo>
                <a:cubicBezTo>
                  <a:pt x="1630341" y="-52726"/>
                  <a:pt x="1943805" y="31591"/>
                  <a:pt x="2116053" y="0"/>
                </a:cubicBezTo>
                <a:cubicBezTo>
                  <a:pt x="2288302" y="-31591"/>
                  <a:pt x="2528686" y="41868"/>
                  <a:pt x="2682097" y="0"/>
                </a:cubicBezTo>
                <a:cubicBezTo>
                  <a:pt x="2835508" y="-41868"/>
                  <a:pt x="3070909" y="62934"/>
                  <a:pt x="3211111" y="0"/>
                </a:cubicBezTo>
                <a:cubicBezTo>
                  <a:pt x="3351313" y="-62934"/>
                  <a:pt x="3564664" y="6671"/>
                  <a:pt x="3703093" y="0"/>
                </a:cubicBezTo>
                <a:cubicBezTo>
                  <a:pt x="3723703" y="68580"/>
                  <a:pt x="3676739" y="178721"/>
                  <a:pt x="3703093" y="253291"/>
                </a:cubicBezTo>
                <a:cubicBezTo>
                  <a:pt x="3441636" y="320399"/>
                  <a:pt x="3399438" y="201444"/>
                  <a:pt x="3137049" y="253291"/>
                </a:cubicBezTo>
                <a:cubicBezTo>
                  <a:pt x="2874660" y="305138"/>
                  <a:pt x="2807387" y="206346"/>
                  <a:pt x="2682097" y="253291"/>
                </a:cubicBezTo>
                <a:cubicBezTo>
                  <a:pt x="2556807" y="300236"/>
                  <a:pt x="2322843" y="191299"/>
                  <a:pt x="2153084" y="253291"/>
                </a:cubicBezTo>
                <a:cubicBezTo>
                  <a:pt x="1983325" y="315283"/>
                  <a:pt x="1814803" y="215344"/>
                  <a:pt x="1661102" y="253291"/>
                </a:cubicBezTo>
                <a:cubicBezTo>
                  <a:pt x="1507401" y="291238"/>
                  <a:pt x="1380140" y="250416"/>
                  <a:pt x="1243181" y="253291"/>
                </a:cubicBezTo>
                <a:cubicBezTo>
                  <a:pt x="1106222" y="256166"/>
                  <a:pt x="931186" y="251033"/>
                  <a:pt x="825261" y="253291"/>
                </a:cubicBezTo>
                <a:cubicBezTo>
                  <a:pt x="719336" y="255549"/>
                  <a:pt x="329884" y="179541"/>
                  <a:pt x="0" y="253291"/>
                </a:cubicBezTo>
                <a:cubicBezTo>
                  <a:pt x="-26466" y="186837"/>
                  <a:pt x="4925" y="9548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3" name="Rectangle : coins arrondis 2">
            <a:extLst>
              <a:ext uri="{FF2B5EF4-FFF2-40B4-BE49-F238E27FC236}">
                <a16:creationId xmlns:a16="http://schemas.microsoft.com/office/drawing/2014/main" id="{5C0FD0EC-E567-EACF-C31F-FD813CE2F910}"/>
              </a:ext>
            </a:extLst>
          </p:cNvPr>
          <p:cNvSpPr>
            <a:spLocks noChangeAspect="1"/>
          </p:cNvSpPr>
          <p:nvPr/>
        </p:nvSpPr>
        <p:spPr>
          <a:xfrm>
            <a:off x="4852917" y="266940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08C825C1-42FD-D8C6-B883-2F78FDD1A506}"/>
              </a:ext>
            </a:extLst>
          </p:cNvPr>
          <p:cNvCxnSpPr>
            <a:cxnSpLocks/>
            <a:stCxn id="3" idx="3"/>
            <a:endCxn id="6" idx="1"/>
          </p:cNvCxnSpPr>
          <p:nvPr/>
        </p:nvCxnSpPr>
        <p:spPr>
          <a:xfrm>
            <a:off x="5140917" y="2813404"/>
            <a:ext cx="599482"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7" name="Groupe 6">
            <a:extLst>
              <a:ext uri="{FF2B5EF4-FFF2-40B4-BE49-F238E27FC236}">
                <a16:creationId xmlns:a16="http://schemas.microsoft.com/office/drawing/2014/main" id="{AB925A3E-9452-40B8-1C7E-BD15EE84FB91}"/>
              </a:ext>
            </a:extLst>
          </p:cNvPr>
          <p:cNvGrpSpPr/>
          <p:nvPr/>
        </p:nvGrpSpPr>
        <p:grpSpPr>
          <a:xfrm>
            <a:off x="980322" y="5446147"/>
            <a:ext cx="3213376" cy="557747"/>
            <a:chOff x="5346700" y="1873408"/>
            <a:chExt cx="3213376" cy="557747"/>
          </a:xfrm>
        </p:grpSpPr>
        <p:sp>
          <p:nvSpPr>
            <p:cNvPr id="9" name="Rectangle : coins arrondis 8">
              <a:extLst>
                <a:ext uri="{FF2B5EF4-FFF2-40B4-BE49-F238E27FC236}">
                  <a16:creationId xmlns:a16="http://schemas.microsoft.com/office/drawing/2014/main" id="{FE1C9D17-3748-C1A3-4FC4-AC4EF670738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 name="Rectangle : coins arrondis 9">
              <a:extLst>
                <a:ext uri="{FF2B5EF4-FFF2-40B4-BE49-F238E27FC236}">
                  <a16:creationId xmlns:a16="http://schemas.microsoft.com/office/drawing/2014/main" id="{19860AF7-EE06-1541-93B1-2EE2896E329F}"/>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11" name="Rectangle : coins arrondis 10">
              <a:extLst>
                <a:ext uri="{FF2B5EF4-FFF2-40B4-BE49-F238E27FC236}">
                  <a16:creationId xmlns:a16="http://schemas.microsoft.com/office/drawing/2014/main" id="{6711DDB6-2D51-64AE-5B41-E12AA322BFC4}"/>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 name="Connecteur droit 12">
              <a:extLst>
                <a:ext uri="{FF2B5EF4-FFF2-40B4-BE49-F238E27FC236}">
                  <a16:creationId xmlns:a16="http://schemas.microsoft.com/office/drawing/2014/main" id="{E69419FE-715C-0077-3916-A7F6DA9CD21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23" name="Groupe 22">
            <a:extLst>
              <a:ext uri="{FF2B5EF4-FFF2-40B4-BE49-F238E27FC236}">
                <a16:creationId xmlns:a16="http://schemas.microsoft.com/office/drawing/2014/main" id="{9D6FB933-7A3B-B22F-D3EE-82DF8385A10B}"/>
              </a:ext>
            </a:extLst>
          </p:cNvPr>
          <p:cNvGrpSpPr/>
          <p:nvPr/>
        </p:nvGrpSpPr>
        <p:grpSpPr>
          <a:xfrm>
            <a:off x="1815365" y="2254442"/>
            <a:ext cx="1183746" cy="325919"/>
            <a:chOff x="109544" y="3520584"/>
            <a:chExt cx="1183746" cy="325919"/>
          </a:xfrm>
        </p:grpSpPr>
        <p:grpSp>
          <p:nvGrpSpPr>
            <p:cNvPr id="24" name="Groupe 23">
              <a:extLst>
                <a:ext uri="{FF2B5EF4-FFF2-40B4-BE49-F238E27FC236}">
                  <a16:creationId xmlns:a16="http://schemas.microsoft.com/office/drawing/2014/main" id="{9FC37F47-A56E-0D1C-929D-EBE191A52D90}"/>
                </a:ext>
              </a:extLst>
            </p:cNvPr>
            <p:cNvGrpSpPr/>
            <p:nvPr/>
          </p:nvGrpSpPr>
          <p:grpSpPr>
            <a:xfrm>
              <a:off x="109544" y="3520584"/>
              <a:ext cx="1183746" cy="325919"/>
              <a:chOff x="5130203" y="401858"/>
              <a:chExt cx="251584" cy="325919"/>
            </a:xfrm>
          </p:grpSpPr>
          <p:sp>
            <p:nvSpPr>
              <p:cNvPr id="26" name="Rectangle : coins arrondis 25">
                <a:extLst>
                  <a:ext uri="{FF2B5EF4-FFF2-40B4-BE49-F238E27FC236}">
                    <a16:creationId xmlns:a16="http://schemas.microsoft.com/office/drawing/2014/main" id="{139F08E9-C2AD-60F8-976C-3FB4B4A8339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7" name="Connecteur droit 26">
                <a:extLst>
                  <a:ext uri="{FF2B5EF4-FFF2-40B4-BE49-F238E27FC236}">
                    <a16:creationId xmlns:a16="http://schemas.microsoft.com/office/drawing/2014/main" id="{AF2AF99D-7D9E-0894-5F7F-4172925B2611}"/>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25" name="Image 24">
              <a:extLst>
                <a:ext uri="{FF2B5EF4-FFF2-40B4-BE49-F238E27FC236}">
                  <a16:creationId xmlns:a16="http://schemas.microsoft.com/office/drawing/2014/main" id="{2A5052D0-0C4C-8ED5-DEDA-C1118AAF0014}"/>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28" name="Connecteur : en angle 27">
            <a:extLst>
              <a:ext uri="{FF2B5EF4-FFF2-40B4-BE49-F238E27FC236}">
                <a16:creationId xmlns:a16="http://schemas.microsoft.com/office/drawing/2014/main" id="{81E85384-BA02-A800-3524-16A4DD22B3E7}"/>
              </a:ext>
            </a:extLst>
          </p:cNvPr>
          <p:cNvCxnSpPr>
            <a:cxnSpLocks/>
            <a:stCxn id="26" idx="2"/>
            <a:endCxn id="16" idx="1"/>
          </p:cNvCxnSpPr>
          <p:nvPr/>
        </p:nvCxnSpPr>
        <p:spPr>
          <a:xfrm rot="16200000" flipH="1">
            <a:off x="3251938" y="1735663"/>
            <a:ext cx="1115281" cy="2804675"/>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646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2F531BE3-62A9-2B8F-4FAB-80518B71F34E}"/>
              </a:ext>
            </a:extLst>
          </p:cNvPr>
          <p:cNvGrpSpPr/>
          <p:nvPr/>
        </p:nvGrpSpPr>
        <p:grpSpPr>
          <a:xfrm>
            <a:off x="1774447" y="1609152"/>
            <a:ext cx="4285323" cy="4616504"/>
            <a:chOff x="714958" y="1334019"/>
            <a:chExt cx="4285323" cy="4616504"/>
          </a:xfrm>
        </p:grpSpPr>
        <p:grpSp>
          <p:nvGrpSpPr>
            <p:cNvPr id="18" name="Groupe 17">
              <a:extLst>
                <a:ext uri="{FF2B5EF4-FFF2-40B4-BE49-F238E27FC236}">
                  <a16:creationId xmlns:a16="http://schemas.microsoft.com/office/drawing/2014/main" id="{4E19140F-2E44-E46A-DF11-FE0D81A6805C}"/>
                </a:ext>
              </a:extLst>
            </p:cNvPr>
            <p:cNvGrpSpPr/>
            <p:nvPr/>
          </p:nvGrpSpPr>
          <p:grpSpPr>
            <a:xfrm>
              <a:off x="714958" y="1334019"/>
              <a:ext cx="4285323" cy="4616504"/>
              <a:chOff x="9501895" y="1909944"/>
              <a:chExt cx="4285323" cy="4616504"/>
            </a:xfrm>
          </p:grpSpPr>
          <p:sp>
            <p:nvSpPr>
              <p:cNvPr id="22" name="Rectangle : coins arrondis 21">
                <a:extLst>
                  <a:ext uri="{FF2B5EF4-FFF2-40B4-BE49-F238E27FC236}">
                    <a16:creationId xmlns:a16="http://schemas.microsoft.com/office/drawing/2014/main" id="{D65234EB-85E6-9126-66CA-F01BECD6DFE9}"/>
                  </a:ext>
                </a:extLst>
              </p:cNvPr>
              <p:cNvSpPr/>
              <p:nvPr/>
            </p:nvSpPr>
            <p:spPr>
              <a:xfrm>
                <a:off x="9501903" y="1909944"/>
                <a:ext cx="4285315"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3" name="Connecteur droit 22">
                <a:extLst>
                  <a:ext uri="{FF2B5EF4-FFF2-40B4-BE49-F238E27FC236}">
                    <a16:creationId xmlns:a16="http://schemas.microsoft.com/office/drawing/2014/main" id="{A786FDEC-80DA-E2BD-62DB-403D41C0FFFA}"/>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7" name="Groupe 46">
              <a:extLst>
                <a:ext uri="{FF2B5EF4-FFF2-40B4-BE49-F238E27FC236}">
                  <a16:creationId xmlns:a16="http://schemas.microsoft.com/office/drawing/2014/main" id="{1AADF8B8-DF4D-16D3-9833-6322139F61B7}"/>
                </a:ext>
              </a:extLst>
            </p:cNvPr>
            <p:cNvGrpSpPr/>
            <p:nvPr/>
          </p:nvGrpSpPr>
          <p:grpSpPr>
            <a:xfrm>
              <a:off x="1015794" y="1909216"/>
              <a:ext cx="3691418" cy="3876917"/>
              <a:chOff x="1015794" y="1909216"/>
              <a:chExt cx="3691418" cy="3876917"/>
            </a:xfrm>
          </p:grpSpPr>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2"/>
              <a:stretch>
                <a:fillRect/>
              </a:stretch>
            </p:blipFill>
            <p:spPr>
              <a:xfrm>
                <a:off x="1015794" y="1909216"/>
                <a:ext cx="3691418" cy="3876917"/>
              </a:xfrm>
              <a:prstGeom prst="rect">
                <a:avLst/>
              </a:prstGeom>
              <a:ln>
                <a:noFill/>
              </a:ln>
              <a:effectLst>
                <a:outerShdw blurRad="190500" algn="tl" rotWithShape="0">
                  <a:srgbClr val="000000">
                    <a:alpha val="70000"/>
                  </a:srgbClr>
                </a:outerShdw>
              </a:effectLst>
            </p:spPr>
          </p:pic>
          <p:sp>
            <p:nvSpPr>
              <p:cNvPr id="25" name="Rectangle 24">
                <a:extLst>
                  <a:ext uri="{FF2B5EF4-FFF2-40B4-BE49-F238E27FC236}">
                    <a16:creationId xmlns:a16="http://schemas.microsoft.com/office/drawing/2014/main" id="{CAFA4E4D-BDCA-B2ED-6EA9-5418B196115D}"/>
                  </a:ext>
                </a:extLst>
              </p:cNvPr>
              <p:cNvSpPr/>
              <p:nvPr/>
            </p:nvSpPr>
            <p:spPr>
              <a:xfrm>
                <a:off x="1234282" y="4208016"/>
                <a:ext cx="3275574" cy="18777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grpSp>
        <p:nvGrpSpPr>
          <p:cNvPr id="31" name="Groupe 30">
            <a:extLst>
              <a:ext uri="{FF2B5EF4-FFF2-40B4-BE49-F238E27FC236}">
                <a16:creationId xmlns:a16="http://schemas.microsoft.com/office/drawing/2014/main" id="{96A15AC4-550C-B72C-54F9-E61FBC0E465C}"/>
              </a:ext>
            </a:extLst>
          </p:cNvPr>
          <p:cNvGrpSpPr/>
          <p:nvPr/>
        </p:nvGrpSpPr>
        <p:grpSpPr>
          <a:xfrm>
            <a:off x="7238292" y="4965448"/>
            <a:ext cx="3213376" cy="557747"/>
            <a:chOff x="5346700" y="1873408"/>
            <a:chExt cx="3213376" cy="557747"/>
          </a:xfrm>
        </p:grpSpPr>
        <p:sp>
          <p:nvSpPr>
            <p:cNvPr id="32" name="Rectangle : coins arrondis 31">
              <a:extLst>
                <a:ext uri="{FF2B5EF4-FFF2-40B4-BE49-F238E27FC236}">
                  <a16:creationId xmlns:a16="http://schemas.microsoft.com/office/drawing/2014/main" id="{522240DF-C0E9-8042-985F-F3EAEC20352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F8BEDE6F-6FF0-FF25-AADD-D8E34044C6E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35" name="Rectangle : coins arrondis 34">
              <a:extLst>
                <a:ext uri="{FF2B5EF4-FFF2-40B4-BE49-F238E27FC236}">
                  <a16:creationId xmlns:a16="http://schemas.microsoft.com/office/drawing/2014/main" id="{737B39FE-3AF8-AB54-BEAD-701CB990E63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EE6B6D3-6F82-39D1-9274-95B4ED66A60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29E5A62E-B9C7-96A7-78BE-D706DB941129}"/>
              </a:ext>
            </a:extLst>
          </p:cNvPr>
          <p:cNvGrpSpPr/>
          <p:nvPr/>
        </p:nvGrpSpPr>
        <p:grpSpPr>
          <a:xfrm>
            <a:off x="6568204" y="1368868"/>
            <a:ext cx="5454284" cy="3175148"/>
            <a:chOff x="5897264" y="1290172"/>
            <a:chExt cx="5454284" cy="3175148"/>
          </a:xfrm>
        </p:grpSpPr>
        <p:grpSp>
          <p:nvGrpSpPr>
            <p:cNvPr id="5" name="Groupe 4">
              <a:extLst>
                <a:ext uri="{FF2B5EF4-FFF2-40B4-BE49-F238E27FC236}">
                  <a16:creationId xmlns:a16="http://schemas.microsoft.com/office/drawing/2014/main" id="{63E1EEE3-46EB-9E5E-DD16-F34C9ACB7C6C}"/>
                </a:ext>
              </a:extLst>
            </p:cNvPr>
            <p:cNvGrpSpPr/>
            <p:nvPr/>
          </p:nvGrpSpPr>
          <p:grpSpPr>
            <a:xfrm>
              <a:off x="5897264" y="1290172"/>
              <a:ext cx="5166285" cy="3175148"/>
              <a:chOff x="9501895" y="1909944"/>
              <a:chExt cx="5166285" cy="3175148"/>
            </a:xfrm>
          </p:grpSpPr>
          <p:sp>
            <p:nvSpPr>
              <p:cNvPr id="14" name="Rectangle : coins arrondis 13">
                <a:extLst>
                  <a:ext uri="{FF2B5EF4-FFF2-40B4-BE49-F238E27FC236}">
                    <a16:creationId xmlns:a16="http://schemas.microsoft.com/office/drawing/2014/main" id="{5D7A8E54-86A5-441A-B690-DA1525DDDCD3}"/>
                  </a:ext>
                </a:extLst>
              </p:cNvPr>
              <p:cNvSpPr/>
              <p:nvPr/>
            </p:nvSpPr>
            <p:spPr>
              <a:xfrm>
                <a:off x="9501904" y="1909944"/>
                <a:ext cx="5166276" cy="3175148"/>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15" name="Connecteur droit 14">
                <a:extLst>
                  <a:ext uri="{FF2B5EF4-FFF2-40B4-BE49-F238E27FC236}">
                    <a16:creationId xmlns:a16="http://schemas.microsoft.com/office/drawing/2014/main" id="{ADCA231F-24F2-D571-91BE-6EE9EEE73D99}"/>
                  </a:ext>
                </a:extLst>
              </p:cNvPr>
              <p:cNvCxnSpPr>
                <a:cxnSpLocks/>
              </p:cNvCxnSpPr>
              <p:nvPr/>
            </p:nvCxnSpPr>
            <p:spPr>
              <a:xfrm>
                <a:off x="9501895" y="1932893"/>
                <a:ext cx="9" cy="3152199"/>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12" name="Connecteur droit avec flèche 11">
              <a:extLst>
                <a:ext uri="{FF2B5EF4-FFF2-40B4-BE49-F238E27FC236}">
                  <a16:creationId xmlns:a16="http://schemas.microsoft.com/office/drawing/2014/main" id="{B23059E2-4F6A-00F9-7FC3-1746442E5387}"/>
                </a:ext>
              </a:extLst>
            </p:cNvPr>
            <p:cNvCxnSpPr>
              <a:cxnSpLocks/>
              <a:stCxn id="11" idx="1"/>
              <a:endCxn id="10" idx="3"/>
            </p:cNvCxnSpPr>
            <p:nvPr/>
          </p:nvCxnSpPr>
          <p:spPr>
            <a:xfrm flipH="1">
              <a:off x="10850880" y="2925437"/>
              <a:ext cx="21266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3"/>
            <a:stretch>
              <a:fillRect/>
            </a:stretch>
          </p:blipFill>
          <p:spPr>
            <a:xfrm>
              <a:off x="6085202" y="1875847"/>
              <a:ext cx="4790416" cy="2351659"/>
            </a:xfrm>
            <a:prstGeom prst="rect">
              <a:avLst/>
            </a:prstGeom>
            <a:ln>
              <a:noFill/>
            </a:ln>
            <a:effectLst>
              <a:outerShdw blurRad="190500" algn="tl" rotWithShape="0">
                <a:srgbClr val="000000">
                  <a:alpha val="70000"/>
                </a:srgbClr>
              </a:outerShdw>
            </a:effectLst>
          </p:spPr>
        </p:pic>
        <p:sp>
          <p:nvSpPr>
            <p:cNvPr id="11" name="Rectangle : coins arrondis 10">
              <a:extLst>
                <a:ext uri="{FF2B5EF4-FFF2-40B4-BE49-F238E27FC236}">
                  <a16:creationId xmlns:a16="http://schemas.microsoft.com/office/drawing/2014/main" id="{BF1CCEB9-6502-1976-4D10-DC1EC2E4B217}"/>
                </a:ext>
              </a:extLst>
            </p:cNvPr>
            <p:cNvSpPr>
              <a:spLocks noChangeAspect="1"/>
            </p:cNvSpPr>
            <p:nvPr/>
          </p:nvSpPr>
          <p:spPr>
            <a:xfrm>
              <a:off x="11063548" y="27814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0" name="Rectangle 9">
              <a:extLst>
                <a:ext uri="{FF2B5EF4-FFF2-40B4-BE49-F238E27FC236}">
                  <a16:creationId xmlns:a16="http://schemas.microsoft.com/office/drawing/2014/main" id="{AA70102B-DF7C-1285-8E20-78774A49C414}"/>
                </a:ext>
              </a:extLst>
            </p:cNvPr>
            <p:cNvSpPr/>
            <p:nvPr/>
          </p:nvSpPr>
          <p:spPr>
            <a:xfrm>
              <a:off x="6106800" y="2773680"/>
              <a:ext cx="4744080" cy="303514"/>
            </a:xfrm>
            <a:custGeom>
              <a:avLst/>
              <a:gdLst>
                <a:gd name="csX0" fmla="*/ 0 w 4744080"/>
                <a:gd name="csY0" fmla="*/ 0 h 303514"/>
                <a:gd name="csX1" fmla="*/ 687892 w 4744080"/>
                <a:gd name="csY1" fmla="*/ 0 h 303514"/>
                <a:gd name="csX2" fmla="*/ 1186020 w 4744080"/>
                <a:gd name="csY2" fmla="*/ 0 h 303514"/>
                <a:gd name="csX3" fmla="*/ 1684148 w 4744080"/>
                <a:gd name="csY3" fmla="*/ 0 h 303514"/>
                <a:gd name="csX4" fmla="*/ 2372040 w 4744080"/>
                <a:gd name="csY4" fmla="*/ 0 h 303514"/>
                <a:gd name="csX5" fmla="*/ 3012491 w 4744080"/>
                <a:gd name="csY5" fmla="*/ 0 h 303514"/>
                <a:gd name="csX6" fmla="*/ 3605501 w 4744080"/>
                <a:gd name="csY6" fmla="*/ 0 h 303514"/>
                <a:gd name="csX7" fmla="*/ 4744080 w 4744080"/>
                <a:gd name="csY7" fmla="*/ 0 h 303514"/>
                <a:gd name="csX8" fmla="*/ 4744080 w 4744080"/>
                <a:gd name="csY8" fmla="*/ 303514 h 303514"/>
                <a:gd name="csX9" fmla="*/ 4103629 w 4744080"/>
                <a:gd name="csY9" fmla="*/ 303514 h 303514"/>
                <a:gd name="csX10" fmla="*/ 3605501 w 4744080"/>
                <a:gd name="csY10" fmla="*/ 303514 h 303514"/>
                <a:gd name="csX11" fmla="*/ 3012491 w 4744080"/>
                <a:gd name="csY11" fmla="*/ 303514 h 303514"/>
                <a:gd name="csX12" fmla="*/ 2466922 w 4744080"/>
                <a:gd name="csY12" fmla="*/ 303514 h 303514"/>
                <a:gd name="csX13" fmla="*/ 2016234 w 4744080"/>
                <a:gd name="csY13" fmla="*/ 303514 h 303514"/>
                <a:gd name="csX14" fmla="*/ 1565546 w 4744080"/>
                <a:gd name="csY14" fmla="*/ 303514 h 303514"/>
                <a:gd name="csX15" fmla="*/ 877655 w 4744080"/>
                <a:gd name="csY15" fmla="*/ 303514 h 303514"/>
                <a:gd name="csX16" fmla="*/ 0 w 4744080"/>
                <a:gd name="csY16" fmla="*/ 303514 h 303514"/>
                <a:gd name="csX17" fmla="*/ 0 w 4744080"/>
                <a:gd name="csY17" fmla="*/ 0 h 303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4744080" h="303514" extrusionOk="0">
                  <a:moveTo>
                    <a:pt x="0" y="0"/>
                  </a:moveTo>
                  <a:cubicBezTo>
                    <a:pt x="141588" y="-5982"/>
                    <a:pt x="531983" y="63723"/>
                    <a:pt x="687892" y="0"/>
                  </a:cubicBezTo>
                  <a:cubicBezTo>
                    <a:pt x="843801" y="-63723"/>
                    <a:pt x="987930" y="55511"/>
                    <a:pt x="1186020" y="0"/>
                  </a:cubicBezTo>
                  <a:cubicBezTo>
                    <a:pt x="1384110" y="-55511"/>
                    <a:pt x="1491713" y="3417"/>
                    <a:pt x="1684148" y="0"/>
                  </a:cubicBezTo>
                  <a:cubicBezTo>
                    <a:pt x="1876583" y="-3417"/>
                    <a:pt x="2071579" y="54454"/>
                    <a:pt x="2372040" y="0"/>
                  </a:cubicBezTo>
                  <a:cubicBezTo>
                    <a:pt x="2672501" y="-54454"/>
                    <a:pt x="2858542" y="11163"/>
                    <a:pt x="3012491" y="0"/>
                  </a:cubicBezTo>
                  <a:cubicBezTo>
                    <a:pt x="3166440" y="-11163"/>
                    <a:pt x="3352576" y="28499"/>
                    <a:pt x="3605501" y="0"/>
                  </a:cubicBezTo>
                  <a:cubicBezTo>
                    <a:pt x="3858426" y="-28499"/>
                    <a:pt x="4454299" y="87120"/>
                    <a:pt x="4744080" y="0"/>
                  </a:cubicBezTo>
                  <a:cubicBezTo>
                    <a:pt x="4766901" y="84567"/>
                    <a:pt x="4726555" y="238614"/>
                    <a:pt x="4744080" y="303514"/>
                  </a:cubicBezTo>
                  <a:cubicBezTo>
                    <a:pt x="4477204" y="303676"/>
                    <a:pt x="4257619" y="290805"/>
                    <a:pt x="4103629" y="303514"/>
                  </a:cubicBezTo>
                  <a:cubicBezTo>
                    <a:pt x="3949639" y="316223"/>
                    <a:pt x="3806401" y="271722"/>
                    <a:pt x="3605501" y="303514"/>
                  </a:cubicBezTo>
                  <a:cubicBezTo>
                    <a:pt x="3404601" y="335306"/>
                    <a:pt x="3167120" y="258522"/>
                    <a:pt x="3012491" y="303514"/>
                  </a:cubicBezTo>
                  <a:cubicBezTo>
                    <a:pt x="2857862" y="348506"/>
                    <a:pt x="2728205" y="296587"/>
                    <a:pt x="2466922" y="303514"/>
                  </a:cubicBezTo>
                  <a:cubicBezTo>
                    <a:pt x="2205639" y="310441"/>
                    <a:pt x="2214925" y="255609"/>
                    <a:pt x="2016234" y="303514"/>
                  </a:cubicBezTo>
                  <a:cubicBezTo>
                    <a:pt x="1817543" y="351419"/>
                    <a:pt x="1709841" y="267556"/>
                    <a:pt x="1565546" y="303514"/>
                  </a:cubicBezTo>
                  <a:cubicBezTo>
                    <a:pt x="1421251" y="339472"/>
                    <a:pt x="1186210" y="255383"/>
                    <a:pt x="877655" y="303514"/>
                  </a:cubicBezTo>
                  <a:cubicBezTo>
                    <a:pt x="569100" y="351645"/>
                    <a:pt x="323149" y="289350"/>
                    <a:pt x="0" y="303514"/>
                  </a:cubicBezTo>
                  <a:cubicBezTo>
                    <a:pt x="-9261" y="169303"/>
                    <a:pt x="14137" y="665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24" name="Connecteur : en angle 23">
            <a:extLst>
              <a:ext uri="{FF2B5EF4-FFF2-40B4-BE49-F238E27FC236}">
                <a16:creationId xmlns:a16="http://schemas.microsoft.com/office/drawing/2014/main" id="{ECB59437-3271-2A6D-B402-85BADAA3DEC2}"/>
              </a:ext>
            </a:extLst>
          </p:cNvPr>
          <p:cNvCxnSpPr>
            <a:cxnSpLocks/>
            <a:stCxn id="25" idx="3"/>
            <a:endCxn id="10" idx="1"/>
          </p:cNvCxnSpPr>
          <p:nvPr/>
        </p:nvCxnSpPr>
        <p:spPr>
          <a:xfrm flipV="1">
            <a:off x="5569345" y="3004133"/>
            <a:ext cx="1208395" cy="15729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5" name="Groupe 54">
            <a:extLst>
              <a:ext uri="{FF2B5EF4-FFF2-40B4-BE49-F238E27FC236}">
                <a16:creationId xmlns:a16="http://schemas.microsoft.com/office/drawing/2014/main" id="{AA649BCD-85F0-E270-00CA-103D21C2239D}"/>
              </a:ext>
            </a:extLst>
          </p:cNvPr>
          <p:cNvGrpSpPr/>
          <p:nvPr/>
        </p:nvGrpSpPr>
        <p:grpSpPr>
          <a:xfrm>
            <a:off x="257326" y="1858430"/>
            <a:ext cx="1183746" cy="325919"/>
            <a:chOff x="109544" y="3520584"/>
            <a:chExt cx="1183746" cy="325919"/>
          </a:xfrm>
        </p:grpSpPr>
        <p:grpSp>
          <p:nvGrpSpPr>
            <p:cNvPr id="49" name="Groupe 48">
              <a:extLst>
                <a:ext uri="{FF2B5EF4-FFF2-40B4-BE49-F238E27FC236}">
                  <a16:creationId xmlns:a16="http://schemas.microsoft.com/office/drawing/2014/main" id="{81EF5A91-E5B8-A936-310C-0019D8B59952}"/>
                </a:ext>
              </a:extLst>
            </p:cNvPr>
            <p:cNvGrpSpPr/>
            <p:nvPr/>
          </p:nvGrpSpPr>
          <p:grpSpPr>
            <a:xfrm>
              <a:off x="109544" y="3520584"/>
              <a:ext cx="1183746" cy="325919"/>
              <a:chOff x="5130203" y="401858"/>
              <a:chExt cx="251584" cy="325919"/>
            </a:xfrm>
          </p:grpSpPr>
          <p:sp>
            <p:nvSpPr>
              <p:cNvPr id="50" name="Rectangle : coins arrondis 49">
                <a:extLst>
                  <a:ext uri="{FF2B5EF4-FFF2-40B4-BE49-F238E27FC236}">
                    <a16:creationId xmlns:a16="http://schemas.microsoft.com/office/drawing/2014/main" id="{84F0AFBE-58F5-DD54-AE38-31E2C24F798F}"/>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51" name="Connecteur droit 50">
                <a:extLst>
                  <a:ext uri="{FF2B5EF4-FFF2-40B4-BE49-F238E27FC236}">
                    <a16:creationId xmlns:a16="http://schemas.microsoft.com/office/drawing/2014/main" id="{4ED2B4F6-9B08-5D3E-A6A8-58368F1D7560}"/>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3" name="Image 52">
              <a:extLst>
                <a:ext uri="{FF2B5EF4-FFF2-40B4-BE49-F238E27FC236}">
                  <a16:creationId xmlns:a16="http://schemas.microsoft.com/office/drawing/2014/main" id="{BCBC0796-A98A-217D-1733-285E06E693A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56" name="Connecteur : en angle 55">
            <a:extLst>
              <a:ext uri="{FF2B5EF4-FFF2-40B4-BE49-F238E27FC236}">
                <a16:creationId xmlns:a16="http://schemas.microsoft.com/office/drawing/2014/main" id="{D52C3E23-05CD-DA1A-5069-E4B98F7225D6}"/>
              </a:ext>
            </a:extLst>
          </p:cNvPr>
          <p:cNvCxnSpPr>
            <a:cxnSpLocks/>
            <a:stCxn id="50" idx="2"/>
            <a:endCxn id="22" idx="1"/>
          </p:cNvCxnSpPr>
          <p:nvPr/>
        </p:nvCxnSpPr>
        <p:spPr>
          <a:xfrm rot="16200000" flipH="1">
            <a:off x="445301" y="2588249"/>
            <a:ext cx="1733055" cy="92525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2523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7B5F214-1927-93F7-D8A9-2861EE1070B2}"/>
              </a:ext>
            </a:extLst>
          </p:cNvPr>
          <p:cNvGrpSpPr/>
          <p:nvPr/>
        </p:nvGrpSpPr>
        <p:grpSpPr>
          <a:xfrm>
            <a:off x="4138905" y="1422900"/>
            <a:ext cx="5038140" cy="4871335"/>
            <a:chOff x="684478" y="1354320"/>
            <a:chExt cx="5038140" cy="4871335"/>
          </a:xfrm>
        </p:grpSpPr>
        <p:grpSp>
          <p:nvGrpSpPr>
            <p:cNvPr id="6" name="Groupe 5">
              <a:extLst>
                <a:ext uri="{FF2B5EF4-FFF2-40B4-BE49-F238E27FC236}">
                  <a16:creationId xmlns:a16="http://schemas.microsoft.com/office/drawing/2014/main" id="{DA420DF1-478C-6EC9-6B84-CFF23FC04842}"/>
                </a:ext>
              </a:extLst>
            </p:cNvPr>
            <p:cNvGrpSpPr/>
            <p:nvPr/>
          </p:nvGrpSpPr>
          <p:grpSpPr>
            <a:xfrm>
              <a:off x="684478" y="1354320"/>
              <a:ext cx="5038140" cy="4871335"/>
              <a:chOff x="9501895" y="1909943"/>
              <a:chExt cx="5038140" cy="4871335"/>
            </a:xfrm>
          </p:grpSpPr>
          <p:sp>
            <p:nvSpPr>
              <p:cNvPr id="10" name="Rectangle : coins arrondis 9">
                <a:extLst>
                  <a:ext uri="{FF2B5EF4-FFF2-40B4-BE49-F238E27FC236}">
                    <a16:creationId xmlns:a16="http://schemas.microsoft.com/office/drawing/2014/main" id="{DB896E49-78A2-0250-D6A6-2F290F5B0B38}"/>
                  </a:ext>
                </a:extLst>
              </p:cNvPr>
              <p:cNvSpPr/>
              <p:nvPr/>
            </p:nvSpPr>
            <p:spPr>
              <a:xfrm>
                <a:off x="9501903" y="1909943"/>
                <a:ext cx="5038132" cy="4871335"/>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des tapis</a:t>
                </a:r>
              </a:p>
            </p:txBody>
          </p:sp>
          <p:cxnSp>
            <p:nvCxnSpPr>
              <p:cNvPr id="11" name="Connecteur droit 10">
                <a:extLst>
                  <a:ext uri="{FF2B5EF4-FFF2-40B4-BE49-F238E27FC236}">
                    <a16:creationId xmlns:a16="http://schemas.microsoft.com/office/drawing/2014/main" id="{AF45F3BE-31E2-35F2-8928-D693D9FAD4C4}"/>
                  </a:ext>
                </a:extLst>
              </p:cNvPr>
              <p:cNvCxnSpPr>
                <a:cxnSpLocks/>
              </p:cNvCxnSpPr>
              <p:nvPr/>
            </p:nvCxnSpPr>
            <p:spPr>
              <a:xfrm>
                <a:off x="9501895" y="1932893"/>
                <a:ext cx="8" cy="484838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891657" y="1785801"/>
              <a:ext cx="4533900" cy="4207884"/>
            </a:xfrm>
            <a:prstGeom prst="rect">
              <a:avLst/>
            </a:prstGeom>
            <a:ln>
              <a:noFill/>
            </a:ln>
            <a:effectLst>
              <a:outerShdw blurRad="190500" algn="tl" rotWithShape="0">
                <a:srgbClr val="000000">
                  <a:alpha val="70000"/>
                </a:srgbClr>
              </a:outerShdw>
            </a:effectLst>
          </p:spPr>
        </p:pic>
      </p:grpSp>
      <p:grpSp>
        <p:nvGrpSpPr>
          <p:cNvPr id="14" name="Groupe 13">
            <a:extLst>
              <a:ext uri="{FF2B5EF4-FFF2-40B4-BE49-F238E27FC236}">
                <a16:creationId xmlns:a16="http://schemas.microsoft.com/office/drawing/2014/main" id="{FA6B71E4-EACC-2B3D-7D57-F0E821ABA0F0}"/>
              </a:ext>
            </a:extLst>
          </p:cNvPr>
          <p:cNvGrpSpPr/>
          <p:nvPr/>
        </p:nvGrpSpPr>
        <p:grpSpPr>
          <a:xfrm>
            <a:off x="1815365" y="2254442"/>
            <a:ext cx="1183746" cy="325919"/>
            <a:chOff x="109544" y="3520584"/>
            <a:chExt cx="1183746" cy="325919"/>
          </a:xfrm>
        </p:grpSpPr>
        <p:grpSp>
          <p:nvGrpSpPr>
            <p:cNvPr id="15" name="Groupe 14">
              <a:extLst>
                <a:ext uri="{FF2B5EF4-FFF2-40B4-BE49-F238E27FC236}">
                  <a16:creationId xmlns:a16="http://schemas.microsoft.com/office/drawing/2014/main" id="{DFDC5155-C858-3728-5E84-45CE5F4E1414}"/>
                </a:ext>
              </a:extLst>
            </p:cNvPr>
            <p:cNvGrpSpPr/>
            <p:nvPr/>
          </p:nvGrpSpPr>
          <p:grpSpPr>
            <a:xfrm>
              <a:off x="109544" y="3520584"/>
              <a:ext cx="1183746" cy="325919"/>
              <a:chOff x="5130203" y="401858"/>
              <a:chExt cx="251584" cy="325919"/>
            </a:xfrm>
          </p:grpSpPr>
          <p:sp>
            <p:nvSpPr>
              <p:cNvPr id="17" name="Rectangle : coins arrondis 16">
                <a:extLst>
                  <a:ext uri="{FF2B5EF4-FFF2-40B4-BE49-F238E27FC236}">
                    <a16:creationId xmlns:a16="http://schemas.microsoft.com/office/drawing/2014/main" id="{7D2A4330-1761-F370-1448-4C600664AEC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8" name="Connecteur droit 17">
                <a:extLst>
                  <a:ext uri="{FF2B5EF4-FFF2-40B4-BE49-F238E27FC236}">
                    <a16:creationId xmlns:a16="http://schemas.microsoft.com/office/drawing/2014/main" id="{1D28E510-EC65-2D7A-A707-5071C8DDF92C}"/>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0E5DA8B6-AFEC-B0B1-542C-EAB8F8BCF055}"/>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19" name="Connecteur : en angle 18">
            <a:extLst>
              <a:ext uri="{FF2B5EF4-FFF2-40B4-BE49-F238E27FC236}">
                <a16:creationId xmlns:a16="http://schemas.microsoft.com/office/drawing/2014/main" id="{288641A1-4304-AE9F-5E10-DB0D71A4511A}"/>
              </a:ext>
            </a:extLst>
          </p:cNvPr>
          <p:cNvCxnSpPr>
            <a:cxnSpLocks/>
            <a:stCxn id="17" idx="2"/>
            <a:endCxn id="10" idx="1"/>
          </p:cNvCxnSpPr>
          <p:nvPr/>
        </p:nvCxnSpPr>
        <p:spPr>
          <a:xfrm rot="16200000" flipH="1">
            <a:off x="2633974" y="2353628"/>
            <a:ext cx="1278207" cy="1731672"/>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59792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5" name="Groupe 4">
            <a:extLst>
              <a:ext uri="{FF2B5EF4-FFF2-40B4-BE49-F238E27FC236}">
                <a16:creationId xmlns:a16="http://schemas.microsoft.com/office/drawing/2014/main" id="{1C047077-10F4-6755-0294-7A82D5FCE7B5}"/>
              </a:ext>
            </a:extLst>
          </p:cNvPr>
          <p:cNvGrpSpPr/>
          <p:nvPr/>
        </p:nvGrpSpPr>
        <p:grpSpPr>
          <a:xfrm>
            <a:off x="1477883" y="1348782"/>
            <a:ext cx="1183746" cy="325919"/>
            <a:chOff x="109544" y="3520584"/>
            <a:chExt cx="1183746" cy="325919"/>
          </a:xfrm>
        </p:grpSpPr>
        <p:grpSp>
          <p:nvGrpSpPr>
            <p:cNvPr id="9" name="Groupe 8">
              <a:extLst>
                <a:ext uri="{FF2B5EF4-FFF2-40B4-BE49-F238E27FC236}">
                  <a16:creationId xmlns:a16="http://schemas.microsoft.com/office/drawing/2014/main" id="{BA5D95E8-9308-C1C1-6B8C-364F8CCD8BBD}"/>
                </a:ext>
              </a:extLst>
            </p:cNvPr>
            <p:cNvGrpSpPr/>
            <p:nvPr/>
          </p:nvGrpSpPr>
          <p:grpSpPr>
            <a:xfrm>
              <a:off x="109544" y="3520584"/>
              <a:ext cx="1183746" cy="325919"/>
              <a:chOff x="5130203" y="401858"/>
              <a:chExt cx="251584" cy="325919"/>
            </a:xfrm>
          </p:grpSpPr>
          <p:sp>
            <p:nvSpPr>
              <p:cNvPr id="12" name="Rectangle : coins arrondis 11">
                <a:extLst>
                  <a:ext uri="{FF2B5EF4-FFF2-40B4-BE49-F238E27FC236}">
                    <a16:creationId xmlns:a16="http://schemas.microsoft.com/office/drawing/2014/main" id="{35F2E28D-3CF3-409E-9569-7A7DBC14089E}"/>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3" name="Connecteur droit 12">
                <a:extLst>
                  <a:ext uri="{FF2B5EF4-FFF2-40B4-BE49-F238E27FC236}">
                    <a16:creationId xmlns:a16="http://schemas.microsoft.com/office/drawing/2014/main" id="{B11C1E73-1506-DD31-17E7-5B692DCB142F}"/>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0" name="Image 9">
              <a:extLst>
                <a:ext uri="{FF2B5EF4-FFF2-40B4-BE49-F238E27FC236}">
                  <a16:creationId xmlns:a16="http://schemas.microsoft.com/office/drawing/2014/main" id="{F03F00F2-81B0-DA67-A3E0-B8A12A65F78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3" name="Groupe 22">
            <a:extLst>
              <a:ext uri="{FF2B5EF4-FFF2-40B4-BE49-F238E27FC236}">
                <a16:creationId xmlns:a16="http://schemas.microsoft.com/office/drawing/2014/main" id="{66B04B7D-3251-794E-BBDB-FDBCCA4CECE4}"/>
              </a:ext>
            </a:extLst>
          </p:cNvPr>
          <p:cNvGrpSpPr/>
          <p:nvPr/>
        </p:nvGrpSpPr>
        <p:grpSpPr>
          <a:xfrm>
            <a:off x="443525" y="2141829"/>
            <a:ext cx="3252463" cy="3989250"/>
            <a:chOff x="9501895" y="1909944"/>
            <a:chExt cx="3252463" cy="3989250"/>
          </a:xfrm>
        </p:grpSpPr>
        <p:sp>
          <p:nvSpPr>
            <p:cNvPr id="25" name="Rectangle : coins arrondis 24">
              <a:extLst>
                <a:ext uri="{FF2B5EF4-FFF2-40B4-BE49-F238E27FC236}">
                  <a16:creationId xmlns:a16="http://schemas.microsoft.com/office/drawing/2014/main" id="{939DCB75-43AC-E51D-ADA3-23DFBA4A30E4}"/>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7" name="Connecteur droit 26">
              <a:extLst>
                <a:ext uri="{FF2B5EF4-FFF2-40B4-BE49-F238E27FC236}">
                  <a16:creationId xmlns:a16="http://schemas.microsoft.com/office/drawing/2014/main" id="{FB21D77F-C260-9EA2-CFB5-B21E6D40DAC9}"/>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637690" y="2767930"/>
            <a:ext cx="2834168" cy="3194967"/>
          </a:xfrm>
          <a:prstGeom prst="rect">
            <a:avLst/>
          </a:prstGeom>
          <a:ln>
            <a:noFill/>
          </a:ln>
          <a:effectLst>
            <a:outerShdw blurRad="190500" algn="tl" rotWithShape="0">
              <a:srgbClr val="000000">
                <a:alpha val="70000"/>
              </a:srgbClr>
            </a:outerShdw>
          </a:effectLst>
        </p:spPr>
      </p:pic>
      <p:sp>
        <p:nvSpPr>
          <p:cNvPr id="30" name="Rectangle 29">
            <a:extLst>
              <a:ext uri="{FF2B5EF4-FFF2-40B4-BE49-F238E27FC236}">
                <a16:creationId xmlns:a16="http://schemas.microsoft.com/office/drawing/2014/main" id="{A6D698B7-621C-FC23-686E-D37A5B82E88E}"/>
              </a:ext>
            </a:extLst>
          </p:cNvPr>
          <p:cNvSpPr/>
          <p:nvPr/>
        </p:nvSpPr>
        <p:spPr>
          <a:xfrm>
            <a:off x="819470" y="4909928"/>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BA6CF241-0F05-6EB4-BEAA-4BAE41B40885}"/>
              </a:ext>
            </a:extLst>
          </p:cNvPr>
          <p:cNvSpPr/>
          <p:nvPr/>
        </p:nvSpPr>
        <p:spPr>
          <a:xfrm>
            <a:off x="819470" y="4733925"/>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3" name="Connecteur droit avec flèche 32">
            <a:extLst>
              <a:ext uri="{FF2B5EF4-FFF2-40B4-BE49-F238E27FC236}">
                <a16:creationId xmlns:a16="http://schemas.microsoft.com/office/drawing/2014/main" id="{C04DA7AA-F0E7-3AB9-4329-887ABC1CD4C3}"/>
              </a:ext>
            </a:extLst>
          </p:cNvPr>
          <p:cNvCxnSpPr>
            <a:cxnSpLocks/>
            <a:stCxn id="12" idx="2"/>
            <a:endCxn id="25" idx="0"/>
          </p:cNvCxnSpPr>
          <p:nvPr/>
        </p:nvCxnSpPr>
        <p:spPr>
          <a:xfrm>
            <a:off x="2069759" y="1674701"/>
            <a:ext cx="2" cy="467128"/>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5" name="Groupe 44">
            <a:extLst>
              <a:ext uri="{FF2B5EF4-FFF2-40B4-BE49-F238E27FC236}">
                <a16:creationId xmlns:a16="http://schemas.microsoft.com/office/drawing/2014/main" id="{8169194E-D335-7E08-4B4E-BD8DC8DDB7CD}"/>
              </a:ext>
            </a:extLst>
          </p:cNvPr>
          <p:cNvGrpSpPr/>
          <p:nvPr/>
        </p:nvGrpSpPr>
        <p:grpSpPr>
          <a:xfrm>
            <a:off x="4034546" y="1341535"/>
            <a:ext cx="2631791" cy="3553033"/>
            <a:chOff x="5864215" y="1502151"/>
            <a:chExt cx="2631791" cy="3553033"/>
          </a:xfrm>
        </p:grpSpPr>
        <p:grpSp>
          <p:nvGrpSpPr>
            <p:cNvPr id="38" name="Groupe 37">
              <a:extLst>
                <a:ext uri="{FF2B5EF4-FFF2-40B4-BE49-F238E27FC236}">
                  <a16:creationId xmlns:a16="http://schemas.microsoft.com/office/drawing/2014/main" id="{9FFBA5D5-B97C-9D10-F682-4DDC0E8B9C7D}"/>
                </a:ext>
              </a:extLst>
            </p:cNvPr>
            <p:cNvGrpSpPr/>
            <p:nvPr/>
          </p:nvGrpSpPr>
          <p:grpSpPr>
            <a:xfrm>
              <a:off x="5864215" y="1502151"/>
              <a:ext cx="2631791" cy="3553033"/>
              <a:chOff x="9501895" y="1909944"/>
              <a:chExt cx="2631791" cy="3480404"/>
            </a:xfrm>
          </p:grpSpPr>
          <p:sp>
            <p:nvSpPr>
              <p:cNvPr id="39" name="Rectangle : coins arrondis 38">
                <a:extLst>
                  <a:ext uri="{FF2B5EF4-FFF2-40B4-BE49-F238E27FC236}">
                    <a16:creationId xmlns:a16="http://schemas.microsoft.com/office/drawing/2014/main" id="{DFF9E0F7-6520-8DEF-8A8B-315F569A67F2}"/>
                  </a:ext>
                </a:extLst>
              </p:cNvPr>
              <p:cNvSpPr/>
              <p:nvPr/>
            </p:nvSpPr>
            <p:spPr>
              <a:xfrm>
                <a:off x="9501903" y="1909944"/>
                <a:ext cx="2631783" cy="34804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0" name="Connecteur droit 39">
                <a:extLst>
                  <a:ext uri="{FF2B5EF4-FFF2-40B4-BE49-F238E27FC236}">
                    <a16:creationId xmlns:a16="http://schemas.microsoft.com/office/drawing/2014/main" id="{F10778AF-F80B-64FA-F9D8-D6986AF3FC37}"/>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4"/>
            <a:stretch>
              <a:fillRect/>
            </a:stretch>
          </p:blipFill>
          <p:spPr>
            <a:xfrm>
              <a:off x="6045142" y="2052829"/>
              <a:ext cx="2270163" cy="2826353"/>
            </a:xfrm>
            <a:prstGeom prst="rect">
              <a:avLst/>
            </a:prstGeom>
            <a:ln>
              <a:noFill/>
            </a:ln>
            <a:effectLst>
              <a:outerShdw blurRad="190500" algn="tl" rotWithShape="0">
                <a:srgbClr val="000000">
                  <a:alpha val="70000"/>
                </a:srgbClr>
              </a:outerShdw>
            </a:effectLst>
          </p:spPr>
        </p:pic>
      </p:grpSp>
      <p:cxnSp>
        <p:nvCxnSpPr>
          <p:cNvPr id="32" name="Connecteur : en angle 31">
            <a:extLst>
              <a:ext uri="{FF2B5EF4-FFF2-40B4-BE49-F238E27FC236}">
                <a16:creationId xmlns:a16="http://schemas.microsoft.com/office/drawing/2014/main" id="{9ED8AE64-4D34-7F11-A2F4-9472D86FB023}"/>
              </a:ext>
            </a:extLst>
          </p:cNvPr>
          <p:cNvCxnSpPr>
            <a:cxnSpLocks/>
            <a:stCxn id="31" idx="3"/>
            <a:endCxn id="39" idx="1"/>
          </p:cNvCxnSpPr>
          <p:nvPr/>
        </p:nvCxnSpPr>
        <p:spPr>
          <a:xfrm flipV="1">
            <a:off x="3329308" y="3118052"/>
            <a:ext cx="705246" cy="16885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0" name="Groupe 49">
            <a:extLst>
              <a:ext uri="{FF2B5EF4-FFF2-40B4-BE49-F238E27FC236}">
                <a16:creationId xmlns:a16="http://schemas.microsoft.com/office/drawing/2014/main" id="{07C4781F-F750-D006-A68E-AE8FD5DC0E47}"/>
              </a:ext>
            </a:extLst>
          </p:cNvPr>
          <p:cNvGrpSpPr/>
          <p:nvPr/>
        </p:nvGrpSpPr>
        <p:grpSpPr>
          <a:xfrm>
            <a:off x="8079554" y="1348782"/>
            <a:ext cx="3213376" cy="557747"/>
            <a:chOff x="5346700" y="1873408"/>
            <a:chExt cx="3213376" cy="557747"/>
          </a:xfrm>
        </p:grpSpPr>
        <p:sp>
          <p:nvSpPr>
            <p:cNvPr id="51" name="Rectangle : coins arrondis 50">
              <a:extLst>
                <a:ext uri="{FF2B5EF4-FFF2-40B4-BE49-F238E27FC236}">
                  <a16:creationId xmlns:a16="http://schemas.microsoft.com/office/drawing/2014/main" id="{A0423ADA-965D-7582-C10E-F3D25FDC8BC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ED110601-9B3F-57A3-8DAB-16AD2168F7F9}"/>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la disposition de poule configurée.</a:t>
              </a:r>
            </a:p>
          </p:txBody>
        </p:sp>
        <p:sp>
          <p:nvSpPr>
            <p:cNvPr id="53" name="Rectangle : coins arrondis 52">
              <a:extLst>
                <a:ext uri="{FF2B5EF4-FFF2-40B4-BE49-F238E27FC236}">
                  <a16:creationId xmlns:a16="http://schemas.microsoft.com/office/drawing/2014/main" id="{703C992A-09AD-03F1-004F-9D455CF8D0F7}"/>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53">
              <a:extLst>
                <a:ext uri="{FF2B5EF4-FFF2-40B4-BE49-F238E27FC236}">
                  <a16:creationId xmlns:a16="http://schemas.microsoft.com/office/drawing/2014/main" id="{3101B7A2-F01D-D602-B2A7-C0A6DE2D7A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7" name="Groupe 66">
            <a:extLst>
              <a:ext uri="{FF2B5EF4-FFF2-40B4-BE49-F238E27FC236}">
                <a16:creationId xmlns:a16="http://schemas.microsoft.com/office/drawing/2014/main" id="{29D74BCF-C2E2-3725-F3CD-48059E2AA2C9}"/>
              </a:ext>
            </a:extLst>
          </p:cNvPr>
          <p:cNvGrpSpPr/>
          <p:nvPr/>
        </p:nvGrpSpPr>
        <p:grpSpPr>
          <a:xfrm>
            <a:off x="7111368" y="2380967"/>
            <a:ext cx="4861736" cy="3996505"/>
            <a:chOff x="10565768" y="993306"/>
            <a:chExt cx="4861736" cy="3996505"/>
          </a:xfrm>
        </p:grpSpPr>
        <p:grpSp>
          <p:nvGrpSpPr>
            <p:cNvPr id="41" name="Groupe 40">
              <a:extLst>
                <a:ext uri="{FF2B5EF4-FFF2-40B4-BE49-F238E27FC236}">
                  <a16:creationId xmlns:a16="http://schemas.microsoft.com/office/drawing/2014/main" id="{5F8CC1C2-5711-85C3-9F72-569157ACE3D9}"/>
                </a:ext>
              </a:extLst>
            </p:cNvPr>
            <p:cNvGrpSpPr/>
            <p:nvPr/>
          </p:nvGrpSpPr>
          <p:grpSpPr>
            <a:xfrm>
              <a:off x="10565768" y="993306"/>
              <a:ext cx="4861736" cy="3526522"/>
              <a:chOff x="9501895" y="1909944"/>
              <a:chExt cx="3252463" cy="3526522"/>
            </a:xfrm>
          </p:grpSpPr>
          <p:sp>
            <p:nvSpPr>
              <p:cNvPr id="42" name="Rectangle : coins arrondis 41">
                <a:extLst>
                  <a:ext uri="{FF2B5EF4-FFF2-40B4-BE49-F238E27FC236}">
                    <a16:creationId xmlns:a16="http://schemas.microsoft.com/office/drawing/2014/main" id="{8C2CCEAC-3965-0C8B-93CD-CC8B54A0A308}"/>
                  </a:ext>
                </a:extLst>
              </p:cNvPr>
              <p:cNvSpPr/>
              <p:nvPr/>
            </p:nvSpPr>
            <p:spPr>
              <a:xfrm>
                <a:off x="9501903" y="1909944"/>
                <a:ext cx="3252455" cy="3526522"/>
              </a:xfrm>
              <a:prstGeom prst="roundRect">
                <a:avLst>
                  <a:gd name="adj" fmla="val 121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3" name="Connecteur droit 42">
                <a:extLst>
                  <a:ext uri="{FF2B5EF4-FFF2-40B4-BE49-F238E27FC236}">
                    <a16:creationId xmlns:a16="http://schemas.microsoft.com/office/drawing/2014/main" id="{836D0113-888E-65F8-207C-FF81D5CBF79A}"/>
                  </a:ext>
                </a:extLst>
              </p:cNvPr>
              <p:cNvCxnSpPr>
                <a:cxnSpLocks/>
              </p:cNvCxnSpPr>
              <p:nvPr/>
            </p:nvCxnSpPr>
            <p:spPr>
              <a:xfrm>
                <a:off x="9501895" y="1932893"/>
                <a:ext cx="0" cy="3503573"/>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5"/>
            <a:stretch>
              <a:fillRect/>
            </a:stretch>
          </p:blipFill>
          <p:spPr>
            <a:xfrm>
              <a:off x="10722067" y="1565646"/>
              <a:ext cx="2660296" cy="1978623"/>
            </a:xfrm>
            <a:prstGeom prst="rect">
              <a:avLst/>
            </a:prstGeom>
            <a:ln>
              <a:noFill/>
            </a:ln>
            <a:effectLst>
              <a:outerShdw blurRad="190500" algn="tl" rotWithShape="0">
                <a:srgbClr val="000000">
                  <a:alpha val="70000"/>
                </a:srgbClr>
              </a:outerShdw>
            </a:effectLst>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6"/>
            <a:stretch>
              <a:fillRect/>
            </a:stretch>
          </p:blipFill>
          <p:spPr>
            <a:xfrm>
              <a:off x="12634497" y="2332637"/>
              <a:ext cx="2656626" cy="2010299"/>
            </a:xfrm>
            <a:prstGeom prst="rect">
              <a:avLst/>
            </a:prstGeom>
            <a:ln>
              <a:noFill/>
            </a:ln>
            <a:effectLst>
              <a:outerShdw blurRad="190500" algn="tl" rotWithShape="0">
                <a:srgbClr val="000000">
                  <a:alpha val="70000"/>
                </a:srgbClr>
              </a:outerShdw>
            </a:effectLst>
          </p:spPr>
        </p:pic>
        <p:cxnSp>
          <p:nvCxnSpPr>
            <p:cNvPr id="55" name="Connecteur droit avec flèche 54">
              <a:extLst>
                <a:ext uri="{FF2B5EF4-FFF2-40B4-BE49-F238E27FC236}">
                  <a16:creationId xmlns:a16="http://schemas.microsoft.com/office/drawing/2014/main" id="{67FDC969-90CF-9E1A-2905-56558DE61E9F}"/>
                </a:ext>
              </a:extLst>
            </p:cNvPr>
            <p:cNvCxnSpPr>
              <a:cxnSpLocks/>
              <a:stCxn id="56" idx="0"/>
              <a:endCxn id="57" idx="2"/>
            </p:cNvCxnSpPr>
            <p:nvPr/>
          </p:nvCxnSpPr>
          <p:spPr>
            <a:xfrm flipV="1">
              <a:off x="12996642" y="4342935"/>
              <a:ext cx="5976" cy="35887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 coins arrondis 55">
              <a:extLst>
                <a:ext uri="{FF2B5EF4-FFF2-40B4-BE49-F238E27FC236}">
                  <a16:creationId xmlns:a16="http://schemas.microsoft.com/office/drawing/2014/main" id="{64D7E6C6-B417-1E10-98F3-800C6243A2BA}"/>
                </a:ext>
              </a:extLst>
            </p:cNvPr>
            <p:cNvSpPr>
              <a:spLocks noChangeAspect="1"/>
            </p:cNvSpPr>
            <p:nvPr/>
          </p:nvSpPr>
          <p:spPr>
            <a:xfrm>
              <a:off x="12852642" y="470181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57" name="Rectangle 56">
              <a:extLst>
                <a:ext uri="{FF2B5EF4-FFF2-40B4-BE49-F238E27FC236}">
                  <a16:creationId xmlns:a16="http://schemas.microsoft.com/office/drawing/2014/main" id="{831DFA74-0311-4452-1523-B1917E26B40D}"/>
                </a:ext>
              </a:extLst>
            </p:cNvPr>
            <p:cNvSpPr/>
            <p:nvPr/>
          </p:nvSpPr>
          <p:spPr>
            <a:xfrm>
              <a:off x="10714112" y="1511214"/>
              <a:ext cx="4577011" cy="2831721"/>
            </a:xfrm>
            <a:custGeom>
              <a:avLst/>
              <a:gdLst>
                <a:gd name="csX0" fmla="*/ 0 w 4577011"/>
                <a:gd name="csY0" fmla="*/ 0 h 2831721"/>
                <a:gd name="csX1" fmla="*/ 663667 w 4577011"/>
                <a:gd name="csY1" fmla="*/ 0 h 2831721"/>
                <a:gd name="csX2" fmla="*/ 1144253 w 4577011"/>
                <a:gd name="csY2" fmla="*/ 0 h 2831721"/>
                <a:gd name="csX3" fmla="*/ 1624839 w 4577011"/>
                <a:gd name="csY3" fmla="*/ 0 h 2831721"/>
                <a:gd name="csX4" fmla="*/ 2288506 w 4577011"/>
                <a:gd name="csY4" fmla="*/ 0 h 2831721"/>
                <a:gd name="csX5" fmla="*/ 2906402 w 4577011"/>
                <a:gd name="csY5" fmla="*/ 0 h 2831721"/>
                <a:gd name="csX6" fmla="*/ 3478528 w 4577011"/>
                <a:gd name="csY6" fmla="*/ 0 h 2831721"/>
                <a:gd name="csX7" fmla="*/ 4577011 w 4577011"/>
                <a:gd name="csY7" fmla="*/ 0 h 2831721"/>
                <a:gd name="csX8" fmla="*/ 4577011 w 4577011"/>
                <a:gd name="csY8" fmla="*/ 481393 h 2831721"/>
                <a:gd name="csX9" fmla="*/ 4577011 w 4577011"/>
                <a:gd name="csY9" fmla="*/ 1076054 h 2831721"/>
                <a:gd name="csX10" fmla="*/ 4577011 w 4577011"/>
                <a:gd name="csY10" fmla="*/ 1642398 h 2831721"/>
                <a:gd name="csX11" fmla="*/ 4577011 w 4577011"/>
                <a:gd name="csY11" fmla="*/ 2152108 h 2831721"/>
                <a:gd name="csX12" fmla="*/ 4577011 w 4577011"/>
                <a:gd name="csY12" fmla="*/ 2831721 h 2831721"/>
                <a:gd name="csX13" fmla="*/ 4050655 w 4577011"/>
                <a:gd name="csY13" fmla="*/ 2831721 h 2831721"/>
                <a:gd name="csX14" fmla="*/ 3615839 w 4577011"/>
                <a:gd name="csY14" fmla="*/ 2831721 h 2831721"/>
                <a:gd name="csX15" fmla="*/ 2952172 w 4577011"/>
                <a:gd name="csY15" fmla="*/ 2831721 h 2831721"/>
                <a:gd name="csX16" fmla="*/ 2334276 w 4577011"/>
                <a:gd name="csY16" fmla="*/ 2831721 h 2831721"/>
                <a:gd name="csX17" fmla="*/ 1807919 w 4577011"/>
                <a:gd name="csY17" fmla="*/ 2831721 h 2831721"/>
                <a:gd name="csX18" fmla="*/ 1190023 w 4577011"/>
                <a:gd name="csY18" fmla="*/ 2831721 h 2831721"/>
                <a:gd name="csX19" fmla="*/ 526356 w 4577011"/>
                <a:gd name="csY19" fmla="*/ 2831721 h 2831721"/>
                <a:gd name="csX20" fmla="*/ 0 w 4577011"/>
                <a:gd name="csY20" fmla="*/ 2831721 h 2831721"/>
                <a:gd name="csX21" fmla="*/ 0 w 4577011"/>
                <a:gd name="csY21" fmla="*/ 2322011 h 2831721"/>
                <a:gd name="csX22" fmla="*/ 0 w 4577011"/>
                <a:gd name="csY22" fmla="*/ 1840619 h 2831721"/>
                <a:gd name="csX23" fmla="*/ 0 w 4577011"/>
                <a:gd name="csY23" fmla="*/ 1330909 h 2831721"/>
                <a:gd name="csX24" fmla="*/ 0 w 4577011"/>
                <a:gd name="csY24" fmla="*/ 849516 h 2831721"/>
                <a:gd name="csX25" fmla="*/ 0 w 4577011"/>
                <a:gd name="csY25" fmla="*/ 0 h 28317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577011" h="2831721" extrusionOk="0">
                  <a:moveTo>
                    <a:pt x="0" y="0"/>
                  </a:moveTo>
                  <a:cubicBezTo>
                    <a:pt x="140951" y="-68836"/>
                    <a:pt x="387185" y="22063"/>
                    <a:pt x="663667" y="0"/>
                  </a:cubicBezTo>
                  <a:cubicBezTo>
                    <a:pt x="940149" y="-22063"/>
                    <a:pt x="1000112" y="41022"/>
                    <a:pt x="1144253" y="0"/>
                  </a:cubicBezTo>
                  <a:cubicBezTo>
                    <a:pt x="1288394" y="-41022"/>
                    <a:pt x="1473221" y="3752"/>
                    <a:pt x="1624839" y="0"/>
                  </a:cubicBezTo>
                  <a:cubicBezTo>
                    <a:pt x="1776457" y="-3752"/>
                    <a:pt x="2144437" y="70615"/>
                    <a:pt x="2288506" y="0"/>
                  </a:cubicBezTo>
                  <a:cubicBezTo>
                    <a:pt x="2432575" y="-70615"/>
                    <a:pt x="2649001" y="63419"/>
                    <a:pt x="2906402" y="0"/>
                  </a:cubicBezTo>
                  <a:cubicBezTo>
                    <a:pt x="3163803" y="-63419"/>
                    <a:pt x="3235871" y="10707"/>
                    <a:pt x="3478528" y="0"/>
                  </a:cubicBezTo>
                  <a:cubicBezTo>
                    <a:pt x="3721185" y="-10707"/>
                    <a:pt x="4235307" y="7934"/>
                    <a:pt x="4577011" y="0"/>
                  </a:cubicBezTo>
                  <a:cubicBezTo>
                    <a:pt x="4627630" y="158932"/>
                    <a:pt x="4536812" y="383935"/>
                    <a:pt x="4577011" y="481393"/>
                  </a:cubicBezTo>
                  <a:cubicBezTo>
                    <a:pt x="4617210" y="578851"/>
                    <a:pt x="4531312" y="811825"/>
                    <a:pt x="4577011" y="1076054"/>
                  </a:cubicBezTo>
                  <a:cubicBezTo>
                    <a:pt x="4622710" y="1340283"/>
                    <a:pt x="4569627" y="1362203"/>
                    <a:pt x="4577011" y="1642398"/>
                  </a:cubicBezTo>
                  <a:cubicBezTo>
                    <a:pt x="4584395" y="1922593"/>
                    <a:pt x="4558752" y="2024816"/>
                    <a:pt x="4577011" y="2152108"/>
                  </a:cubicBezTo>
                  <a:cubicBezTo>
                    <a:pt x="4595270" y="2279400"/>
                    <a:pt x="4550811" y="2532453"/>
                    <a:pt x="4577011" y="2831721"/>
                  </a:cubicBezTo>
                  <a:cubicBezTo>
                    <a:pt x="4331856" y="2857037"/>
                    <a:pt x="4251271" y="2781917"/>
                    <a:pt x="4050655" y="2831721"/>
                  </a:cubicBezTo>
                  <a:cubicBezTo>
                    <a:pt x="3850039" y="2881525"/>
                    <a:pt x="3761964" y="2811323"/>
                    <a:pt x="3615839" y="2831721"/>
                  </a:cubicBezTo>
                  <a:cubicBezTo>
                    <a:pt x="3469714" y="2852119"/>
                    <a:pt x="3117426" y="2800740"/>
                    <a:pt x="2952172" y="2831721"/>
                  </a:cubicBezTo>
                  <a:cubicBezTo>
                    <a:pt x="2786918" y="2862702"/>
                    <a:pt x="2539693" y="2808332"/>
                    <a:pt x="2334276" y="2831721"/>
                  </a:cubicBezTo>
                  <a:cubicBezTo>
                    <a:pt x="2128859" y="2855110"/>
                    <a:pt x="1985747" y="2785705"/>
                    <a:pt x="1807919" y="2831721"/>
                  </a:cubicBezTo>
                  <a:cubicBezTo>
                    <a:pt x="1630091" y="2877737"/>
                    <a:pt x="1435219" y="2772368"/>
                    <a:pt x="1190023" y="2831721"/>
                  </a:cubicBezTo>
                  <a:cubicBezTo>
                    <a:pt x="944827" y="2891074"/>
                    <a:pt x="818689" y="2791249"/>
                    <a:pt x="526356" y="2831721"/>
                  </a:cubicBezTo>
                  <a:cubicBezTo>
                    <a:pt x="234023" y="2872193"/>
                    <a:pt x="175070" y="2831655"/>
                    <a:pt x="0" y="2831721"/>
                  </a:cubicBezTo>
                  <a:cubicBezTo>
                    <a:pt x="-40762" y="2610474"/>
                    <a:pt x="13666" y="2515016"/>
                    <a:pt x="0" y="2322011"/>
                  </a:cubicBezTo>
                  <a:cubicBezTo>
                    <a:pt x="-13666" y="2129006"/>
                    <a:pt x="11787" y="2007586"/>
                    <a:pt x="0" y="1840619"/>
                  </a:cubicBezTo>
                  <a:cubicBezTo>
                    <a:pt x="-11787" y="1673652"/>
                    <a:pt x="7601" y="1523677"/>
                    <a:pt x="0" y="1330909"/>
                  </a:cubicBezTo>
                  <a:cubicBezTo>
                    <a:pt x="-7601" y="1138141"/>
                    <a:pt x="19742" y="1055373"/>
                    <a:pt x="0" y="849516"/>
                  </a:cubicBezTo>
                  <a:cubicBezTo>
                    <a:pt x="-19742" y="643659"/>
                    <a:pt x="76933" y="39950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64" name="Connecteur : en angle 63">
            <a:extLst>
              <a:ext uri="{FF2B5EF4-FFF2-40B4-BE49-F238E27FC236}">
                <a16:creationId xmlns:a16="http://schemas.microsoft.com/office/drawing/2014/main" id="{6BD1AEAB-14A7-E4B7-24AF-AA0BE13282C3}"/>
              </a:ext>
            </a:extLst>
          </p:cNvPr>
          <p:cNvCxnSpPr>
            <a:cxnSpLocks/>
            <a:stCxn id="30" idx="3"/>
            <a:endCxn id="42" idx="1"/>
          </p:cNvCxnSpPr>
          <p:nvPr/>
        </p:nvCxnSpPr>
        <p:spPr>
          <a:xfrm flipV="1">
            <a:off x="3329308" y="4144228"/>
            <a:ext cx="3782072" cy="8383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24137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7" name="Groupe 16">
            <a:extLst>
              <a:ext uri="{FF2B5EF4-FFF2-40B4-BE49-F238E27FC236}">
                <a16:creationId xmlns:a16="http://schemas.microsoft.com/office/drawing/2014/main" id="{3F6131DB-FE75-4D4C-0D68-1E46EBF07120}"/>
              </a:ext>
            </a:extLst>
          </p:cNvPr>
          <p:cNvGrpSpPr/>
          <p:nvPr/>
        </p:nvGrpSpPr>
        <p:grpSpPr>
          <a:xfrm>
            <a:off x="899913" y="1451969"/>
            <a:ext cx="1183746" cy="325919"/>
            <a:chOff x="109544" y="3520584"/>
            <a:chExt cx="1183746" cy="325919"/>
          </a:xfrm>
        </p:grpSpPr>
        <p:grpSp>
          <p:nvGrpSpPr>
            <p:cNvPr id="18" name="Groupe 17">
              <a:extLst>
                <a:ext uri="{FF2B5EF4-FFF2-40B4-BE49-F238E27FC236}">
                  <a16:creationId xmlns:a16="http://schemas.microsoft.com/office/drawing/2014/main" id="{2AB48EFF-D138-3FAF-E346-9F79D39C1C8F}"/>
                </a:ext>
              </a:extLst>
            </p:cNvPr>
            <p:cNvGrpSpPr/>
            <p:nvPr/>
          </p:nvGrpSpPr>
          <p:grpSpPr>
            <a:xfrm>
              <a:off x="109544" y="3520584"/>
              <a:ext cx="1183746" cy="325919"/>
              <a:chOff x="5130203" y="401858"/>
              <a:chExt cx="251584" cy="325919"/>
            </a:xfrm>
          </p:grpSpPr>
          <p:sp>
            <p:nvSpPr>
              <p:cNvPr id="20" name="Rectangle : coins arrondis 19">
                <a:extLst>
                  <a:ext uri="{FF2B5EF4-FFF2-40B4-BE49-F238E27FC236}">
                    <a16:creationId xmlns:a16="http://schemas.microsoft.com/office/drawing/2014/main" id="{0C5AA8C8-A924-E964-C72A-254095707B09}"/>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1" name="Connecteur droit 20">
                <a:extLst>
                  <a:ext uri="{FF2B5EF4-FFF2-40B4-BE49-F238E27FC236}">
                    <a16:creationId xmlns:a16="http://schemas.microsoft.com/office/drawing/2014/main" id="{51BABD71-903D-B12E-610D-4DE9BC705824}"/>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9" name="Image 18">
              <a:extLst>
                <a:ext uri="{FF2B5EF4-FFF2-40B4-BE49-F238E27FC236}">
                  <a16:creationId xmlns:a16="http://schemas.microsoft.com/office/drawing/2014/main" id="{A0CC3B98-3C06-A3D9-071C-40C9D2B11CF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2" name="Groupe 21">
            <a:extLst>
              <a:ext uri="{FF2B5EF4-FFF2-40B4-BE49-F238E27FC236}">
                <a16:creationId xmlns:a16="http://schemas.microsoft.com/office/drawing/2014/main" id="{D4937F49-B4B1-7F2E-D100-B0386732AF4D}"/>
              </a:ext>
            </a:extLst>
          </p:cNvPr>
          <p:cNvGrpSpPr/>
          <p:nvPr/>
        </p:nvGrpSpPr>
        <p:grpSpPr>
          <a:xfrm>
            <a:off x="2797344" y="1891663"/>
            <a:ext cx="3252463" cy="3989250"/>
            <a:chOff x="9501895" y="1909944"/>
            <a:chExt cx="3252463" cy="3989250"/>
          </a:xfrm>
        </p:grpSpPr>
        <p:sp>
          <p:nvSpPr>
            <p:cNvPr id="23" name="Rectangle : coins arrondis 22">
              <a:extLst>
                <a:ext uri="{FF2B5EF4-FFF2-40B4-BE49-F238E27FC236}">
                  <a16:creationId xmlns:a16="http://schemas.microsoft.com/office/drawing/2014/main" id="{23B09947-4CD6-6710-6240-7FFABD15EB20}"/>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4" name="Connecteur droit 23">
              <a:extLst>
                <a:ext uri="{FF2B5EF4-FFF2-40B4-BE49-F238E27FC236}">
                  <a16:creationId xmlns:a16="http://schemas.microsoft.com/office/drawing/2014/main" id="{BCF36150-3406-E75A-2B41-9B2D4B6E3FCC}"/>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3006493" y="2468073"/>
            <a:ext cx="2834168" cy="3194967"/>
          </a:xfrm>
          <a:prstGeom prst="rect">
            <a:avLst/>
          </a:prstGeom>
          <a:ln>
            <a:noFill/>
          </a:ln>
          <a:effectLst>
            <a:outerShdw blurRad="190500" algn="tl" rotWithShape="0">
              <a:srgbClr val="000000">
                <a:alpha val="70000"/>
              </a:srgbClr>
            </a:outerShdw>
          </a:effectLst>
        </p:spPr>
      </p:pic>
      <p:sp>
        <p:nvSpPr>
          <p:cNvPr id="27" name="Rectangle 26">
            <a:extLst>
              <a:ext uri="{FF2B5EF4-FFF2-40B4-BE49-F238E27FC236}">
                <a16:creationId xmlns:a16="http://schemas.microsoft.com/office/drawing/2014/main" id="{FA2A70E9-BD38-0463-C99D-CF02BB826646}"/>
              </a:ext>
            </a:extLst>
          </p:cNvPr>
          <p:cNvSpPr/>
          <p:nvPr/>
        </p:nvSpPr>
        <p:spPr>
          <a:xfrm>
            <a:off x="3184875" y="3211837"/>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0" name="Groupe 29">
            <a:extLst>
              <a:ext uri="{FF2B5EF4-FFF2-40B4-BE49-F238E27FC236}">
                <a16:creationId xmlns:a16="http://schemas.microsoft.com/office/drawing/2014/main" id="{D1499B84-2625-0F24-7736-4E886EA2C322}"/>
              </a:ext>
            </a:extLst>
          </p:cNvPr>
          <p:cNvGrpSpPr/>
          <p:nvPr/>
        </p:nvGrpSpPr>
        <p:grpSpPr>
          <a:xfrm>
            <a:off x="7742615" y="2045686"/>
            <a:ext cx="2732355" cy="3533071"/>
            <a:chOff x="5413483" y="2597777"/>
            <a:chExt cx="2732355" cy="3533071"/>
          </a:xfrm>
        </p:grpSpPr>
        <p:grpSp>
          <p:nvGrpSpPr>
            <p:cNvPr id="70" name="Groupe 69">
              <a:extLst>
                <a:ext uri="{FF2B5EF4-FFF2-40B4-BE49-F238E27FC236}">
                  <a16:creationId xmlns:a16="http://schemas.microsoft.com/office/drawing/2014/main" id="{1FFA87D9-0387-5B19-BFC0-D9348FE42B41}"/>
                </a:ext>
              </a:extLst>
            </p:cNvPr>
            <p:cNvGrpSpPr/>
            <p:nvPr/>
          </p:nvGrpSpPr>
          <p:grpSpPr>
            <a:xfrm>
              <a:off x="5413483" y="2597777"/>
              <a:ext cx="2732355" cy="3533071"/>
              <a:chOff x="9501895" y="1909944"/>
              <a:chExt cx="2732355" cy="3460850"/>
            </a:xfrm>
          </p:grpSpPr>
          <p:sp>
            <p:nvSpPr>
              <p:cNvPr id="72" name="Rectangle : coins arrondis 71">
                <a:extLst>
                  <a:ext uri="{FF2B5EF4-FFF2-40B4-BE49-F238E27FC236}">
                    <a16:creationId xmlns:a16="http://schemas.microsoft.com/office/drawing/2014/main" id="{04CC34C8-162C-AAC6-F893-4EE14B174F57}"/>
                  </a:ext>
                </a:extLst>
              </p:cNvPr>
              <p:cNvSpPr/>
              <p:nvPr/>
            </p:nvSpPr>
            <p:spPr>
              <a:xfrm>
                <a:off x="9501903" y="1909944"/>
                <a:ext cx="2732347" cy="3437901"/>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73" name="Connecteur droit 72">
                <a:extLst>
                  <a:ext uri="{FF2B5EF4-FFF2-40B4-BE49-F238E27FC236}">
                    <a16:creationId xmlns:a16="http://schemas.microsoft.com/office/drawing/2014/main" id="{2EB95FC6-3A3D-9BAF-9C38-25A62BD654A6}"/>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4"/>
            <a:stretch>
              <a:fillRect/>
            </a:stretch>
          </p:blipFill>
          <p:spPr>
            <a:xfrm>
              <a:off x="5585374" y="3188686"/>
              <a:ext cx="2390905" cy="2724520"/>
            </a:xfrm>
            <a:prstGeom prst="rect">
              <a:avLst/>
            </a:prstGeom>
            <a:ln>
              <a:noFill/>
            </a:ln>
            <a:effectLst>
              <a:outerShdw blurRad="190500" algn="tl" rotWithShape="0">
                <a:srgbClr val="000000">
                  <a:alpha val="70000"/>
                </a:srgbClr>
              </a:outerShdw>
            </a:effectLst>
          </p:spPr>
        </p:pic>
      </p:grpSp>
      <p:cxnSp>
        <p:nvCxnSpPr>
          <p:cNvPr id="29" name="Connecteur : en angle 28">
            <a:extLst>
              <a:ext uri="{FF2B5EF4-FFF2-40B4-BE49-F238E27FC236}">
                <a16:creationId xmlns:a16="http://schemas.microsoft.com/office/drawing/2014/main" id="{923BA84A-99A0-74EE-746B-9AA0F8302218}"/>
              </a:ext>
            </a:extLst>
          </p:cNvPr>
          <p:cNvCxnSpPr>
            <a:cxnSpLocks/>
            <a:stCxn id="27" idx="3"/>
            <a:endCxn id="72" idx="1"/>
          </p:cNvCxnSpPr>
          <p:nvPr/>
        </p:nvCxnSpPr>
        <p:spPr>
          <a:xfrm>
            <a:off x="5694713" y="3284466"/>
            <a:ext cx="2047910" cy="51604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onnecteur : en angle 32">
            <a:extLst>
              <a:ext uri="{FF2B5EF4-FFF2-40B4-BE49-F238E27FC236}">
                <a16:creationId xmlns:a16="http://schemas.microsoft.com/office/drawing/2014/main" id="{79E4FDCC-24E7-5044-EEB1-A1E49F815158}"/>
              </a:ext>
            </a:extLst>
          </p:cNvPr>
          <p:cNvCxnSpPr>
            <a:cxnSpLocks/>
            <a:stCxn id="20" idx="2"/>
            <a:endCxn id="23" idx="1"/>
          </p:cNvCxnSpPr>
          <p:nvPr/>
        </p:nvCxnSpPr>
        <p:spPr>
          <a:xfrm rot="16200000" flipH="1">
            <a:off x="1090370" y="2179306"/>
            <a:ext cx="2108400" cy="130556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09288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1823086" y="186257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3367265" y="1416065"/>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287834" y="4070170"/>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C57B5CCB-A7C7-C507-E8C4-9162A0CB285F}"/>
              </a:ext>
            </a:extLst>
          </p:cNvPr>
          <p:cNvGrpSpPr/>
          <p:nvPr/>
        </p:nvGrpSpPr>
        <p:grpSpPr>
          <a:xfrm>
            <a:off x="536936" y="5594143"/>
            <a:ext cx="3213376" cy="612000"/>
            <a:chOff x="5346700" y="-637515"/>
            <a:chExt cx="3213376" cy="612000"/>
          </a:xfrm>
        </p:grpSpPr>
        <p:sp>
          <p:nvSpPr>
            <p:cNvPr id="67" name="Rectangle : coins arrondis 66">
              <a:extLst>
                <a:ext uri="{FF2B5EF4-FFF2-40B4-BE49-F238E27FC236}">
                  <a16:creationId xmlns:a16="http://schemas.microsoft.com/office/drawing/2014/main" id="{6C7EA036-237C-D849-C950-EED572D76822}"/>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89F07E47-C059-3E78-BCC8-82CAF9362A54}"/>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 fonction du mode d’affichage (G/P ou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et de l’affichage du niveau du combat.</a:t>
              </a:r>
            </a:p>
          </p:txBody>
        </p:sp>
        <p:sp>
          <p:nvSpPr>
            <p:cNvPr id="69" name="Rectangle : coins arrondis 68">
              <a:extLst>
                <a:ext uri="{FF2B5EF4-FFF2-40B4-BE49-F238E27FC236}">
                  <a16:creationId xmlns:a16="http://schemas.microsoft.com/office/drawing/2014/main" id="{9EEFE2AB-FD46-9982-CF09-68B1F2D74D9A}"/>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0" name="Connecteur droit 69">
              <a:extLst>
                <a:ext uri="{FF2B5EF4-FFF2-40B4-BE49-F238E27FC236}">
                  <a16:creationId xmlns:a16="http://schemas.microsoft.com/office/drawing/2014/main" id="{02DDE835-CEC3-3140-EC41-0F0EDB2FD8F9}"/>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B7527802-046F-842A-55FF-35DCAAE9FEFA}"/>
              </a:ext>
            </a:extLst>
          </p:cNvPr>
          <p:cNvGrpSpPr/>
          <p:nvPr/>
        </p:nvGrpSpPr>
        <p:grpSpPr>
          <a:xfrm>
            <a:off x="8340656" y="5627437"/>
            <a:ext cx="3213376" cy="557747"/>
            <a:chOff x="5346700" y="1873408"/>
            <a:chExt cx="3213376" cy="557747"/>
          </a:xfrm>
        </p:grpSpPr>
        <p:sp>
          <p:nvSpPr>
            <p:cNvPr id="77" name="Rectangle : coins arrondis 76">
              <a:extLst>
                <a:ext uri="{FF2B5EF4-FFF2-40B4-BE49-F238E27FC236}">
                  <a16:creationId xmlns:a16="http://schemas.microsoft.com/office/drawing/2014/main" id="{1B47DDAC-DEEC-7231-FEEF-880103B4E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C73BA8C9-C3C4-0092-0172-9FBA1C22B67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judokas.</a:t>
              </a:r>
            </a:p>
          </p:txBody>
        </p:sp>
        <p:sp>
          <p:nvSpPr>
            <p:cNvPr id="79" name="Rectangle : coins arrondis 78">
              <a:extLst>
                <a:ext uri="{FF2B5EF4-FFF2-40B4-BE49-F238E27FC236}">
                  <a16:creationId xmlns:a16="http://schemas.microsoft.com/office/drawing/2014/main" id="{8263F717-4A21-CCF2-44C4-68775C2A750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0" name="Connecteur droit 79">
              <a:extLst>
                <a:ext uri="{FF2B5EF4-FFF2-40B4-BE49-F238E27FC236}">
                  <a16:creationId xmlns:a16="http://schemas.microsoft.com/office/drawing/2014/main" id="{043BD60D-B347-2B51-0133-4D70FA5FE7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03" name="Groupe 102">
            <a:extLst>
              <a:ext uri="{FF2B5EF4-FFF2-40B4-BE49-F238E27FC236}">
                <a16:creationId xmlns:a16="http://schemas.microsoft.com/office/drawing/2014/main" id="{57467F85-1D3A-D53F-47C5-90A535E9E188}"/>
              </a:ext>
            </a:extLst>
          </p:cNvPr>
          <p:cNvGrpSpPr/>
          <p:nvPr/>
        </p:nvGrpSpPr>
        <p:grpSpPr>
          <a:xfrm>
            <a:off x="7375394" y="1080604"/>
            <a:ext cx="3137576" cy="4360525"/>
            <a:chOff x="3573068" y="1341535"/>
            <a:chExt cx="3137576" cy="4360525"/>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4034546" y="1341535"/>
              <a:ext cx="2249037" cy="4360525"/>
              <a:chOff x="9501895" y="1909944"/>
              <a:chExt cx="2249037"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4" y="1909944"/>
                <a:ext cx="2249028"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du judokas engagés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B950AC80-3696-5FAE-BE20-138C85CD4344}"/>
                </a:ext>
              </a:extLst>
            </p:cNvPr>
            <p:cNvGrpSpPr/>
            <p:nvPr/>
          </p:nvGrpSpPr>
          <p:grpSpPr>
            <a:xfrm>
              <a:off x="4255126" y="1877322"/>
              <a:ext cx="1771496" cy="3688804"/>
              <a:chOff x="7348984" y="1922097"/>
              <a:chExt cx="1771496" cy="3688804"/>
            </a:xfrm>
          </p:grpSpPr>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4"/>
              <a:srcRect r="1227" b="73923"/>
              <a:stretch>
                <a:fillRect/>
              </a:stretch>
            </p:blipFill>
            <p:spPr>
              <a:xfrm>
                <a:off x="7348984" y="1922097"/>
                <a:ext cx="1749772" cy="736929"/>
              </a:xfrm>
              <a:prstGeom prst="rect">
                <a:avLst/>
              </a:prstGeom>
              <a:ln>
                <a:noFill/>
              </a:ln>
              <a:effectLst>
                <a:outerShdw blurRad="190500" algn="tl" rotWithShape="0">
                  <a:srgbClr val="000000">
                    <a:alpha val="70000"/>
                  </a:srgbClr>
                </a:outerShdw>
              </a:effectLst>
            </p:spPr>
          </p:pic>
          <p:pic>
            <p:nvPicPr>
              <p:cNvPr id="9" name="Image 8">
                <a:extLst>
                  <a:ext uri="{FF2B5EF4-FFF2-40B4-BE49-F238E27FC236}">
                    <a16:creationId xmlns:a16="http://schemas.microsoft.com/office/drawing/2014/main" id="{BB030FA4-776E-77DC-A3CC-C41876987363}"/>
                  </a:ext>
                </a:extLst>
              </p:cNvPr>
              <p:cNvPicPr>
                <a:picLocks noChangeAspect="1"/>
              </p:cNvPicPr>
              <p:nvPr/>
            </p:nvPicPr>
            <p:blipFill>
              <a:blip r:embed="rId5"/>
              <a:stretch>
                <a:fillRect/>
              </a:stretch>
            </p:blipFill>
            <p:spPr>
              <a:xfrm>
                <a:off x="7348984" y="4441613"/>
                <a:ext cx="1771496" cy="1169288"/>
              </a:xfrm>
              <a:prstGeom prst="rect">
                <a:avLst/>
              </a:prstGeom>
              <a:ln>
                <a:noFill/>
              </a:ln>
              <a:effectLst>
                <a:outerShdw blurRad="190500" algn="tl" rotWithShape="0">
                  <a:srgbClr val="000000">
                    <a:alpha val="70000"/>
                  </a:srgbClr>
                </a:outerShdw>
              </a:effectLst>
            </p:spPr>
          </p:pic>
          <p:pic>
            <p:nvPicPr>
              <p:cNvPr id="12" name="Image 11">
                <a:extLst>
                  <a:ext uri="{FF2B5EF4-FFF2-40B4-BE49-F238E27FC236}">
                    <a16:creationId xmlns:a16="http://schemas.microsoft.com/office/drawing/2014/main" id="{DF549BEF-A0C1-38E8-7E3F-904E661890D6}"/>
                  </a:ext>
                </a:extLst>
              </p:cNvPr>
              <p:cNvPicPr>
                <a:picLocks noChangeAspect="1"/>
              </p:cNvPicPr>
              <p:nvPr/>
            </p:nvPicPr>
            <p:blipFill>
              <a:blip r:embed="rId4"/>
              <a:srcRect t="36233" r="1227" b="303"/>
              <a:stretch>
                <a:fillRect/>
              </a:stretch>
            </p:blipFill>
            <p:spPr>
              <a:xfrm>
                <a:off x="7348984" y="2659026"/>
                <a:ext cx="1749772" cy="1793539"/>
              </a:xfrm>
              <a:prstGeom prst="rect">
                <a:avLst/>
              </a:prstGeom>
              <a:ln>
                <a:noFill/>
              </a:ln>
              <a:effectLst>
                <a:outerShdw blurRad="190500" algn="tl" rotWithShape="0">
                  <a:srgbClr val="000000">
                    <a:alpha val="70000"/>
                  </a:srgbClr>
                </a:outerShdw>
              </a:effectLst>
            </p:spPr>
          </p:pic>
        </p:grpSp>
        <p:cxnSp>
          <p:nvCxnSpPr>
            <p:cNvPr id="59" name="Connecteur droit avec flèche 58">
              <a:extLst>
                <a:ext uri="{FF2B5EF4-FFF2-40B4-BE49-F238E27FC236}">
                  <a16:creationId xmlns:a16="http://schemas.microsoft.com/office/drawing/2014/main" id="{606DA37D-77FB-F7C4-9D8B-9FF58AA13C69}"/>
                </a:ext>
              </a:extLst>
            </p:cNvPr>
            <p:cNvCxnSpPr>
              <a:cxnSpLocks/>
              <a:stCxn id="60" idx="3"/>
              <a:endCxn id="61" idx="1"/>
            </p:cNvCxnSpPr>
            <p:nvPr/>
          </p:nvCxnSpPr>
          <p:spPr>
            <a:xfrm flipV="1">
              <a:off x="3861068" y="4251723"/>
              <a:ext cx="1029014" cy="1692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0" name="Rectangle : coins arrondis 59">
              <a:extLst>
                <a:ext uri="{FF2B5EF4-FFF2-40B4-BE49-F238E27FC236}">
                  <a16:creationId xmlns:a16="http://schemas.microsoft.com/office/drawing/2014/main" id="{1A6A5694-7F3F-07A7-3662-13564F6329FE}"/>
                </a:ext>
              </a:extLst>
            </p:cNvPr>
            <p:cNvSpPr>
              <a:spLocks noChangeAspect="1"/>
            </p:cNvSpPr>
            <p:nvPr/>
          </p:nvSpPr>
          <p:spPr>
            <a:xfrm>
              <a:off x="3573068" y="412464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61" name="Rectangle 60">
              <a:extLst>
                <a:ext uri="{FF2B5EF4-FFF2-40B4-BE49-F238E27FC236}">
                  <a16:creationId xmlns:a16="http://schemas.microsoft.com/office/drawing/2014/main" id="{F6AC351E-C614-9CED-CA67-EF72E298DB60}"/>
                </a:ext>
              </a:extLst>
            </p:cNvPr>
            <p:cNvSpPr/>
            <p:nvPr/>
          </p:nvSpPr>
          <p:spPr>
            <a:xfrm>
              <a:off x="4890082" y="4167189"/>
              <a:ext cx="548694" cy="169068"/>
            </a:xfrm>
            <a:custGeom>
              <a:avLst/>
              <a:gdLst>
                <a:gd name="csX0" fmla="*/ 0 w 548694"/>
                <a:gd name="csY0" fmla="*/ 0 h 169068"/>
                <a:gd name="csX1" fmla="*/ 548694 w 548694"/>
                <a:gd name="csY1" fmla="*/ 0 h 169068"/>
                <a:gd name="csX2" fmla="*/ 548694 w 548694"/>
                <a:gd name="csY2" fmla="*/ 169068 h 169068"/>
                <a:gd name="csX3" fmla="*/ 0 w 548694"/>
                <a:gd name="csY3" fmla="*/ 169068 h 169068"/>
                <a:gd name="csX4" fmla="*/ 0 w 548694"/>
                <a:gd name="csY4" fmla="*/ 0 h 169068"/>
              </a:gdLst>
              <a:ahLst/>
              <a:cxnLst>
                <a:cxn ang="0">
                  <a:pos x="csX0" y="csY0"/>
                </a:cxn>
                <a:cxn ang="0">
                  <a:pos x="csX1" y="csY1"/>
                </a:cxn>
                <a:cxn ang="0">
                  <a:pos x="csX2" y="csY2"/>
                </a:cxn>
                <a:cxn ang="0">
                  <a:pos x="csX3" y="csY3"/>
                </a:cxn>
                <a:cxn ang="0">
                  <a:pos x="csX4" y="csY4"/>
                </a:cxn>
              </a:cxnLst>
              <a:rect l="l" t="t" r="r" b="b"/>
              <a:pathLst>
                <a:path w="548694" h="169068" extrusionOk="0">
                  <a:moveTo>
                    <a:pt x="0" y="0"/>
                  </a:moveTo>
                  <a:cubicBezTo>
                    <a:pt x="163632" y="-47137"/>
                    <a:pt x="423871" y="36360"/>
                    <a:pt x="548694" y="0"/>
                  </a:cubicBezTo>
                  <a:cubicBezTo>
                    <a:pt x="560583" y="83414"/>
                    <a:pt x="540279" y="99677"/>
                    <a:pt x="548694" y="169068"/>
                  </a:cubicBezTo>
                  <a:cubicBezTo>
                    <a:pt x="417941" y="169184"/>
                    <a:pt x="147897" y="139644"/>
                    <a:pt x="0" y="169068"/>
                  </a:cubicBezTo>
                  <a:cubicBezTo>
                    <a:pt x="-13376" y="86442"/>
                    <a:pt x="12221" y="4010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81" name="Connecteur droit avec flèche 80">
              <a:extLst>
                <a:ext uri="{FF2B5EF4-FFF2-40B4-BE49-F238E27FC236}">
                  <a16:creationId xmlns:a16="http://schemas.microsoft.com/office/drawing/2014/main" id="{FF526DF0-D8E8-3974-0ECD-16295748C495}"/>
                </a:ext>
              </a:extLst>
            </p:cNvPr>
            <p:cNvCxnSpPr>
              <a:cxnSpLocks/>
              <a:stCxn id="82" idx="1"/>
              <a:endCxn id="84" idx="3"/>
            </p:cNvCxnSpPr>
            <p:nvPr/>
          </p:nvCxnSpPr>
          <p:spPr>
            <a:xfrm flipH="1" flipV="1">
              <a:off x="6026622" y="4255331"/>
              <a:ext cx="396022" cy="84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Rectangle : coins arrondis 81">
              <a:extLst>
                <a:ext uri="{FF2B5EF4-FFF2-40B4-BE49-F238E27FC236}">
                  <a16:creationId xmlns:a16="http://schemas.microsoft.com/office/drawing/2014/main" id="{7B4A0773-E2E9-5E93-AB5B-AC165701A5CA}"/>
                </a:ext>
              </a:extLst>
            </p:cNvPr>
            <p:cNvSpPr>
              <a:spLocks noChangeAspect="1"/>
            </p:cNvSpPr>
            <p:nvPr/>
          </p:nvSpPr>
          <p:spPr>
            <a:xfrm>
              <a:off x="6422644" y="411979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84" name="Rectangle 83">
              <a:extLst>
                <a:ext uri="{FF2B5EF4-FFF2-40B4-BE49-F238E27FC236}">
                  <a16:creationId xmlns:a16="http://schemas.microsoft.com/office/drawing/2014/main" id="{20CA461B-B37C-9B84-2FD3-1BA9DDC3F40D}"/>
                </a:ext>
              </a:extLst>
            </p:cNvPr>
            <p:cNvSpPr/>
            <p:nvPr/>
          </p:nvSpPr>
          <p:spPr>
            <a:xfrm>
              <a:off x="4323960" y="4124649"/>
              <a:ext cx="1702662" cy="261363"/>
            </a:xfrm>
            <a:custGeom>
              <a:avLst/>
              <a:gdLst>
                <a:gd name="csX0" fmla="*/ 0 w 1702662"/>
                <a:gd name="csY0" fmla="*/ 0 h 261363"/>
                <a:gd name="csX1" fmla="*/ 601607 w 1702662"/>
                <a:gd name="csY1" fmla="*/ 0 h 261363"/>
                <a:gd name="csX2" fmla="*/ 1135108 w 1702662"/>
                <a:gd name="csY2" fmla="*/ 0 h 261363"/>
                <a:gd name="csX3" fmla="*/ 1702662 w 1702662"/>
                <a:gd name="csY3" fmla="*/ 0 h 261363"/>
                <a:gd name="csX4" fmla="*/ 1702662 w 1702662"/>
                <a:gd name="csY4" fmla="*/ 261363 h 261363"/>
                <a:gd name="csX5" fmla="*/ 1152135 w 1702662"/>
                <a:gd name="csY5" fmla="*/ 261363 h 261363"/>
                <a:gd name="csX6" fmla="*/ 550527 w 1702662"/>
                <a:gd name="csY6" fmla="*/ 261363 h 261363"/>
                <a:gd name="csX7" fmla="*/ 0 w 1702662"/>
                <a:gd name="csY7" fmla="*/ 261363 h 261363"/>
                <a:gd name="csX8" fmla="*/ 0 w 1702662"/>
                <a:gd name="csY8" fmla="*/ 0 h 2613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02662" h="261363" extrusionOk="0">
                  <a:moveTo>
                    <a:pt x="0" y="0"/>
                  </a:moveTo>
                  <a:cubicBezTo>
                    <a:pt x="163929" y="-21816"/>
                    <a:pt x="326355" y="49197"/>
                    <a:pt x="601607" y="0"/>
                  </a:cubicBezTo>
                  <a:cubicBezTo>
                    <a:pt x="876859" y="-49197"/>
                    <a:pt x="919633" y="8434"/>
                    <a:pt x="1135108" y="0"/>
                  </a:cubicBezTo>
                  <a:cubicBezTo>
                    <a:pt x="1350583" y="-8434"/>
                    <a:pt x="1474392" y="10183"/>
                    <a:pt x="1702662" y="0"/>
                  </a:cubicBezTo>
                  <a:cubicBezTo>
                    <a:pt x="1712080" y="127949"/>
                    <a:pt x="1672077" y="191075"/>
                    <a:pt x="1702662" y="261363"/>
                  </a:cubicBezTo>
                  <a:cubicBezTo>
                    <a:pt x="1441303" y="281989"/>
                    <a:pt x="1278558" y="209418"/>
                    <a:pt x="1152135" y="261363"/>
                  </a:cubicBezTo>
                  <a:cubicBezTo>
                    <a:pt x="1025712" y="313308"/>
                    <a:pt x="690455" y="224679"/>
                    <a:pt x="550527" y="261363"/>
                  </a:cubicBezTo>
                  <a:cubicBezTo>
                    <a:pt x="410599" y="298047"/>
                    <a:pt x="143116" y="219580"/>
                    <a:pt x="0" y="261363"/>
                  </a:cubicBezTo>
                  <a:cubicBezTo>
                    <a:pt x="-3557" y="136062"/>
                    <a:pt x="26619" y="110270"/>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91" name="Connecteur droit avec flèche 90">
              <a:extLst>
                <a:ext uri="{FF2B5EF4-FFF2-40B4-BE49-F238E27FC236}">
                  <a16:creationId xmlns:a16="http://schemas.microsoft.com/office/drawing/2014/main" id="{8CF74923-F9C0-62CB-E166-97BCBC381C7D}"/>
                </a:ext>
              </a:extLst>
            </p:cNvPr>
            <p:cNvCxnSpPr>
              <a:cxnSpLocks/>
              <a:stCxn id="92" idx="3"/>
              <a:endCxn id="93" idx="1"/>
            </p:cNvCxnSpPr>
            <p:nvPr/>
          </p:nvCxnSpPr>
          <p:spPr>
            <a:xfrm>
              <a:off x="3861068" y="5002752"/>
              <a:ext cx="394050"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2" name="Rectangle : coins arrondis 91">
              <a:extLst>
                <a:ext uri="{FF2B5EF4-FFF2-40B4-BE49-F238E27FC236}">
                  <a16:creationId xmlns:a16="http://schemas.microsoft.com/office/drawing/2014/main" id="{F130C8E5-0537-1E69-71E2-CAB9453415FA}"/>
                </a:ext>
              </a:extLst>
            </p:cNvPr>
            <p:cNvSpPr>
              <a:spLocks noChangeAspect="1"/>
            </p:cNvSpPr>
            <p:nvPr/>
          </p:nvSpPr>
          <p:spPr>
            <a:xfrm>
              <a:off x="3573068" y="485875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93" name="Rectangle 92">
              <a:extLst>
                <a:ext uri="{FF2B5EF4-FFF2-40B4-BE49-F238E27FC236}">
                  <a16:creationId xmlns:a16="http://schemas.microsoft.com/office/drawing/2014/main" id="{941E89BE-80CD-5A0D-5183-92A6E8B15D8C}"/>
                </a:ext>
              </a:extLst>
            </p:cNvPr>
            <p:cNvSpPr/>
            <p:nvPr/>
          </p:nvSpPr>
          <p:spPr>
            <a:xfrm>
              <a:off x="4255118" y="4428552"/>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510839" y="2092615"/>
            <a:ext cx="1143604" cy="1335359"/>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4" name="Groupe 103">
            <a:extLst>
              <a:ext uri="{FF2B5EF4-FFF2-40B4-BE49-F238E27FC236}">
                <a16:creationId xmlns:a16="http://schemas.microsoft.com/office/drawing/2014/main" id="{5B4953D7-A687-DDE5-F4D6-FA562AEF98AA}"/>
              </a:ext>
            </a:extLst>
          </p:cNvPr>
          <p:cNvGrpSpPr/>
          <p:nvPr/>
        </p:nvGrpSpPr>
        <p:grpSpPr>
          <a:xfrm>
            <a:off x="4489312" y="5630784"/>
            <a:ext cx="3213376" cy="557747"/>
            <a:chOff x="5346700" y="1873408"/>
            <a:chExt cx="3213376" cy="557747"/>
          </a:xfrm>
        </p:grpSpPr>
        <p:sp>
          <p:nvSpPr>
            <p:cNvPr id="105" name="Rectangle : coins arrondis 104">
              <a:extLst>
                <a:ext uri="{FF2B5EF4-FFF2-40B4-BE49-F238E27FC236}">
                  <a16:creationId xmlns:a16="http://schemas.microsoft.com/office/drawing/2014/main" id="{5DC7F8DC-3082-94B1-2888-DE063021FD4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2BD1E252-0F30-ED31-66B2-DBBE9A705D9A}"/>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combats.</a:t>
              </a:r>
            </a:p>
          </p:txBody>
        </p:sp>
        <p:sp>
          <p:nvSpPr>
            <p:cNvPr id="107" name="Rectangle : coins arrondis 106">
              <a:extLst>
                <a:ext uri="{FF2B5EF4-FFF2-40B4-BE49-F238E27FC236}">
                  <a16:creationId xmlns:a16="http://schemas.microsoft.com/office/drawing/2014/main" id="{776B5C3B-31E3-B5B9-0B71-479997C3176B}"/>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08" name="Connecteur droit 107">
              <a:extLst>
                <a:ext uri="{FF2B5EF4-FFF2-40B4-BE49-F238E27FC236}">
                  <a16:creationId xmlns:a16="http://schemas.microsoft.com/office/drawing/2014/main" id="{CA543DBD-5383-DA2A-BA34-18FCAB28C2F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5545011" y="3102034"/>
            <a:ext cx="2291870" cy="1588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083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Statistiques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251835" y="130696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1128526" y="1667918"/>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980322" y="581747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02113" y="2274480"/>
            <a:ext cx="1951067" cy="667871"/>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3306272" y="3353887"/>
            <a:ext cx="1944681" cy="35324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7" name="Groupe 56">
            <a:extLst>
              <a:ext uri="{FF2B5EF4-FFF2-40B4-BE49-F238E27FC236}">
                <a16:creationId xmlns:a16="http://schemas.microsoft.com/office/drawing/2014/main" id="{BE1FF7A6-BA4C-CA23-847F-0FEBD7D6A775}"/>
              </a:ext>
            </a:extLst>
          </p:cNvPr>
          <p:cNvGrpSpPr/>
          <p:nvPr/>
        </p:nvGrpSpPr>
        <p:grpSpPr>
          <a:xfrm>
            <a:off x="5250945" y="1160744"/>
            <a:ext cx="2388093" cy="5092774"/>
            <a:chOff x="7836872" y="1080604"/>
            <a:chExt cx="2388093" cy="5092774"/>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7836872" y="1080604"/>
              <a:ext cx="2388093" cy="5092774"/>
              <a:chOff x="9501895" y="1909944"/>
              <a:chExt cx="2388093"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93" name="Rectangle 92">
              <a:extLst>
                <a:ext uri="{FF2B5EF4-FFF2-40B4-BE49-F238E27FC236}">
                  <a16:creationId xmlns:a16="http://schemas.microsoft.com/office/drawing/2014/main" id="{941E89BE-80CD-5A0D-5183-92A6E8B15D8C}"/>
                </a:ext>
              </a:extLst>
            </p:cNvPr>
            <p:cNvSpPr/>
            <p:nvPr/>
          </p:nvSpPr>
          <p:spPr>
            <a:xfrm>
              <a:off x="8057444" y="4167621"/>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nvGrpSpPr>
            <p:cNvPr id="8" name="Groupe 7">
              <a:extLst>
                <a:ext uri="{FF2B5EF4-FFF2-40B4-BE49-F238E27FC236}">
                  <a16:creationId xmlns:a16="http://schemas.microsoft.com/office/drawing/2014/main" id="{A4E67F95-535C-27E5-A330-B36AFA3D0562}"/>
                </a:ext>
              </a:extLst>
            </p:cNvPr>
            <p:cNvGrpSpPr>
              <a:grpSpLocks noChangeAspect="1"/>
            </p:cNvGrpSpPr>
            <p:nvPr/>
          </p:nvGrpSpPr>
          <p:grpSpPr>
            <a:xfrm>
              <a:off x="8036063" y="1690310"/>
              <a:ext cx="1956788" cy="4337097"/>
              <a:chOff x="-49246" y="-605386"/>
              <a:chExt cx="3305191" cy="7325748"/>
            </a:xfrm>
          </p:grpSpPr>
          <p:pic>
            <p:nvPicPr>
              <p:cNvPr id="5" name="Image 4">
                <a:extLst>
                  <a:ext uri="{FF2B5EF4-FFF2-40B4-BE49-F238E27FC236}">
                    <a16:creationId xmlns:a16="http://schemas.microsoft.com/office/drawing/2014/main" id="{B11D7053-B881-0785-FA7C-80034C9DC1AA}"/>
                  </a:ext>
                </a:extLst>
              </p:cNvPr>
              <p:cNvPicPr>
                <a:picLocks noChangeAspect="1"/>
              </p:cNvPicPr>
              <p:nvPr/>
            </p:nvPicPr>
            <p:blipFill>
              <a:blip r:embed="rId4"/>
              <a:srcRect l="1129" r="51238"/>
              <a:stretch>
                <a:fillRect/>
              </a:stretch>
            </p:blipFill>
            <p:spPr>
              <a:xfrm>
                <a:off x="-38324" y="-605386"/>
                <a:ext cx="3294269" cy="5630061"/>
              </a:xfrm>
              <a:prstGeom prst="rect">
                <a:avLst/>
              </a:prstGeom>
              <a:ln>
                <a:noFill/>
              </a:ln>
              <a:effectLst>
                <a:outerShdw blurRad="190500" algn="tl" rotWithShape="0">
                  <a:srgbClr val="000000">
                    <a:alpha val="70000"/>
                  </a:srgbClr>
                </a:outerShdw>
              </a:effectLst>
            </p:spPr>
          </p:pic>
          <p:pic>
            <p:nvPicPr>
              <p:cNvPr id="7" name="Image 6">
                <a:extLst>
                  <a:ext uri="{FF2B5EF4-FFF2-40B4-BE49-F238E27FC236}">
                    <a16:creationId xmlns:a16="http://schemas.microsoft.com/office/drawing/2014/main" id="{B29D17E0-5E2A-9743-3116-5D41071BB379}"/>
                  </a:ext>
                </a:extLst>
              </p:cNvPr>
              <p:cNvPicPr>
                <a:picLocks noChangeAspect="1"/>
              </p:cNvPicPr>
              <p:nvPr/>
            </p:nvPicPr>
            <p:blipFill>
              <a:blip r:embed="rId5"/>
              <a:srcRect r="2315"/>
              <a:stretch>
                <a:fillRect/>
              </a:stretch>
            </p:blipFill>
            <p:spPr>
              <a:xfrm>
                <a:off x="-49246" y="4624570"/>
                <a:ext cx="3294244" cy="2095792"/>
              </a:xfrm>
              <a:prstGeom prst="rect">
                <a:avLst/>
              </a:prstGeom>
              <a:ln>
                <a:noFill/>
              </a:ln>
              <a:effectLst>
                <a:outerShdw blurRad="190500" algn="tl" rotWithShape="0">
                  <a:srgbClr val="000000">
                    <a:alpha val="70000"/>
                  </a:srgbClr>
                </a:outerShdw>
              </a:effectLst>
            </p:spPr>
          </p:pic>
        </p:grpSp>
        <p:sp>
          <p:nvSpPr>
            <p:cNvPr id="38" name="Rectangle 37">
              <a:extLst>
                <a:ext uri="{FF2B5EF4-FFF2-40B4-BE49-F238E27FC236}">
                  <a16:creationId xmlns:a16="http://schemas.microsoft.com/office/drawing/2014/main" id="{34129C01-7C7C-58CA-142B-820513DBAAA1}"/>
                </a:ext>
              </a:extLst>
            </p:cNvPr>
            <p:cNvSpPr/>
            <p:nvPr/>
          </p:nvSpPr>
          <p:spPr>
            <a:xfrm>
              <a:off x="8071158" y="5531524"/>
              <a:ext cx="1866592" cy="31047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39" name="Connecteur : en angle 38">
            <a:extLst>
              <a:ext uri="{FF2B5EF4-FFF2-40B4-BE49-F238E27FC236}">
                <a16:creationId xmlns:a16="http://schemas.microsoft.com/office/drawing/2014/main" id="{36FF4411-DDB6-3BE6-6F0A-2BFA86E6352C}"/>
              </a:ext>
            </a:extLst>
          </p:cNvPr>
          <p:cNvCxnSpPr>
            <a:cxnSpLocks/>
            <a:stCxn id="38" idx="3"/>
            <a:endCxn id="41" idx="1"/>
          </p:cNvCxnSpPr>
          <p:nvPr/>
        </p:nvCxnSpPr>
        <p:spPr>
          <a:xfrm flipV="1">
            <a:off x="7351823" y="3579788"/>
            <a:ext cx="1818408" cy="218711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8" name="Groupe 57">
            <a:extLst>
              <a:ext uri="{FF2B5EF4-FFF2-40B4-BE49-F238E27FC236}">
                <a16:creationId xmlns:a16="http://schemas.microsoft.com/office/drawing/2014/main" id="{22E9A68A-EC9E-ABEF-EF2E-950FF7272351}"/>
              </a:ext>
            </a:extLst>
          </p:cNvPr>
          <p:cNvGrpSpPr/>
          <p:nvPr/>
        </p:nvGrpSpPr>
        <p:grpSpPr>
          <a:xfrm>
            <a:off x="8440675" y="5924010"/>
            <a:ext cx="3249375" cy="360000"/>
            <a:chOff x="1076957" y="5514260"/>
            <a:chExt cx="3249375" cy="360000"/>
          </a:xfrm>
        </p:grpSpPr>
        <p:sp>
          <p:nvSpPr>
            <p:cNvPr id="62" name="Rectangle : coins arrondis 61">
              <a:extLst>
                <a:ext uri="{FF2B5EF4-FFF2-40B4-BE49-F238E27FC236}">
                  <a16:creationId xmlns:a16="http://schemas.microsoft.com/office/drawing/2014/main" id="{5B2F9DB1-6C41-3E4A-CA19-0FF611BB272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42A25AEB-69EC-183F-F3C7-9863975F1F94}"/>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l’affichage individuel.</a:t>
              </a:r>
            </a:p>
          </p:txBody>
        </p:sp>
        <p:cxnSp>
          <p:nvCxnSpPr>
            <p:cNvPr id="64" name="Connecteur droit 63">
              <a:extLst>
                <a:ext uri="{FF2B5EF4-FFF2-40B4-BE49-F238E27FC236}">
                  <a16:creationId xmlns:a16="http://schemas.microsoft.com/office/drawing/2014/main" id="{8910490D-27B1-34FE-D1E4-79C6D39A0B2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934F8E1A-F91F-8B31-F25F-3651EC208219}"/>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8" name="Groupe 87">
            <a:extLst>
              <a:ext uri="{FF2B5EF4-FFF2-40B4-BE49-F238E27FC236}">
                <a16:creationId xmlns:a16="http://schemas.microsoft.com/office/drawing/2014/main" id="{BFB342B5-695E-6BAA-96EF-282C5509EBCA}"/>
              </a:ext>
            </a:extLst>
          </p:cNvPr>
          <p:cNvGrpSpPr/>
          <p:nvPr/>
        </p:nvGrpSpPr>
        <p:grpSpPr>
          <a:xfrm>
            <a:off x="9170223" y="986305"/>
            <a:ext cx="2388093" cy="4776240"/>
            <a:chOff x="11304859" y="471888"/>
            <a:chExt cx="2388093" cy="4776240"/>
          </a:xfrm>
        </p:grpSpPr>
        <p:grpSp>
          <p:nvGrpSpPr>
            <p:cNvPr id="40" name="Groupe 39">
              <a:extLst>
                <a:ext uri="{FF2B5EF4-FFF2-40B4-BE49-F238E27FC236}">
                  <a16:creationId xmlns:a16="http://schemas.microsoft.com/office/drawing/2014/main" id="{6E2D5631-898D-7747-EBFD-5FFB41F348B8}"/>
                </a:ext>
              </a:extLst>
            </p:cNvPr>
            <p:cNvGrpSpPr/>
            <p:nvPr/>
          </p:nvGrpSpPr>
          <p:grpSpPr>
            <a:xfrm>
              <a:off x="11304859" y="882613"/>
              <a:ext cx="2388093" cy="4365515"/>
              <a:chOff x="9501895" y="1909944"/>
              <a:chExt cx="2388093" cy="4271390"/>
            </a:xfrm>
          </p:grpSpPr>
          <p:sp>
            <p:nvSpPr>
              <p:cNvPr id="41" name="Rectangle : coins arrondis 40">
                <a:extLst>
                  <a:ext uri="{FF2B5EF4-FFF2-40B4-BE49-F238E27FC236}">
                    <a16:creationId xmlns:a16="http://schemas.microsoft.com/office/drawing/2014/main" id="{DB1D8DCE-B40F-0256-EABB-620CEE6FF4E7}"/>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42" name="Connecteur droit 41">
                <a:extLst>
                  <a:ext uri="{FF2B5EF4-FFF2-40B4-BE49-F238E27FC236}">
                    <a16:creationId xmlns:a16="http://schemas.microsoft.com/office/drawing/2014/main" id="{EC715F75-778F-4D4C-3933-77F7790378FA}"/>
                  </a:ext>
                </a:extLst>
              </p:cNvPr>
              <p:cNvCxnSpPr>
                <a:cxnSpLocks/>
              </p:cNvCxnSpPr>
              <p:nvPr/>
            </p:nvCxnSpPr>
            <p:spPr>
              <a:xfrm>
                <a:off x="9501895" y="1932893"/>
                <a:ext cx="0" cy="4248441"/>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81DF293F-0F8F-DCFB-E8DE-911364C27A7C}"/>
                </a:ext>
              </a:extLst>
            </p:cNvPr>
            <p:cNvPicPr>
              <a:picLocks noChangeAspect="1"/>
            </p:cNvPicPr>
            <p:nvPr/>
          </p:nvPicPr>
          <p:blipFill>
            <a:blip r:embed="rId6"/>
            <a:srcRect t="986"/>
            <a:stretch>
              <a:fillRect/>
            </a:stretch>
          </p:blipFill>
          <p:spPr>
            <a:xfrm>
              <a:off x="11464905" y="1416064"/>
              <a:ext cx="2060595" cy="3608769"/>
            </a:xfrm>
            <a:prstGeom prst="rect">
              <a:avLst/>
            </a:prstGeom>
            <a:ln>
              <a:noFill/>
            </a:ln>
            <a:effectLst>
              <a:outerShdw blurRad="190500" algn="tl" rotWithShape="0">
                <a:srgbClr val="000000">
                  <a:alpha val="70000"/>
                </a:srgbClr>
              </a:outerShdw>
            </a:effectLst>
          </p:spPr>
        </p:pic>
        <p:sp>
          <p:nvSpPr>
            <p:cNvPr id="72" name="Rectangle 71">
              <a:extLst>
                <a:ext uri="{FF2B5EF4-FFF2-40B4-BE49-F238E27FC236}">
                  <a16:creationId xmlns:a16="http://schemas.microsoft.com/office/drawing/2014/main" id="{D83EF490-0976-CAEE-8964-47C40C44F45E}"/>
                </a:ext>
              </a:extLst>
            </p:cNvPr>
            <p:cNvSpPr/>
            <p:nvPr/>
          </p:nvSpPr>
          <p:spPr>
            <a:xfrm>
              <a:off x="13249275" y="1412564"/>
              <a:ext cx="276225"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73" name="Ellipse 72">
              <a:extLst>
                <a:ext uri="{FF2B5EF4-FFF2-40B4-BE49-F238E27FC236}">
                  <a16:creationId xmlns:a16="http://schemas.microsoft.com/office/drawing/2014/main" id="{6D21A26D-DD0B-948A-ED63-7C17290AD60F}"/>
                </a:ext>
              </a:extLst>
            </p:cNvPr>
            <p:cNvSpPr>
              <a:spLocks noChangeAspect="1"/>
            </p:cNvSpPr>
            <p:nvPr/>
          </p:nvSpPr>
          <p:spPr>
            <a:xfrm>
              <a:off x="13237500" y="4718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083022FE-2FA1-EC44-78C2-FEEED0ACF802}"/>
                </a:ext>
              </a:extLst>
            </p:cNvPr>
            <p:cNvCxnSpPr>
              <a:cxnSpLocks/>
              <a:stCxn id="73" idx="4"/>
              <a:endCxn id="72" idx="0"/>
            </p:cNvCxnSpPr>
            <p:nvPr/>
          </p:nvCxnSpPr>
          <p:spPr>
            <a:xfrm>
              <a:off x="13381500" y="759888"/>
              <a:ext cx="5888" cy="65267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2608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9" name="Groupe 28">
            <a:extLst>
              <a:ext uri="{FF2B5EF4-FFF2-40B4-BE49-F238E27FC236}">
                <a16:creationId xmlns:a16="http://schemas.microsoft.com/office/drawing/2014/main" id="{77563315-970E-DADC-3531-038305DAF1D3}"/>
              </a:ext>
            </a:extLst>
          </p:cNvPr>
          <p:cNvGrpSpPr/>
          <p:nvPr/>
        </p:nvGrpSpPr>
        <p:grpSpPr>
          <a:xfrm>
            <a:off x="209540" y="2114671"/>
            <a:ext cx="3429376" cy="360000"/>
            <a:chOff x="5346700" y="1891328"/>
            <a:chExt cx="3429376" cy="360000"/>
          </a:xfrm>
        </p:grpSpPr>
        <p:sp>
          <p:nvSpPr>
            <p:cNvPr id="30" name="Rectangle : coins arrondis 29">
              <a:extLst>
                <a:ext uri="{FF2B5EF4-FFF2-40B4-BE49-F238E27FC236}">
                  <a16:creationId xmlns:a16="http://schemas.microsoft.com/office/drawing/2014/main" id="{16EECE8A-613C-469A-6E4E-192B7145473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1" name="Rectangle : coins arrondis 30">
              <a:extLst>
                <a:ext uri="{FF2B5EF4-FFF2-40B4-BE49-F238E27FC236}">
                  <a16:creationId xmlns:a16="http://schemas.microsoft.com/office/drawing/2014/main" id="{2A9B25D8-E88D-4C73-03A3-F93BC8611CB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Numéro du combat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l’ordre de déroulement du tapis.</a:t>
              </a:r>
            </a:p>
          </p:txBody>
        </p:sp>
        <p:sp>
          <p:nvSpPr>
            <p:cNvPr id="32" name="Rectangle 31">
              <a:extLst>
                <a:ext uri="{FF2B5EF4-FFF2-40B4-BE49-F238E27FC236}">
                  <a16:creationId xmlns:a16="http://schemas.microsoft.com/office/drawing/2014/main" id="{E2AD8264-BB64-FE16-F675-22E2B8B57EF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32">
              <a:extLst>
                <a:ext uri="{FF2B5EF4-FFF2-40B4-BE49-F238E27FC236}">
                  <a16:creationId xmlns:a16="http://schemas.microsoft.com/office/drawing/2014/main" id="{23240398-C7A8-BF0A-5ACC-70C2C13E7160}"/>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1A740E1E-4199-4CEE-9564-F498D60141D1}"/>
              </a:ext>
            </a:extLst>
          </p:cNvPr>
          <p:cNvGrpSpPr/>
          <p:nvPr/>
        </p:nvGrpSpPr>
        <p:grpSpPr>
          <a:xfrm>
            <a:off x="209540" y="2791305"/>
            <a:ext cx="3429376" cy="360000"/>
            <a:chOff x="5346700" y="1891328"/>
            <a:chExt cx="3429376" cy="360000"/>
          </a:xfrm>
        </p:grpSpPr>
        <p:sp>
          <p:nvSpPr>
            <p:cNvPr id="41" name="Rectangle : coins arrondis 40">
              <a:extLst>
                <a:ext uri="{FF2B5EF4-FFF2-40B4-BE49-F238E27FC236}">
                  <a16:creationId xmlns:a16="http://schemas.microsoft.com/office/drawing/2014/main" id="{C9F68D1C-AFFD-2DD0-6235-AD7DD9F966F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2F9BABCC-8920-6AA1-DE80-1CB65395B11B}"/>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Chronomètre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Déroule le temps d’affichage de la page.</a:t>
              </a:r>
            </a:p>
          </p:txBody>
        </p:sp>
        <p:sp>
          <p:nvSpPr>
            <p:cNvPr id="43" name="Rectangle 42">
              <a:extLst>
                <a:ext uri="{FF2B5EF4-FFF2-40B4-BE49-F238E27FC236}">
                  <a16:creationId xmlns:a16="http://schemas.microsoft.com/office/drawing/2014/main" id="{DC2B9C16-0008-6699-76D2-06EB5FDC7010}"/>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4" name="Connecteur droit 43">
              <a:extLst>
                <a:ext uri="{FF2B5EF4-FFF2-40B4-BE49-F238E27FC236}">
                  <a16:creationId xmlns:a16="http://schemas.microsoft.com/office/drawing/2014/main" id="{62B50A2A-F9EA-3D42-0348-F91A46420A5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01FAD373-A3A7-2E3F-CA44-C8F0132E3756}"/>
              </a:ext>
            </a:extLst>
          </p:cNvPr>
          <p:cNvGrpSpPr/>
          <p:nvPr/>
        </p:nvGrpSpPr>
        <p:grpSpPr>
          <a:xfrm>
            <a:off x="209540" y="3467939"/>
            <a:ext cx="3429376" cy="360000"/>
            <a:chOff x="5346700" y="1891328"/>
            <a:chExt cx="3429376" cy="360000"/>
          </a:xfrm>
        </p:grpSpPr>
        <p:sp>
          <p:nvSpPr>
            <p:cNvPr id="77" name="Rectangle : coins arrondis 76">
              <a:extLst>
                <a:ext uri="{FF2B5EF4-FFF2-40B4-BE49-F238E27FC236}">
                  <a16:creationId xmlns:a16="http://schemas.microsoft.com/office/drawing/2014/main" id="{91A99C7D-369B-D6A1-18EA-22623CB97C8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3B828B6A-9FD0-A307-D5F4-3AD9D5C3F56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et numéro de l’écran.</a:t>
              </a:r>
            </a:p>
          </p:txBody>
        </p:sp>
        <p:sp>
          <p:nvSpPr>
            <p:cNvPr id="79" name="Rectangle 78">
              <a:extLst>
                <a:ext uri="{FF2B5EF4-FFF2-40B4-BE49-F238E27FC236}">
                  <a16:creationId xmlns:a16="http://schemas.microsoft.com/office/drawing/2014/main" id="{41E6E100-C8DE-F0EB-2B38-262861EE4BF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48A379D2-8457-B232-9161-5AA9101C938B}"/>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0D4C41EE-6AF5-AC0E-8E76-791D6181B304}"/>
              </a:ext>
            </a:extLst>
          </p:cNvPr>
          <p:cNvGrpSpPr/>
          <p:nvPr/>
        </p:nvGrpSpPr>
        <p:grpSpPr>
          <a:xfrm>
            <a:off x="1883649" y="5646496"/>
            <a:ext cx="3213376" cy="557747"/>
            <a:chOff x="5346700" y="1873408"/>
            <a:chExt cx="3213376" cy="557747"/>
          </a:xfrm>
        </p:grpSpPr>
        <p:sp>
          <p:nvSpPr>
            <p:cNvPr id="89" name="Rectangle : coins arrondis 88">
              <a:extLst>
                <a:ext uri="{FF2B5EF4-FFF2-40B4-BE49-F238E27FC236}">
                  <a16:creationId xmlns:a16="http://schemas.microsoft.com/office/drawing/2014/main" id="{A58E61F4-4E5D-03DD-4E86-403DDABFF04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3A70E46-4B43-AB5A-4ABB-48A5E8A7D5E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tapis sélectionnée.</a:t>
              </a:r>
            </a:p>
          </p:txBody>
        </p:sp>
        <p:sp>
          <p:nvSpPr>
            <p:cNvPr id="91" name="Rectangle : coins arrondis 90">
              <a:extLst>
                <a:ext uri="{FF2B5EF4-FFF2-40B4-BE49-F238E27FC236}">
                  <a16:creationId xmlns:a16="http://schemas.microsoft.com/office/drawing/2014/main" id="{7D01DAF9-07E5-4AB5-2A07-56765ABDEB2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92" name="Connecteur droit 91">
              <a:extLst>
                <a:ext uri="{FF2B5EF4-FFF2-40B4-BE49-F238E27FC236}">
                  <a16:creationId xmlns:a16="http://schemas.microsoft.com/office/drawing/2014/main" id="{2D274890-D542-87F8-B8F5-3A78BC00E3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99" name="Groupe 98">
            <a:extLst>
              <a:ext uri="{FF2B5EF4-FFF2-40B4-BE49-F238E27FC236}">
                <a16:creationId xmlns:a16="http://schemas.microsoft.com/office/drawing/2014/main" id="{7963B843-F124-F01B-8461-FFA43281E224}"/>
              </a:ext>
            </a:extLst>
          </p:cNvPr>
          <p:cNvGrpSpPr/>
          <p:nvPr/>
        </p:nvGrpSpPr>
        <p:grpSpPr>
          <a:xfrm>
            <a:off x="7018774" y="5623439"/>
            <a:ext cx="3213376" cy="612000"/>
            <a:chOff x="5346700" y="-637515"/>
            <a:chExt cx="3213376" cy="612000"/>
          </a:xfrm>
        </p:grpSpPr>
        <p:sp>
          <p:nvSpPr>
            <p:cNvPr id="100" name="Rectangle : coins arrondis 99">
              <a:extLst>
                <a:ext uri="{FF2B5EF4-FFF2-40B4-BE49-F238E27FC236}">
                  <a16:creationId xmlns:a16="http://schemas.microsoft.com/office/drawing/2014/main" id="{BF8A84BB-5AF5-C490-24D2-977BCA226289}"/>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1" name="Rectangle : coins arrondis 100">
              <a:extLst>
                <a:ext uri="{FF2B5EF4-FFF2-40B4-BE49-F238E27FC236}">
                  <a16:creationId xmlns:a16="http://schemas.microsoft.com/office/drawing/2014/main" id="{FC16EAE2-EC33-5E31-EAA1-7011A2C69C5C}"/>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combats sélectionnée et l’ajustement automatique.</a:t>
              </a:r>
            </a:p>
          </p:txBody>
        </p:sp>
        <p:sp>
          <p:nvSpPr>
            <p:cNvPr id="102" name="Rectangle : coins arrondis 101">
              <a:extLst>
                <a:ext uri="{FF2B5EF4-FFF2-40B4-BE49-F238E27FC236}">
                  <a16:creationId xmlns:a16="http://schemas.microsoft.com/office/drawing/2014/main" id="{2F4A384D-8BE3-60AB-44F5-9F63B3D542CD}"/>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3" name="Connecteur droit 102">
              <a:extLst>
                <a:ext uri="{FF2B5EF4-FFF2-40B4-BE49-F238E27FC236}">
                  <a16:creationId xmlns:a16="http://schemas.microsoft.com/office/drawing/2014/main" id="{3B507CD2-AEB4-9440-8505-C8460C807C4D}"/>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12" name="Groupe 111">
            <a:extLst>
              <a:ext uri="{FF2B5EF4-FFF2-40B4-BE49-F238E27FC236}">
                <a16:creationId xmlns:a16="http://schemas.microsoft.com/office/drawing/2014/main" id="{E3337AC4-50B2-21B8-0F77-F7A7D3633E8E}"/>
              </a:ext>
            </a:extLst>
          </p:cNvPr>
          <p:cNvGrpSpPr/>
          <p:nvPr/>
        </p:nvGrpSpPr>
        <p:grpSpPr>
          <a:xfrm>
            <a:off x="209540" y="4144573"/>
            <a:ext cx="3537376" cy="360000"/>
            <a:chOff x="5346700" y="1891328"/>
            <a:chExt cx="3537376" cy="360000"/>
          </a:xfrm>
        </p:grpSpPr>
        <p:sp>
          <p:nvSpPr>
            <p:cNvPr id="113" name="Rectangle : coins arrondis 112">
              <a:extLst>
                <a:ext uri="{FF2B5EF4-FFF2-40B4-BE49-F238E27FC236}">
                  <a16:creationId xmlns:a16="http://schemas.microsoft.com/office/drawing/2014/main" id="{BC08F6E8-3FF4-D4A3-ABBE-C9FDB267553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2F59D60B-A72B-E46B-BDA6-4B2691681A72}"/>
                </a:ext>
              </a:extLst>
            </p:cNvPr>
            <p:cNvSpPr/>
            <p:nvPr/>
          </p:nvSpPr>
          <p:spPr>
            <a:xfrm>
              <a:off x="5680076" y="1891328"/>
              <a:ext cx="3204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Pagination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Pagination selon la configuration.</a:t>
              </a:r>
            </a:p>
          </p:txBody>
        </p:sp>
        <p:sp>
          <p:nvSpPr>
            <p:cNvPr id="115" name="Rectangle 114">
              <a:extLst>
                <a:ext uri="{FF2B5EF4-FFF2-40B4-BE49-F238E27FC236}">
                  <a16:creationId xmlns:a16="http://schemas.microsoft.com/office/drawing/2014/main" id="{0AB6A2D3-A0A6-2F34-9F52-CDD59B94778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6" name="Connecteur droit 115">
              <a:extLst>
                <a:ext uri="{FF2B5EF4-FFF2-40B4-BE49-F238E27FC236}">
                  <a16:creationId xmlns:a16="http://schemas.microsoft.com/office/drawing/2014/main" id="{A5FA8915-1CD1-823E-0CB9-50A8D31405D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25" name="Groupe 124">
            <a:extLst>
              <a:ext uri="{FF2B5EF4-FFF2-40B4-BE49-F238E27FC236}">
                <a16:creationId xmlns:a16="http://schemas.microsoft.com/office/drawing/2014/main" id="{5DC61EC8-1C81-32A9-2315-5EBD03127E85}"/>
              </a:ext>
            </a:extLst>
          </p:cNvPr>
          <p:cNvGrpSpPr/>
          <p:nvPr/>
        </p:nvGrpSpPr>
        <p:grpSpPr>
          <a:xfrm>
            <a:off x="4018176" y="1322744"/>
            <a:ext cx="7858579" cy="3976441"/>
            <a:chOff x="959597" y="1361359"/>
            <a:chExt cx="7858579" cy="3976441"/>
          </a:xfrm>
        </p:grpSpPr>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noProof="0" dirty="0"/>
                <a:t>Indicateur de pagination</a:t>
              </a:r>
            </a:p>
          </p:txBody>
        </p:sp>
        <p:sp>
          <p:nvSpPr>
            <p:cNvPr id="7" name="Rectangle : coins arrondis 6">
              <a:extLst>
                <a:ext uri="{FF2B5EF4-FFF2-40B4-BE49-F238E27FC236}">
                  <a16:creationId xmlns:a16="http://schemas.microsoft.com/office/drawing/2014/main" id="{A8AD37D5-5C21-621A-5FB4-DBD9443CEA62}"/>
                </a:ext>
              </a:extLst>
            </p:cNvPr>
            <p:cNvSpPr/>
            <p:nvPr/>
          </p:nvSpPr>
          <p:spPr>
            <a:xfrm>
              <a:off x="1363377" y="1361359"/>
              <a:ext cx="7454799" cy="3965170"/>
            </a:xfrm>
            <a:prstGeom prst="roundRect">
              <a:avLst>
                <a:gd name="adj" fmla="val 1889"/>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p:txBody>
        </p:sp>
        <p:cxnSp>
          <p:nvCxnSpPr>
            <p:cNvPr id="8" name="Connecteur droit 7">
              <a:extLst>
                <a:ext uri="{FF2B5EF4-FFF2-40B4-BE49-F238E27FC236}">
                  <a16:creationId xmlns:a16="http://schemas.microsoft.com/office/drawing/2014/main" id="{7BF15058-CBD0-AD8E-60FB-C7BD83DA73C8}"/>
                </a:ext>
              </a:extLst>
            </p:cNvPr>
            <p:cNvCxnSpPr>
              <a:cxnSpLocks/>
            </p:cNvCxnSpPr>
            <p:nvPr/>
          </p:nvCxnSpPr>
          <p:spPr>
            <a:xfrm flipH="1">
              <a:off x="1354913" y="1384307"/>
              <a:ext cx="8456" cy="39422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56429" y="1762484"/>
              <a:ext cx="6986648" cy="3484193"/>
            </a:xfrm>
            <a:prstGeom prst="rect">
              <a:avLst/>
            </a:prstGeom>
            <a:ln>
              <a:noFill/>
            </a:ln>
            <a:effectLst>
              <a:outerShdw blurRad="190500" algn="tl" rotWithShape="0">
                <a:srgbClr val="000000">
                  <a:alpha val="70000"/>
                </a:srgbClr>
              </a:outerShdw>
            </a:effectLst>
          </p:spPr>
        </p:pic>
        <p:cxnSp>
          <p:nvCxnSpPr>
            <p:cNvPr id="14" name="Connecteur droit avec flèche 13">
              <a:extLst>
                <a:ext uri="{FF2B5EF4-FFF2-40B4-BE49-F238E27FC236}">
                  <a16:creationId xmlns:a16="http://schemas.microsoft.com/office/drawing/2014/main" id="{B2906D86-2547-0D38-B845-447DCD98EAC6}"/>
                </a:ext>
              </a:extLst>
            </p:cNvPr>
            <p:cNvCxnSpPr>
              <a:cxnSpLocks/>
              <a:stCxn id="15" idx="0"/>
              <a:endCxn id="16" idx="2"/>
            </p:cNvCxnSpPr>
            <p:nvPr/>
          </p:nvCxnSpPr>
          <p:spPr>
            <a:xfrm flipV="1">
              <a:off x="6860154" y="3976484"/>
              <a:ext cx="0" cy="186578"/>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 coins arrondis 14">
              <a:extLst>
                <a:ext uri="{FF2B5EF4-FFF2-40B4-BE49-F238E27FC236}">
                  <a16:creationId xmlns:a16="http://schemas.microsoft.com/office/drawing/2014/main" id="{F1962A7E-3AC5-1581-0010-16D18ADF4D4A}"/>
                </a:ext>
              </a:extLst>
            </p:cNvPr>
            <p:cNvSpPr>
              <a:spLocks noChangeAspect="1"/>
            </p:cNvSpPr>
            <p:nvPr/>
          </p:nvSpPr>
          <p:spPr>
            <a:xfrm>
              <a:off x="6716154" y="416306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6" name="Rectangle 15">
              <a:extLst>
                <a:ext uri="{FF2B5EF4-FFF2-40B4-BE49-F238E27FC236}">
                  <a16:creationId xmlns:a16="http://schemas.microsoft.com/office/drawing/2014/main" id="{E1755C50-99E1-E7C5-BA07-1B3357D89893}"/>
                </a:ext>
              </a:extLst>
            </p:cNvPr>
            <p:cNvSpPr/>
            <p:nvPr/>
          </p:nvSpPr>
          <p:spPr>
            <a:xfrm>
              <a:off x="5155572" y="2072343"/>
              <a:ext cx="3409163" cy="1904141"/>
            </a:xfrm>
            <a:custGeom>
              <a:avLst/>
              <a:gdLst>
                <a:gd name="csX0" fmla="*/ 0 w 3409163"/>
                <a:gd name="csY0" fmla="*/ 0 h 1904141"/>
                <a:gd name="csX1" fmla="*/ 636377 w 3409163"/>
                <a:gd name="csY1" fmla="*/ 0 h 1904141"/>
                <a:gd name="csX2" fmla="*/ 1136388 w 3409163"/>
                <a:gd name="csY2" fmla="*/ 0 h 1904141"/>
                <a:gd name="csX3" fmla="*/ 1636398 w 3409163"/>
                <a:gd name="csY3" fmla="*/ 0 h 1904141"/>
                <a:gd name="csX4" fmla="*/ 2272775 w 3409163"/>
                <a:gd name="csY4" fmla="*/ 0 h 1904141"/>
                <a:gd name="csX5" fmla="*/ 2875061 w 3409163"/>
                <a:gd name="csY5" fmla="*/ 0 h 1904141"/>
                <a:gd name="csX6" fmla="*/ 3409163 w 3409163"/>
                <a:gd name="csY6" fmla="*/ 0 h 1904141"/>
                <a:gd name="csX7" fmla="*/ 3409163 w 3409163"/>
                <a:gd name="csY7" fmla="*/ 495077 h 1904141"/>
                <a:gd name="csX8" fmla="*/ 3409163 w 3409163"/>
                <a:gd name="csY8" fmla="*/ 913988 h 1904141"/>
                <a:gd name="csX9" fmla="*/ 3409163 w 3409163"/>
                <a:gd name="csY9" fmla="*/ 1409064 h 1904141"/>
                <a:gd name="csX10" fmla="*/ 3409163 w 3409163"/>
                <a:gd name="csY10" fmla="*/ 1904141 h 1904141"/>
                <a:gd name="csX11" fmla="*/ 2909152 w 3409163"/>
                <a:gd name="csY11" fmla="*/ 1904141 h 1904141"/>
                <a:gd name="csX12" fmla="*/ 2375050 w 3409163"/>
                <a:gd name="csY12" fmla="*/ 1904141 h 1904141"/>
                <a:gd name="csX13" fmla="*/ 1909131 w 3409163"/>
                <a:gd name="csY13" fmla="*/ 1904141 h 1904141"/>
                <a:gd name="csX14" fmla="*/ 1443212 w 3409163"/>
                <a:gd name="csY14" fmla="*/ 1904141 h 1904141"/>
                <a:gd name="csX15" fmla="*/ 806835 w 3409163"/>
                <a:gd name="csY15" fmla="*/ 1904141 h 1904141"/>
                <a:gd name="csX16" fmla="*/ 0 w 3409163"/>
                <a:gd name="csY16" fmla="*/ 1904141 h 1904141"/>
                <a:gd name="csX17" fmla="*/ 0 w 3409163"/>
                <a:gd name="csY17" fmla="*/ 1447147 h 1904141"/>
                <a:gd name="csX18" fmla="*/ 0 w 3409163"/>
                <a:gd name="csY18" fmla="*/ 990153 h 1904141"/>
                <a:gd name="csX19" fmla="*/ 0 w 3409163"/>
                <a:gd name="csY19" fmla="*/ 476035 h 1904141"/>
                <a:gd name="csX20" fmla="*/ 0 w 3409163"/>
                <a:gd name="csY20" fmla="*/ 0 h 19041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409163" h="1904141" extrusionOk="0">
                  <a:moveTo>
                    <a:pt x="0" y="0"/>
                  </a:moveTo>
                  <a:cubicBezTo>
                    <a:pt x="162814" y="-53105"/>
                    <a:pt x="403293" y="27021"/>
                    <a:pt x="636377" y="0"/>
                  </a:cubicBezTo>
                  <a:cubicBezTo>
                    <a:pt x="869461" y="-27021"/>
                    <a:pt x="933797" y="18146"/>
                    <a:pt x="1136388" y="0"/>
                  </a:cubicBezTo>
                  <a:cubicBezTo>
                    <a:pt x="1338979" y="-18146"/>
                    <a:pt x="1447489" y="42069"/>
                    <a:pt x="1636398" y="0"/>
                  </a:cubicBezTo>
                  <a:cubicBezTo>
                    <a:pt x="1825307" y="-42069"/>
                    <a:pt x="2100865" y="31352"/>
                    <a:pt x="2272775" y="0"/>
                  </a:cubicBezTo>
                  <a:cubicBezTo>
                    <a:pt x="2444685" y="-31352"/>
                    <a:pt x="2674599" y="12997"/>
                    <a:pt x="2875061" y="0"/>
                  </a:cubicBezTo>
                  <a:cubicBezTo>
                    <a:pt x="3075523" y="-12997"/>
                    <a:pt x="3259460" y="30722"/>
                    <a:pt x="3409163" y="0"/>
                  </a:cubicBezTo>
                  <a:cubicBezTo>
                    <a:pt x="3418468" y="221639"/>
                    <a:pt x="3354602" y="342448"/>
                    <a:pt x="3409163" y="495077"/>
                  </a:cubicBezTo>
                  <a:cubicBezTo>
                    <a:pt x="3463724" y="647706"/>
                    <a:pt x="3408416" y="713427"/>
                    <a:pt x="3409163" y="913988"/>
                  </a:cubicBezTo>
                  <a:cubicBezTo>
                    <a:pt x="3409910" y="1114549"/>
                    <a:pt x="3408227" y="1237508"/>
                    <a:pt x="3409163" y="1409064"/>
                  </a:cubicBezTo>
                  <a:cubicBezTo>
                    <a:pt x="3410099" y="1580620"/>
                    <a:pt x="3351494" y="1803852"/>
                    <a:pt x="3409163" y="1904141"/>
                  </a:cubicBezTo>
                  <a:cubicBezTo>
                    <a:pt x="3187351" y="1927069"/>
                    <a:pt x="3103672" y="1846924"/>
                    <a:pt x="2909152" y="1904141"/>
                  </a:cubicBezTo>
                  <a:cubicBezTo>
                    <a:pt x="2714632" y="1961358"/>
                    <a:pt x="2570313" y="1883409"/>
                    <a:pt x="2375050" y="1904141"/>
                  </a:cubicBezTo>
                  <a:cubicBezTo>
                    <a:pt x="2179787" y="1924873"/>
                    <a:pt x="2124984" y="1853418"/>
                    <a:pt x="1909131" y="1904141"/>
                  </a:cubicBezTo>
                  <a:cubicBezTo>
                    <a:pt x="1693278" y="1954864"/>
                    <a:pt x="1668036" y="1858511"/>
                    <a:pt x="1443212" y="1904141"/>
                  </a:cubicBezTo>
                  <a:cubicBezTo>
                    <a:pt x="1218388" y="1949771"/>
                    <a:pt x="954275" y="1859674"/>
                    <a:pt x="806835" y="1904141"/>
                  </a:cubicBezTo>
                  <a:cubicBezTo>
                    <a:pt x="659395" y="1948608"/>
                    <a:pt x="397084" y="1813981"/>
                    <a:pt x="0" y="1904141"/>
                  </a:cubicBezTo>
                  <a:cubicBezTo>
                    <a:pt x="-33767" y="1752200"/>
                    <a:pt x="26800" y="1575322"/>
                    <a:pt x="0" y="1447147"/>
                  </a:cubicBezTo>
                  <a:cubicBezTo>
                    <a:pt x="-26800" y="1318972"/>
                    <a:pt x="25334" y="1217821"/>
                    <a:pt x="0" y="990153"/>
                  </a:cubicBezTo>
                  <a:cubicBezTo>
                    <a:pt x="-25334" y="762485"/>
                    <a:pt x="51120" y="699150"/>
                    <a:pt x="0" y="476035"/>
                  </a:cubicBezTo>
                  <a:cubicBezTo>
                    <a:pt x="-51120" y="252920"/>
                    <a:pt x="14170" y="988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79C90257-7A92-C7FF-0A08-5851761CFF80}"/>
                </a:ext>
              </a:extLst>
            </p:cNvPr>
            <p:cNvSpPr/>
            <p:nvPr/>
          </p:nvSpPr>
          <p:spPr>
            <a:xfrm>
              <a:off x="1706294" y="2330564"/>
              <a:ext cx="480501" cy="2773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7" name="Rectangle 26">
              <a:extLst>
                <a:ext uri="{FF2B5EF4-FFF2-40B4-BE49-F238E27FC236}">
                  <a16:creationId xmlns:a16="http://schemas.microsoft.com/office/drawing/2014/main" id="{99E66505-44D4-EF6D-AAA4-1F0456C03153}"/>
                </a:ext>
              </a:extLst>
            </p:cNvPr>
            <p:cNvSpPr/>
            <p:nvPr/>
          </p:nvSpPr>
          <p:spPr>
            <a:xfrm>
              <a:off x="959597" y="35694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avec flèche 27">
              <a:extLst>
                <a:ext uri="{FF2B5EF4-FFF2-40B4-BE49-F238E27FC236}">
                  <a16:creationId xmlns:a16="http://schemas.microsoft.com/office/drawing/2014/main" id="{B8C42467-86C8-5A1B-87A4-F791E5DF2B37}"/>
                </a:ext>
              </a:extLst>
            </p:cNvPr>
            <p:cNvCxnSpPr>
              <a:cxnSpLocks/>
              <a:stCxn id="27" idx="3"/>
              <a:endCxn id="26" idx="1"/>
            </p:cNvCxnSpPr>
            <p:nvPr/>
          </p:nvCxnSpPr>
          <p:spPr>
            <a:xfrm>
              <a:off x="1247597" y="3713491"/>
              <a:ext cx="458697" cy="391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7F449614-DFC2-9321-8B2A-17048290CF8A}"/>
                </a:ext>
              </a:extLst>
            </p:cNvPr>
            <p:cNvSpPr/>
            <p:nvPr/>
          </p:nvSpPr>
          <p:spPr>
            <a:xfrm>
              <a:off x="1640330" y="5136102"/>
              <a:ext cx="6985365" cy="11292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6" name="Rectangle 45">
              <a:extLst>
                <a:ext uri="{FF2B5EF4-FFF2-40B4-BE49-F238E27FC236}">
                  <a16:creationId xmlns:a16="http://schemas.microsoft.com/office/drawing/2014/main" id="{7F73E40A-8FE8-F6E5-0E2F-AE80C9438D33}"/>
                </a:ext>
              </a:extLst>
            </p:cNvPr>
            <p:cNvSpPr/>
            <p:nvPr/>
          </p:nvSpPr>
          <p:spPr>
            <a:xfrm>
              <a:off x="959597" y="50498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7" name="Connecteur droit avec flèche 46">
              <a:extLst>
                <a:ext uri="{FF2B5EF4-FFF2-40B4-BE49-F238E27FC236}">
                  <a16:creationId xmlns:a16="http://schemas.microsoft.com/office/drawing/2014/main" id="{BEF64A4C-09D2-C694-990A-B818BD231802}"/>
                </a:ext>
              </a:extLst>
            </p:cNvPr>
            <p:cNvCxnSpPr>
              <a:cxnSpLocks/>
              <a:stCxn id="46" idx="3"/>
              <a:endCxn id="45" idx="1"/>
            </p:cNvCxnSpPr>
            <p:nvPr/>
          </p:nvCxnSpPr>
          <p:spPr>
            <a:xfrm flipV="1">
              <a:off x="1247597" y="5192563"/>
              <a:ext cx="392733" cy="123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95F84B13-5253-A2BA-2E46-C39D9A2E48D1}"/>
                </a:ext>
              </a:extLst>
            </p:cNvPr>
            <p:cNvSpPr/>
            <p:nvPr/>
          </p:nvSpPr>
          <p:spPr>
            <a:xfrm>
              <a:off x="8180959" y="1762484"/>
              <a:ext cx="475216" cy="27852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3EA8768E-7CE6-E9C3-0BB4-8E09390E5951}"/>
                </a:ext>
              </a:extLst>
            </p:cNvPr>
            <p:cNvSpPr/>
            <p:nvPr/>
          </p:nvSpPr>
          <p:spPr>
            <a:xfrm>
              <a:off x="8274567"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0" name="Connecteur droit avec flèche 49">
              <a:extLst>
                <a:ext uri="{FF2B5EF4-FFF2-40B4-BE49-F238E27FC236}">
                  <a16:creationId xmlns:a16="http://schemas.microsoft.com/office/drawing/2014/main" id="{AAF199CA-2BFB-2A00-BA9C-BC78184BB5C8}"/>
                </a:ext>
              </a:extLst>
            </p:cNvPr>
            <p:cNvCxnSpPr>
              <a:cxnSpLocks/>
              <a:stCxn id="49" idx="2"/>
              <a:endCxn id="48" idx="0"/>
            </p:cNvCxnSpPr>
            <p:nvPr/>
          </p:nvCxnSpPr>
          <p:spPr>
            <a:xfrm>
              <a:off x="8418567" y="1653679"/>
              <a:ext cx="0" cy="10880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Rectangle : coins arrondis 104">
              <a:extLst>
                <a:ext uri="{FF2B5EF4-FFF2-40B4-BE49-F238E27FC236}">
                  <a16:creationId xmlns:a16="http://schemas.microsoft.com/office/drawing/2014/main" id="{3B0A6755-6C35-2BCC-0159-FEA6E191C5AE}"/>
                </a:ext>
              </a:extLst>
            </p:cNvPr>
            <p:cNvSpPr>
              <a:spLocks noChangeAspect="1"/>
            </p:cNvSpPr>
            <p:nvPr/>
          </p:nvSpPr>
          <p:spPr>
            <a:xfrm>
              <a:off x="959597" y="29870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107" name="Rectangle 106">
              <a:extLst>
                <a:ext uri="{FF2B5EF4-FFF2-40B4-BE49-F238E27FC236}">
                  <a16:creationId xmlns:a16="http://schemas.microsoft.com/office/drawing/2014/main" id="{E5E8B193-B07F-7218-1FB9-243BCE6A8F74}"/>
                </a:ext>
              </a:extLst>
            </p:cNvPr>
            <p:cNvSpPr/>
            <p:nvPr/>
          </p:nvSpPr>
          <p:spPr>
            <a:xfrm>
              <a:off x="2233151" y="2884955"/>
              <a:ext cx="2856864" cy="497170"/>
            </a:xfrm>
            <a:custGeom>
              <a:avLst/>
              <a:gdLst>
                <a:gd name="csX0" fmla="*/ 0 w 2856864"/>
                <a:gd name="csY0" fmla="*/ 0 h 497170"/>
                <a:gd name="csX1" fmla="*/ 628510 w 2856864"/>
                <a:gd name="csY1" fmla="*/ 0 h 497170"/>
                <a:gd name="csX2" fmla="*/ 1142746 w 2856864"/>
                <a:gd name="csY2" fmla="*/ 0 h 497170"/>
                <a:gd name="csX3" fmla="*/ 1656981 w 2856864"/>
                <a:gd name="csY3" fmla="*/ 0 h 497170"/>
                <a:gd name="csX4" fmla="*/ 2285491 w 2856864"/>
                <a:gd name="csY4" fmla="*/ 0 h 497170"/>
                <a:gd name="csX5" fmla="*/ 2856864 w 2856864"/>
                <a:gd name="csY5" fmla="*/ 0 h 497170"/>
                <a:gd name="csX6" fmla="*/ 2856864 w 2856864"/>
                <a:gd name="csY6" fmla="*/ 497170 h 497170"/>
                <a:gd name="csX7" fmla="*/ 2314060 w 2856864"/>
                <a:gd name="csY7" fmla="*/ 497170 h 497170"/>
                <a:gd name="csX8" fmla="*/ 1771256 w 2856864"/>
                <a:gd name="csY8" fmla="*/ 497170 h 497170"/>
                <a:gd name="csX9" fmla="*/ 1285589 w 2856864"/>
                <a:gd name="csY9" fmla="*/ 497170 h 497170"/>
                <a:gd name="csX10" fmla="*/ 771353 w 2856864"/>
                <a:gd name="csY10" fmla="*/ 497170 h 497170"/>
                <a:gd name="csX11" fmla="*/ 0 w 2856864"/>
                <a:gd name="csY11" fmla="*/ 497170 h 497170"/>
                <a:gd name="csX12" fmla="*/ 0 w 2856864"/>
                <a:gd name="csY12" fmla="*/ 0 h 4971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56864" h="497170" extrusionOk="0">
                  <a:moveTo>
                    <a:pt x="0" y="0"/>
                  </a:moveTo>
                  <a:cubicBezTo>
                    <a:pt x="153864" y="-74132"/>
                    <a:pt x="375821" y="43033"/>
                    <a:pt x="628510" y="0"/>
                  </a:cubicBezTo>
                  <a:cubicBezTo>
                    <a:pt x="881199" y="-43033"/>
                    <a:pt x="1027071" y="29766"/>
                    <a:pt x="1142746" y="0"/>
                  </a:cubicBezTo>
                  <a:cubicBezTo>
                    <a:pt x="1258421" y="-29766"/>
                    <a:pt x="1460062" y="8527"/>
                    <a:pt x="1656981" y="0"/>
                  </a:cubicBezTo>
                  <a:cubicBezTo>
                    <a:pt x="1853901" y="-8527"/>
                    <a:pt x="2089584" y="14351"/>
                    <a:pt x="2285491" y="0"/>
                  </a:cubicBezTo>
                  <a:cubicBezTo>
                    <a:pt x="2481398" y="-14351"/>
                    <a:pt x="2704352" y="43522"/>
                    <a:pt x="2856864" y="0"/>
                  </a:cubicBezTo>
                  <a:cubicBezTo>
                    <a:pt x="2867180" y="110470"/>
                    <a:pt x="2833573" y="397037"/>
                    <a:pt x="2856864" y="497170"/>
                  </a:cubicBezTo>
                  <a:cubicBezTo>
                    <a:pt x="2721977" y="502922"/>
                    <a:pt x="2466770" y="467358"/>
                    <a:pt x="2314060" y="497170"/>
                  </a:cubicBezTo>
                  <a:cubicBezTo>
                    <a:pt x="2161350" y="526982"/>
                    <a:pt x="1916414" y="452245"/>
                    <a:pt x="1771256" y="497170"/>
                  </a:cubicBezTo>
                  <a:cubicBezTo>
                    <a:pt x="1626098" y="542095"/>
                    <a:pt x="1399132" y="464249"/>
                    <a:pt x="1285589" y="497170"/>
                  </a:cubicBezTo>
                  <a:cubicBezTo>
                    <a:pt x="1172046" y="530091"/>
                    <a:pt x="920097" y="447307"/>
                    <a:pt x="771353" y="497170"/>
                  </a:cubicBezTo>
                  <a:cubicBezTo>
                    <a:pt x="622609" y="547033"/>
                    <a:pt x="230521" y="455601"/>
                    <a:pt x="0" y="497170"/>
                  </a:cubicBezTo>
                  <a:cubicBezTo>
                    <a:pt x="-48715" y="260436"/>
                    <a:pt x="49323" y="10571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108" name="Connecteur droit avec flèche 107">
              <a:extLst>
                <a:ext uri="{FF2B5EF4-FFF2-40B4-BE49-F238E27FC236}">
                  <a16:creationId xmlns:a16="http://schemas.microsoft.com/office/drawing/2014/main" id="{B82B5140-C3C6-6F78-E3A7-A94964435DC8}"/>
                </a:ext>
              </a:extLst>
            </p:cNvPr>
            <p:cNvCxnSpPr>
              <a:cxnSpLocks/>
              <a:stCxn id="105" idx="3"/>
              <a:endCxn id="107" idx="1"/>
            </p:cNvCxnSpPr>
            <p:nvPr/>
          </p:nvCxnSpPr>
          <p:spPr>
            <a:xfrm>
              <a:off x="1247597" y="3131015"/>
              <a:ext cx="985554" cy="2525"/>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a16:creationId xmlns:a16="http://schemas.microsoft.com/office/drawing/2014/main" id="{4CC84CE0-32EA-E492-1C38-9823A8193233}"/>
                </a:ext>
              </a:extLst>
            </p:cNvPr>
            <p:cNvSpPr/>
            <p:nvPr/>
          </p:nvSpPr>
          <p:spPr>
            <a:xfrm>
              <a:off x="4765666" y="2048666"/>
              <a:ext cx="350114" cy="23977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18" name="Rectangle 117">
              <a:extLst>
                <a:ext uri="{FF2B5EF4-FFF2-40B4-BE49-F238E27FC236}">
                  <a16:creationId xmlns:a16="http://schemas.microsoft.com/office/drawing/2014/main" id="{00061B0E-48EF-EF3F-6ADD-B9344352D5C9}"/>
                </a:ext>
              </a:extLst>
            </p:cNvPr>
            <p:cNvSpPr/>
            <p:nvPr/>
          </p:nvSpPr>
          <p:spPr>
            <a:xfrm>
              <a:off x="4806782"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9" name="Connecteur droit avec flèche 118">
              <a:extLst>
                <a:ext uri="{FF2B5EF4-FFF2-40B4-BE49-F238E27FC236}">
                  <a16:creationId xmlns:a16="http://schemas.microsoft.com/office/drawing/2014/main" id="{25AFE84B-43C3-CDDE-C5E1-675190AF034B}"/>
                </a:ext>
              </a:extLst>
            </p:cNvPr>
            <p:cNvCxnSpPr>
              <a:cxnSpLocks/>
              <a:stCxn id="118" idx="2"/>
              <a:endCxn id="117" idx="0"/>
            </p:cNvCxnSpPr>
            <p:nvPr/>
          </p:nvCxnSpPr>
          <p:spPr>
            <a:xfrm flipH="1">
              <a:off x="4940723" y="1653679"/>
              <a:ext cx="10059" cy="3949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46343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Chambre d’appel – </a:t>
            </a:r>
            <a:r>
              <a:rPr lang="fr-FR" cap="all" noProof="0" dirty="0"/>
              <a:t>é</a:t>
            </a:r>
            <a:r>
              <a:rPr lang="fr-FR" noProof="0" dirty="0"/>
              <a:t>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pPr marL="101598" indent="0">
              <a:buNone/>
            </a:pPr>
            <a:r>
              <a:rPr lang="fr-FR" sz="1400" noProof="0" dirty="0">
                <a:latin typeface="Barlow" panose="00000500000000000000" pitchFamily="2" charset="0"/>
              </a:rPr>
              <a:t>L’affichage par défaut qui est retourné si un écran n’est pas connu de l’application est configuré comme suit (non modifiable) :</a:t>
            </a:r>
          </a:p>
          <a:p>
            <a:pPr lvl="1">
              <a:buFont typeface="Wingdings" panose="05000000000000000000" pitchFamily="2" charset="2"/>
              <a:buChar char="§"/>
            </a:pPr>
            <a:r>
              <a:rPr lang="fr-FR" sz="1200" noProof="0" dirty="0">
                <a:latin typeface="Barlow" panose="00000500000000000000" pitchFamily="2" charset="0"/>
              </a:rPr>
              <a:t>1 tapis par page,</a:t>
            </a:r>
          </a:p>
          <a:p>
            <a:pPr lvl="1">
              <a:buFont typeface="Wingdings" panose="05000000000000000000" pitchFamily="2" charset="2"/>
              <a:buChar char="§"/>
            </a:pPr>
            <a:r>
              <a:rPr lang="fr-FR" sz="1200" noProof="0" dirty="0">
                <a:latin typeface="Barlow" panose="00000500000000000000" pitchFamily="2" charset="0"/>
              </a:rPr>
              <a:t>8 combats affichés par page,</a:t>
            </a:r>
          </a:p>
          <a:p>
            <a:pPr lvl="1">
              <a:buFont typeface="Wingdings" panose="05000000000000000000" pitchFamily="2" charset="2"/>
              <a:buChar char="§"/>
            </a:pPr>
            <a:r>
              <a:rPr lang="fr-FR" sz="1200" noProof="0" dirty="0">
                <a:latin typeface="Barlow" panose="00000500000000000000" pitchFamily="2" charset="0"/>
              </a:rPr>
              <a:t>Disposition du tapis en Colonne,</a:t>
            </a:r>
          </a:p>
          <a:p>
            <a:pPr lvl="1">
              <a:buFont typeface="Wingdings" panose="05000000000000000000" pitchFamily="2" charset="2"/>
              <a:buChar char="§"/>
            </a:pPr>
            <a:r>
              <a:rPr lang="fr-FR" sz="1200" noProof="0" dirty="0">
                <a:latin typeface="Barlow" panose="00000500000000000000" pitchFamily="2" charset="0"/>
              </a:rPr>
              <a:t>Disposition des combats en Colonne,</a:t>
            </a:r>
          </a:p>
          <a:p>
            <a:pPr lvl="1">
              <a:buFont typeface="Wingdings" panose="05000000000000000000" pitchFamily="2" charset="2"/>
              <a:buChar char="§"/>
            </a:pPr>
            <a:r>
              <a:rPr lang="fr-FR" sz="1200" noProof="0" dirty="0">
                <a:latin typeface="Barlow" panose="00000500000000000000" pitchFamily="2" charset="0"/>
              </a:rPr>
              <a:t>Ajustement automatique désactivé,</a:t>
            </a:r>
          </a:p>
          <a:p>
            <a:pPr lvl="1">
              <a:buFont typeface="Wingdings" panose="05000000000000000000" pitchFamily="2" charset="2"/>
              <a:buChar char="§"/>
            </a:pPr>
            <a:r>
              <a:rPr lang="fr-FR" sz="1200" noProof="0" dirty="0">
                <a:latin typeface="Barlow" panose="00000500000000000000" pitchFamily="2" charset="0"/>
              </a:rPr>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835701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4A41C6-DF2C-73CC-AFAE-856E82C0624F}"/>
              </a:ext>
            </a:extLst>
          </p:cNvPr>
          <p:cNvSpPr>
            <a:spLocks noGrp="1"/>
          </p:cNvSpPr>
          <p:nvPr>
            <p:ph type="title"/>
          </p:nvPr>
        </p:nvSpPr>
        <p:spPr/>
        <p:txBody>
          <a:bodyPr/>
          <a:lstStyle/>
          <a:p>
            <a:endParaRPr lang="fr-FR" noProof="0" dirty="0"/>
          </a:p>
        </p:txBody>
      </p:sp>
      <p:sp>
        <p:nvSpPr>
          <p:cNvPr id="4" name="Espace réservé du texte 3">
            <a:extLst>
              <a:ext uri="{FF2B5EF4-FFF2-40B4-BE49-F238E27FC236}">
                <a16:creationId xmlns:a16="http://schemas.microsoft.com/office/drawing/2014/main" id="{64D5DAAF-7D23-73D6-1DA9-F3CC174482D7}"/>
              </a:ext>
            </a:extLst>
          </p:cNvPr>
          <p:cNvSpPr>
            <a:spLocks noGrp="1"/>
          </p:cNvSpPr>
          <p:nvPr>
            <p:ph type="body" sz="quarter" idx="15"/>
          </p:nvPr>
        </p:nvSpPr>
        <p:spPr/>
        <p:txBody>
          <a:bodyPr/>
          <a:lstStyle/>
          <a:p>
            <a:endParaRPr lang="fr-FR" noProof="0" dirty="0"/>
          </a:p>
        </p:txBody>
      </p:sp>
      <p:sp>
        <p:nvSpPr>
          <p:cNvPr id="5" name="Ellipse 4">
            <a:extLst>
              <a:ext uri="{FF2B5EF4-FFF2-40B4-BE49-F238E27FC236}">
                <a16:creationId xmlns:a16="http://schemas.microsoft.com/office/drawing/2014/main" id="{11051F4D-6A0D-D334-51B3-9EB95C466984}"/>
              </a:ext>
            </a:extLst>
          </p:cNvPr>
          <p:cNvSpPr>
            <a:spLocks noChangeAspect="1"/>
          </p:cNvSpPr>
          <p:nvPr/>
        </p:nvSpPr>
        <p:spPr>
          <a:xfrm>
            <a:off x="6489165" y="31842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 name="Connecteur droit avec flèche 5">
            <a:extLst>
              <a:ext uri="{FF2B5EF4-FFF2-40B4-BE49-F238E27FC236}">
                <a16:creationId xmlns:a16="http://schemas.microsoft.com/office/drawing/2014/main" id="{FA4B5EEB-D7A7-3390-9117-E09BAAFD7424}"/>
              </a:ext>
            </a:extLst>
          </p:cNvPr>
          <p:cNvCxnSpPr>
            <a:cxnSpLocks/>
          </p:cNvCxnSpPr>
          <p:nvPr/>
        </p:nvCxnSpPr>
        <p:spPr>
          <a:xfrm>
            <a:off x="6633165" y="3472241"/>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3C5FB274-3755-76AD-A468-55D8562EB1D0}"/>
              </a:ext>
            </a:extLst>
          </p:cNvPr>
          <p:cNvSpPr/>
          <p:nvPr/>
        </p:nvSpPr>
        <p:spPr>
          <a:xfrm>
            <a:off x="2381280" y="286414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avec flèche 7">
            <a:extLst>
              <a:ext uri="{FF2B5EF4-FFF2-40B4-BE49-F238E27FC236}">
                <a16:creationId xmlns:a16="http://schemas.microsoft.com/office/drawing/2014/main" id="{B90DAACB-FDDC-AFFB-ED40-1BE9BC5E11B6}"/>
              </a:ext>
            </a:extLst>
          </p:cNvPr>
          <p:cNvCxnSpPr>
            <a:cxnSpLocks/>
            <a:stCxn id="7" idx="2"/>
          </p:cNvCxnSpPr>
          <p:nvPr/>
        </p:nvCxnSpPr>
        <p:spPr>
          <a:xfrm>
            <a:off x="2525280" y="3152145"/>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Ellipse 8">
            <a:extLst>
              <a:ext uri="{FF2B5EF4-FFF2-40B4-BE49-F238E27FC236}">
                <a16:creationId xmlns:a16="http://schemas.microsoft.com/office/drawing/2014/main" id="{64A6C60B-2496-ABC3-F90E-832912569ED2}"/>
              </a:ext>
            </a:extLst>
          </p:cNvPr>
          <p:cNvSpPr>
            <a:spLocks noChangeAspect="1"/>
          </p:cNvSpPr>
          <p:nvPr/>
        </p:nvSpPr>
        <p:spPr>
          <a:xfrm>
            <a:off x="6489165" y="47820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D69DAB-D4D3-A1F6-CAF3-12672A3A7E07}"/>
              </a:ext>
            </a:extLst>
          </p:cNvPr>
          <p:cNvCxnSpPr>
            <a:cxnSpLocks/>
          </p:cNvCxnSpPr>
          <p:nvPr/>
        </p:nvCxnSpPr>
        <p:spPr>
          <a:xfrm flipV="1">
            <a:off x="6633165" y="4545198"/>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2DAAF45C-A76E-D79B-A516-3206F1ECE6E3}"/>
              </a:ext>
            </a:extLst>
          </p:cNvPr>
          <p:cNvSpPr/>
          <p:nvPr/>
        </p:nvSpPr>
        <p:spPr>
          <a:xfrm>
            <a:off x="2381280" y="43905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 name="Connecteur droit avec flèche 11">
            <a:extLst>
              <a:ext uri="{FF2B5EF4-FFF2-40B4-BE49-F238E27FC236}">
                <a16:creationId xmlns:a16="http://schemas.microsoft.com/office/drawing/2014/main" id="{2A4AF98A-C464-FC5B-EFFC-5B1C6E0C0B38}"/>
              </a:ext>
            </a:extLst>
          </p:cNvPr>
          <p:cNvCxnSpPr>
            <a:cxnSpLocks/>
            <a:stCxn id="11" idx="0"/>
          </p:cNvCxnSpPr>
          <p:nvPr/>
        </p:nvCxnSpPr>
        <p:spPr>
          <a:xfrm flipV="1">
            <a:off x="2525280" y="4162711"/>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68924324-0049-9C2B-ABB9-14CAA3B5BEFC}"/>
              </a:ext>
            </a:extLst>
          </p:cNvPr>
          <p:cNvSpPr/>
          <p:nvPr/>
        </p:nvSpPr>
        <p:spPr>
          <a:xfrm>
            <a:off x="282786" y="5739873"/>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494AC71-EE46-0BB5-F3DA-7DF8B175E5CA}"/>
              </a:ext>
            </a:extLst>
          </p:cNvPr>
          <p:cNvSpPr/>
          <p:nvPr/>
        </p:nvSpPr>
        <p:spPr>
          <a:xfrm>
            <a:off x="6203429" y="3796952"/>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7" name="Groupe 16">
            <a:extLst>
              <a:ext uri="{FF2B5EF4-FFF2-40B4-BE49-F238E27FC236}">
                <a16:creationId xmlns:a16="http://schemas.microsoft.com/office/drawing/2014/main" id="{9455AECA-0DF2-5BF7-E05B-DB7EA2D25EA6}"/>
              </a:ext>
            </a:extLst>
          </p:cNvPr>
          <p:cNvGrpSpPr/>
          <p:nvPr/>
        </p:nvGrpSpPr>
        <p:grpSpPr>
          <a:xfrm>
            <a:off x="475968" y="1514102"/>
            <a:ext cx="3429376" cy="557747"/>
            <a:chOff x="5346700" y="1873408"/>
            <a:chExt cx="3429376" cy="557747"/>
          </a:xfrm>
        </p:grpSpPr>
        <p:sp>
          <p:nvSpPr>
            <p:cNvPr id="18" name="Rectangle : coins arrondis 17">
              <a:extLst>
                <a:ext uri="{FF2B5EF4-FFF2-40B4-BE49-F238E27FC236}">
                  <a16:creationId xmlns:a16="http://schemas.microsoft.com/office/drawing/2014/main" id="{CF5C88D2-909F-02E2-5560-5D0163FD48E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6763F682-CA47-1764-C5B6-D14A72E28D3D}"/>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20" name="Rectangle 19">
              <a:extLst>
                <a:ext uri="{FF2B5EF4-FFF2-40B4-BE49-F238E27FC236}">
                  <a16:creationId xmlns:a16="http://schemas.microsoft.com/office/drawing/2014/main" id="{3D5C5855-4E9E-17E0-6273-DFEF3A7A13A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7C933098-FB5E-A9F4-AE03-6DDBF25E5A69}"/>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320F0411-A009-8529-0335-E378B3A771F9}"/>
              </a:ext>
            </a:extLst>
          </p:cNvPr>
          <p:cNvGrpSpPr/>
          <p:nvPr/>
        </p:nvGrpSpPr>
        <p:grpSpPr>
          <a:xfrm>
            <a:off x="5963120" y="1728735"/>
            <a:ext cx="3429375" cy="360000"/>
            <a:chOff x="1076957" y="5514260"/>
            <a:chExt cx="3429375" cy="360000"/>
          </a:xfrm>
        </p:grpSpPr>
        <p:sp>
          <p:nvSpPr>
            <p:cNvPr id="23" name="Rectangle : coins arrondis 22">
              <a:extLst>
                <a:ext uri="{FF2B5EF4-FFF2-40B4-BE49-F238E27FC236}">
                  <a16:creationId xmlns:a16="http://schemas.microsoft.com/office/drawing/2014/main" id="{E81C3A33-1654-4A14-D501-1E67428DF2D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108F6E14-4D77-E97E-B78F-675D9421E58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25" name="Connecteur droit 24">
              <a:extLst>
                <a:ext uri="{FF2B5EF4-FFF2-40B4-BE49-F238E27FC236}">
                  <a16:creationId xmlns:a16="http://schemas.microsoft.com/office/drawing/2014/main" id="{A7F60790-227B-34BF-C567-C6A49C74EEC2}"/>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D983F84C-A427-C03D-C27B-3B7744CC460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27" name="Groupe 26">
            <a:extLst>
              <a:ext uri="{FF2B5EF4-FFF2-40B4-BE49-F238E27FC236}">
                <a16:creationId xmlns:a16="http://schemas.microsoft.com/office/drawing/2014/main" id="{C6459926-247D-8C49-2C86-BA0E289F094A}"/>
              </a:ext>
            </a:extLst>
          </p:cNvPr>
          <p:cNvGrpSpPr/>
          <p:nvPr/>
        </p:nvGrpSpPr>
        <p:grpSpPr>
          <a:xfrm>
            <a:off x="4816393" y="2472175"/>
            <a:ext cx="3429376" cy="360000"/>
            <a:chOff x="1076957" y="5514260"/>
            <a:chExt cx="3429376" cy="360000"/>
          </a:xfrm>
        </p:grpSpPr>
        <p:sp>
          <p:nvSpPr>
            <p:cNvPr id="28" name="Rectangle : coins arrondis 27">
              <a:extLst>
                <a:ext uri="{FF2B5EF4-FFF2-40B4-BE49-F238E27FC236}">
                  <a16:creationId xmlns:a16="http://schemas.microsoft.com/office/drawing/2014/main" id="{3BC911D8-C05A-95E6-15DD-ABE34DFDE0E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626CC530-8996-3105-4179-F246CEA2517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30" name="Connecteur droit 29">
              <a:extLst>
                <a:ext uri="{FF2B5EF4-FFF2-40B4-BE49-F238E27FC236}">
                  <a16:creationId xmlns:a16="http://schemas.microsoft.com/office/drawing/2014/main" id="{5EF3888A-ED45-ED6B-6099-F27C7CD125F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1" name="Ellipse 30">
              <a:extLst>
                <a:ext uri="{FF2B5EF4-FFF2-40B4-BE49-F238E27FC236}">
                  <a16:creationId xmlns:a16="http://schemas.microsoft.com/office/drawing/2014/main" id="{386E84AF-7FBD-9898-5AA7-72E03815BBD6}"/>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32" name="Groupe 31">
            <a:extLst>
              <a:ext uri="{FF2B5EF4-FFF2-40B4-BE49-F238E27FC236}">
                <a16:creationId xmlns:a16="http://schemas.microsoft.com/office/drawing/2014/main" id="{EFBEF520-F49A-A32B-984B-1FF2D942CB1A}"/>
              </a:ext>
            </a:extLst>
          </p:cNvPr>
          <p:cNvGrpSpPr/>
          <p:nvPr/>
        </p:nvGrpSpPr>
        <p:grpSpPr>
          <a:xfrm>
            <a:off x="384052" y="3728771"/>
            <a:ext cx="3429376" cy="360000"/>
            <a:chOff x="5346700" y="1891328"/>
            <a:chExt cx="3429376" cy="360000"/>
          </a:xfrm>
        </p:grpSpPr>
        <p:sp>
          <p:nvSpPr>
            <p:cNvPr id="33" name="Rectangle : coins arrondis 32">
              <a:extLst>
                <a:ext uri="{FF2B5EF4-FFF2-40B4-BE49-F238E27FC236}">
                  <a16:creationId xmlns:a16="http://schemas.microsoft.com/office/drawing/2014/main" id="{6B552DD8-DF95-A7B3-6FA8-617B95FDB1D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42A71DC4-109A-68D2-E790-A5216A8B08A0}"/>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35" name="Rectangle 34">
              <a:extLst>
                <a:ext uri="{FF2B5EF4-FFF2-40B4-BE49-F238E27FC236}">
                  <a16:creationId xmlns:a16="http://schemas.microsoft.com/office/drawing/2014/main" id="{3CDE36D6-4D64-C7E9-44A0-8D17E9FF739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6" name="Connecteur droit 35">
              <a:extLst>
                <a:ext uri="{FF2B5EF4-FFF2-40B4-BE49-F238E27FC236}">
                  <a16:creationId xmlns:a16="http://schemas.microsoft.com/office/drawing/2014/main" id="{CFDF1F0B-B989-3247-8CE1-98268630215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C0146193-C255-C7D2-2B0C-E18F97F719D4}"/>
              </a:ext>
            </a:extLst>
          </p:cNvPr>
          <p:cNvSpPr/>
          <p:nvPr/>
        </p:nvSpPr>
        <p:spPr>
          <a:xfrm>
            <a:off x="10116186" y="1544052"/>
            <a:ext cx="1537730" cy="1133259"/>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8" name="Groupe 37">
            <a:extLst>
              <a:ext uri="{FF2B5EF4-FFF2-40B4-BE49-F238E27FC236}">
                <a16:creationId xmlns:a16="http://schemas.microsoft.com/office/drawing/2014/main" id="{6343C528-B81F-E8E7-39AC-0E07CC75684A}"/>
              </a:ext>
            </a:extLst>
          </p:cNvPr>
          <p:cNvGrpSpPr/>
          <p:nvPr/>
        </p:nvGrpSpPr>
        <p:grpSpPr>
          <a:xfrm>
            <a:off x="8364715" y="2922317"/>
            <a:ext cx="3429376" cy="557747"/>
            <a:chOff x="5346700" y="1873408"/>
            <a:chExt cx="3429376" cy="557747"/>
          </a:xfrm>
        </p:grpSpPr>
        <p:sp>
          <p:nvSpPr>
            <p:cNvPr id="39" name="Rectangle : coins arrondis 38">
              <a:extLst>
                <a:ext uri="{FF2B5EF4-FFF2-40B4-BE49-F238E27FC236}">
                  <a16:creationId xmlns:a16="http://schemas.microsoft.com/office/drawing/2014/main" id="{6CD01B13-7CEF-BFDA-5E6E-11136214E23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0" name="Rectangle : coins arrondis 39">
              <a:extLst>
                <a:ext uri="{FF2B5EF4-FFF2-40B4-BE49-F238E27FC236}">
                  <a16:creationId xmlns:a16="http://schemas.microsoft.com/office/drawing/2014/main" id="{1F085E18-CC39-1132-C5E1-B6990C484C1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41" name="Rectangle : coins arrondis 40">
              <a:extLst>
                <a:ext uri="{FF2B5EF4-FFF2-40B4-BE49-F238E27FC236}">
                  <a16:creationId xmlns:a16="http://schemas.microsoft.com/office/drawing/2014/main" id="{5DF39522-BDD2-B4D4-C2DC-70C11F5EB2B5}"/>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41">
              <a:extLst>
                <a:ext uri="{FF2B5EF4-FFF2-40B4-BE49-F238E27FC236}">
                  <a16:creationId xmlns:a16="http://schemas.microsoft.com/office/drawing/2014/main" id="{6BFFA638-74A4-A9FA-4F83-C8AF9DAC674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43" name="Rectangle : coins arrondis 42">
            <a:extLst>
              <a:ext uri="{FF2B5EF4-FFF2-40B4-BE49-F238E27FC236}">
                <a16:creationId xmlns:a16="http://schemas.microsoft.com/office/drawing/2014/main" id="{D668B408-FDD0-EA65-D1D7-2CFA832411B6}"/>
              </a:ext>
            </a:extLst>
          </p:cNvPr>
          <p:cNvSpPr>
            <a:spLocks noChangeAspect="1"/>
          </p:cNvSpPr>
          <p:nvPr/>
        </p:nvSpPr>
        <p:spPr>
          <a:xfrm>
            <a:off x="9918540" y="365824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44" name="Ellipse 43">
            <a:extLst>
              <a:ext uri="{FF2B5EF4-FFF2-40B4-BE49-F238E27FC236}">
                <a16:creationId xmlns:a16="http://schemas.microsoft.com/office/drawing/2014/main" id="{2B0A1FD4-3C05-A998-FA53-4CDAFFB11855}"/>
              </a:ext>
            </a:extLst>
          </p:cNvPr>
          <p:cNvSpPr>
            <a:spLocks noChangeAspect="1"/>
          </p:cNvSpPr>
          <p:nvPr/>
        </p:nvSpPr>
        <p:spPr>
          <a:xfrm>
            <a:off x="6641565" y="3336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5" name="Connecteur droit avec flèche 44">
            <a:extLst>
              <a:ext uri="{FF2B5EF4-FFF2-40B4-BE49-F238E27FC236}">
                <a16:creationId xmlns:a16="http://schemas.microsoft.com/office/drawing/2014/main" id="{F504901D-CE6D-BD6E-3E94-A1DA97043201}"/>
              </a:ext>
            </a:extLst>
          </p:cNvPr>
          <p:cNvCxnSpPr>
            <a:cxnSpLocks/>
            <a:stCxn id="44" idx="6"/>
          </p:cNvCxnSpPr>
          <p:nvPr/>
        </p:nvCxnSpPr>
        <p:spPr>
          <a:xfrm>
            <a:off x="6929565" y="3480641"/>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19BEF8C3-7B65-8E9C-8887-3A6670000669}"/>
              </a:ext>
            </a:extLst>
          </p:cNvPr>
          <p:cNvSpPr>
            <a:spLocks noChangeAspect="1"/>
          </p:cNvSpPr>
          <p:nvPr/>
        </p:nvSpPr>
        <p:spPr>
          <a:xfrm>
            <a:off x="7858255" y="3480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38258F41-C183-32AB-47F4-414CF7AFFAC8}"/>
              </a:ext>
            </a:extLst>
          </p:cNvPr>
          <p:cNvCxnSpPr>
            <a:cxnSpLocks/>
            <a:stCxn id="46" idx="2"/>
          </p:cNvCxnSpPr>
          <p:nvPr/>
        </p:nvCxnSpPr>
        <p:spPr>
          <a:xfrm flipH="1">
            <a:off x="7367702" y="3624641"/>
            <a:ext cx="4905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8AB5BAD2-A1EC-0268-9BD8-CD36B9B634CE}"/>
              </a:ext>
            </a:extLst>
          </p:cNvPr>
          <p:cNvSpPr/>
          <p:nvPr/>
        </p:nvSpPr>
        <p:spPr>
          <a:xfrm>
            <a:off x="2847352" y="247933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7" name="Connecteur droit avec flèche 76">
            <a:extLst>
              <a:ext uri="{FF2B5EF4-FFF2-40B4-BE49-F238E27FC236}">
                <a16:creationId xmlns:a16="http://schemas.microsoft.com/office/drawing/2014/main" id="{1CC83919-0D52-9A38-C07E-AD7B8D6D7E49}"/>
              </a:ext>
            </a:extLst>
          </p:cNvPr>
          <p:cNvCxnSpPr>
            <a:cxnSpLocks/>
            <a:stCxn id="76" idx="3"/>
          </p:cNvCxnSpPr>
          <p:nvPr/>
        </p:nvCxnSpPr>
        <p:spPr>
          <a:xfrm>
            <a:off x="3135352" y="2623338"/>
            <a:ext cx="337156"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0" name="Rectangle 79">
            <a:extLst>
              <a:ext uri="{FF2B5EF4-FFF2-40B4-BE49-F238E27FC236}">
                <a16:creationId xmlns:a16="http://schemas.microsoft.com/office/drawing/2014/main" id="{5758C392-24DA-3D73-8146-9878BC05DEB1}"/>
              </a:ext>
            </a:extLst>
          </p:cNvPr>
          <p:cNvSpPr/>
          <p:nvPr/>
        </p:nvSpPr>
        <p:spPr>
          <a:xfrm>
            <a:off x="1915252" y="264285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1" name="Connecteur droit avec flèche 80">
            <a:extLst>
              <a:ext uri="{FF2B5EF4-FFF2-40B4-BE49-F238E27FC236}">
                <a16:creationId xmlns:a16="http://schemas.microsoft.com/office/drawing/2014/main" id="{1AB0A805-7450-8797-4EC0-FC3A58F01415}"/>
              </a:ext>
            </a:extLst>
          </p:cNvPr>
          <p:cNvCxnSpPr>
            <a:cxnSpLocks/>
            <a:stCxn id="80" idx="1"/>
          </p:cNvCxnSpPr>
          <p:nvPr/>
        </p:nvCxnSpPr>
        <p:spPr>
          <a:xfrm flipH="1">
            <a:off x="1542314" y="2786854"/>
            <a:ext cx="37293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8" name="Groupe 87">
            <a:extLst>
              <a:ext uri="{FF2B5EF4-FFF2-40B4-BE49-F238E27FC236}">
                <a16:creationId xmlns:a16="http://schemas.microsoft.com/office/drawing/2014/main" id="{AFE0E163-BC25-9377-E3CD-5B5E4DD617E4}"/>
              </a:ext>
            </a:extLst>
          </p:cNvPr>
          <p:cNvGrpSpPr/>
          <p:nvPr/>
        </p:nvGrpSpPr>
        <p:grpSpPr>
          <a:xfrm>
            <a:off x="3547273" y="5827044"/>
            <a:ext cx="3429376" cy="649675"/>
            <a:chOff x="6718452" y="1721155"/>
            <a:chExt cx="3429376" cy="649675"/>
          </a:xfrm>
        </p:grpSpPr>
        <p:grpSp>
          <p:nvGrpSpPr>
            <p:cNvPr id="89" name="Groupe 88">
              <a:extLst>
                <a:ext uri="{FF2B5EF4-FFF2-40B4-BE49-F238E27FC236}">
                  <a16:creationId xmlns:a16="http://schemas.microsoft.com/office/drawing/2014/main" id="{BFB6809B-C252-1C7E-9998-938E205CBF04}"/>
                </a:ext>
              </a:extLst>
            </p:cNvPr>
            <p:cNvGrpSpPr/>
            <p:nvPr/>
          </p:nvGrpSpPr>
          <p:grpSpPr>
            <a:xfrm>
              <a:off x="6718452" y="1721155"/>
              <a:ext cx="3429376" cy="649675"/>
              <a:chOff x="5346700" y="1875080"/>
              <a:chExt cx="3429376" cy="649675"/>
            </a:xfrm>
          </p:grpSpPr>
          <p:sp>
            <p:nvSpPr>
              <p:cNvPr id="91" name="Rectangle : coins arrondis 90">
                <a:extLst>
                  <a:ext uri="{FF2B5EF4-FFF2-40B4-BE49-F238E27FC236}">
                    <a16:creationId xmlns:a16="http://schemas.microsoft.com/office/drawing/2014/main" id="{D068E3AF-FCDD-C562-DB0A-D4F1A07B3F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4EDFD398-1205-C9FA-0E88-DA7C5E5D031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93" name="Connecteur droit 92">
                <a:extLst>
                  <a:ext uri="{FF2B5EF4-FFF2-40B4-BE49-F238E27FC236}">
                    <a16:creationId xmlns:a16="http://schemas.microsoft.com/office/drawing/2014/main" id="{BF098701-DC5B-A2B0-DA50-F7F7895577B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D5685D7A-BA14-3FFB-67B4-612A623983EF}"/>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98" name="Groupe 97">
            <a:extLst>
              <a:ext uri="{FF2B5EF4-FFF2-40B4-BE49-F238E27FC236}">
                <a16:creationId xmlns:a16="http://schemas.microsoft.com/office/drawing/2014/main" id="{AECFF634-1B2B-0B42-5967-EDCF2F2FEEA0}"/>
              </a:ext>
            </a:extLst>
          </p:cNvPr>
          <p:cNvGrpSpPr/>
          <p:nvPr/>
        </p:nvGrpSpPr>
        <p:grpSpPr>
          <a:xfrm>
            <a:off x="8312154" y="4934125"/>
            <a:ext cx="3429376" cy="649675"/>
            <a:chOff x="6718452" y="1721155"/>
            <a:chExt cx="3429376" cy="649675"/>
          </a:xfrm>
        </p:grpSpPr>
        <p:grpSp>
          <p:nvGrpSpPr>
            <p:cNvPr id="99" name="Groupe 98">
              <a:extLst>
                <a:ext uri="{FF2B5EF4-FFF2-40B4-BE49-F238E27FC236}">
                  <a16:creationId xmlns:a16="http://schemas.microsoft.com/office/drawing/2014/main" id="{EBF55130-85E6-1E7C-C585-B61C195BD47C}"/>
                </a:ext>
              </a:extLst>
            </p:cNvPr>
            <p:cNvGrpSpPr/>
            <p:nvPr/>
          </p:nvGrpSpPr>
          <p:grpSpPr>
            <a:xfrm>
              <a:off x="6718452" y="1721155"/>
              <a:ext cx="3429376" cy="649675"/>
              <a:chOff x="5346700" y="1875080"/>
              <a:chExt cx="3429376" cy="649675"/>
            </a:xfrm>
          </p:grpSpPr>
          <p:sp>
            <p:nvSpPr>
              <p:cNvPr id="101" name="Rectangle : coins arrondis 100">
                <a:extLst>
                  <a:ext uri="{FF2B5EF4-FFF2-40B4-BE49-F238E27FC236}">
                    <a16:creationId xmlns:a16="http://schemas.microsoft.com/office/drawing/2014/main" id="{0F781E1C-9E03-224C-4488-895DC1FE0A5E}"/>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D39F302E-449D-ED60-C26C-BE09CF3C60DF}"/>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 (actif si cochée).</a:t>
                </a:r>
              </a:p>
            </p:txBody>
          </p:sp>
          <p:cxnSp>
            <p:nvCxnSpPr>
              <p:cNvPr id="103" name="Connecteur droit 102">
                <a:extLst>
                  <a:ext uri="{FF2B5EF4-FFF2-40B4-BE49-F238E27FC236}">
                    <a16:creationId xmlns:a16="http://schemas.microsoft.com/office/drawing/2014/main" id="{E4244715-B2D0-2D95-ACDA-2986311BF7C8}"/>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B628F40D-2C37-B35B-5715-400D052FA30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04" name="Groupe 103">
            <a:extLst>
              <a:ext uri="{FF2B5EF4-FFF2-40B4-BE49-F238E27FC236}">
                <a16:creationId xmlns:a16="http://schemas.microsoft.com/office/drawing/2014/main" id="{BA0681A4-72E2-2621-120B-1BA81402AC04}"/>
              </a:ext>
            </a:extLst>
          </p:cNvPr>
          <p:cNvGrpSpPr/>
          <p:nvPr/>
        </p:nvGrpSpPr>
        <p:grpSpPr>
          <a:xfrm>
            <a:off x="898952" y="5258208"/>
            <a:ext cx="3429375" cy="360000"/>
            <a:chOff x="1076957" y="5514260"/>
            <a:chExt cx="3429375" cy="360000"/>
          </a:xfrm>
        </p:grpSpPr>
        <p:sp>
          <p:nvSpPr>
            <p:cNvPr id="105" name="Rectangle : coins arrondis 104">
              <a:extLst>
                <a:ext uri="{FF2B5EF4-FFF2-40B4-BE49-F238E27FC236}">
                  <a16:creationId xmlns:a16="http://schemas.microsoft.com/office/drawing/2014/main" id="{DB2FF171-AD7F-2131-D79E-DB25D4E7B79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F8993105-CEAD-BB56-4B69-D6362C13BA7B}"/>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107" name="Connecteur droit 106">
              <a:extLst>
                <a:ext uri="{FF2B5EF4-FFF2-40B4-BE49-F238E27FC236}">
                  <a16:creationId xmlns:a16="http://schemas.microsoft.com/office/drawing/2014/main" id="{67DCDEFB-1405-DC6C-6BD5-947D92983C1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08" name="Ellipse 107">
              <a:extLst>
                <a:ext uri="{FF2B5EF4-FFF2-40B4-BE49-F238E27FC236}">
                  <a16:creationId xmlns:a16="http://schemas.microsoft.com/office/drawing/2014/main" id="{61277776-94AA-4376-CF6A-1F26616DA06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109" name="Groupe 108">
            <a:extLst>
              <a:ext uri="{FF2B5EF4-FFF2-40B4-BE49-F238E27FC236}">
                <a16:creationId xmlns:a16="http://schemas.microsoft.com/office/drawing/2014/main" id="{074CCE90-A6E4-09A0-5650-CD849A3B0FB4}"/>
              </a:ext>
            </a:extLst>
          </p:cNvPr>
          <p:cNvGrpSpPr/>
          <p:nvPr/>
        </p:nvGrpSpPr>
        <p:grpSpPr>
          <a:xfrm>
            <a:off x="4549403" y="5060017"/>
            <a:ext cx="3429376" cy="557747"/>
            <a:chOff x="6718452" y="1719483"/>
            <a:chExt cx="3429376" cy="557747"/>
          </a:xfrm>
        </p:grpSpPr>
        <p:grpSp>
          <p:nvGrpSpPr>
            <p:cNvPr id="110" name="Groupe 109">
              <a:extLst>
                <a:ext uri="{FF2B5EF4-FFF2-40B4-BE49-F238E27FC236}">
                  <a16:creationId xmlns:a16="http://schemas.microsoft.com/office/drawing/2014/main" id="{6E1D5567-BFA1-EB53-AC89-D1B47D2056C2}"/>
                </a:ext>
              </a:extLst>
            </p:cNvPr>
            <p:cNvGrpSpPr/>
            <p:nvPr/>
          </p:nvGrpSpPr>
          <p:grpSpPr>
            <a:xfrm>
              <a:off x="6718452" y="1719483"/>
              <a:ext cx="3429376" cy="557747"/>
              <a:chOff x="5346700" y="1873408"/>
              <a:chExt cx="3429376" cy="557747"/>
            </a:xfrm>
          </p:grpSpPr>
          <p:sp>
            <p:nvSpPr>
              <p:cNvPr id="112" name="Rectangle : coins arrondis 111">
                <a:extLst>
                  <a:ext uri="{FF2B5EF4-FFF2-40B4-BE49-F238E27FC236}">
                    <a16:creationId xmlns:a16="http://schemas.microsoft.com/office/drawing/2014/main" id="{8553B96B-C284-525C-5B23-474AC0502B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5B1DDBAB-81C7-A76F-333A-CEE39192EB9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114" name="Connecteur droit 113">
                <a:extLst>
                  <a:ext uri="{FF2B5EF4-FFF2-40B4-BE49-F238E27FC236}">
                    <a16:creationId xmlns:a16="http://schemas.microsoft.com/office/drawing/2014/main" id="{33697F6A-8903-286A-C091-2F319FC48CB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1" name="Ellipse 110">
              <a:extLst>
                <a:ext uri="{FF2B5EF4-FFF2-40B4-BE49-F238E27FC236}">
                  <a16:creationId xmlns:a16="http://schemas.microsoft.com/office/drawing/2014/main" id="{99A7E89D-317E-25EA-4A54-A02AED8A27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89" name="Rectangle : coins arrondis 188">
            <a:extLst>
              <a:ext uri="{FF2B5EF4-FFF2-40B4-BE49-F238E27FC236}">
                <a16:creationId xmlns:a16="http://schemas.microsoft.com/office/drawing/2014/main" id="{2A6BB51E-BBC8-33ED-3E9F-A9B59192A8BD}"/>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0" name="Rectangle : coins arrondis 189">
            <a:extLst>
              <a:ext uri="{FF2B5EF4-FFF2-40B4-BE49-F238E27FC236}">
                <a16:creationId xmlns:a16="http://schemas.microsoft.com/office/drawing/2014/main" id="{46782509-B14E-D1A7-4C72-33999654D509}"/>
              </a:ext>
            </a:extLst>
          </p:cNvPr>
          <p:cNvSpPr/>
          <p:nvPr/>
        </p:nvSpPr>
        <p:spPr>
          <a:xfrm>
            <a:off x="4911129" y="-1102201"/>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Ecran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2" name="Connecteur droit 191">
            <a:extLst>
              <a:ext uri="{FF2B5EF4-FFF2-40B4-BE49-F238E27FC236}">
                <a16:creationId xmlns:a16="http://schemas.microsoft.com/office/drawing/2014/main" id="{CE657D12-AEA5-7FB4-41DA-405FFCE2551A}"/>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83" name="Image 182">
            <a:extLst>
              <a:ext uri="{FF2B5EF4-FFF2-40B4-BE49-F238E27FC236}">
                <a16:creationId xmlns:a16="http://schemas.microsoft.com/office/drawing/2014/main" id="{D6F51DA0-DE02-67EB-038C-C71541399D57}"/>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115" name="Groupe 114">
            <a:extLst>
              <a:ext uri="{FF2B5EF4-FFF2-40B4-BE49-F238E27FC236}">
                <a16:creationId xmlns:a16="http://schemas.microsoft.com/office/drawing/2014/main" id="{20F03561-8328-3A2A-310A-D671132D3993}"/>
              </a:ext>
            </a:extLst>
          </p:cNvPr>
          <p:cNvGrpSpPr/>
          <p:nvPr/>
        </p:nvGrpSpPr>
        <p:grpSpPr>
          <a:xfrm>
            <a:off x="4093553" y="1665709"/>
            <a:ext cx="1939627" cy="3599922"/>
            <a:chOff x="5130203" y="401858"/>
            <a:chExt cx="412233" cy="3599922"/>
          </a:xfrm>
        </p:grpSpPr>
        <p:sp>
          <p:nvSpPr>
            <p:cNvPr id="116" name="Rectangle : coins arrondis 115">
              <a:extLst>
                <a:ext uri="{FF2B5EF4-FFF2-40B4-BE49-F238E27FC236}">
                  <a16:creationId xmlns:a16="http://schemas.microsoft.com/office/drawing/2014/main" id="{A124B6AB-4A36-7DCD-0DA9-C719E4E65CEF}"/>
                </a:ext>
              </a:extLst>
            </p:cNvPr>
            <p:cNvSpPr/>
            <p:nvPr/>
          </p:nvSpPr>
          <p:spPr>
            <a:xfrm>
              <a:off x="5130205" y="401858"/>
              <a:ext cx="412231" cy="3599922"/>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17" name="Connecteur droit 116">
              <a:extLst>
                <a:ext uri="{FF2B5EF4-FFF2-40B4-BE49-F238E27FC236}">
                  <a16:creationId xmlns:a16="http://schemas.microsoft.com/office/drawing/2014/main" id="{A76CC9F7-D2CB-FE51-E8BC-329F1CBBA3B7}"/>
                </a:ext>
              </a:extLst>
            </p:cNvPr>
            <p:cNvCxnSpPr>
              <a:cxnSpLocks/>
            </p:cNvCxnSpPr>
            <p:nvPr/>
          </p:nvCxnSpPr>
          <p:spPr>
            <a:xfrm>
              <a:off x="5130203" y="401858"/>
              <a:ext cx="0" cy="35999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8" name="Groupe 117">
            <a:extLst>
              <a:ext uri="{FF2B5EF4-FFF2-40B4-BE49-F238E27FC236}">
                <a16:creationId xmlns:a16="http://schemas.microsoft.com/office/drawing/2014/main" id="{EEDB30CF-2796-19AD-B525-2BF2D3D1D6A0}"/>
              </a:ext>
            </a:extLst>
          </p:cNvPr>
          <p:cNvGrpSpPr/>
          <p:nvPr/>
        </p:nvGrpSpPr>
        <p:grpSpPr>
          <a:xfrm>
            <a:off x="3575305" y="2640531"/>
            <a:ext cx="2285481" cy="2448285"/>
            <a:chOff x="3575305" y="2640531"/>
            <a:chExt cx="2285481" cy="2448285"/>
          </a:xfrm>
        </p:grpSpPr>
        <p:sp>
          <p:nvSpPr>
            <p:cNvPr id="119" name="Rectangle 118">
              <a:extLst>
                <a:ext uri="{FF2B5EF4-FFF2-40B4-BE49-F238E27FC236}">
                  <a16:creationId xmlns:a16="http://schemas.microsoft.com/office/drawing/2014/main" id="{5844DBB2-6EDB-A4FC-008E-5C2EF35BB4EA}"/>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20" name="Image 119">
              <a:extLst>
                <a:ext uri="{FF2B5EF4-FFF2-40B4-BE49-F238E27FC236}">
                  <a16:creationId xmlns:a16="http://schemas.microsoft.com/office/drawing/2014/main" id="{F702FD18-4D29-E6F4-B3E4-11A108A80DC4}"/>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122" name="Rectangle 121">
              <a:extLst>
                <a:ext uri="{FF2B5EF4-FFF2-40B4-BE49-F238E27FC236}">
                  <a16:creationId xmlns:a16="http://schemas.microsoft.com/office/drawing/2014/main" id="{90D162C7-92E6-39C3-C2CD-45E4AE2CB24E}"/>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3" name="Rectangle 122">
              <a:extLst>
                <a:ext uri="{FF2B5EF4-FFF2-40B4-BE49-F238E27FC236}">
                  <a16:creationId xmlns:a16="http://schemas.microsoft.com/office/drawing/2014/main" id="{237709F7-677F-C313-1C9C-BAAB1D216B4A}"/>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4" name="Rectangle 123">
              <a:extLst>
                <a:ext uri="{FF2B5EF4-FFF2-40B4-BE49-F238E27FC236}">
                  <a16:creationId xmlns:a16="http://schemas.microsoft.com/office/drawing/2014/main" id="{4BBC3410-A090-6C5C-1CBC-9FD22D75D492}"/>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5" name="Rectangle 124">
              <a:extLst>
                <a:ext uri="{FF2B5EF4-FFF2-40B4-BE49-F238E27FC236}">
                  <a16:creationId xmlns:a16="http://schemas.microsoft.com/office/drawing/2014/main" id="{6C4FE5D3-A811-6C3B-30BB-3CC454572625}"/>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6" name="Rectangle 125">
              <a:extLst>
                <a:ext uri="{FF2B5EF4-FFF2-40B4-BE49-F238E27FC236}">
                  <a16:creationId xmlns:a16="http://schemas.microsoft.com/office/drawing/2014/main" id="{C944B2A0-45CD-2FDD-1E4B-294C27E5F97D}"/>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7" name="Rectangle 126">
              <a:extLst>
                <a:ext uri="{FF2B5EF4-FFF2-40B4-BE49-F238E27FC236}">
                  <a16:creationId xmlns:a16="http://schemas.microsoft.com/office/drawing/2014/main" id="{7DB85D57-6069-5EC4-9F66-8BE1593DA885}"/>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8" name="Rectangle 127">
              <a:extLst>
                <a:ext uri="{FF2B5EF4-FFF2-40B4-BE49-F238E27FC236}">
                  <a16:creationId xmlns:a16="http://schemas.microsoft.com/office/drawing/2014/main" id="{95D8C4FF-ADCF-4DFB-7DD4-123C7E08CB51}"/>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9" name="Rectangle 128">
              <a:extLst>
                <a:ext uri="{FF2B5EF4-FFF2-40B4-BE49-F238E27FC236}">
                  <a16:creationId xmlns:a16="http://schemas.microsoft.com/office/drawing/2014/main" id="{FEF594FA-8C73-AFFE-0D39-9D8A84F1E1A6}"/>
                </a:ext>
              </a:extLst>
            </p:cNvPr>
            <p:cNvSpPr/>
            <p:nvPr/>
          </p:nvSpPr>
          <p:spPr>
            <a:xfrm>
              <a:off x="3575305" y="40068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0" name="Connecteur droit avec flèche 129">
              <a:extLst>
                <a:ext uri="{FF2B5EF4-FFF2-40B4-BE49-F238E27FC236}">
                  <a16:creationId xmlns:a16="http://schemas.microsoft.com/office/drawing/2014/main" id="{BEAD253B-F71F-EFAD-678B-077DE65EDC91}"/>
                </a:ext>
              </a:extLst>
            </p:cNvPr>
            <p:cNvCxnSpPr>
              <a:cxnSpLocks/>
              <a:stCxn id="129" idx="3"/>
              <a:endCxn id="124" idx="1"/>
            </p:cNvCxnSpPr>
            <p:nvPr/>
          </p:nvCxnSpPr>
          <p:spPr>
            <a:xfrm>
              <a:off x="3863305" y="4150819"/>
              <a:ext cx="612069" cy="1368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Rectangle : coins arrondis 130">
              <a:extLst>
                <a:ext uri="{FF2B5EF4-FFF2-40B4-BE49-F238E27FC236}">
                  <a16:creationId xmlns:a16="http://schemas.microsoft.com/office/drawing/2014/main" id="{57361540-4C19-825C-9EBD-F4A6ED23049B}"/>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2" name="Connecteur droit avec flèche 131">
              <a:extLst>
                <a:ext uri="{FF2B5EF4-FFF2-40B4-BE49-F238E27FC236}">
                  <a16:creationId xmlns:a16="http://schemas.microsoft.com/office/drawing/2014/main" id="{C516884D-F1A1-3589-7AD1-271C8576EA4D}"/>
                </a:ext>
              </a:extLst>
            </p:cNvPr>
            <p:cNvCxnSpPr>
              <a:cxnSpLocks/>
              <a:stCxn id="131" idx="3"/>
              <a:endCxn id="125"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3" name="Rectangle : coins arrondis 132">
              <a:extLst>
                <a:ext uri="{FF2B5EF4-FFF2-40B4-BE49-F238E27FC236}">
                  <a16:creationId xmlns:a16="http://schemas.microsoft.com/office/drawing/2014/main" id="{DFBE0FBE-5C7E-A03C-3053-358CE62BA33A}"/>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4" name="Connecteur droit avec flèche 133">
              <a:extLst>
                <a:ext uri="{FF2B5EF4-FFF2-40B4-BE49-F238E27FC236}">
                  <a16:creationId xmlns:a16="http://schemas.microsoft.com/office/drawing/2014/main" id="{76314635-06EA-38C6-BC94-634A7073E032}"/>
                </a:ext>
              </a:extLst>
            </p:cNvPr>
            <p:cNvCxnSpPr>
              <a:cxnSpLocks/>
              <a:stCxn id="133" idx="3"/>
              <a:endCxn id="126"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5" name="Rectangle : coins arrondis 134">
              <a:extLst>
                <a:ext uri="{FF2B5EF4-FFF2-40B4-BE49-F238E27FC236}">
                  <a16:creationId xmlns:a16="http://schemas.microsoft.com/office/drawing/2014/main" id="{D6F3EDC9-7E53-2A70-5987-D5371D646077}"/>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6" name="Connecteur droit avec flèche 135">
              <a:extLst>
                <a:ext uri="{FF2B5EF4-FFF2-40B4-BE49-F238E27FC236}">
                  <a16:creationId xmlns:a16="http://schemas.microsoft.com/office/drawing/2014/main" id="{61964FF1-DBB1-51C9-522A-B791CFD2CC4A}"/>
                </a:ext>
              </a:extLst>
            </p:cNvPr>
            <p:cNvCxnSpPr>
              <a:cxnSpLocks/>
              <a:stCxn id="135" idx="3"/>
              <a:endCxn id="127"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7" name="Rectangle : coins arrondis 136">
              <a:extLst>
                <a:ext uri="{FF2B5EF4-FFF2-40B4-BE49-F238E27FC236}">
                  <a16:creationId xmlns:a16="http://schemas.microsoft.com/office/drawing/2014/main" id="{37D34F8F-18BB-5549-6E4B-D36E31AE1CCD}"/>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8" name="Connecteur droit avec flèche 137">
              <a:extLst>
                <a:ext uri="{FF2B5EF4-FFF2-40B4-BE49-F238E27FC236}">
                  <a16:creationId xmlns:a16="http://schemas.microsoft.com/office/drawing/2014/main" id="{F2CB125E-ED30-BE0F-700B-8F922DDB7AF1}"/>
                </a:ext>
              </a:extLst>
            </p:cNvPr>
            <p:cNvCxnSpPr>
              <a:cxnSpLocks/>
              <a:stCxn id="137" idx="3"/>
              <a:endCxn id="128"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0" name="Ellipse 139">
              <a:extLst>
                <a:ext uri="{FF2B5EF4-FFF2-40B4-BE49-F238E27FC236}">
                  <a16:creationId xmlns:a16="http://schemas.microsoft.com/office/drawing/2014/main" id="{DF8829D3-F2B5-3588-15CD-C0BEB658A9AA}"/>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41" name="Connecteur droit avec flèche 140">
              <a:extLst>
                <a:ext uri="{FF2B5EF4-FFF2-40B4-BE49-F238E27FC236}">
                  <a16:creationId xmlns:a16="http://schemas.microsoft.com/office/drawing/2014/main" id="{BA27B820-2EC9-C441-8E99-9057B66D1F4E}"/>
                </a:ext>
              </a:extLst>
            </p:cNvPr>
            <p:cNvCxnSpPr>
              <a:cxnSpLocks/>
              <a:stCxn id="140" idx="6"/>
              <a:endCxn id="122"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F4CA0779-D685-15AB-63A9-884AAC497B9F}"/>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E2B6BFB8-D801-898B-3851-BD856632DDD4}"/>
                </a:ext>
              </a:extLst>
            </p:cNvPr>
            <p:cNvCxnSpPr>
              <a:cxnSpLocks/>
              <a:stCxn id="142" idx="6"/>
              <a:endCxn id="123"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144" name="Rectangle 143">
            <a:extLst>
              <a:ext uri="{FF2B5EF4-FFF2-40B4-BE49-F238E27FC236}">
                <a16:creationId xmlns:a16="http://schemas.microsoft.com/office/drawing/2014/main" id="{4A26E32C-7363-94AB-CF6C-E8490D61727F}"/>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5" name="Rectangle 144">
            <a:extLst>
              <a:ext uri="{FF2B5EF4-FFF2-40B4-BE49-F238E27FC236}">
                <a16:creationId xmlns:a16="http://schemas.microsoft.com/office/drawing/2014/main" id="{067EC452-EA08-F8F0-B6D2-587956A5500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6" name="Rectangle 145">
            <a:extLst>
              <a:ext uri="{FF2B5EF4-FFF2-40B4-BE49-F238E27FC236}">
                <a16:creationId xmlns:a16="http://schemas.microsoft.com/office/drawing/2014/main" id="{16600CF2-9B7A-DD27-658C-35ABEC233AF8}"/>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696663895"/>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397F285-9F9C-4CEA-8DC8-CF9392934C5A}">
  <ds:schemaRefs>
    <ds:schemaRef ds:uri="http://purl.org/dc/dcmitype/"/>
    <ds:schemaRef ds:uri="http://purl.org/dc/terms/"/>
    <ds:schemaRef ds:uri="http://purl.org/dc/elements/1.1/"/>
    <ds:schemaRef ds:uri="5d7a3535-6ccc-4381-989f-ae061031b78e"/>
    <ds:schemaRef ds:uri="http://schemas.microsoft.com/office/2006/documentManagement/types"/>
    <ds:schemaRef ds:uri="http://schemas.openxmlformats.org/package/2006/metadata/core-properties"/>
    <ds:schemaRef ds:uri="f9bf1094-3609-4046-a6fd-76c9c0caa714"/>
    <ds:schemaRef ds:uri="http://www.w3.org/XML/1998/namespace"/>
    <ds:schemaRef ds:uri="http://schemas.microsoft.com/office/infopath/2007/PartnerControls"/>
    <ds:schemaRef ds:uri="http://schemas.microsoft.com/office/2006/metadata/properties"/>
  </ds:schemaRefs>
</ds:datastoreItem>
</file>

<file path=customXml/itemProps3.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14465</TotalTime>
  <Words>6086</Words>
  <Application>Microsoft Office PowerPoint</Application>
  <PresentationFormat>Grand écran</PresentationFormat>
  <Paragraphs>1039</Paragraphs>
  <Slides>59</Slides>
  <Notes>0</Notes>
  <HiddenSlides>1</HiddenSlides>
  <MMClips>0</MMClips>
  <ScaleCrop>false</ScaleCrop>
  <HeadingPairs>
    <vt:vector size="6" baseType="variant">
      <vt:variant>
        <vt:lpstr>Polices utilisées</vt:lpstr>
      </vt:variant>
      <vt:variant>
        <vt:i4>7</vt:i4>
      </vt:variant>
      <vt:variant>
        <vt:lpstr>Thème</vt:lpstr>
      </vt:variant>
      <vt:variant>
        <vt:i4>4</vt:i4>
      </vt:variant>
      <vt:variant>
        <vt:lpstr>Titres des diapositives</vt:lpstr>
      </vt:variant>
      <vt:variant>
        <vt:i4>59</vt:i4>
      </vt:variant>
    </vt:vector>
  </HeadingPairs>
  <TitlesOfParts>
    <vt:vector size="70" baseType="lpstr">
      <vt:lpstr>Arial</vt:lpstr>
      <vt:lpstr>Barlow</vt:lpstr>
      <vt:lpstr>Calibri</vt:lpstr>
      <vt:lpstr>Courier New</vt:lpstr>
      <vt:lpstr>Inria Sans Light</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écrans &amp; fonctionnalités</vt:lpstr>
      <vt:lpstr>écran Principal</vt:lpstr>
      <vt:lpstr>écran Principal – Panneau de commande principal</vt:lpstr>
      <vt:lpstr>écran Principal – Panneau de gestion de la génération</vt:lpstr>
      <vt:lpstr>écran Principal – Publication locale</vt:lpstr>
      <vt:lpstr>écran Principal – Publication distante (configuration FFJudo)</vt:lpstr>
      <vt:lpstr>écran Principal – Publication distante (configuration avancée)</vt:lpstr>
      <vt:lpstr>Test de connexion</vt:lpstr>
      <vt:lpstr>écran Principal – publication de la chambre d’appel</vt:lpstr>
      <vt:lpstr>écran Principal – Publication sur FFJudo</vt:lpstr>
      <vt:lpstr>écran Principal - Compléments</vt:lpstr>
      <vt:lpstr>écran principal – Chambre d’appel</vt:lpstr>
      <vt:lpstr>écran de connexion à une compétition</vt:lpstr>
      <vt:lpstr>écran de Configuration Générale</vt:lpstr>
      <vt:lpstr>écran de Configuration – génération Coachs &amp; Public (1/2)</vt:lpstr>
      <vt:lpstr>écran de Configuration – génération Coachs &amp; Public (2/2)</vt:lpstr>
      <vt:lpstr>écran de Configuration – génération Chambre d’appel</vt:lpstr>
      <vt:lpstr>écran de Configuration – Recherche d’équipements </vt:lpstr>
      <vt:lpstr>écran des statistiques</vt:lpstr>
      <vt:lpstr>Manuel</vt:lpstr>
      <vt:lpstr>écran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Statistiques</vt:lpstr>
      <vt:lpstr>Plan du Site utilisateur – Chambre d’appel</vt:lpstr>
      <vt:lpstr>Chambre d’appel – écran par défaut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163</cp:revision>
  <dcterms:created xsi:type="dcterms:W3CDTF">2021-04-26T15:18:08Z</dcterms:created>
  <dcterms:modified xsi:type="dcterms:W3CDTF">2026-07-27T21:06:54Z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