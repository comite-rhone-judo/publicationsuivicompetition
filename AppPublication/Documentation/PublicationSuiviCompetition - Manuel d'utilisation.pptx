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51"/>
  </p:notesMasterIdLst>
  <p:handoutMasterIdLst>
    <p:handoutMasterId r:id="rId52"/>
  </p:handoutMasterIdLst>
  <p:sldIdLst>
    <p:sldId id="293" r:id="rId8"/>
    <p:sldId id="299" r:id="rId9"/>
    <p:sldId id="279" r:id="rId10"/>
    <p:sldId id="300" r:id="rId11"/>
    <p:sldId id="301" r:id="rId12"/>
    <p:sldId id="308" r:id="rId13"/>
    <p:sldId id="307" r:id="rId14"/>
    <p:sldId id="313" r:id="rId15"/>
    <p:sldId id="317" r:id="rId16"/>
    <p:sldId id="318" r:id="rId17"/>
    <p:sldId id="336" r:id="rId18"/>
    <p:sldId id="319" r:id="rId19"/>
    <p:sldId id="337" r:id="rId20"/>
    <p:sldId id="320" r:id="rId21"/>
    <p:sldId id="314" r:id="rId22"/>
    <p:sldId id="315" r:id="rId23"/>
    <p:sldId id="321" r:id="rId24"/>
    <p:sldId id="322" r:id="rId25"/>
    <p:sldId id="316" r:id="rId26"/>
    <p:sldId id="338" r:id="rId27"/>
    <p:sldId id="339" r:id="rId28"/>
    <p:sldId id="309" r:id="rId29"/>
    <p:sldId id="310" r:id="rId30"/>
    <p:sldId id="341" r:id="rId31"/>
    <p:sldId id="323" r:id="rId32"/>
    <p:sldId id="340" r:id="rId33"/>
    <p:sldId id="342" r:id="rId34"/>
    <p:sldId id="311" r:id="rId35"/>
    <p:sldId id="312" r:id="rId36"/>
    <p:sldId id="334" r:id="rId37"/>
    <p:sldId id="335" r:id="rId38"/>
    <p:sldId id="303" r:id="rId39"/>
    <p:sldId id="304" r:id="rId40"/>
    <p:sldId id="306" r:id="rId41"/>
    <p:sldId id="326" r:id="rId42"/>
    <p:sldId id="329" r:id="rId43"/>
    <p:sldId id="327" r:id="rId44"/>
    <p:sldId id="328" r:id="rId45"/>
    <p:sldId id="330" r:id="rId46"/>
    <p:sldId id="331" r:id="rId47"/>
    <p:sldId id="332" r:id="rId48"/>
    <p:sldId id="343" r:id="rId49"/>
    <p:sldId id="297" r:id="rId50"/>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F6F9"/>
    <a:srgbClr val="FFFFFF"/>
    <a:srgbClr val="F6F2F3"/>
    <a:srgbClr val="494A4D"/>
    <a:srgbClr val="2349E3"/>
    <a:srgbClr val="1938FF"/>
    <a:srgbClr val="090095"/>
    <a:srgbClr val="1938B3"/>
    <a:srgbClr val="0A0096"/>
    <a:srgbClr val="0A339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6005" autoAdjust="0"/>
  </p:normalViewPr>
  <p:slideViewPr>
    <p:cSldViewPr snapToGrid="0">
      <p:cViewPr>
        <p:scale>
          <a:sx n="125" d="100"/>
          <a:sy n="125" d="100"/>
        </p:scale>
        <p:origin x="348" y="-58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presProps" Target="presProps.xml"/><Relationship Id="rId5" Type="http://schemas.openxmlformats.org/officeDocument/2006/relationships/slideMaster" Target="slideMasters/slideMaster2.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tableStyles" Target="tableStyles.xml"/><Relationship Id="rId8" Type="http://schemas.openxmlformats.org/officeDocument/2006/relationships/slide" Target="slides/slide1.xml"/><Relationship Id="rId51"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07/09/2025</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07/09/2025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 2 colonnes">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1858076"/>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6282672" y="1858522"/>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Devanagari" panose="02040503050201020203" pitchFamily="18"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9" name="Google Shape;29;p6">
            <a:extLst>
              <a:ext uri="{FF2B5EF4-FFF2-40B4-BE49-F238E27FC236}">
                <a16:creationId xmlns:a16="http://schemas.microsoft.com/office/drawing/2014/main" id="{5DC65C95-BCD5-0541-81A5-EFAA27BEC96E}"/>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22" name="Connecteur droit 21">
            <a:extLst>
              <a:ext uri="{FF2B5EF4-FFF2-40B4-BE49-F238E27FC236}">
                <a16:creationId xmlns:a16="http://schemas.microsoft.com/office/drawing/2014/main" id="{8E155FB6-495F-854B-8763-E8CFC7067384}"/>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E0D33634-D6A4-4CF7-829D-F3D56FFBDD1E}"/>
              </a:ext>
            </a:extLst>
          </p:cNvPr>
          <p:cNvCxnSpPr>
            <a:cxnSpLocks/>
          </p:cNvCxnSpPr>
          <p:nvPr userDrawn="1"/>
        </p:nvCxnSpPr>
        <p:spPr>
          <a:xfrm>
            <a:off x="6058263" y="1858076"/>
            <a:ext cx="0" cy="4019862"/>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8" name="Google Shape;32;p6">
            <a:extLst>
              <a:ext uri="{FF2B5EF4-FFF2-40B4-BE49-F238E27FC236}">
                <a16:creationId xmlns:a16="http://schemas.microsoft.com/office/drawing/2014/main" id="{1B0C1DB9-9303-4776-9B24-5B71E62B0A35}"/>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0" name="Espace réservé du texte 2">
            <a:extLst>
              <a:ext uri="{FF2B5EF4-FFF2-40B4-BE49-F238E27FC236}">
                <a16:creationId xmlns:a16="http://schemas.microsoft.com/office/drawing/2014/main" id="{E3603B3B-C9FF-47F1-966E-7492206DED2A}"/>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932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 1 colonne +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6283324" y="0"/>
            <a:ext cx="5908676" cy="6669157"/>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84477"/>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0" name="Google Shape;32;p6">
            <a:extLst>
              <a:ext uri="{FF2B5EF4-FFF2-40B4-BE49-F238E27FC236}">
                <a16:creationId xmlns:a16="http://schemas.microsoft.com/office/drawing/2014/main" id="{795A1952-79E7-46F0-8CFE-5BBC503046D6}"/>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1" name="Espace réservé du texte 2">
            <a:extLst>
              <a:ext uri="{FF2B5EF4-FFF2-40B4-BE49-F238E27FC236}">
                <a16:creationId xmlns:a16="http://schemas.microsoft.com/office/drawing/2014/main" id="{65EBDEE8-7286-4505-90E1-6CBDC202E1E2}"/>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17" name="Google Shape;24;p5">
            <a:extLst>
              <a:ext uri="{FF2B5EF4-FFF2-40B4-BE49-F238E27FC236}">
                <a16:creationId xmlns:a16="http://schemas.microsoft.com/office/drawing/2014/main" id="{EBAE92C4-41A9-42EC-9114-82CE134C693E}"/>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18" name="Connecteur droit 17">
            <a:extLst>
              <a:ext uri="{FF2B5EF4-FFF2-40B4-BE49-F238E27FC236}">
                <a16:creationId xmlns:a16="http://schemas.microsoft.com/office/drawing/2014/main" id="{5D96F93F-9DCB-458A-BB47-A2907405E285}"/>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033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photos">
    <p:spTree>
      <p:nvGrpSpPr>
        <p:cNvPr id="1" name=""/>
        <p:cNvGrpSpPr/>
        <p:nvPr/>
      </p:nvGrpSpPr>
      <p:grpSpPr>
        <a:xfrm>
          <a:off x="0" y="0"/>
          <a:ext cx="0" cy="0"/>
          <a:chOff x="0" y="0"/>
          <a:chExt cx="0" cy="0"/>
        </a:xfrm>
      </p:grpSpPr>
      <p:sp>
        <p:nvSpPr>
          <p:cNvPr id="19" name="Google Shape;25;p5">
            <a:extLst>
              <a:ext uri="{FF2B5EF4-FFF2-40B4-BE49-F238E27FC236}">
                <a16:creationId xmlns:a16="http://schemas.microsoft.com/office/drawing/2014/main" id="{D8EC7F52-DD6A-4A18-8085-B8534EEDFB65}"/>
              </a:ext>
            </a:extLst>
          </p:cNvPr>
          <p:cNvSpPr txBox="1">
            <a:spLocks noGrp="1"/>
          </p:cNvSpPr>
          <p:nvPr>
            <p:ph type="body" idx="13" hasCustomPrompt="1"/>
          </p:nvPr>
        </p:nvSpPr>
        <p:spPr>
          <a:xfrm>
            <a:off x="11388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3" name="Google Shape;25;p5">
            <a:extLst>
              <a:ext uri="{FF2B5EF4-FFF2-40B4-BE49-F238E27FC236}">
                <a16:creationId xmlns:a16="http://schemas.microsoft.com/office/drawing/2014/main" id="{71B7F66C-5FF9-4F01-A388-8CAC805DBD2C}"/>
              </a:ext>
            </a:extLst>
          </p:cNvPr>
          <p:cNvSpPr txBox="1">
            <a:spLocks noGrp="1"/>
          </p:cNvSpPr>
          <p:nvPr>
            <p:ph type="body" idx="14" hasCustomPrompt="1"/>
          </p:nvPr>
        </p:nvSpPr>
        <p:spPr>
          <a:xfrm>
            <a:off x="3779235"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4" name="Google Shape;25;p5">
            <a:extLst>
              <a:ext uri="{FF2B5EF4-FFF2-40B4-BE49-F238E27FC236}">
                <a16:creationId xmlns:a16="http://schemas.microsoft.com/office/drawing/2014/main" id="{C6A585DF-B43D-44EF-B158-2138AD45C777}"/>
              </a:ext>
            </a:extLst>
          </p:cNvPr>
          <p:cNvSpPr txBox="1">
            <a:spLocks noGrp="1"/>
          </p:cNvSpPr>
          <p:nvPr>
            <p:ph type="body" idx="15" hasCustomPrompt="1"/>
          </p:nvPr>
        </p:nvSpPr>
        <p:spPr>
          <a:xfrm>
            <a:off x="6414074"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5" name="Google Shape;25;p5">
            <a:extLst>
              <a:ext uri="{FF2B5EF4-FFF2-40B4-BE49-F238E27FC236}">
                <a16:creationId xmlns:a16="http://schemas.microsoft.com/office/drawing/2014/main" id="{BB89BCC3-C074-43D1-B550-06B3D4104482}"/>
              </a:ext>
            </a:extLst>
          </p:cNvPr>
          <p:cNvSpPr txBox="1">
            <a:spLocks noGrp="1"/>
          </p:cNvSpPr>
          <p:nvPr>
            <p:ph type="body" idx="16" hasCustomPrompt="1"/>
          </p:nvPr>
        </p:nvSpPr>
        <p:spPr>
          <a:xfrm>
            <a:off x="90585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9" name="Espace réservé pour une image  4">
            <a:extLst>
              <a:ext uri="{FF2B5EF4-FFF2-40B4-BE49-F238E27FC236}">
                <a16:creationId xmlns:a16="http://schemas.microsoft.com/office/drawing/2014/main" id="{C90A7ACF-D2CA-4969-9CE8-AE529198F775}"/>
              </a:ext>
            </a:extLst>
          </p:cNvPr>
          <p:cNvSpPr>
            <a:spLocks noGrp="1"/>
          </p:cNvSpPr>
          <p:nvPr>
            <p:ph type="pic" sz="quarter" idx="17"/>
          </p:nvPr>
        </p:nvSpPr>
        <p:spPr>
          <a:xfrm>
            <a:off x="3779235" y="2346633"/>
            <a:ext cx="1985600" cy="1985600"/>
          </a:xfrm>
          <a:prstGeom prst="ellipse">
            <a:avLst/>
          </a:prstGeom>
        </p:spPr>
        <p:txBody>
          <a:bodyPr/>
          <a:lstStyle/>
          <a:p>
            <a:r>
              <a:rPr lang="fr-FR"/>
              <a:t>Cliquez sur l'icône pour ajouter une image</a:t>
            </a:r>
          </a:p>
        </p:txBody>
      </p:sp>
      <p:sp>
        <p:nvSpPr>
          <p:cNvPr id="30" name="Espace réservé pour une image  4">
            <a:extLst>
              <a:ext uri="{FF2B5EF4-FFF2-40B4-BE49-F238E27FC236}">
                <a16:creationId xmlns:a16="http://schemas.microsoft.com/office/drawing/2014/main" id="{63F74F9A-9401-4051-92B1-9088FA56BFFB}"/>
              </a:ext>
            </a:extLst>
          </p:cNvPr>
          <p:cNvSpPr>
            <a:spLocks noGrp="1"/>
          </p:cNvSpPr>
          <p:nvPr>
            <p:ph type="pic" sz="quarter" idx="18"/>
          </p:nvPr>
        </p:nvSpPr>
        <p:spPr>
          <a:xfrm>
            <a:off x="1138803" y="2346633"/>
            <a:ext cx="1985600" cy="1985600"/>
          </a:xfrm>
          <a:prstGeom prst="ellipse">
            <a:avLst/>
          </a:prstGeom>
        </p:spPr>
        <p:txBody>
          <a:bodyPr/>
          <a:lstStyle/>
          <a:p>
            <a:r>
              <a:rPr lang="fr-FR"/>
              <a:t>Cliquez sur l'icône pour ajouter une image</a:t>
            </a:r>
          </a:p>
        </p:txBody>
      </p:sp>
      <p:sp>
        <p:nvSpPr>
          <p:cNvPr id="31" name="Espace réservé pour une image  4">
            <a:extLst>
              <a:ext uri="{FF2B5EF4-FFF2-40B4-BE49-F238E27FC236}">
                <a16:creationId xmlns:a16="http://schemas.microsoft.com/office/drawing/2014/main" id="{A81C8697-B6A3-4517-852B-87C1FE80781F}"/>
              </a:ext>
            </a:extLst>
          </p:cNvPr>
          <p:cNvSpPr>
            <a:spLocks noGrp="1"/>
          </p:cNvSpPr>
          <p:nvPr>
            <p:ph type="pic" sz="quarter" idx="19"/>
          </p:nvPr>
        </p:nvSpPr>
        <p:spPr>
          <a:xfrm>
            <a:off x="9058502" y="2346633"/>
            <a:ext cx="1985600" cy="1985600"/>
          </a:xfrm>
          <a:prstGeom prst="ellipse">
            <a:avLst/>
          </a:prstGeom>
        </p:spPr>
        <p:txBody>
          <a:bodyPr/>
          <a:lstStyle/>
          <a:p>
            <a:r>
              <a:rPr lang="fr-FR"/>
              <a:t>Cliquez sur l'icône pour ajouter une image</a:t>
            </a:r>
          </a:p>
        </p:txBody>
      </p:sp>
      <p:sp>
        <p:nvSpPr>
          <p:cNvPr id="32" name="Espace réservé pour une image  4">
            <a:extLst>
              <a:ext uri="{FF2B5EF4-FFF2-40B4-BE49-F238E27FC236}">
                <a16:creationId xmlns:a16="http://schemas.microsoft.com/office/drawing/2014/main" id="{2ED763CE-E3AB-4511-8062-80196FAF2C09}"/>
              </a:ext>
            </a:extLst>
          </p:cNvPr>
          <p:cNvSpPr>
            <a:spLocks noGrp="1"/>
          </p:cNvSpPr>
          <p:nvPr>
            <p:ph type="pic" sz="quarter" idx="20"/>
          </p:nvPr>
        </p:nvSpPr>
        <p:spPr>
          <a:xfrm>
            <a:off x="6418070" y="2346633"/>
            <a:ext cx="1985600" cy="1985600"/>
          </a:xfrm>
          <a:prstGeom prst="ellipse">
            <a:avLst/>
          </a:prstGeom>
        </p:spPr>
        <p:txBody>
          <a:bodyPr/>
          <a:lstStyle/>
          <a:p>
            <a:r>
              <a:rPr lang="fr-FR"/>
              <a:t>Cliquez sur l'icône pour ajouter une image</a:t>
            </a:r>
          </a:p>
        </p:txBody>
      </p:sp>
      <p:sp>
        <p:nvSpPr>
          <p:cNvPr id="33" name="Google Shape;29;p6">
            <a:extLst>
              <a:ext uri="{FF2B5EF4-FFF2-40B4-BE49-F238E27FC236}">
                <a16:creationId xmlns:a16="http://schemas.microsoft.com/office/drawing/2014/main" id="{15E65981-966F-4668-92BC-6DFA088DEC5B}"/>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34" name="Connecteur droit 33">
            <a:extLst>
              <a:ext uri="{FF2B5EF4-FFF2-40B4-BE49-F238E27FC236}">
                <a16:creationId xmlns:a16="http://schemas.microsoft.com/office/drawing/2014/main" id="{4F77784A-1FAF-4B71-951E-4C661CCE924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36" name="Google Shape;32;p6">
            <a:extLst>
              <a:ext uri="{FF2B5EF4-FFF2-40B4-BE49-F238E27FC236}">
                <a16:creationId xmlns:a16="http://schemas.microsoft.com/office/drawing/2014/main" id="{04A7828A-BDFD-453B-A7F3-335B947B3C14}"/>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4" name="Espace réservé du texte 2">
            <a:extLst>
              <a:ext uri="{FF2B5EF4-FFF2-40B4-BE49-F238E27FC236}">
                <a16:creationId xmlns:a16="http://schemas.microsoft.com/office/drawing/2014/main" id="{58AC0288-C6D1-4861-A185-4FBE10524024}"/>
              </a:ext>
            </a:extLst>
          </p:cNvPr>
          <p:cNvSpPr>
            <a:spLocks noGrp="1"/>
          </p:cNvSpPr>
          <p:nvPr>
            <p:ph type="body" sz="quarter" idx="21"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899607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re + 2 Colonnes + 1 ligne">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4" y="980322"/>
            <a:ext cx="9911200"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9" name="Google Shape;25;p5">
            <a:extLst>
              <a:ext uri="{FF2B5EF4-FFF2-40B4-BE49-F238E27FC236}">
                <a16:creationId xmlns:a16="http://schemas.microsoft.com/office/drawing/2014/main" id="{1226BB42-3328-8A42-92EC-D11B69B137C7}"/>
              </a:ext>
            </a:extLst>
          </p:cNvPr>
          <p:cNvSpPr txBox="1">
            <a:spLocks noGrp="1"/>
          </p:cNvSpPr>
          <p:nvPr>
            <p:ph type="body" idx="15" hasCustomPrompt="1"/>
          </p:nvPr>
        </p:nvSpPr>
        <p:spPr>
          <a:xfrm>
            <a:off x="3410997" y="5292262"/>
            <a:ext cx="5336754" cy="862034"/>
          </a:xfrm>
          <a:prstGeom prst="rect">
            <a:avLst/>
          </a:prstGeom>
        </p:spPr>
        <p:txBody>
          <a:bodyPr spcFirstLastPara="1" wrap="square" lIns="0" tIns="0" rIns="0" bIns="0" anchor="t" anchorCtr="0">
            <a:noAutofit/>
          </a:bodyPr>
          <a:lstStyle>
            <a:lvl1pPr marL="101598" lvl="0" indent="0" algn="ctr" rtl="0">
              <a:spcBef>
                <a:spcPts val="0"/>
              </a:spcBef>
              <a:spcAft>
                <a:spcPts val="0"/>
              </a:spcAft>
              <a:buClr>
                <a:schemeClr val="tx1">
                  <a:lumMod val="50000"/>
                  <a:lumOff val="50000"/>
                </a:schemeClr>
              </a:buClr>
              <a:buSzPts val="2400"/>
              <a:buFont typeface="Inria Sans Light"/>
              <a:buNone/>
              <a:defRPr sz="1800" b="1" i="1">
                <a:solidFill>
                  <a:schemeClr val="bg1">
                    <a:lumMod val="50000"/>
                  </a:schemeClr>
                </a:solidFill>
                <a:latin typeface="Barlow"/>
                <a:ea typeface="Adobe Gothic Std B" panose="020B0800000000000000" pitchFamily="34" charset="-12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2" name="Google Shape;25;p5">
            <a:extLst>
              <a:ext uri="{FF2B5EF4-FFF2-40B4-BE49-F238E27FC236}">
                <a16:creationId xmlns:a16="http://schemas.microsoft.com/office/drawing/2014/main" id="{B7A187A5-12D8-5C46-9518-C722EA931B59}"/>
              </a:ext>
            </a:extLst>
          </p:cNvPr>
          <p:cNvSpPr txBox="1">
            <a:spLocks noGrp="1"/>
          </p:cNvSpPr>
          <p:nvPr>
            <p:ph type="body" idx="13" hasCustomPrompt="1"/>
          </p:nvPr>
        </p:nvSpPr>
        <p:spPr>
          <a:xfrm>
            <a:off x="980323" y="1858076"/>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5" name="Google Shape;25;p5">
            <a:extLst>
              <a:ext uri="{FF2B5EF4-FFF2-40B4-BE49-F238E27FC236}">
                <a16:creationId xmlns:a16="http://schemas.microsoft.com/office/drawing/2014/main" id="{CD8414E8-536D-B542-8154-957AD1D8FE9E}"/>
              </a:ext>
            </a:extLst>
          </p:cNvPr>
          <p:cNvSpPr txBox="1">
            <a:spLocks noGrp="1"/>
          </p:cNvSpPr>
          <p:nvPr>
            <p:ph type="body" idx="16" hasCustomPrompt="1"/>
          </p:nvPr>
        </p:nvSpPr>
        <p:spPr>
          <a:xfrm>
            <a:off x="6282673" y="1858074"/>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Arabic" panose="02040503050201020203" pitchFamily="18" charset="-7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EF3E7458-CE17-6F48-8268-C0CB6ECA6FF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6F76F3C3-76AF-466B-9B83-574FD839672C}"/>
              </a:ext>
            </a:extLst>
          </p:cNvPr>
          <p:cNvCxnSpPr>
            <a:cxnSpLocks/>
          </p:cNvCxnSpPr>
          <p:nvPr userDrawn="1"/>
        </p:nvCxnSpPr>
        <p:spPr>
          <a:xfrm>
            <a:off x="6078644" y="1858074"/>
            <a:ext cx="0" cy="2963308"/>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1" name="Google Shape;32;p6">
            <a:extLst>
              <a:ext uri="{FF2B5EF4-FFF2-40B4-BE49-F238E27FC236}">
                <a16:creationId xmlns:a16="http://schemas.microsoft.com/office/drawing/2014/main" id="{42C43A1C-48A7-40D1-BCE0-1672F969DBF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CEFD5076-C2B3-4235-84D1-C7423CE2B9AD}"/>
              </a:ext>
            </a:extLst>
          </p:cNvPr>
          <p:cNvSpPr>
            <a:spLocks noGrp="1"/>
          </p:cNvSpPr>
          <p:nvPr>
            <p:ph type="body" sz="quarter" idx="17"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23" name="Rectangle 22">
            <a:extLst>
              <a:ext uri="{FF2B5EF4-FFF2-40B4-BE49-F238E27FC236}">
                <a16:creationId xmlns:a16="http://schemas.microsoft.com/office/drawing/2014/main" id="{FD9997D5-6989-40D6-8161-0D1E6FCB0437}"/>
              </a:ext>
            </a:extLst>
          </p:cNvPr>
          <p:cNvSpPr/>
          <p:nvPr userDrawn="1"/>
        </p:nvSpPr>
        <p:spPr>
          <a:xfrm flipH="1">
            <a:off x="3177168" y="5292262"/>
            <a:ext cx="45719" cy="862034"/>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45113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 3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2" y="1858997"/>
            <a:ext cx="3219143" cy="39916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4578643" y="1858997"/>
            <a:ext cx="3031368"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0" name="Google Shape;25;p5">
            <a:extLst>
              <a:ext uri="{FF2B5EF4-FFF2-40B4-BE49-F238E27FC236}">
                <a16:creationId xmlns:a16="http://schemas.microsoft.com/office/drawing/2014/main" id="{E38E4900-CD54-0D43-BB3A-68C03752E3AC}"/>
              </a:ext>
            </a:extLst>
          </p:cNvPr>
          <p:cNvSpPr txBox="1">
            <a:spLocks noGrp="1"/>
          </p:cNvSpPr>
          <p:nvPr>
            <p:ph type="body" idx="15" hasCustomPrompt="1"/>
          </p:nvPr>
        </p:nvSpPr>
        <p:spPr>
          <a:xfrm>
            <a:off x="7989188" y="1869799"/>
            <a:ext cx="3031367"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dirty="0"/>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9" name="Connecteur droit 28">
            <a:extLst>
              <a:ext uri="{FF2B5EF4-FFF2-40B4-BE49-F238E27FC236}">
                <a16:creationId xmlns:a16="http://schemas.microsoft.com/office/drawing/2014/main" id="{3B213520-0DA7-3B47-91E8-39B1A7EA47FE}"/>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4AA703BA-6114-4BED-BFBA-E09C1D5DAAEF}"/>
              </a:ext>
            </a:extLst>
          </p:cNvPr>
          <p:cNvCxnSpPr>
            <a:cxnSpLocks/>
          </p:cNvCxnSpPr>
          <p:nvPr userDrawn="1"/>
        </p:nvCxnSpPr>
        <p:spPr>
          <a:xfrm>
            <a:off x="4362377" y="1858997"/>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10" name="Connecteur droit 9">
            <a:extLst>
              <a:ext uri="{FF2B5EF4-FFF2-40B4-BE49-F238E27FC236}">
                <a16:creationId xmlns:a16="http://schemas.microsoft.com/office/drawing/2014/main" id="{C3F62D67-B40A-4B78-92B0-62719CFB7A45}"/>
              </a:ext>
            </a:extLst>
          </p:cNvPr>
          <p:cNvCxnSpPr>
            <a:cxnSpLocks/>
          </p:cNvCxnSpPr>
          <p:nvPr userDrawn="1"/>
        </p:nvCxnSpPr>
        <p:spPr>
          <a:xfrm>
            <a:off x="7798763" y="1848195"/>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2" name="Google Shape;32;p6">
            <a:extLst>
              <a:ext uri="{FF2B5EF4-FFF2-40B4-BE49-F238E27FC236}">
                <a16:creationId xmlns:a16="http://schemas.microsoft.com/office/drawing/2014/main" id="{736D99F8-460D-4519-8B5D-7616B9546EAC}"/>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FBC296AE-92F3-4C35-9759-34D027E7477B}"/>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54529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re + 6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5" name="Espace réservé pour une image  14">
            <a:extLst>
              <a:ext uri="{FF2B5EF4-FFF2-40B4-BE49-F238E27FC236}">
                <a16:creationId xmlns:a16="http://schemas.microsoft.com/office/drawing/2014/main" id="{93312183-131D-A94F-8118-E79A0CDF63D6}"/>
              </a:ext>
            </a:extLst>
          </p:cNvPr>
          <p:cNvSpPr>
            <a:spLocks noGrp="1" noChangeAspect="1"/>
          </p:cNvSpPr>
          <p:nvPr>
            <p:ph type="pic" sz="quarter" idx="39"/>
          </p:nvPr>
        </p:nvSpPr>
        <p:spPr>
          <a:xfrm>
            <a:off x="1167733"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5" name="Espace réservé pour une image  14">
            <a:extLst>
              <a:ext uri="{FF2B5EF4-FFF2-40B4-BE49-F238E27FC236}">
                <a16:creationId xmlns:a16="http://schemas.microsoft.com/office/drawing/2014/main" id="{21C84905-79D9-194A-9008-A0B274BEAAFD}"/>
              </a:ext>
            </a:extLst>
          </p:cNvPr>
          <p:cNvSpPr>
            <a:spLocks noGrp="1" noChangeAspect="1"/>
          </p:cNvSpPr>
          <p:nvPr>
            <p:ph type="pic" sz="quarter" idx="40"/>
          </p:nvPr>
        </p:nvSpPr>
        <p:spPr>
          <a:xfrm>
            <a:off x="4680479"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7" name="Espace réservé pour une image  14">
            <a:extLst>
              <a:ext uri="{FF2B5EF4-FFF2-40B4-BE49-F238E27FC236}">
                <a16:creationId xmlns:a16="http://schemas.microsoft.com/office/drawing/2014/main" id="{79700A53-C8BD-9145-A632-5569BFB6647E}"/>
              </a:ext>
            </a:extLst>
          </p:cNvPr>
          <p:cNvSpPr>
            <a:spLocks noGrp="1" noChangeAspect="1"/>
          </p:cNvSpPr>
          <p:nvPr>
            <p:ph type="pic" sz="quarter" idx="41"/>
          </p:nvPr>
        </p:nvSpPr>
        <p:spPr>
          <a:xfrm>
            <a:off x="8199456" y="1688400"/>
            <a:ext cx="540000" cy="540000"/>
          </a:xfrm>
          <a:prstGeom prst="ellipse">
            <a:avLst/>
          </a:prstGeom>
        </p:spPr>
        <p:txBody>
          <a:bodyPr/>
          <a:lstStyle>
            <a:lvl1pPr>
              <a:defRPr sz="400"/>
            </a:lvl1pPr>
          </a:lstStyle>
          <a:p>
            <a:r>
              <a:rPr lang="fr-FR"/>
              <a:t>Cliquez sur l'icône pour ajouter une image</a:t>
            </a:r>
            <a:endParaRPr lang="fr-FR" dirty="0"/>
          </a:p>
        </p:txBody>
      </p:sp>
      <p:sp>
        <p:nvSpPr>
          <p:cNvPr id="138" name="Espace réservé du texte 137">
            <a:extLst>
              <a:ext uri="{FF2B5EF4-FFF2-40B4-BE49-F238E27FC236}">
                <a16:creationId xmlns:a16="http://schemas.microsoft.com/office/drawing/2014/main" id="{91A42506-6AAD-C949-BF1F-B08C2539A13E}"/>
              </a:ext>
            </a:extLst>
          </p:cNvPr>
          <p:cNvSpPr>
            <a:spLocks noGrp="1"/>
          </p:cNvSpPr>
          <p:nvPr>
            <p:ph type="body" sz="quarter" idx="45" hasCustomPrompt="1"/>
          </p:nvPr>
        </p:nvSpPr>
        <p:spPr>
          <a:xfrm>
            <a:off x="922338" y="234162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0" name="Espace réservé du texte 137">
            <a:extLst>
              <a:ext uri="{FF2B5EF4-FFF2-40B4-BE49-F238E27FC236}">
                <a16:creationId xmlns:a16="http://schemas.microsoft.com/office/drawing/2014/main" id="{D851EDAF-C78C-A148-9B20-9AE25DD656A6}"/>
              </a:ext>
            </a:extLst>
          </p:cNvPr>
          <p:cNvSpPr>
            <a:spLocks noGrp="1"/>
          </p:cNvSpPr>
          <p:nvPr>
            <p:ph type="body" sz="quarter" idx="46" hasCustomPrompt="1"/>
          </p:nvPr>
        </p:nvSpPr>
        <p:spPr>
          <a:xfrm>
            <a:off x="4425415"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2" name="Espace réservé du texte 137">
            <a:extLst>
              <a:ext uri="{FF2B5EF4-FFF2-40B4-BE49-F238E27FC236}">
                <a16:creationId xmlns:a16="http://schemas.microsoft.com/office/drawing/2014/main" id="{61993889-DF2F-1247-B6E1-1573BE0C8C0B}"/>
              </a:ext>
            </a:extLst>
          </p:cNvPr>
          <p:cNvSpPr>
            <a:spLocks noGrp="1"/>
          </p:cNvSpPr>
          <p:nvPr>
            <p:ph type="body" sz="quarter" idx="47" hasCustomPrompt="1"/>
          </p:nvPr>
        </p:nvSpPr>
        <p:spPr>
          <a:xfrm>
            <a:off x="7928492"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cxnSp>
        <p:nvCxnSpPr>
          <p:cNvPr id="150" name="Connecteur droit 149">
            <a:extLst>
              <a:ext uri="{FF2B5EF4-FFF2-40B4-BE49-F238E27FC236}">
                <a16:creationId xmlns:a16="http://schemas.microsoft.com/office/drawing/2014/main" id="{9088F0E8-58BD-E24B-8FD6-E98076349B88}"/>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16CBB21E-61FC-404B-BF12-835E6794EDC8}"/>
              </a:ext>
            </a:extLst>
          </p:cNvPr>
          <p:cNvCxnSpPr>
            <a:cxnSpLocks/>
          </p:cNvCxnSpPr>
          <p:nvPr userDrawn="1"/>
        </p:nvCxnSpPr>
        <p:spPr>
          <a:xfrm>
            <a:off x="4344931"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5" name="Connecteur droit 24">
            <a:extLst>
              <a:ext uri="{FF2B5EF4-FFF2-40B4-BE49-F238E27FC236}">
                <a16:creationId xmlns:a16="http://schemas.microsoft.com/office/drawing/2014/main" id="{B22EA1F3-4AA3-4A84-B869-C8B28171F5E0}"/>
              </a:ext>
            </a:extLst>
          </p:cNvPr>
          <p:cNvCxnSpPr>
            <a:cxnSpLocks/>
          </p:cNvCxnSpPr>
          <p:nvPr userDrawn="1"/>
        </p:nvCxnSpPr>
        <p:spPr>
          <a:xfrm>
            <a:off x="921600" y="4181731"/>
            <a:ext cx="10341491" cy="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6" name="Connecteur droit 25">
            <a:extLst>
              <a:ext uri="{FF2B5EF4-FFF2-40B4-BE49-F238E27FC236}">
                <a16:creationId xmlns:a16="http://schemas.microsoft.com/office/drawing/2014/main" id="{ABF3DB55-94AA-4F87-98C7-2BF7FB13664B}"/>
              </a:ext>
            </a:extLst>
          </p:cNvPr>
          <p:cNvCxnSpPr>
            <a:cxnSpLocks/>
          </p:cNvCxnSpPr>
          <p:nvPr userDrawn="1"/>
        </p:nvCxnSpPr>
        <p:spPr>
          <a:xfrm>
            <a:off x="7858839"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27" name="Espace réservé pour une image  14">
            <a:extLst>
              <a:ext uri="{FF2B5EF4-FFF2-40B4-BE49-F238E27FC236}">
                <a16:creationId xmlns:a16="http://schemas.microsoft.com/office/drawing/2014/main" id="{A535389A-B955-4954-BE67-C2289D9C0463}"/>
              </a:ext>
            </a:extLst>
          </p:cNvPr>
          <p:cNvSpPr>
            <a:spLocks noGrp="1" noChangeAspect="1"/>
          </p:cNvSpPr>
          <p:nvPr>
            <p:ph type="pic" sz="quarter" idx="48"/>
          </p:nvPr>
        </p:nvSpPr>
        <p:spPr>
          <a:xfrm>
            <a:off x="1162977"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8" name="Espace réservé pour une image  14">
            <a:extLst>
              <a:ext uri="{FF2B5EF4-FFF2-40B4-BE49-F238E27FC236}">
                <a16:creationId xmlns:a16="http://schemas.microsoft.com/office/drawing/2014/main" id="{69154872-0613-416C-A9CF-2814463BDC8A}"/>
              </a:ext>
            </a:extLst>
          </p:cNvPr>
          <p:cNvSpPr>
            <a:spLocks noGrp="1" noChangeAspect="1"/>
          </p:cNvSpPr>
          <p:nvPr>
            <p:ph type="pic" sz="quarter" idx="49"/>
          </p:nvPr>
        </p:nvSpPr>
        <p:spPr>
          <a:xfrm>
            <a:off x="4675723"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9" name="Espace réservé pour une image  14">
            <a:extLst>
              <a:ext uri="{FF2B5EF4-FFF2-40B4-BE49-F238E27FC236}">
                <a16:creationId xmlns:a16="http://schemas.microsoft.com/office/drawing/2014/main" id="{1C5552CF-D39F-47A5-9A84-00633C97D340}"/>
              </a:ext>
            </a:extLst>
          </p:cNvPr>
          <p:cNvSpPr>
            <a:spLocks noGrp="1" noChangeAspect="1"/>
          </p:cNvSpPr>
          <p:nvPr>
            <p:ph type="pic" sz="quarter" idx="50"/>
          </p:nvPr>
        </p:nvSpPr>
        <p:spPr>
          <a:xfrm>
            <a:off x="8194700" y="4360360"/>
            <a:ext cx="540000" cy="540000"/>
          </a:xfrm>
          <a:prstGeom prst="ellipse">
            <a:avLst/>
          </a:prstGeom>
        </p:spPr>
        <p:txBody>
          <a:bodyPr/>
          <a:lstStyle>
            <a:lvl1pPr>
              <a:defRPr sz="400"/>
            </a:lvl1pPr>
          </a:lstStyle>
          <a:p>
            <a:r>
              <a:rPr lang="fr-FR"/>
              <a:t>Cliquez sur l'icône pour ajouter une image</a:t>
            </a:r>
            <a:endParaRPr lang="fr-FR" dirty="0"/>
          </a:p>
        </p:txBody>
      </p:sp>
      <p:sp>
        <p:nvSpPr>
          <p:cNvPr id="30" name="Espace réservé du texte 137">
            <a:extLst>
              <a:ext uri="{FF2B5EF4-FFF2-40B4-BE49-F238E27FC236}">
                <a16:creationId xmlns:a16="http://schemas.microsoft.com/office/drawing/2014/main" id="{616C3192-793D-4C9A-8E01-FFE5601E339C}"/>
              </a:ext>
            </a:extLst>
          </p:cNvPr>
          <p:cNvSpPr>
            <a:spLocks noGrp="1"/>
          </p:cNvSpPr>
          <p:nvPr>
            <p:ph type="body" sz="quarter" idx="51" hasCustomPrompt="1"/>
          </p:nvPr>
        </p:nvSpPr>
        <p:spPr>
          <a:xfrm>
            <a:off x="917582" y="501358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1" name="Espace réservé du texte 137">
            <a:extLst>
              <a:ext uri="{FF2B5EF4-FFF2-40B4-BE49-F238E27FC236}">
                <a16:creationId xmlns:a16="http://schemas.microsoft.com/office/drawing/2014/main" id="{EA4CE173-6E35-4936-863D-DF7D5E2955A5}"/>
              </a:ext>
            </a:extLst>
          </p:cNvPr>
          <p:cNvSpPr>
            <a:spLocks noGrp="1"/>
          </p:cNvSpPr>
          <p:nvPr>
            <p:ph type="body" sz="quarter" idx="52" hasCustomPrompt="1"/>
          </p:nvPr>
        </p:nvSpPr>
        <p:spPr>
          <a:xfrm>
            <a:off x="4420659"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2" name="Espace réservé du texte 137">
            <a:extLst>
              <a:ext uri="{FF2B5EF4-FFF2-40B4-BE49-F238E27FC236}">
                <a16:creationId xmlns:a16="http://schemas.microsoft.com/office/drawing/2014/main" id="{ED06A390-441C-4B5B-906D-D3B17839B3A9}"/>
              </a:ext>
            </a:extLst>
          </p:cNvPr>
          <p:cNvSpPr>
            <a:spLocks noGrp="1"/>
          </p:cNvSpPr>
          <p:nvPr>
            <p:ph type="body" sz="quarter" idx="53" hasCustomPrompt="1"/>
          </p:nvPr>
        </p:nvSpPr>
        <p:spPr>
          <a:xfrm>
            <a:off x="7923736"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8" name="Google Shape;32;p6">
            <a:extLst>
              <a:ext uri="{FF2B5EF4-FFF2-40B4-BE49-F238E27FC236}">
                <a16:creationId xmlns:a16="http://schemas.microsoft.com/office/drawing/2014/main" id="{C15C1D79-CC65-4F88-83E7-7523596F8D8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23" name="Espace réservé du texte 2">
            <a:extLst>
              <a:ext uri="{FF2B5EF4-FFF2-40B4-BE49-F238E27FC236}">
                <a16:creationId xmlns:a16="http://schemas.microsoft.com/office/drawing/2014/main" id="{D05E616E-F294-4A11-9D67-740E9CFC3F95}"/>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414165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grpSp>
        <p:nvGrpSpPr>
          <p:cNvPr id="6" name="Google Shape;238;p29">
            <a:extLst>
              <a:ext uri="{FF2B5EF4-FFF2-40B4-BE49-F238E27FC236}">
                <a16:creationId xmlns:a16="http://schemas.microsoft.com/office/drawing/2014/main" id="{40214647-D6DE-448C-B89C-1FB4AC48BB09}"/>
              </a:ext>
            </a:extLst>
          </p:cNvPr>
          <p:cNvGrpSpPr/>
          <p:nvPr/>
        </p:nvGrpSpPr>
        <p:grpSpPr>
          <a:xfrm>
            <a:off x="5041155" y="3755679"/>
            <a:ext cx="2291107" cy="264400"/>
            <a:chOff x="4908100" y="1493307"/>
            <a:chExt cx="1718330" cy="198300"/>
          </a:xfrm>
        </p:grpSpPr>
        <p:cxnSp>
          <p:nvCxnSpPr>
            <p:cNvPr id="30" name="Google Shape;239;p29">
              <a:extLst>
                <a:ext uri="{FF2B5EF4-FFF2-40B4-BE49-F238E27FC236}">
                  <a16:creationId xmlns:a16="http://schemas.microsoft.com/office/drawing/2014/main" id="{23A8E09D-AEA5-4C96-9C7A-E13C1EE1DC7B}"/>
                </a:ext>
              </a:extLst>
            </p:cNvPr>
            <p:cNvCxnSpPr/>
            <p:nvPr/>
          </p:nvCxnSpPr>
          <p:spPr>
            <a:xfrm>
              <a:off x="4908100" y="1593250"/>
              <a:ext cx="1715100" cy="0"/>
            </a:xfrm>
            <a:prstGeom prst="straightConnector1">
              <a:avLst/>
            </a:prstGeom>
            <a:noFill/>
            <a:ln w="9525" cap="flat" cmpd="sng">
              <a:solidFill>
                <a:srgbClr val="ABB4B8"/>
              </a:solidFill>
              <a:prstDash val="solid"/>
              <a:round/>
              <a:headEnd type="none" w="sm" len="sm"/>
              <a:tailEnd type="none" w="sm" len="sm"/>
            </a:ln>
          </p:spPr>
        </p:cxnSp>
        <p:sp>
          <p:nvSpPr>
            <p:cNvPr id="32" name="Google Shape;241;p29">
              <a:extLst>
                <a:ext uri="{FF2B5EF4-FFF2-40B4-BE49-F238E27FC236}">
                  <a16:creationId xmlns:a16="http://schemas.microsoft.com/office/drawing/2014/main" id="{CF0E7474-D665-4132-91F0-7BAB7655EF2A}"/>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a:p>
          </p:txBody>
        </p:sp>
      </p:grpSp>
      <p:grpSp>
        <p:nvGrpSpPr>
          <p:cNvPr id="8" name="Google Shape;244;p29">
            <a:extLst>
              <a:ext uri="{FF2B5EF4-FFF2-40B4-BE49-F238E27FC236}">
                <a16:creationId xmlns:a16="http://schemas.microsoft.com/office/drawing/2014/main" id="{93DB4BBE-4BFD-499A-B5E9-A04CFC646BBC}"/>
              </a:ext>
            </a:extLst>
          </p:cNvPr>
          <p:cNvGrpSpPr/>
          <p:nvPr/>
        </p:nvGrpSpPr>
        <p:grpSpPr>
          <a:xfrm>
            <a:off x="4580888" y="5240615"/>
            <a:ext cx="2746303" cy="264400"/>
            <a:chOff x="4562900" y="3212150"/>
            <a:chExt cx="2059727" cy="198300"/>
          </a:xfrm>
        </p:grpSpPr>
        <p:cxnSp>
          <p:nvCxnSpPr>
            <p:cNvPr id="27" name="Google Shape;245;p29">
              <a:extLst>
                <a:ext uri="{FF2B5EF4-FFF2-40B4-BE49-F238E27FC236}">
                  <a16:creationId xmlns:a16="http://schemas.microsoft.com/office/drawing/2014/main" id="{B7320E86-3EC0-46BB-B53E-6AA2E0948EFF}"/>
                </a:ext>
              </a:extLst>
            </p:cNvPr>
            <p:cNvCxnSpPr/>
            <p:nvPr/>
          </p:nvCxnSpPr>
          <p:spPr>
            <a:xfrm>
              <a:off x="4562900" y="3312540"/>
              <a:ext cx="2057100" cy="0"/>
            </a:xfrm>
            <a:prstGeom prst="straightConnector1">
              <a:avLst/>
            </a:prstGeom>
            <a:noFill/>
            <a:ln w="9525" cap="flat" cmpd="sng">
              <a:solidFill>
                <a:srgbClr val="ABB4B8"/>
              </a:solidFill>
              <a:prstDash val="solid"/>
              <a:round/>
              <a:headEnd type="none" w="sm" len="sm"/>
              <a:tailEnd type="none" w="sm" len="sm"/>
            </a:ln>
          </p:spPr>
        </p:cxnSp>
        <p:sp>
          <p:nvSpPr>
            <p:cNvPr id="29" name="Google Shape;247;p29">
              <a:extLst>
                <a:ext uri="{FF2B5EF4-FFF2-40B4-BE49-F238E27FC236}">
                  <a16:creationId xmlns:a16="http://schemas.microsoft.com/office/drawing/2014/main" id="{2CDDC26E-F748-4B02-BBE4-9E187594102E}"/>
                </a:ext>
              </a:extLst>
            </p:cNvPr>
            <p:cNvSpPr/>
            <p:nvPr/>
          </p:nvSpPr>
          <p:spPr>
            <a:xfrm>
              <a:off x="6424027" y="3212150"/>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9" name="Google Shape;249;p29">
            <a:extLst>
              <a:ext uri="{FF2B5EF4-FFF2-40B4-BE49-F238E27FC236}">
                <a16:creationId xmlns:a16="http://schemas.microsoft.com/office/drawing/2014/main" id="{70D79D0F-81FD-41D6-ADD1-94946D9FEB43}"/>
              </a:ext>
            </a:extLst>
          </p:cNvPr>
          <p:cNvGrpSpPr/>
          <p:nvPr/>
        </p:nvGrpSpPr>
        <p:grpSpPr>
          <a:xfrm>
            <a:off x="4580886" y="2284704"/>
            <a:ext cx="2751373" cy="264400"/>
            <a:chOff x="4562900" y="1493307"/>
            <a:chExt cx="2063530" cy="198300"/>
          </a:xfrm>
        </p:grpSpPr>
        <p:cxnSp>
          <p:nvCxnSpPr>
            <p:cNvPr id="24" name="Google Shape;250;p29">
              <a:extLst>
                <a:ext uri="{FF2B5EF4-FFF2-40B4-BE49-F238E27FC236}">
                  <a16:creationId xmlns:a16="http://schemas.microsoft.com/office/drawing/2014/main" id="{218E737A-711D-47AF-A76C-B0EB179E9968}"/>
                </a:ext>
              </a:extLst>
            </p:cNvPr>
            <p:cNvCxnSpPr/>
            <p:nvPr/>
          </p:nvCxnSpPr>
          <p:spPr>
            <a:xfrm>
              <a:off x="4562900" y="1593255"/>
              <a:ext cx="2060400" cy="0"/>
            </a:xfrm>
            <a:prstGeom prst="straightConnector1">
              <a:avLst/>
            </a:prstGeom>
            <a:noFill/>
            <a:ln w="9525" cap="flat" cmpd="sng">
              <a:solidFill>
                <a:srgbClr val="ABB4B8"/>
              </a:solidFill>
              <a:prstDash val="solid"/>
              <a:round/>
              <a:headEnd type="none" w="sm" len="sm"/>
              <a:tailEnd type="none" w="sm" len="sm"/>
            </a:ln>
          </p:spPr>
        </p:cxnSp>
        <p:sp>
          <p:nvSpPr>
            <p:cNvPr id="26" name="Google Shape;252;p29">
              <a:extLst>
                <a:ext uri="{FF2B5EF4-FFF2-40B4-BE49-F238E27FC236}">
                  <a16:creationId xmlns:a16="http://schemas.microsoft.com/office/drawing/2014/main" id="{BFFE3F61-9E19-41BB-A090-ECC94B716A21}"/>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10" name="Google Shape;254;p29">
            <a:extLst>
              <a:ext uri="{FF2B5EF4-FFF2-40B4-BE49-F238E27FC236}">
                <a16:creationId xmlns:a16="http://schemas.microsoft.com/office/drawing/2014/main" id="{5706245C-F4E4-4F2D-935D-38DF15CFE616}"/>
              </a:ext>
            </a:extLst>
          </p:cNvPr>
          <p:cNvGrpSpPr/>
          <p:nvPr/>
        </p:nvGrpSpPr>
        <p:grpSpPr>
          <a:xfrm>
            <a:off x="2249813" y="1859437"/>
            <a:ext cx="4686415" cy="4336003"/>
            <a:chOff x="2991269" y="1153325"/>
            <a:chExt cx="3514811" cy="3252002"/>
          </a:xfrm>
        </p:grpSpPr>
        <p:sp>
          <p:nvSpPr>
            <p:cNvPr id="16" name="Google Shape;255;p29">
              <a:extLst>
                <a:ext uri="{FF2B5EF4-FFF2-40B4-BE49-F238E27FC236}">
                  <a16:creationId xmlns:a16="http://schemas.microsoft.com/office/drawing/2014/main" id="{BDB210FB-EFF7-4808-8AF6-3404455E89C4}"/>
                </a:ext>
              </a:extLst>
            </p:cNvPr>
            <p:cNvSpPr/>
            <p:nvPr/>
          </p:nvSpPr>
          <p:spPr>
            <a:xfrm>
              <a:off x="3477586" y="2585458"/>
              <a:ext cx="2541910" cy="950456"/>
            </a:xfrm>
            <a:custGeom>
              <a:avLst/>
              <a:gdLst/>
              <a:ahLst/>
              <a:cxnLst/>
              <a:rect l="l" t="t" r="r" b="b"/>
              <a:pathLst>
                <a:path w="126826" h="43529" extrusionOk="0">
                  <a:moveTo>
                    <a:pt x="0" y="20002"/>
                  </a:moveTo>
                  <a:lnTo>
                    <a:pt x="63389" y="43529"/>
                  </a:lnTo>
                  <a:lnTo>
                    <a:pt x="126826" y="19907"/>
                  </a:lnTo>
                  <a:lnTo>
                    <a:pt x="63580" y="0"/>
                  </a:lnTo>
                  <a:close/>
                </a:path>
              </a:pathLst>
            </a:custGeom>
            <a:solidFill>
              <a:srgbClr val="ABB4B8"/>
            </a:solidFill>
            <a:ln>
              <a:noFill/>
            </a:ln>
          </p:spPr>
        </p:sp>
        <p:sp>
          <p:nvSpPr>
            <p:cNvPr id="17" name="Google Shape;256;p29">
              <a:extLst>
                <a:ext uri="{FF2B5EF4-FFF2-40B4-BE49-F238E27FC236}">
                  <a16:creationId xmlns:a16="http://schemas.microsoft.com/office/drawing/2014/main" id="{E8CEEC98-BA3B-4937-944C-26EBEF5E30BA}"/>
                </a:ext>
              </a:extLst>
            </p:cNvPr>
            <p:cNvSpPr/>
            <p:nvPr/>
          </p:nvSpPr>
          <p:spPr>
            <a:xfrm>
              <a:off x="2991269"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D6DAE0"/>
            </a:solidFill>
            <a:ln>
              <a:noFill/>
            </a:ln>
          </p:spPr>
        </p:sp>
        <p:sp>
          <p:nvSpPr>
            <p:cNvPr id="18" name="Google Shape;257;p29">
              <a:extLst>
                <a:ext uri="{FF2B5EF4-FFF2-40B4-BE49-F238E27FC236}">
                  <a16:creationId xmlns:a16="http://schemas.microsoft.com/office/drawing/2014/main" id="{ACDDA2F9-A019-4863-8ADD-64B7A9990F0F}"/>
                </a:ext>
              </a:extLst>
            </p:cNvPr>
            <p:cNvSpPr/>
            <p:nvPr/>
          </p:nvSpPr>
          <p:spPr>
            <a:xfrm flipH="1">
              <a:off x="4747852"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E7ECF0"/>
            </a:solidFill>
            <a:ln>
              <a:noFill/>
            </a:ln>
          </p:spPr>
          <p:txBody>
            <a:bodyPr/>
            <a:lstStyle/>
            <a:p>
              <a:endParaRPr lang="fr-FR" dirty="0"/>
            </a:p>
          </p:txBody>
        </p:sp>
        <p:sp>
          <p:nvSpPr>
            <p:cNvPr id="19" name="Google Shape;258;p29">
              <a:extLst>
                <a:ext uri="{FF2B5EF4-FFF2-40B4-BE49-F238E27FC236}">
                  <a16:creationId xmlns:a16="http://schemas.microsoft.com/office/drawing/2014/main" id="{EFA52B5A-14C1-48EA-9FBE-FA759AB1AEAD}"/>
                </a:ext>
              </a:extLst>
            </p:cNvPr>
            <p:cNvSpPr/>
            <p:nvPr/>
          </p:nvSpPr>
          <p:spPr>
            <a:xfrm>
              <a:off x="3969199" y="2001324"/>
              <a:ext cx="1565850" cy="585863"/>
            </a:xfrm>
            <a:custGeom>
              <a:avLst/>
              <a:gdLst/>
              <a:ahLst/>
              <a:cxnLst/>
              <a:rect l="l" t="t" r="r" b="b"/>
              <a:pathLst>
                <a:path w="24053" h="8150" extrusionOk="0">
                  <a:moveTo>
                    <a:pt x="0" y="3827"/>
                  </a:moveTo>
                  <a:lnTo>
                    <a:pt x="11976" y="8150"/>
                  </a:lnTo>
                  <a:lnTo>
                    <a:pt x="24053" y="3827"/>
                  </a:lnTo>
                  <a:lnTo>
                    <a:pt x="12126" y="0"/>
                  </a:lnTo>
                  <a:close/>
                </a:path>
              </a:pathLst>
            </a:custGeom>
            <a:solidFill>
              <a:srgbClr val="ABB4B8"/>
            </a:solidFill>
            <a:ln>
              <a:noFill/>
            </a:ln>
          </p:spPr>
          <p:txBody>
            <a:bodyPr/>
            <a:lstStyle/>
            <a:p>
              <a:endParaRPr lang="fr-FR" dirty="0"/>
            </a:p>
          </p:txBody>
        </p:sp>
        <p:sp>
          <p:nvSpPr>
            <p:cNvPr id="20" name="Google Shape;259;p29">
              <a:extLst>
                <a:ext uri="{FF2B5EF4-FFF2-40B4-BE49-F238E27FC236}">
                  <a16:creationId xmlns:a16="http://schemas.microsoft.com/office/drawing/2014/main" id="{5B63343D-1593-415C-9FF3-ACC184EBE63E}"/>
                </a:ext>
              </a:extLst>
            </p:cNvPr>
            <p:cNvSpPr/>
            <p:nvPr/>
          </p:nvSpPr>
          <p:spPr>
            <a:xfrm>
              <a:off x="356325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D6DAE0"/>
            </a:solidFill>
            <a:ln>
              <a:noFill/>
            </a:ln>
          </p:spPr>
          <p:txBody>
            <a:bodyPr/>
            <a:lstStyle/>
            <a:p>
              <a:endParaRPr lang="fr-FR" dirty="0"/>
            </a:p>
          </p:txBody>
        </p:sp>
        <p:sp>
          <p:nvSpPr>
            <p:cNvPr id="21" name="Google Shape;260;p29">
              <a:extLst>
                <a:ext uri="{FF2B5EF4-FFF2-40B4-BE49-F238E27FC236}">
                  <a16:creationId xmlns:a16="http://schemas.microsoft.com/office/drawing/2014/main" id="{C2C93CF9-EA61-4561-B8F8-D376C5C8B919}"/>
                </a:ext>
              </a:extLst>
            </p:cNvPr>
            <p:cNvSpPr/>
            <p:nvPr/>
          </p:nvSpPr>
          <p:spPr>
            <a:xfrm flipH="1">
              <a:off x="474936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E7ECF0"/>
            </a:solidFill>
            <a:ln>
              <a:noFill/>
            </a:ln>
          </p:spPr>
          <p:txBody>
            <a:bodyPr/>
            <a:lstStyle/>
            <a:p>
              <a:endParaRPr lang="fr-FR" dirty="0"/>
            </a:p>
          </p:txBody>
        </p:sp>
        <p:sp>
          <p:nvSpPr>
            <p:cNvPr id="22" name="Google Shape;261;p29">
              <a:extLst>
                <a:ext uri="{FF2B5EF4-FFF2-40B4-BE49-F238E27FC236}">
                  <a16:creationId xmlns:a16="http://schemas.microsoft.com/office/drawing/2014/main" id="{861F779D-12F4-478E-926B-A4AF7EF8977C}"/>
                </a:ext>
              </a:extLst>
            </p:cNvPr>
            <p:cNvSpPr/>
            <p:nvPr/>
          </p:nvSpPr>
          <p:spPr>
            <a:xfrm>
              <a:off x="4059061"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D6DAE0"/>
            </a:solidFill>
            <a:ln>
              <a:noFill/>
            </a:ln>
          </p:spPr>
          <p:txBody>
            <a:bodyPr/>
            <a:lstStyle/>
            <a:p>
              <a:endParaRPr lang="fr-FR" dirty="0"/>
            </a:p>
          </p:txBody>
        </p:sp>
        <p:sp>
          <p:nvSpPr>
            <p:cNvPr id="23" name="Google Shape;262;p29">
              <a:extLst>
                <a:ext uri="{FF2B5EF4-FFF2-40B4-BE49-F238E27FC236}">
                  <a16:creationId xmlns:a16="http://schemas.microsoft.com/office/drawing/2014/main" id="{4F504D4E-AB1A-49E6-90B4-A66A02794EBB}"/>
                </a:ext>
              </a:extLst>
            </p:cNvPr>
            <p:cNvSpPr/>
            <p:nvPr/>
          </p:nvSpPr>
          <p:spPr>
            <a:xfrm flipH="1">
              <a:off x="4749350"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E7ECF0"/>
            </a:solidFill>
            <a:ln>
              <a:noFill/>
            </a:ln>
          </p:spPr>
          <p:txBody>
            <a:bodyPr/>
            <a:lstStyle/>
            <a:p>
              <a:endParaRPr lang="fr-FR" dirty="0"/>
            </a:p>
          </p:txBody>
        </p:sp>
      </p:grpSp>
      <p:sp>
        <p:nvSpPr>
          <p:cNvPr id="11" name="Google Shape;253;p29">
            <a:extLst>
              <a:ext uri="{FF2B5EF4-FFF2-40B4-BE49-F238E27FC236}">
                <a16:creationId xmlns:a16="http://schemas.microsoft.com/office/drawing/2014/main" id="{6D2C4E68-65F4-463A-A329-AE1BD6C5C6CF}"/>
              </a:ext>
            </a:extLst>
          </p:cNvPr>
          <p:cNvSpPr txBox="1"/>
          <p:nvPr/>
        </p:nvSpPr>
        <p:spPr>
          <a:xfrm>
            <a:off x="7034114" y="2209349"/>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1</a:t>
            </a:r>
            <a:endParaRPr sz="1100" b="1" dirty="0">
              <a:solidFill>
                <a:srgbClr val="FFFFFF"/>
              </a:solidFill>
              <a:latin typeface="Inria Serif"/>
              <a:ea typeface="Inria Serif"/>
              <a:cs typeface="Inria Serif"/>
              <a:sym typeface="Inria Serif"/>
            </a:endParaRPr>
          </a:p>
        </p:txBody>
      </p:sp>
      <p:sp>
        <p:nvSpPr>
          <p:cNvPr id="12" name="Google Shape;242;p29">
            <a:extLst>
              <a:ext uri="{FF2B5EF4-FFF2-40B4-BE49-F238E27FC236}">
                <a16:creationId xmlns:a16="http://schemas.microsoft.com/office/drawing/2014/main" id="{E287E9C1-B223-498B-8A33-7872840221B2}"/>
              </a:ext>
            </a:extLst>
          </p:cNvPr>
          <p:cNvSpPr txBox="1"/>
          <p:nvPr/>
        </p:nvSpPr>
        <p:spPr>
          <a:xfrm>
            <a:off x="7034114" y="3680323"/>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2</a:t>
            </a:r>
            <a:endParaRPr sz="1100" b="1" dirty="0">
              <a:solidFill>
                <a:srgbClr val="FFFFFF"/>
              </a:solidFill>
              <a:latin typeface="Inria Serif"/>
              <a:ea typeface="Inria Serif"/>
              <a:cs typeface="Inria Serif"/>
              <a:sym typeface="Inria Serif"/>
            </a:endParaRPr>
          </a:p>
        </p:txBody>
      </p:sp>
      <p:sp>
        <p:nvSpPr>
          <p:cNvPr id="14" name="Google Shape;248;p29">
            <a:extLst>
              <a:ext uri="{FF2B5EF4-FFF2-40B4-BE49-F238E27FC236}">
                <a16:creationId xmlns:a16="http://schemas.microsoft.com/office/drawing/2014/main" id="{48058F2D-DA6A-45A8-979A-6B61B177504B}"/>
              </a:ext>
            </a:extLst>
          </p:cNvPr>
          <p:cNvSpPr txBox="1"/>
          <p:nvPr/>
        </p:nvSpPr>
        <p:spPr>
          <a:xfrm>
            <a:off x="7029043" y="5165895"/>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3</a:t>
            </a:r>
            <a:endParaRPr sz="1100" b="1" dirty="0">
              <a:solidFill>
                <a:srgbClr val="FFFFFF"/>
              </a:solidFill>
              <a:latin typeface="Inria Serif"/>
              <a:ea typeface="Inria Serif"/>
              <a:cs typeface="Inria Serif"/>
              <a:sym typeface="Inria Serif"/>
            </a:endParaRPr>
          </a:p>
        </p:txBody>
      </p:sp>
      <p:sp>
        <p:nvSpPr>
          <p:cNvPr id="33" name="Espace réservé du texte 2">
            <a:extLst>
              <a:ext uri="{FF2B5EF4-FFF2-40B4-BE49-F238E27FC236}">
                <a16:creationId xmlns:a16="http://schemas.microsoft.com/office/drawing/2014/main" id="{AA5A390D-2017-4EF0-83B2-BA54862D3BB7}"/>
              </a:ext>
            </a:extLst>
          </p:cNvPr>
          <p:cNvSpPr>
            <a:spLocks noGrp="1"/>
          </p:cNvSpPr>
          <p:nvPr>
            <p:ph type="body" sz="quarter" idx="13" hasCustomPrompt="1"/>
          </p:nvPr>
        </p:nvSpPr>
        <p:spPr>
          <a:xfrm>
            <a:off x="7453313" y="2212695"/>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5" name="Espace réservé du texte 2">
            <a:extLst>
              <a:ext uri="{FF2B5EF4-FFF2-40B4-BE49-F238E27FC236}">
                <a16:creationId xmlns:a16="http://schemas.microsoft.com/office/drawing/2014/main" id="{39FC5EC3-3534-4E07-9C89-89F40FE02689}"/>
              </a:ext>
            </a:extLst>
          </p:cNvPr>
          <p:cNvSpPr>
            <a:spLocks noGrp="1"/>
          </p:cNvSpPr>
          <p:nvPr>
            <p:ph type="body" sz="quarter" idx="14" hasCustomPrompt="1"/>
          </p:nvPr>
        </p:nvSpPr>
        <p:spPr>
          <a:xfrm>
            <a:off x="7416427" y="3683961"/>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7" name="Espace réservé du texte 2">
            <a:extLst>
              <a:ext uri="{FF2B5EF4-FFF2-40B4-BE49-F238E27FC236}">
                <a16:creationId xmlns:a16="http://schemas.microsoft.com/office/drawing/2014/main" id="{9168270A-7BC1-4728-9ED8-24DCBC64F5D6}"/>
              </a:ext>
            </a:extLst>
          </p:cNvPr>
          <p:cNvSpPr>
            <a:spLocks noGrp="1"/>
          </p:cNvSpPr>
          <p:nvPr>
            <p:ph type="body" sz="quarter" idx="15" hasCustomPrompt="1"/>
          </p:nvPr>
        </p:nvSpPr>
        <p:spPr>
          <a:xfrm>
            <a:off x="7451858" y="5200822"/>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8" name="Google Shape;32;p6">
            <a:extLst>
              <a:ext uri="{FF2B5EF4-FFF2-40B4-BE49-F238E27FC236}">
                <a16:creationId xmlns:a16="http://schemas.microsoft.com/office/drawing/2014/main" id="{13D7A270-8E6B-40F9-8D25-B94CC804B12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34" name="Espace réservé du texte 2">
            <a:extLst>
              <a:ext uri="{FF2B5EF4-FFF2-40B4-BE49-F238E27FC236}">
                <a16:creationId xmlns:a16="http://schemas.microsoft.com/office/drawing/2014/main" id="{A4A5DC99-3846-4DCC-9F34-58D0C3ECE3E9}"/>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0695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endrier événement">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55;p39">
            <a:extLst>
              <a:ext uri="{FF2B5EF4-FFF2-40B4-BE49-F238E27FC236}">
                <a16:creationId xmlns:a16="http://schemas.microsoft.com/office/drawing/2014/main" id="{A6917F3B-B247-4FE0-8A02-DFE4C2FFA89D}"/>
              </a:ext>
            </a:extLst>
          </p:cNvPr>
          <p:cNvSpPr/>
          <p:nvPr userDrawn="1"/>
        </p:nvSpPr>
        <p:spPr>
          <a:xfrm>
            <a:off x="10313611"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DEC</a:t>
            </a:r>
            <a:endParaRPr sz="1300">
              <a:solidFill>
                <a:schemeClr val="lt1"/>
              </a:solidFill>
              <a:latin typeface="Inria Sans"/>
              <a:ea typeface="Inria Sans"/>
              <a:cs typeface="Inria Sans"/>
              <a:sym typeface="Inria Sans"/>
            </a:endParaRPr>
          </a:p>
        </p:txBody>
      </p:sp>
      <p:sp>
        <p:nvSpPr>
          <p:cNvPr id="6" name="Google Shape;356;p39">
            <a:extLst>
              <a:ext uri="{FF2B5EF4-FFF2-40B4-BE49-F238E27FC236}">
                <a16:creationId xmlns:a16="http://schemas.microsoft.com/office/drawing/2014/main" id="{D9185350-F0CC-4CA8-997A-407284A3B0FC}"/>
              </a:ext>
            </a:extLst>
          </p:cNvPr>
          <p:cNvSpPr/>
          <p:nvPr userDrawn="1"/>
        </p:nvSpPr>
        <p:spPr>
          <a:xfrm>
            <a:off x="9433499"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NOV</a:t>
            </a:r>
            <a:endParaRPr sz="1300">
              <a:solidFill>
                <a:schemeClr val="lt1"/>
              </a:solidFill>
              <a:latin typeface="Inria Sans"/>
              <a:ea typeface="Inria Sans"/>
              <a:cs typeface="Inria Sans"/>
              <a:sym typeface="Inria Sans"/>
            </a:endParaRPr>
          </a:p>
        </p:txBody>
      </p:sp>
      <p:sp>
        <p:nvSpPr>
          <p:cNvPr id="8" name="Google Shape;357;p39">
            <a:extLst>
              <a:ext uri="{FF2B5EF4-FFF2-40B4-BE49-F238E27FC236}">
                <a16:creationId xmlns:a16="http://schemas.microsoft.com/office/drawing/2014/main" id="{F499853F-E9EC-4C59-93C8-9ADA5E3EAF42}"/>
              </a:ext>
            </a:extLst>
          </p:cNvPr>
          <p:cNvSpPr/>
          <p:nvPr userDrawn="1"/>
        </p:nvSpPr>
        <p:spPr>
          <a:xfrm>
            <a:off x="8553387"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OCT</a:t>
            </a:r>
            <a:endParaRPr sz="1300">
              <a:solidFill>
                <a:schemeClr val="lt1"/>
              </a:solidFill>
              <a:latin typeface="Inria Sans"/>
              <a:ea typeface="Inria Sans"/>
              <a:cs typeface="Inria Sans"/>
              <a:sym typeface="Inria Sans"/>
            </a:endParaRPr>
          </a:p>
        </p:txBody>
      </p:sp>
      <p:sp>
        <p:nvSpPr>
          <p:cNvPr id="9" name="Google Shape;358;p39">
            <a:extLst>
              <a:ext uri="{FF2B5EF4-FFF2-40B4-BE49-F238E27FC236}">
                <a16:creationId xmlns:a16="http://schemas.microsoft.com/office/drawing/2014/main" id="{FCB5DEF3-921F-4D69-93B5-46ED49FC980A}"/>
              </a:ext>
            </a:extLst>
          </p:cNvPr>
          <p:cNvSpPr/>
          <p:nvPr userDrawn="1"/>
        </p:nvSpPr>
        <p:spPr>
          <a:xfrm>
            <a:off x="7673275"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dk2"/>
                </a:solidFill>
                <a:latin typeface="Inria Sans"/>
                <a:ea typeface="Inria Sans"/>
                <a:cs typeface="Inria Sans"/>
                <a:sym typeface="Inria Sans"/>
              </a:rPr>
              <a:t>SEP</a:t>
            </a:r>
            <a:endParaRPr sz="1300">
              <a:solidFill>
                <a:schemeClr val="dk2"/>
              </a:solidFill>
              <a:latin typeface="Inria Sans"/>
              <a:ea typeface="Inria Sans"/>
              <a:cs typeface="Inria Sans"/>
              <a:sym typeface="Inria Sans"/>
            </a:endParaRPr>
          </a:p>
        </p:txBody>
      </p:sp>
      <p:sp>
        <p:nvSpPr>
          <p:cNvPr id="10" name="Google Shape;359;p39">
            <a:extLst>
              <a:ext uri="{FF2B5EF4-FFF2-40B4-BE49-F238E27FC236}">
                <a16:creationId xmlns:a16="http://schemas.microsoft.com/office/drawing/2014/main" id="{7947BD96-7699-4850-A4FD-5E8884B5016B}"/>
              </a:ext>
            </a:extLst>
          </p:cNvPr>
          <p:cNvSpPr/>
          <p:nvPr userDrawn="1"/>
        </p:nvSpPr>
        <p:spPr>
          <a:xfrm>
            <a:off x="6793163"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AOU</a:t>
            </a:r>
            <a:endParaRPr sz="1300" dirty="0">
              <a:solidFill>
                <a:schemeClr val="dk2"/>
              </a:solidFill>
              <a:latin typeface="Inria Sans"/>
              <a:ea typeface="Inria Sans"/>
              <a:cs typeface="Inria Sans"/>
              <a:sym typeface="Inria Sans"/>
            </a:endParaRPr>
          </a:p>
        </p:txBody>
      </p:sp>
      <p:sp>
        <p:nvSpPr>
          <p:cNvPr id="11" name="Google Shape;360;p39">
            <a:extLst>
              <a:ext uri="{FF2B5EF4-FFF2-40B4-BE49-F238E27FC236}">
                <a16:creationId xmlns:a16="http://schemas.microsoft.com/office/drawing/2014/main" id="{0CE9AD65-B152-4313-9AE5-9C3378662474}"/>
              </a:ext>
            </a:extLst>
          </p:cNvPr>
          <p:cNvSpPr/>
          <p:nvPr userDrawn="1"/>
        </p:nvSpPr>
        <p:spPr>
          <a:xfrm>
            <a:off x="5913051"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JUL</a:t>
            </a:r>
            <a:endParaRPr sz="1300" dirty="0">
              <a:solidFill>
                <a:schemeClr val="dk2"/>
              </a:solidFill>
              <a:latin typeface="Inria Sans"/>
              <a:ea typeface="Inria Sans"/>
              <a:cs typeface="Inria Sans"/>
              <a:sym typeface="Inria Sans"/>
            </a:endParaRPr>
          </a:p>
        </p:txBody>
      </p:sp>
      <p:sp>
        <p:nvSpPr>
          <p:cNvPr id="12" name="Google Shape;361;p39">
            <a:extLst>
              <a:ext uri="{FF2B5EF4-FFF2-40B4-BE49-F238E27FC236}">
                <a16:creationId xmlns:a16="http://schemas.microsoft.com/office/drawing/2014/main" id="{68DDD71B-3AC7-4100-ADF8-56DAB8E36A7B}"/>
              </a:ext>
            </a:extLst>
          </p:cNvPr>
          <p:cNvSpPr/>
          <p:nvPr userDrawn="1"/>
        </p:nvSpPr>
        <p:spPr>
          <a:xfrm>
            <a:off x="5032939"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JUN</a:t>
            </a:r>
            <a:endParaRPr sz="1300" dirty="0">
              <a:solidFill>
                <a:schemeClr val="bg1"/>
              </a:solidFill>
              <a:latin typeface="Inria Sans"/>
              <a:ea typeface="Inria Sans"/>
              <a:cs typeface="Inria Sans"/>
              <a:sym typeface="Inria Sans"/>
            </a:endParaRPr>
          </a:p>
        </p:txBody>
      </p:sp>
      <p:sp>
        <p:nvSpPr>
          <p:cNvPr id="14" name="Google Shape;362;p39">
            <a:extLst>
              <a:ext uri="{FF2B5EF4-FFF2-40B4-BE49-F238E27FC236}">
                <a16:creationId xmlns:a16="http://schemas.microsoft.com/office/drawing/2014/main" id="{6EFB724A-B9E9-4E5A-9F4D-B08B33CBA00F}"/>
              </a:ext>
            </a:extLst>
          </p:cNvPr>
          <p:cNvSpPr/>
          <p:nvPr userDrawn="1"/>
        </p:nvSpPr>
        <p:spPr>
          <a:xfrm>
            <a:off x="4152825"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MAI</a:t>
            </a:r>
            <a:endParaRPr sz="1300" dirty="0">
              <a:solidFill>
                <a:schemeClr val="bg1"/>
              </a:solidFill>
              <a:latin typeface="Inria Sans"/>
              <a:ea typeface="Inria Sans"/>
              <a:cs typeface="Inria Sans"/>
              <a:sym typeface="Inria Sans"/>
            </a:endParaRPr>
          </a:p>
        </p:txBody>
      </p:sp>
      <p:sp>
        <p:nvSpPr>
          <p:cNvPr id="16" name="Google Shape;363;p39">
            <a:extLst>
              <a:ext uri="{FF2B5EF4-FFF2-40B4-BE49-F238E27FC236}">
                <a16:creationId xmlns:a16="http://schemas.microsoft.com/office/drawing/2014/main" id="{A51EAC1D-96D9-4AFA-8614-35927E08B8EC}"/>
              </a:ext>
            </a:extLst>
          </p:cNvPr>
          <p:cNvSpPr/>
          <p:nvPr userDrawn="1"/>
        </p:nvSpPr>
        <p:spPr>
          <a:xfrm>
            <a:off x="3272713"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AVR</a:t>
            </a:r>
            <a:endParaRPr sz="1300" dirty="0">
              <a:solidFill>
                <a:schemeClr val="bg1"/>
              </a:solidFill>
              <a:latin typeface="Inria Sans"/>
              <a:ea typeface="Inria Sans"/>
              <a:cs typeface="Inria Sans"/>
              <a:sym typeface="Inria Sans"/>
            </a:endParaRPr>
          </a:p>
        </p:txBody>
      </p:sp>
      <p:sp>
        <p:nvSpPr>
          <p:cNvPr id="17" name="Google Shape;364;p39">
            <a:extLst>
              <a:ext uri="{FF2B5EF4-FFF2-40B4-BE49-F238E27FC236}">
                <a16:creationId xmlns:a16="http://schemas.microsoft.com/office/drawing/2014/main" id="{7EF23AB7-2E94-4B64-8792-8B4684082FAB}"/>
              </a:ext>
            </a:extLst>
          </p:cNvPr>
          <p:cNvSpPr/>
          <p:nvPr userDrawn="1"/>
        </p:nvSpPr>
        <p:spPr>
          <a:xfrm>
            <a:off x="2392601"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MAR</a:t>
            </a:r>
            <a:endParaRPr sz="1300">
              <a:solidFill>
                <a:schemeClr val="lt1"/>
              </a:solidFill>
              <a:latin typeface="Inria Sans"/>
              <a:ea typeface="Inria Sans"/>
              <a:cs typeface="Inria Sans"/>
              <a:sym typeface="Inria Sans"/>
            </a:endParaRPr>
          </a:p>
        </p:txBody>
      </p:sp>
      <p:sp>
        <p:nvSpPr>
          <p:cNvPr id="18" name="Google Shape;365;p39">
            <a:extLst>
              <a:ext uri="{FF2B5EF4-FFF2-40B4-BE49-F238E27FC236}">
                <a16:creationId xmlns:a16="http://schemas.microsoft.com/office/drawing/2014/main" id="{1AB603DA-08EF-4980-8149-506F324E79B9}"/>
              </a:ext>
            </a:extLst>
          </p:cNvPr>
          <p:cNvSpPr/>
          <p:nvPr userDrawn="1"/>
        </p:nvSpPr>
        <p:spPr>
          <a:xfrm>
            <a:off x="1512489"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FEV</a:t>
            </a:r>
            <a:endParaRPr sz="1300" dirty="0">
              <a:solidFill>
                <a:schemeClr val="lt1"/>
              </a:solidFill>
              <a:latin typeface="Inria Sans"/>
              <a:ea typeface="Inria Sans"/>
              <a:cs typeface="Inria Sans"/>
              <a:sym typeface="Inria Sans"/>
            </a:endParaRPr>
          </a:p>
        </p:txBody>
      </p:sp>
      <p:sp>
        <p:nvSpPr>
          <p:cNvPr id="19" name="Google Shape;366;p39">
            <a:extLst>
              <a:ext uri="{FF2B5EF4-FFF2-40B4-BE49-F238E27FC236}">
                <a16:creationId xmlns:a16="http://schemas.microsoft.com/office/drawing/2014/main" id="{EB824AA2-6F57-4B5D-B340-E66B5EBBB04E}"/>
              </a:ext>
            </a:extLst>
          </p:cNvPr>
          <p:cNvSpPr/>
          <p:nvPr userDrawn="1"/>
        </p:nvSpPr>
        <p:spPr>
          <a:xfrm>
            <a:off x="632377"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JAN</a:t>
            </a:r>
            <a:endParaRPr sz="1300" dirty="0">
              <a:solidFill>
                <a:schemeClr val="lt1"/>
              </a:solidFill>
              <a:latin typeface="Inria Sans"/>
              <a:ea typeface="Inria Sans"/>
              <a:cs typeface="Inria Sans"/>
              <a:sym typeface="Inria Sans"/>
            </a:endParaRPr>
          </a:p>
        </p:txBody>
      </p:sp>
      <p:sp>
        <p:nvSpPr>
          <p:cNvPr id="20" name="Google Shape;367;p39">
            <a:extLst>
              <a:ext uri="{FF2B5EF4-FFF2-40B4-BE49-F238E27FC236}">
                <a16:creationId xmlns:a16="http://schemas.microsoft.com/office/drawing/2014/main" id="{907ADFC6-280C-40FD-8EB0-FF055E6C6C95}"/>
              </a:ext>
            </a:extLst>
          </p:cNvPr>
          <p:cNvSpPr/>
          <p:nvPr userDrawn="1"/>
        </p:nvSpPr>
        <p:spPr>
          <a:xfrm>
            <a:off x="0" y="3674600"/>
            <a:ext cx="849600" cy="524800"/>
          </a:xfrm>
          <a:prstGeom prst="homePlate">
            <a:avLst>
              <a:gd name="adj" fmla="val 32030"/>
            </a:avLst>
          </a:prstGeom>
          <a:solidFill>
            <a:schemeClr val="lt2"/>
          </a:solidFill>
          <a:ln>
            <a:noFill/>
          </a:ln>
          <a:effectLst>
            <a:outerShdw blurRad="28575" dist="9525" algn="bl" rotWithShape="0">
              <a:srgbClr val="000000">
                <a:alpha val="20000"/>
              </a:srgbClr>
            </a:outerShdw>
          </a:effectLst>
        </p:spPr>
        <p:txBody>
          <a:bodyPr spcFirstLastPara="1" wrap="square" lIns="121900" tIns="121900" rIns="121900" bIns="121900" anchor="ctr" anchorCtr="0">
            <a:noAutofit/>
          </a:bodyPr>
          <a:lstStyle/>
          <a:p>
            <a:pPr algn="ctr"/>
            <a:endParaRPr sz="1300">
              <a:solidFill>
                <a:schemeClr val="dk1"/>
              </a:solidFill>
            </a:endParaRPr>
          </a:p>
        </p:txBody>
      </p:sp>
      <p:grpSp>
        <p:nvGrpSpPr>
          <p:cNvPr id="32" name="Groupe 31">
            <a:extLst>
              <a:ext uri="{FF2B5EF4-FFF2-40B4-BE49-F238E27FC236}">
                <a16:creationId xmlns:a16="http://schemas.microsoft.com/office/drawing/2014/main" id="{2E5BD6C3-AF6B-4FF6-B08A-546E089BBDA1}"/>
              </a:ext>
            </a:extLst>
          </p:cNvPr>
          <p:cNvGrpSpPr/>
          <p:nvPr userDrawn="1"/>
        </p:nvGrpSpPr>
        <p:grpSpPr>
          <a:xfrm>
            <a:off x="1025231" y="3042575"/>
            <a:ext cx="9702585" cy="1788850"/>
            <a:chOff x="1025231" y="3042575"/>
            <a:chExt cx="9702585" cy="1788850"/>
          </a:xfrm>
        </p:grpSpPr>
        <p:cxnSp>
          <p:nvCxnSpPr>
            <p:cNvPr id="33" name="Google Shape;368;p39">
              <a:extLst>
                <a:ext uri="{FF2B5EF4-FFF2-40B4-BE49-F238E27FC236}">
                  <a16:creationId xmlns:a16="http://schemas.microsoft.com/office/drawing/2014/main" id="{FD6FE5E1-23EE-42A7-8FC1-8F324CCE0BD1}"/>
                </a:ext>
              </a:extLst>
            </p:cNvPr>
            <p:cNvCxnSpPr/>
            <p:nvPr/>
          </p:nvCxnSpPr>
          <p:spPr>
            <a:xfrm rot="10800000">
              <a:off x="102523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4" name="Google Shape;370;p39">
              <a:extLst>
                <a:ext uri="{FF2B5EF4-FFF2-40B4-BE49-F238E27FC236}">
                  <a16:creationId xmlns:a16="http://schemas.microsoft.com/office/drawing/2014/main" id="{E926AE98-63E1-4A67-BB1C-5A86900B37A2}"/>
                </a:ext>
              </a:extLst>
            </p:cNvPr>
            <p:cNvCxnSpPr/>
            <p:nvPr/>
          </p:nvCxnSpPr>
          <p:spPr>
            <a:xfrm rot="10800000">
              <a:off x="278687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5" name="Google Shape;372;p39">
              <a:extLst>
                <a:ext uri="{FF2B5EF4-FFF2-40B4-BE49-F238E27FC236}">
                  <a16:creationId xmlns:a16="http://schemas.microsoft.com/office/drawing/2014/main" id="{B956DD69-B2CD-45AC-86CF-DC84AC3B4545}"/>
                </a:ext>
              </a:extLst>
            </p:cNvPr>
            <p:cNvCxnSpPr/>
            <p:nvPr/>
          </p:nvCxnSpPr>
          <p:spPr>
            <a:xfrm rot="10800000">
              <a:off x="454852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6" name="Google Shape;374;p39">
              <a:extLst>
                <a:ext uri="{FF2B5EF4-FFF2-40B4-BE49-F238E27FC236}">
                  <a16:creationId xmlns:a16="http://schemas.microsoft.com/office/drawing/2014/main" id="{34F4559D-1516-4D76-8293-ECDA65532A7D}"/>
                </a:ext>
              </a:extLst>
            </p:cNvPr>
            <p:cNvCxnSpPr/>
            <p:nvPr/>
          </p:nvCxnSpPr>
          <p:spPr>
            <a:xfrm rot="10800000">
              <a:off x="631017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7" name="Google Shape;376;p39">
              <a:extLst>
                <a:ext uri="{FF2B5EF4-FFF2-40B4-BE49-F238E27FC236}">
                  <a16:creationId xmlns:a16="http://schemas.microsoft.com/office/drawing/2014/main" id="{D0B01B73-2107-4504-83F0-89AADA64418A}"/>
                </a:ext>
              </a:extLst>
            </p:cNvPr>
            <p:cNvCxnSpPr/>
            <p:nvPr/>
          </p:nvCxnSpPr>
          <p:spPr>
            <a:xfrm rot="10800000">
              <a:off x="807181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8" name="Google Shape;378;p39">
              <a:extLst>
                <a:ext uri="{FF2B5EF4-FFF2-40B4-BE49-F238E27FC236}">
                  <a16:creationId xmlns:a16="http://schemas.microsoft.com/office/drawing/2014/main" id="{1667B7EF-206C-4106-A932-C360A4901C37}"/>
                </a:ext>
              </a:extLst>
            </p:cNvPr>
            <p:cNvCxnSpPr/>
            <p:nvPr/>
          </p:nvCxnSpPr>
          <p:spPr>
            <a:xfrm rot="10800000">
              <a:off x="983346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9" name="Google Shape;380;p39">
              <a:extLst>
                <a:ext uri="{FF2B5EF4-FFF2-40B4-BE49-F238E27FC236}">
                  <a16:creationId xmlns:a16="http://schemas.microsoft.com/office/drawing/2014/main" id="{71639FCC-C762-4D38-BCAB-F288E0FBAC88}"/>
                </a:ext>
              </a:extLst>
            </p:cNvPr>
            <p:cNvCxnSpPr/>
            <p:nvPr/>
          </p:nvCxnSpPr>
          <p:spPr>
            <a:xfrm rot="10800000">
              <a:off x="191958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0" name="Google Shape;382;p39">
              <a:extLst>
                <a:ext uri="{FF2B5EF4-FFF2-40B4-BE49-F238E27FC236}">
                  <a16:creationId xmlns:a16="http://schemas.microsoft.com/office/drawing/2014/main" id="{7C19A26B-DB9C-44BD-AD93-C0BEA8CB5044}"/>
                </a:ext>
              </a:extLst>
            </p:cNvPr>
            <p:cNvCxnSpPr/>
            <p:nvPr/>
          </p:nvCxnSpPr>
          <p:spPr>
            <a:xfrm rot="10800000">
              <a:off x="368122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1" name="Google Shape;384;p39">
              <a:extLst>
                <a:ext uri="{FF2B5EF4-FFF2-40B4-BE49-F238E27FC236}">
                  <a16:creationId xmlns:a16="http://schemas.microsoft.com/office/drawing/2014/main" id="{CB048544-D82D-44B4-8EC2-42F3CDFFD383}"/>
                </a:ext>
              </a:extLst>
            </p:cNvPr>
            <p:cNvCxnSpPr/>
            <p:nvPr/>
          </p:nvCxnSpPr>
          <p:spPr>
            <a:xfrm rot="10800000">
              <a:off x="5442876"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2" name="Google Shape;386;p39">
              <a:extLst>
                <a:ext uri="{FF2B5EF4-FFF2-40B4-BE49-F238E27FC236}">
                  <a16:creationId xmlns:a16="http://schemas.microsoft.com/office/drawing/2014/main" id="{754E0C33-BAA3-4369-A30C-F498B55E13AE}"/>
                </a:ext>
              </a:extLst>
            </p:cNvPr>
            <p:cNvCxnSpPr/>
            <p:nvPr/>
          </p:nvCxnSpPr>
          <p:spPr>
            <a:xfrm rot="10800000">
              <a:off x="720452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3" name="Google Shape;388;p39">
              <a:extLst>
                <a:ext uri="{FF2B5EF4-FFF2-40B4-BE49-F238E27FC236}">
                  <a16:creationId xmlns:a16="http://schemas.microsoft.com/office/drawing/2014/main" id="{2E7D3906-9D6A-469D-B9C6-A8FAFD424E3B}"/>
                </a:ext>
              </a:extLst>
            </p:cNvPr>
            <p:cNvCxnSpPr/>
            <p:nvPr/>
          </p:nvCxnSpPr>
          <p:spPr>
            <a:xfrm rot="10800000">
              <a:off x="896616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4" name="Google Shape;390;p39">
              <a:extLst>
                <a:ext uri="{FF2B5EF4-FFF2-40B4-BE49-F238E27FC236}">
                  <a16:creationId xmlns:a16="http://schemas.microsoft.com/office/drawing/2014/main" id="{9E53BE1D-358C-4C86-B2D7-C8721CD57AAD}"/>
                </a:ext>
              </a:extLst>
            </p:cNvPr>
            <p:cNvCxnSpPr/>
            <p:nvPr/>
          </p:nvCxnSpPr>
          <p:spPr>
            <a:xfrm rot="10800000">
              <a:off x="10727816" y="4166625"/>
              <a:ext cx="0" cy="664800"/>
            </a:xfrm>
            <a:prstGeom prst="straightConnector1">
              <a:avLst/>
            </a:prstGeom>
            <a:noFill/>
            <a:ln w="9525" cap="flat" cmpd="sng">
              <a:solidFill>
                <a:srgbClr val="D6DAE0"/>
              </a:solidFill>
              <a:prstDash val="solid"/>
              <a:round/>
              <a:headEnd type="oval" w="med" len="med"/>
              <a:tailEnd type="oval" w="med" len="med"/>
            </a:ln>
          </p:spPr>
        </p:cxnSp>
      </p:grpSp>
      <p:sp>
        <p:nvSpPr>
          <p:cNvPr id="47" name="Espace réservé du texte 45">
            <a:extLst>
              <a:ext uri="{FF2B5EF4-FFF2-40B4-BE49-F238E27FC236}">
                <a16:creationId xmlns:a16="http://schemas.microsoft.com/office/drawing/2014/main" id="{A1FE6AFF-1DCB-42B0-8BC7-3FF47FADA590}"/>
              </a:ext>
            </a:extLst>
          </p:cNvPr>
          <p:cNvSpPr>
            <a:spLocks noGrp="1"/>
          </p:cNvSpPr>
          <p:nvPr>
            <p:ph type="body" sz="quarter" idx="13" hasCustomPrompt="1"/>
          </p:nvPr>
        </p:nvSpPr>
        <p:spPr>
          <a:xfrm>
            <a:off x="387257" y="2135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49" name="Espace réservé du texte 45">
            <a:extLst>
              <a:ext uri="{FF2B5EF4-FFF2-40B4-BE49-F238E27FC236}">
                <a16:creationId xmlns:a16="http://schemas.microsoft.com/office/drawing/2014/main" id="{D02F4E13-A6B6-44E9-845D-EB36C06AEB6F}"/>
              </a:ext>
            </a:extLst>
          </p:cNvPr>
          <p:cNvSpPr>
            <a:spLocks noGrp="1"/>
          </p:cNvSpPr>
          <p:nvPr>
            <p:ph type="body" sz="quarter" idx="14" hasCustomPrompt="1"/>
          </p:nvPr>
        </p:nvSpPr>
        <p:spPr>
          <a:xfrm>
            <a:off x="2152393"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1" name="Espace réservé du texte 45">
            <a:extLst>
              <a:ext uri="{FF2B5EF4-FFF2-40B4-BE49-F238E27FC236}">
                <a16:creationId xmlns:a16="http://schemas.microsoft.com/office/drawing/2014/main" id="{0A561DBB-C3AA-464C-9841-B9A3FC0A82C2}"/>
              </a:ext>
            </a:extLst>
          </p:cNvPr>
          <p:cNvSpPr>
            <a:spLocks noGrp="1"/>
          </p:cNvSpPr>
          <p:nvPr>
            <p:ph type="body" sz="quarter" idx="15" hasCustomPrompt="1"/>
          </p:nvPr>
        </p:nvSpPr>
        <p:spPr>
          <a:xfrm>
            <a:off x="3914854"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3" name="Espace réservé du texte 45">
            <a:extLst>
              <a:ext uri="{FF2B5EF4-FFF2-40B4-BE49-F238E27FC236}">
                <a16:creationId xmlns:a16="http://schemas.microsoft.com/office/drawing/2014/main" id="{BD1D5DA9-95E4-45FA-A99F-DD0676FB2F68}"/>
              </a:ext>
            </a:extLst>
          </p:cNvPr>
          <p:cNvSpPr>
            <a:spLocks noGrp="1"/>
          </p:cNvSpPr>
          <p:nvPr>
            <p:ph type="body" sz="quarter" idx="16" hasCustomPrompt="1"/>
          </p:nvPr>
        </p:nvSpPr>
        <p:spPr>
          <a:xfrm>
            <a:off x="5677315"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5" name="Espace réservé du texte 45">
            <a:extLst>
              <a:ext uri="{FF2B5EF4-FFF2-40B4-BE49-F238E27FC236}">
                <a16:creationId xmlns:a16="http://schemas.microsoft.com/office/drawing/2014/main" id="{235086B5-DFD4-44B3-9551-94A840BAE880}"/>
              </a:ext>
            </a:extLst>
          </p:cNvPr>
          <p:cNvSpPr>
            <a:spLocks noGrp="1"/>
          </p:cNvSpPr>
          <p:nvPr>
            <p:ph type="body" sz="quarter" idx="17" hasCustomPrompt="1"/>
          </p:nvPr>
        </p:nvSpPr>
        <p:spPr>
          <a:xfrm>
            <a:off x="7442013" y="2139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7" name="Espace réservé du texte 45">
            <a:extLst>
              <a:ext uri="{FF2B5EF4-FFF2-40B4-BE49-F238E27FC236}">
                <a16:creationId xmlns:a16="http://schemas.microsoft.com/office/drawing/2014/main" id="{1D2B7EC4-CE1E-4946-8E23-4078DA0288F1}"/>
              </a:ext>
            </a:extLst>
          </p:cNvPr>
          <p:cNvSpPr>
            <a:spLocks noGrp="1"/>
          </p:cNvSpPr>
          <p:nvPr>
            <p:ph type="body" sz="quarter" idx="18" hasCustomPrompt="1"/>
          </p:nvPr>
        </p:nvSpPr>
        <p:spPr>
          <a:xfrm>
            <a:off x="9205669"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4" name="Espace réservé du texte 45">
            <a:extLst>
              <a:ext uri="{FF2B5EF4-FFF2-40B4-BE49-F238E27FC236}">
                <a16:creationId xmlns:a16="http://schemas.microsoft.com/office/drawing/2014/main" id="{ADB72052-957A-4300-A819-2882139B37C0}"/>
              </a:ext>
            </a:extLst>
          </p:cNvPr>
          <p:cNvSpPr>
            <a:spLocks noGrp="1"/>
          </p:cNvSpPr>
          <p:nvPr>
            <p:ph type="body" sz="quarter" idx="19" hasCustomPrompt="1"/>
          </p:nvPr>
        </p:nvSpPr>
        <p:spPr>
          <a:xfrm>
            <a:off x="1243358" y="5032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5" name="Espace réservé du texte 45">
            <a:extLst>
              <a:ext uri="{FF2B5EF4-FFF2-40B4-BE49-F238E27FC236}">
                <a16:creationId xmlns:a16="http://schemas.microsoft.com/office/drawing/2014/main" id="{A08E1E97-7FD5-4EF5-9A16-90B51ED4CF4A}"/>
              </a:ext>
            </a:extLst>
          </p:cNvPr>
          <p:cNvSpPr>
            <a:spLocks noGrp="1"/>
          </p:cNvSpPr>
          <p:nvPr>
            <p:ph type="body" sz="quarter" idx="20" hasCustomPrompt="1"/>
          </p:nvPr>
        </p:nvSpPr>
        <p:spPr>
          <a:xfrm>
            <a:off x="3008494"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6" name="Espace réservé du texte 45">
            <a:extLst>
              <a:ext uri="{FF2B5EF4-FFF2-40B4-BE49-F238E27FC236}">
                <a16:creationId xmlns:a16="http://schemas.microsoft.com/office/drawing/2014/main" id="{A6B76954-1753-4BE1-9815-4ECBA8F8C8F5}"/>
              </a:ext>
            </a:extLst>
          </p:cNvPr>
          <p:cNvSpPr>
            <a:spLocks noGrp="1"/>
          </p:cNvSpPr>
          <p:nvPr>
            <p:ph type="body" sz="quarter" idx="21" hasCustomPrompt="1"/>
          </p:nvPr>
        </p:nvSpPr>
        <p:spPr>
          <a:xfrm>
            <a:off x="4770955"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7" name="Espace réservé du texte 45">
            <a:extLst>
              <a:ext uri="{FF2B5EF4-FFF2-40B4-BE49-F238E27FC236}">
                <a16:creationId xmlns:a16="http://schemas.microsoft.com/office/drawing/2014/main" id="{F972A133-F851-4C7E-BF6A-5A413421A391}"/>
              </a:ext>
            </a:extLst>
          </p:cNvPr>
          <p:cNvSpPr>
            <a:spLocks noGrp="1"/>
          </p:cNvSpPr>
          <p:nvPr>
            <p:ph type="body" sz="quarter" idx="22" hasCustomPrompt="1"/>
          </p:nvPr>
        </p:nvSpPr>
        <p:spPr>
          <a:xfrm>
            <a:off x="6533416"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8" name="Espace réservé du texte 45">
            <a:extLst>
              <a:ext uri="{FF2B5EF4-FFF2-40B4-BE49-F238E27FC236}">
                <a16:creationId xmlns:a16="http://schemas.microsoft.com/office/drawing/2014/main" id="{3BD8C773-971F-4B49-BDFC-3627B901F176}"/>
              </a:ext>
            </a:extLst>
          </p:cNvPr>
          <p:cNvSpPr>
            <a:spLocks noGrp="1"/>
          </p:cNvSpPr>
          <p:nvPr>
            <p:ph type="body" sz="quarter" idx="23" hasCustomPrompt="1"/>
          </p:nvPr>
        </p:nvSpPr>
        <p:spPr>
          <a:xfrm>
            <a:off x="8298114" y="5036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9" name="Espace réservé du texte 45">
            <a:extLst>
              <a:ext uri="{FF2B5EF4-FFF2-40B4-BE49-F238E27FC236}">
                <a16:creationId xmlns:a16="http://schemas.microsoft.com/office/drawing/2014/main" id="{887A850E-DDFB-4B30-A3CC-60839965A4F5}"/>
              </a:ext>
            </a:extLst>
          </p:cNvPr>
          <p:cNvSpPr>
            <a:spLocks noGrp="1"/>
          </p:cNvSpPr>
          <p:nvPr>
            <p:ph type="body" sz="quarter" idx="24" hasCustomPrompt="1"/>
          </p:nvPr>
        </p:nvSpPr>
        <p:spPr>
          <a:xfrm>
            <a:off x="10061770"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70" name="Google Shape;32;p6">
            <a:extLst>
              <a:ext uri="{FF2B5EF4-FFF2-40B4-BE49-F238E27FC236}">
                <a16:creationId xmlns:a16="http://schemas.microsoft.com/office/drawing/2014/main" id="{27811ABC-4B79-468C-85D9-A6B9AEA2E1B2}"/>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46" name="Espace réservé du texte 2">
            <a:extLst>
              <a:ext uri="{FF2B5EF4-FFF2-40B4-BE49-F238E27FC236}">
                <a16:creationId xmlns:a16="http://schemas.microsoft.com/office/drawing/2014/main" id="{02840E39-7C26-4E48-812E-A6A0401AEA5D}"/>
              </a:ext>
            </a:extLst>
          </p:cNvPr>
          <p:cNvSpPr>
            <a:spLocks noGrp="1"/>
          </p:cNvSpPr>
          <p:nvPr>
            <p:ph type="body" sz="quarter" idx="2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3312301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2;p6">
            <a:extLst>
              <a:ext uri="{FF2B5EF4-FFF2-40B4-BE49-F238E27FC236}">
                <a16:creationId xmlns:a16="http://schemas.microsoft.com/office/drawing/2014/main" id="{507F3901-C51F-4B86-A6B3-B6AD8D38DDB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8" name="Espace réservé du texte 2">
            <a:extLst>
              <a:ext uri="{FF2B5EF4-FFF2-40B4-BE49-F238E27FC236}">
                <a16:creationId xmlns:a16="http://schemas.microsoft.com/office/drawing/2014/main" id="{B8F557D0-F906-48E4-9676-2FCF206075ED}"/>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7902315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égende">
    <p:spTree>
      <p:nvGrpSpPr>
        <p:cNvPr id="1" name=""/>
        <p:cNvGrpSpPr/>
        <p:nvPr/>
      </p:nvGrpSpPr>
      <p:grpSpPr>
        <a:xfrm>
          <a:off x="0" y="0"/>
          <a:ext cx="0" cy="0"/>
          <a:chOff x="0" y="0"/>
          <a:chExt cx="0" cy="0"/>
        </a:xfrm>
      </p:grpSpPr>
      <p:sp>
        <p:nvSpPr>
          <p:cNvPr id="4" name="Google Shape;46;p9">
            <a:extLst>
              <a:ext uri="{FF2B5EF4-FFF2-40B4-BE49-F238E27FC236}">
                <a16:creationId xmlns:a16="http://schemas.microsoft.com/office/drawing/2014/main" id="{31D6BDB8-40A4-AB40-9EC0-61074D386A46}"/>
              </a:ext>
            </a:extLst>
          </p:cNvPr>
          <p:cNvSpPr txBox="1">
            <a:spLocks noGrp="1"/>
          </p:cNvSpPr>
          <p:nvPr>
            <p:ph type="body" idx="1" hasCustomPrompt="1"/>
          </p:nvPr>
        </p:nvSpPr>
        <p:spPr>
          <a:xfrm>
            <a:off x="980322" y="5987362"/>
            <a:ext cx="10225522" cy="692800"/>
          </a:xfrm>
          <a:prstGeom prst="rect">
            <a:avLst/>
          </a:prstGeom>
        </p:spPr>
        <p:txBody>
          <a:bodyPr spcFirstLastPara="1" wrap="square" lIns="0" tIns="0" rIns="0" bIns="0" anchor="t" anchorCtr="0">
            <a:noAutofit/>
          </a:bodyPr>
          <a:lstStyle>
            <a:lvl1pPr marL="609585" lvl="0" indent="-304792" rtl="0">
              <a:spcBef>
                <a:spcPts val="0"/>
              </a:spcBef>
              <a:spcAft>
                <a:spcPts val="800"/>
              </a:spcAft>
              <a:buSzPts val="1600"/>
              <a:buNone/>
              <a:defRPr sz="1400">
                <a:solidFill>
                  <a:schemeClr val="tx1">
                    <a:lumMod val="85000"/>
                    <a:lumOff val="15000"/>
                  </a:schemeClr>
                </a:solidFill>
                <a:latin typeface="Barlow"/>
              </a:defRPr>
            </a:lvl1pPr>
          </a:lstStyle>
          <a:p>
            <a:r>
              <a:rPr lang="fr-FR" dirty="0"/>
              <a:t>Cliquez pour ajouter du texte</a:t>
            </a:r>
            <a:endParaRPr dirty="0"/>
          </a:p>
        </p:txBody>
      </p:sp>
      <p:sp>
        <p:nvSpPr>
          <p:cNvPr id="5" name="Google Shape;32;p6">
            <a:extLst>
              <a:ext uri="{FF2B5EF4-FFF2-40B4-BE49-F238E27FC236}">
                <a16:creationId xmlns:a16="http://schemas.microsoft.com/office/drawing/2014/main" id="{F4B6C03F-1988-45C2-A41B-CDD7235AA36B}"/>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864842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
        <p:nvSpPr>
          <p:cNvPr id="5" name="Google Shape;32;p6">
            <a:extLst>
              <a:ext uri="{FF2B5EF4-FFF2-40B4-BE49-F238E27FC236}">
                <a16:creationId xmlns:a16="http://schemas.microsoft.com/office/drawing/2014/main" id="{833FC38E-CCC0-435B-94EC-EE892C21532A}"/>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782797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4"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5.pn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3.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p:blipFill>
        <p:spPr bwMode="auto">
          <a:xfrm>
            <a:off x="10309190" y="122549"/>
            <a:ext cx="1757935" cy="896547"/>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v1.4.0.0 – 10/09/2025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754" r:id="rId3"/>
    <p:sldLayoutId id="2147483763" r:id="rId4"/>
    <p:sldLayoutId id="2147483765" r:id="rId5"/>
    <p:sldLayoutId id="2147483755" r:id="rId6"/>
    <p:sldLayoutId id="2147483756" r:id="rId7"/>
    <p:sldLayoutId id="2147483757" r:id="rId8"/>
    <p:sldLayoutId id="2147483766" r:id="rId9"/>
    <p:sldLayoutId id="2147483767" r:id="rId10"/>
    <p:sldLayoutId id="2147483758" r:id="rId11"/>
    <p:sldLayoutId id="2147483759" r:id="rId12"/>
    <p:sldLayoutId id="2147483760" r:id="rId13"/>
    <p:sldLayoutId id="2147483816" r:id="rId14"/>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309189" y="122549"/>
            <a:ext cx="1757937" cy="89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microsoft.com/office/2007/relationships/hdphoto" Target="../media/hdphoto1.wdp"/></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image" Target="../media/image23.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dirty="0">
                <a:solidFill>
                  <a:srgbClr val="0A0096"/>
                </a:solidFill>
                <a:latin typeface="Montserrat" panose="00000800000000000000" pitchFamily="2" charset="0"/>
              </a:rPr>
              <a:t>Publication Suivi Compétition</a:t>
            </a:r>
          </a:p>
          <a:p>
            <a:r>
              <a:rPr lang="fr-FR" sz="3200" i="1" dirty="0">
                <a:solidFill>
                  <a:srgbClr val="0A0096"/>
                </a:solidFill>
                <a:latin typeface="Montserrat" panose="00000800000000000000" pitchFamily="2" charset="0"/>
              </a:rPr>
              <a:t>Manuel d’utilisation</a:t>
            </a:r>
          </a:p>
          <a:p>
            <a:r>
              <a:rPr lang="fr-FR" sz="2400" i="1" dirty="0">
                <a:solidFill>
                  <a:srgbClr val="0A0096"/>
                </a:solidFill>
                <a:latin typeface="Montserrat" panose="00000800000000000000" pitchFamily="2" charset="0"/>
              </a:rPr>
              <a:t>V1.4.0.0 – 09/2025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p:txBody>
          <a:bodyPr/>
          <a:lstStyle/>
          <a:p>
            <a:r>
              <a:rPr lang="fr-FR"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p:txBody>
          <a:bodyPr/>
          <a:lstStyle/>
          <a:p>
            <a:r>
              <a:rPr lang="fr-FR" dirty="0"/>
              <a:t>Ecrans &amp; fonctionnalités</a:t>
            </a:r>
          </a:p>
          <a:p>
            <a:r>
              <a:rPr lang="fr-FR" sz="1400" b="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p:txBody>
          <a:bodyPr/>
          <a:lstStyle/>
          <a:p>
            <a:r>
              <a:rPr lang="fr-FR"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p:txBody>
          <a:bodyPr/>
          <a:lstStyle/>
          <a:p>
            <a:r>
              <a:rPr lang="fr-FR" dirty="0"/>
              <a:t>Mise en œuvre</a:t>
            </a:r>
          </a:p>
          <a:p>
            <a:r>
              <a:rPr lang="fr-FR" sz="1400" b="0" dirty="0"/>
              <a:t>Mise en œuvre des cas d’usage simple</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p:txBody>
          <a:bodyPr/>
          <a:lstStyle/>
          <a:p>
            <a:r>
              <a:rPr lang="fr-FR"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p:txBody>
          <a:bodyPr/>
          <a:lstStyle/>
          <a:p>
            <a:r>
              <a:rPr lang="fr-FR" dirty="0"/>
              <a:t>Dépannage</a:t>
            </a:r>
          </a:p>
          <a:p>
            <a:r>
              <a:rPr lang="fr-FR" sz="1400" b="0" dirty="0"/>
              <a:t>Aide au diagnostique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p:txBody>
          <a:bodyPr/>
          <a:lstStyle/>
          <a:p>
            <a:r>
              <a:rPr lang="fr-FR"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p:txBody>
          <a:bodyPr/>
          <a:lstStyle/>
          <a:p>
            <a:r>
              <a:rPr lang="fr-FR" dirty="0"/>
              <a:t>Description générale</a:t>
            </a:r>
          </a:p>
          <a:p>
            <a:r>
              <a:rPr lang="fr-FR" sz="1400" b="0" dirty="0"/>
              <a:t>Description du logiciel et des ses fonctionnalités</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dirty="0"/>
              <a:t>Description du logiciel et des ses fonctionnalités</a:t>
            </a:r>
          </a:p>
        </p:txBody>
      </p:sp>
      <p:sp>
        <p:nvSpPr>
          <p:cNvPr id="2" name="Espace réservé du texte 1"/>
          <p:cNvSpPr>
            <a:spLocks noGrp="1"/>
          </p:cNvSpPr>
          <p:nvPr>
            <p:ph type="body" sz="quarter" idx="10"/>
          </p:nvPr>
        </p:nvSpPr>
        <p:spPr/>
        <p:txBody>
          <a:bodyPr/>
          <a:lstStyle/>
          <a:p>
            <a:r>
              <a:rPr lang="fr-FR"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p:txBody>
          <a:bodyPr/>
          <a:lstStyle/>
          <a:p>
            <a:r>
              <a:rPr lang="fr-FR" sz="1600" dirty="0"/>
              <a:t>Le logiciel est un composant de la solution de gestion de compétition « Gestion de compétition 2.0 » de France Judo. Il permet de générer un site web permettant au public, aux coachs de suivre le déroulement d’une compétition gérée par « Gestion de compétition 2.0 » depuis un Smartphone, une tablette ou un ordinateur.</a:t>
            </a:r>
          </a:p>
          <a:p>
            <a:r>
              <a:rPr lang="fr-FR" sz="1600" dirty="0"/>
              <a:t>Le site web peut être publié sur le réseau local du site de la compétition (s’il est disponible) ou sur Internet, soit sur un site spécifique, soit sur le serveur fédéral « ftp.ffjudo.com ».</a:t>
            </a:r>
          </a:p>
          <a:p>
            <a:r>
              <a:rPr lang="fr-FR" sz="1600" dirty="0"/>
              <a:t>« </a:t>
            </a:r>
            <a:r>
              <a:rPr lang="fr-FR" sz="1600" dirty="0" err="1"/>
              <a:t>PublicationSuiviCompetition</a:t>
            </a:r>
            <a:r>
              <a:rPr lang="fr-FR" sz="1600" dirty="0"/>
              <a:t> » supporte différents types de compétitions (Equipe, Individuelle, Shiai) et différentes formules de rencontres (Tableaux, Poules).</a:t>
            </a:r>
          </a:p>
          <a:p>
            <a:pPr marL="101598" indent="0">
              <a:buNone/>
            </a:pPr>
            <a:endParaRPr lang="fr-FR" sz="1600" b="1" dirty="0"/>
          </a:p>
          <a:p>
            <a:pPr marL="101598" indent="0">
              <a:buNone/>
            </a:pPr>
            <a:r>
              <a:rPr lang="fr-FR" sz="1600" b="1" dirty="0"/>
              <a:t>Notes</a:t>
            </a:r>
            <a:r>
              <a:rPr lang="fr-FR" sz="1600" dirty="0"/>
              <a:t>:</a:t>
            </a:r>
          </a:p>
          <a:p>
            <a:r>
              <a:rPr lang="fr-FR" sz="1600" i="1" dirty="0"/>
              <a:t>« </a:t>
            </a:r>
            <a:r>
              <a:rPr lang="fr-FR" sz="1600" i="1" dirty="0" err="1"/>
              <a:t>PublicationSuiviCompetition</a:t>
            </a:r>
            <a:r>
              <a:rPr lang="fr-FR" sz="1600" i="1" dirty="0"/>
              <a:t> » nécessite d’être connecté à une instance de « Gestion de compétition 2.0 » exécutant le déroulement de la compétition.</a:t>
            </a:r>
          </a:p>
          <a:p>
            <a:r>
              <a:rPr lang="fr-FR" sz="1600" i="1" dirty="0"/>
              <a:t>La publication sur Internet nécessite de disposer d’un compte auprès d’un hébergeur comme Free, Orange, etc.</a:t>
            </a:r>
          </a:p>
          <a:p>
            <a:endParaRPr lang="fr-FR" sz="1800" dirty="0"/>
          </a:p>
          <a:p>
            <a:pPr lvl="1"/>
            <a:endParaRPr lang="fr-FR" dirty="0"/>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r>
              <a:rPr lang="fr-FR" dirty="0"/>
              <a:t>Un poste de type PC équipé de Windows 10 ou supérieur avec au moins 6Go de RAM, un processeur i5 ou supérieur et aux moins 5Go d’espace disque disponible</a:t>
            </a:r>
            <a:r>
              <a:rPr lang="fr-FR" baseline="30000" dirty="0"/>
              <a:t>(*)</a:t>
            </a:r>
            <a:r>
              <a:rPr lang="fr-FR" dirty="0"/>
              <a:t>.</a:t>
            </a:r>
          </a:p>
          <a:p>
            <a:r>
              <a:rPr lang="fr-FR" dirty="0"/>
              <a:t>Le logiciel « Gestion de compétition 2.0 » doit être installé soit sur le même PC soit sur un autre PC mais joignable par le réseau, avec une version compatible</a:t>
            </a:r>
            <a:r>
              <a:rPr lang="fr-FR" baseline="30000" dirty="0"/>
              <a:t>(**)</a:t>
            </a:r>
            <a:r>
              <a:rPr lang="fr-FR" dirty="0"/>
              <a:t>.</a:t>
            </a:r>
          </a:p>
          <a:p>
            <a:r>
              <a:rPr lang="fr-FR" dirty="0"/>
              <a:t>Pour utiliser la fonction de publication locale, le PC exécutant « </a:t>
            </a:r>
            <a:r>
              <a:rPr lang="fr-FR" dirty="0" err="1"/>
              <a:t>PublicationSuiviCompetition</a:t>
            </a:r>
            <a:r>
              <a:rPr lang="fr-FR" dirty="0"/>
              <a:t> » doit être connecté au réseau local du site de la compétition.</a:t>
            </a:r>
          </a:p>
          <a:p>
            <a:r>
              <a:rPr lang="fr-FR" dirty="0"/>
              <a:t>Pour utiliser la fonction de publication à distance:</a:t>
            </a:r>
          </a:p>
          <a:p>
            <a:pPr lvl="1"/>
            <a:r>
              <a:rPr lang="fr-FR" sz="1800" dirty="0">
                <a:latin typeface="Barlow" panose="00000500000000000000" pitchFamily="2" charset="0"/>
              </a:rPr>
              <a:t>le PC exécutant « </a:t>
            </a:r>
            <a:r>
              <a:rPr lang="fr-FR" sz="1800" dirty="0" err="1">
                <a:latin typeface="Barlow" panose="00000500000000000000" pitchFamily="2" charset="0"/>
              </a:rPr>
              <a:t>PublicationSuiviCompetition</a:t>
            </a:r>
            <a:r>
              <a:rPr lang="fr-FR" sz="1800" dirty="0">
                <a:latin typeface="Barlow" panose="00000500000000000000" pitchFamily="2" charset="0"/>
              </a:rPr>
              <a:t> » doit être avoir accès à Internet.</a:t>
            </a:r>
          </a:p>
          <a:p>
            <a:pPr lvl="1"/>
            <a:r>
              <a:rPr lang="fr-FR" sz="1800" dirty="0">
                <a:latin typeface="Barlow" panose="00000500000000000000" pitchFamily="2" charset="0"/>
              </a:rPr>
              <a:t>Vous devez disposer d’un compte avec accès FTP auprès de votre fournisseur Internet OU vous disposez du mot de passe pour publier sur le site France Judo.</a:t>
            </a:r>
          </a:p>
          <a:p>
            <a:pPr lvl="1"/>
            <a:endParaRPr lang="fr-FR" sz="1800" dirty="0">
              <a:latin typeface="Barlow" panose="00000500000000000000" pitchFamily="2" charset="0"/>
            </a:endParaRP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1" y="5745192"/>
            <a:ext cx="12042475" cy="848132"/>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600" i="1" dirty="0"/>
              <a:t>(*) Si « Gestion de compétition 2.0 » et « </a:t>
            </a:r>
            <a:r>
              <a:rPr lang="fr-FR" sz="1600" i="1" dirty="0" err="1"/>
              <a:t>PublicationSuiviCompetition</a:t>
            </a:r>
            <a:r>
              <a:rPr lang="fr-FR" sz="1600" i="1" dirty="0"/>
              <a:t> » sont installés sur le même PC, les besoins indiqués doivent être ajoutés à ceux de « Gestion de compétition 2.0 »</a:t>
            </a:r>
          </a:p>
          <a:p>
            <a:pPr marL="101598" indent="0">
              <a:buNone/>
            </a:pPr>
            <a:r>
              <a:rPr lang="fr-FR" sz="1600" i="1" dirty="0"/>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de l’hébergeur distant ou de France Judo la dernière version généré du site de suivi. La 1</a:t>
            </a:r>
            <a:r>
              <a:rPr lang="fr-FR" sz="1800" baseline="30000" dirty="0">
                <a:latin typeface="Barlow" panose="00000500000000000000" pitchFamily="2" charset="0"/>
              </a:rPr>
              <a:t>ère</a:t>
            </a:r>
            <a:r>
              <a:rPr lang="fr-FR" sz="1800" dirty="0">
                <a:latin typeface="Barlow" panose="00000500000000000000" pitchFamily="2" charset="0"/>
              </a:rPr>
              <a:t> copie transmet tous le fichiers du site. Les copies suivantes peuvent se faire soit en transmettant tous les fichiers du site, soit en transmettant uniquement les fichiers modifiés (option par défaut pour le site France Judo).</a:t>
            </a:r>
          </a:p>
          <a:p>
            <a:endParaRPr lang="fr-FR" sz="1800" dirty="0"/>
          </a:p>
          <a:p>
            <a:pPr marL="101598" indent="0">
              <a:buNone/>
            </a:pPr>
            <a:r>
              <a:rPr lang="fr-FR" sz="1800" b="1" i="1" dirty="0"/>
              <a:t>Note</a:t>
            </a:r>
            <a:r>
              <a:rPr lang="fr-FR" sz="1800" i="1" dirty="0"/>
              <a:t>: En cas de publication distante, l’accès des utilisateurs se fait via l’adresse distante de l’hébergeur ou du site France Judo. Il n’y a pas de lien direct avec </a:t>
            </a:r>
            <a:r>
              <a:rPr lang="fr-FR" sz="1800" i="1" dirty="0">
                <a:latin typeface="Barlow" panose="00000500000000000000" pitchFamily="2" charset="0"/>
              </a:rPr>
              <a:t>« </a:t>
            </a:r>
            <a:r>
              <a:rPr lang="fr-FR" sz="1800" i="1" dirty="0" err="1">
                <a:latin typeface="Barlow" panose="00000500000000000000" pitchFamily="2" charset="0"/>
              </a:rPr>
              <a:t>PublicationSuiviCompetition</a:t>
            </a:r>
            <a:r>
              <a:rPr lang="fr-FR" sz="18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Ecrans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Description des différents écrans et fonctions</a:t>
            </a:r>
          </a:p>
        </p:txBody>
      </p:sp>
      <p:sp>
        <p:nvSpPr>
          <p:cNvPr id="2" name="Espace réservé du texte 1"/>
          <p:cNvSpPr>
            <a:spLocks noGrp="1"/>
          </p:cNvSpPr>
          <p:nvPr>
            <p:ph type="body" sz="quarter" idx="10"/>
          </p:nvPr>
        </p:nvSpPr>
        <p:spPr/>
        <p:txBody>
          <a:bodyPr/>
          <a:lstStyle/>
          <a:p>
            <a:r>
              <a:rPr lang="fr-FR" dirty="0"/>
              <a:t>2</a:t>
            </a:r>
          </a:p>
        </p:txBody>
      </p:sp>
    </p:spTree>
    <p:extLst>
      <p:ext uri="{BB962C8B-B14F-4D97-AF65-F5344CB8AC3E}">
        <p14:creationId xmlns:p14="http://schemas.microsoft.com/office/powerpoint/2010/main" val="1960000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529D4A42-A763-8E01-6F35-9129B14D9A91}"/>
              </a:ext>
            </a:extLst>
          </p:cNvPr>
          <p:cNvPicPr>
            <a:picLocks noChangeAspect="1"/>
          </p:cNvPicPr>
          <p:nvPr/>
        </p:nvPicPr>
        <p:blipFill>
          <a:blip r:embed="rId2"/>
          <a:stretch>
            <a:fillRect/>
          </a:stretch>
        </p:blipFill>
        <p:spPr>
          <a:xfrm>
            <a:off x="3680351" y="1766928"/>
            <a:ext cx="7917398" cy="4469577"/>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3680351" y="1738092"/>
            <a:ext cx="7917398" cy="107676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34BC05A-1046-B62B-BF55-075C40F57369}"/>
              </a:ext>
            </a:extLst>
          </p:cNvPr>
          <p:cNvSpPr/>
          <p:nvPr/>
        </p:nvSpPr>
        <p:spPr>
          <a:xfrm>
            <a:off x="3680351"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6D6A123-4204-B6B1-FD80-1AC8B7B8668E}"/>
              </a:ext>
            </a:extLst>
          </p:cNvPr>
          <p:cNvSpPr/>
          <p:nvPr/>
        </p:nvSpPr>
        <p:spPr>
          <a:xfrm>
            <a:off x="7639050"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B03627CF-F515-1173-1A6A-C1F81960D57E}"/>
              </a:ext>
            </a:extLst>
          </p:cNvPr>
          <p:cNvSpPr txBox="1"/>
          <p:nvPr/>
        </p:nvSpPr>
        <p:spPr>
          <a:xfrm>
            <a:off x="9365766" y="404314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0A1DF1AB-91CE-6F54-59B6-B286510A1DBD}"/>
              </a:ext>
            </a:extLst>
          </p:cNvPr>
          <p:cNvSpPr txBox="1"/>
          <p:nvPr/>
        </p:nvSpPr>
        <p:spPr>
          <a:xfrm>
            <a:off x="303259" y="2489395"/>
            <a:ext cx="3254228" cy="2862322"/>
          </a:xfrm>
          <a:prstGeom prst="rect">
            <a:avLst/>
          </a:prstGeom>
          <a:noFill/>
        </p:spPr>
        <p:txBody>
          <a:bodyPr wrap="square" rtlCol="0">
            <a:spAutoFit/>
          </a:bodyPr>
          <a:lstStyle/>
          <a:p>
            <a:r>
              <a:rPr lang="fr-FR" dirty="0">
                <a:sym typeface="Wingdings" panose="05000000000000000000" pitchFamily="2" charset="2"/>
              </a:rPr>
              <a:t>: Panneau de commande principal (génération, etc.)</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locale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à distance</a:t>
            </a:r>
            <a:endParaRPr lang="fr-FR" dirty="0"/>
          </a:p>
        </p:txBody>
      </p:sp>
      <p:sp>
        <p:nvSpPr>
          <p:cNvPr id="15" name="ZoneTexte 14">
            <a:extLst>
              <a:ext uri="{FF2B5EF4-FFF2-40B4-BE49-F238E27FC236}">
                <a16:creationId xmlns:a16="http://schemas.microsoft.com/office/drawing/2014/main" id="{7D581123-3D62-C575-C2C3-952DBEE99940}"/>
              </a:ext>
            </a:extLst>
          </p:cNvPr>
          <p:cNvSpPr txBox="1"/>
          <p:nvPr/>
        </p:nvSpPr>
        <p:spPr>
          <a:xfrm>
            <a:off x="5407066" y="505279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6" name="ZoneTexte 15">
            <a:extLst>
              <a:ext uri="{FF2B5EF4-FFF2-40B4-BE49-F238E27FC236}">
                <a16:creationId xmlns:a16="http://schemas.microsoft.com/office/drawing/2014/main" id="{1F77CE8F-4882-8C73-2E0F-71F5AF9C74D4}"/>
              </a:ext>
            </a:extLst>
          </p:cNvPr>
          <p:cNvSpPr txBox="1"/>
          <p:nvPr/>
        </p:nvSpPr>
        <p:spPr>
          <a:xfrm>
            <a:off x="7386416" y="1910140"/>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Rectangle 13">
            <a:extLst>
              <a:ext uri="{FF2B5EF4-FFF2-40B4-BE49-F238E27FC236}">
                <a16:creationId xmlns:a16="http://schemas.microsoft.com/office/drawing/2014/main" id="{EB9C0E32-2232-FA38-90C6-7A9E909BA1A0}"/>
              </a:ext>
            </a:extLst>
          </p:cNvPr>
          <p:cNvSpPr/>
          <p:nvPr/>
        </p:nvSpPr>
        <p:spPr>
          <a:xfrm>
            <a:off x="6919913" y="1766928"/>
            <a:ext cx="1438275" cy="107910"/>
          </a:xfrm>
          <a:prstGeom prst="rect">
            <a:avLst/>
          </a:prstGeom>
          <a:solidFill>
            <a:srgbClr val="F6F2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73592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B1EC0E86-1DEA-4AD3-5C96-BEF25C2A6662}"/>
              </a:ext>
            </a:extLst>
          </p:cNvPr>
          <p:cNvPicPr>
            <a:picLocks noChangeAspect="1"/>
          </p:cNvPicPr>
          <p:nvPr/>
        </p:nvPicPr>
        <p:blipFill>
          <a:blip r:embed="rId2"/>
          <a:stretch>
            <a:fillRect/>
          </a:stretch>
        </p:blipFill>
        <p:spPr>
          <a:xfrm>
            <a:off x="706029" y="3229494"/>
            <a:ext cx="10792982" cy="1326175"/>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a:t>
            </a:r>
            <a:r>
              <a:rPr lang="fr-FR" dirty="0">
                <a:sym typeface="Wingdings" panose="05000000000000000000" pitchFamily="2" charset="2"/>
              </a:rPr>
              <a:t>Panneau de commande principal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18E7FD4D-8C04-4974-5239-B39E2BC9BCF2}"/>
              </a:ext>
            </a:extLst>
          </p:cNvPr>
          <p:cNvSpPr/>
          <p:nvPr/>
        </p:nvSpPr>
        <p:spPr>
          <a:xfrm>
            <a:off x="868103" y="3289842"/>
            <a:ext cx="272297" cy="32968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Légende : double flèche courbée encadrée à une bordure 4">
            <a:extLst>
              <a:ext uri="{FF2B5EF4-FFF2-40B4-BE49-F238E27FC236}">
                <a16:creationId xmlns:a16="http://schemas.microsoft.com/office/drawing/2014/main" id="{8DA20678-2478-FA4B-8880-0A055A87EDFA}"/>
              </a:ext>
            </a:extLst>
          </p:cNvPr>
          <p:cNvSpPr/>
          <p:nvPr/>
        </p:nvSpPr>
        <p:spPr>
          <a:xfrm>
            <a:off x="706029" y="1614230"/>
            <a:ext cx="6018621" cy="294278"/>
          </a:xfrm>
          <a:prstGeom prst="accentBorderCallout3">
            <a:avLst>
              <a:gd name="adj1" fmla="val 31413"/>
              <a:gd name="adj2" fmla="val -2489"/>
              <a:gd name="adj3" fmla="val 31413"/>
              <a:gd name="adj4" fmla="val -4514"/>
              <a:gd name="adj5" fmla="val 294316"/>
              <a:gd name="adj6" fmla="val -4357"/>
              <a:gd name="adj7" fmla="val 616020"/>
              <a:gd name="adj8" fmla="val 252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la connexion au serveur de compétition (vert si connecté, rouge sinon)</a:t>
            </a:r>
          </a:p>
        </p:txBody>
      </p:sp>
      <p:sp>
        <p:nvSpPr>
          <p:cNvPr id="6" name="Rectangle 5">
            <a:extLst>
              <a:ext uri="{FF2B5EF4-FFF2-40B4-BE49-F238E27FC236}">
                <a16:creationId xmlns:a16="http://schemas.microsoft.com/office/drawing/2014/main" id="{FF9B5AAC-BD8A-10ED-4879-E75C4EA89365}"/>
              </a:ext>
            </a:extLst>
          </p:cNvPr>
          <p:cNvSpPr/>
          <p:nvPr/>
        </p:nvSpPr>
        <p:spPr>
          <a:xfrm>
            <a:off x="1175321" y="3283232"/>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double flèche courbée encadrée à une bordure 6">
            <a:extLst>
              <a:ext uri="{FF2B5EF4-FFF2-40B4-BE49-F238E27FC236}">
                <a16:creationId xmlns:a16="http://schemas.microsoft.com/office/drawing/2014/main" id="{5D1872B0-6286-1BE5-3A3C-F5CEDE7FF81A}"/>
              </a:ext>
            </a:extLst>
          </p:cNvPr>
          <p:cNvSpPr/>
          <p:nvPr/>
        </p:nvSpPr>
        <p:spPr>
          <a:xfrm>
            <a:off x="1175321" y="2024084"/>
            <a:ext cx="3650980" cy="365366"/>
          </a:xfrm>
          <a:prstGeom prst="accentBorderCallout3">
            <a:avLst>
              <a:gd name="adj1" fmla="val 22921"/>
              <a:gd name="adj2" fmla="val -2698"/>
              <a:gd name="adj3" fmla="val 20836"/>
              <a:gd name="adj4" fmla="val -11867"/>
              <a:gd name="adj5" fmla="val 181338"/>
              <a:gd name="adj6" fmla="val -11658"/>
              <a:gd name="adj7" fmla="val 344462"/>
              <a:gd name="adj8" fmla="val 105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connexion à une compétition</a:t>
            </a:r>
          </a:p>
        </p:txBody>
      </p:sp>
      <p:sp>
        <p:nvSpPr>
          <p:cNvPr id="14" name="Rectangle 13">
            <a:extLst>
              <a:ext uri="{FF2B5EF4-FFF2-40B4-BE49-F238E27FC236}">
                <a16:creationId xmlns:a16="http://schemas.microsoft.com/office/drawing/2014/main" id="{7E1F7A3F-9C16-0CE5-8C7A-B350FA4D4104}"/>
              </a:ext>
            </a:extLst>
          </p:cNvPr>
          <p:cNvSpPr/>
          <p:nvPr/>
        </p:nvSpPr>
        <p:spPr>
          <a:xfrm>
            <a:off x="1609692"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E0D1162E-16A1-8275-BFD1-818755ABE7C3}"/>
              </a:ext>
            </a:extLst>
          </p:cNvPr>
          <p:cNvSpPr/>
          <p:nvPr/>
        </p:nvSpPr>
        <p:spPr>
          <a:xfrm>
            <a:off x="1921595"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E78E4C6-8987-ECEE-AF0D-E09C264CE9AD}"/>
              </a:ext>
            </a:extLst>
          </p:cNvPr>
          <p:cNvSpPr/>
          <p:nvPr/>
        </p:nvSpPr>
        <p:spPr>
          <a:xfrm>
            <a:off x="2355966"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Légende : encadrée à une bordure 18">
            <a:extLst>
              <a:ext uri="{FF2B5EF4-FFF2-40B4-BE49-F238E27FC236}">
                <a16:creationId xmlns:a16="http://schemas.microsoft.com/office/drawing/2014/main" id="{572BC67F-1F9F-919B-178B-E0DA288D977F}"/>
              </a:ext>
            </a:extLst>
          </p:cNvPr>
          <p:cNvSpPr/>
          <p:nvPr/>
        </p:nvSpPr>
        <p:spPr>
          <a:xfrm>
            <a:off x="3750680" y="2904197"/>
            <a:ext cx="2573978" cy="237777"/>
          </a:xfrm>
          <a:prstGeom prst="accentBorderCallout1">
            <a:avLst>
              <a:gd name="adj1" fmla="val 18750"/>
              <a:gd name="adj2" fmla="val -8333"/>
              <a:gd name="adj3" fmla="val 161997"/>
              <a:gd name="adj4" fmla="val -4632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des statistiques</a:t>
            </a:r>
          </a:p>
        </p:txBody>
      </p:sp>
      <p:sp>
        <p:nvSpPr>
          <p:cNvPr id="20" name="Légende : double flèche courbée encadrée à une bordure 19">
            <a:extLst>
              <a:ext uri="{FF2B5EF4-FFF2-40B4-BE49-F238E27FC236}">
                <a16:creationId xmlns:a16="http://schemas.microsoft.com/office/drawing/2014/main" id="{BB413D56-A6C2-A1BC-420C-6FFDAA9D32B8}"/>
              </a:ext>
            </a:extLst>
          </p:cNvPr>
          <p:cNvSpPr/>
          <p:nvPr/>
        </p:nvSpPr>
        <p:spPr>
          <a:xfrm>
            <a:off x="1452303" y="2485704"/>
            <a:ext cx="1668048" cy="294277"/>
          </a:xfrm>
          <a:prstGeom prst="accentBorderCallout3">
            <a:avLst>
              <a:gd name="adj1" fmla="val 18750"/>
              <a:gd name="adj2" fmla="val -8333"/>
              <a:gd name="adj3" fmla="val 18750"/>
              <a:gd name="adj4" fmla="val -16667"/>
              <a:gd name="adj5" fmla="val 100000"/>
              <a:gd name="adj6" fmla="val -16667"/>
              <a:gd name="adj7" fmla="val 278684"/>
              <a:gd name="adj8" fmla="val 126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local</a:t>
            </a:r>
          </a:p>
        </p:txBody>
      </p:sp>
      <p:sp>
        <p:nvSpPr>
          <p:cNvPr id="21" name="Légende : encadrée à une bordure 20">
            <a:extLst>
              <a:ext uri="{FF2B5EF4-FFF2-40B4-BE49-F238E27FC236}">
                <a16:creationId xmlns:a16="http://schemas.microsoft.com/office/drawing/2014/main" id="{BD3746F1-EC0A-ED91-C764-20FFD3B0B40F}"/>
              </a:ext>
            </a:extLst>
          </p:cNvPr>
          <p:cNvSpPr/>
          <p:nvPr/>
        </p:nvSpPr>
        <p:spPr>
          <a:xfrm>
            <a:off x="3685059" y="2485704"/>
            <a:ext cx="1668048" cy="294277"/>
          </a:xfrm>
          <a:prstGeom prst="accentBorderCallout1">
            <a:avLst>
              <a:gd name="adj1" fmla="val 73127"/>
              <a:gd name="adj2" fmla="val -5135"/>
              <a:gd name="adj3" fmla="val 271097"/>
              <a:gd name="adj4" fmla="val -885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distant</a:t>
            </a:r>
          </a:p>
        </p:txBody>
      </p:sp>
      <p:sp>
        <p:nvSpPr>
          <p:cNvPr id="23" name="Rectangle 22">
            <a:extLst>
              <a:ext uri="{FF2B5EF4-FFF2-40B4-BE49-F238E27FC236}">
                <a16:creationId xmlns:a16="http://schemas.microsoft.com/office/drawing/2014/main" id="{6FE0C285-0046-0D8C-79B0-4E7B8EA57031}"/>
              </a:ext>
            </a:extLst>
          </p:cNvPr>
          <p:cNvSpPr/>
          <p:nvPr/>
        </p:nvSpPr>
        <p:spPr>
          <a:xfrm>
            <a:off x="928428" y="4138277"/>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9A6D7C0C-DA98-0954-9FB7-5173A943958E}"/>
              </a:ext>
            </a:extLst>
          </p:cNvPr>
          <p:cNvSpPr/>
          <p:nvPr/>
        </p:nvSpPr>
        <p:spPr>
          <a:xfrm>
            <a:off x="1886673" y="4138277"/>
            <a:ext cx="1602651"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96C745A-3333-A663-49C5-54EFC482B851}"/>
              </a:ext>
            </a:extLst>
          </p:cNvPr>
          <p:cNvSpPr/>
          <p:nvPr/>
        </p:nvSpPr>
        <p:spPr>
          <a:xfrm>
            <a:off x="3667847" y="4138277"/>
            <a:ext cx="2263053"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6DAE6F7-1C58-71D8-56B8-DF982FA18C3C}"/>
              </a:ext>
            </a:extLst>
          </p:cNvPr>
          <p:cNvSpPr/>
          <p:nvPr/>
        </p:nvSpPr>
        <p:spPr>
          <a:xfrm>
            <a:off x="8331033" y="4095048"/>
            <a:ext cx="100029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50908D09-8BC3-5D43-5A7D-62251E1B5BC7}"/>
              </a:ext>
            </a:extLst>
          </p:cNvPr>
          <p:cNvSpPr/>
          <p:nvPr/>
        </p:nvSpPr>
        <p:spPr>
          <a:xfrm>
            <a:off x="9658183" y="4095048"/>
            <a:ext cx="82566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18E80608-5F05-5F4A-450D-44D3541AC136}"/>
              </a:ext>
            </a:extLst>
          </p:cNvPr>
          <p:cNvSpPr/>
          <p:nvPr/>
        </p:nvSpPr>
        <p:spPr>
          <a:xfrm>
            <a:off x="10607675" y="4095048"/>
            <a:ext cx="708026"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Légende : encadrée à une bordure 32">
            <a:extLst>
              <a:ext uri="{FF2B5EF4-FFF2-40B4-BE49-F238E27FC236}">
                <a16:creationId xmlns:a16="http://schemas.microsoft.com/office/drawing/2014/main" id="{1DB118D8-FC86-47B4-0DC9-E1853D0FCB9E}"/>
              </a:ext>
            </a:extLst>
          </p:cNvPr>
          <p:cNvSpPr/>
          <p:nvPr/>
        </p:nvSpPr>
        <p:spPr>
          <a:xfrm>
            <a:off x="4230280" y="4596524"/>
            <a:ext cx="3989796" cy="294278"/>
          </a:xfrm>
          <a:prstGeom prst="accentBorderCallout1">
            <a:avLst>
              <a:gd name="adj1" fmla="val 18750"/>
              <a:gd name="adj2" fmla="val -8333"/>
              <a:gd name="adj3" fmla="val -75231"/>
              <a:gd name="adj4" fmla="val -125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génération réalisée</a:t>
            </a:r>
          </a:p>
        </p:txBody>
      </p:sp>
      <p:sp>
        <p:nvSpPr>
          <p:cNvPr id="34" name="Légende : encadrée à une bordure 33">
            <a:extLst>
              <a:ext uri="{FF2B5EF4-FFF2-40B4-BE49-F238E27FC236}">
                <a16:creationId xmlns:a16="http://schemas.microsoft.com/office/drawing/2014/main" id="{782AE494-7FCE-18B8-1156-EB8F4CC349B3}"/>
              </a:ext>
            </a:extLst>
          </p:cNvPr>
          <p:cNvSpPr/>
          <p:nvPr/>
        </p:nvSpPr>
        <p:spPr>
          <a:xfrm>
            <a:off x="3685059" y="5020093"/>
            <a:ext cx="3989796" cy="294278"/>
          </a:xfrm>
          <a:prstGeom prst="accentBorderCallout1">
            <a:avLst>
              <a:gd name="adj1" fmla="val 18750"/>
              <a:gd name="adj2" fmla="val -8333"/>
              <a:gd name="adj3" fmla="val -211174"/>
              <a:gd name="adj4" fmla="val -2257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génération</a:t>
            </a:r>
          </a:p>
        </p:txBody>
      </p:sp>
      <p:sp>
        <p:nvSpPr>
          <p:cNvPr id="35" name="Légende : encadrée à une bordure 34">
            <a:extLst>
              <a:ext uri="{FF2B5EF4-FFF2-40B4-BE49-F238E27FC236}">
                <a16:creationId xmlns:a16="http://schemas.microsoft.com/office/drawing/2014/main" id="{15C8248F-0553-89EF-D3B5-3B878CF08246}"/>
              </a:ext>
            </a:extLst>
          </p:cNvPr>
          <p:cNvSpPr/>
          <p:nvPr/>
        </p:nvSpPr>
        <p:spPr>
          <a:xfrm>
            <a:off x="1438420" y="5523248"/>
            <a:ext cx="2312260" cy="708859"/>
          </a:xfrm>
          <a:prstGeom prst="accentBorderCallout1">
            <a:avLst>
              <a:gd name="adj1" fmla="val 18750"/>
              <a:gd name="adj2" fmla="val -8333"/>
              <a:gd name="adj3" fmla="val -160113"/>
              <a:gd name="adj4" fmla="val -19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génération (arrêtée ou démarrée)</a:t>
            </a:r>
          </a:p>
        </p:txBody>
      </p:sp>
      <p:sp>
        <p:nvSpPr>
          <p:cNvPr id="36" name="Légende : encadrée à une bordure 35">
            <a:extLst>
              <a:ext uri="{FF2B5EF4-FFF2-40B4-BE49-F238E27FC236}">
                <a16:creationId xmlns:a16="http://schemas.microsoft.com/office/drawing/2014/main" id="{BF178A12-A0A2-F3CB-8EAE-08A20E2432B8}"/>
              </a:ext>
            </a:extLst>
          </p:cNvPr>
          <p:cNvSpPr/>
          <p:nvPr/>
        </p:nvSpPr>
        <p:spPr>
          <a:xfrm flipH="1">
            <a:off x="5915604" y="2025256"/>
            <a:ext cx="2573977" cy="728647"/>
          </a:xfrm>
          <a:prstGeom prst="accentBorderCallout1">
            <a:avLst>
              <a:gd name="adj1" fmla="val 18750"/>
              <a:gd name="adj2" fmla="val -8333"/>
              <a:gd name="adj3" fmla="val 286512"/>
              <a:gd name="adj4" fmla="val -279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configuration (uniquement si la génération est arrêtée)</a:t>
            </a:r>
          </a:p>
        </p:txBody>
      </p:sp>
      <p:sp>
        <p:nvSpPr>
          <p:cNvPr id="37" name="Légende : encadrée à une bordure 36">
            <a:extLst>
              <a:ext uri="{FF2B5EF4-FFF2-40B4-BE49-F238E27FC236}">
                <a16:creationId xmlns:a16="http://schemas.microsoft.com/office/drawing/2014/main" id="{86741583-7C7A-DBC6-0298-25DE6CDD5796}"/>
              </a:ext>
            </a:extLst>
          </p:cNvPr>
          <p:cNvSpPr/>
          <p:nvPr/>
        </p:nvSpPr>
        <p:spPr>
          <a:xfrm flipH="1">
            <a:off x="6000750" y="5410624"/>
            <a:ext cx="2938936" cy="436361"/>
          </a:xfrm>
          <a:prstGeom prst="accentBorderCallout1">
            <a:avLst>
              <a:gd name="adj1" fmla="val 18750"/>
              <a:gd name="adj2" fmla="val -8333"/>
              <a:gd name="adj3" fmla="val -219996"/>
              <a:gd name="adj4" fmla="val -473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génération (uniquement si connecté et arrêtée)</a:t>
            </a:r>
          </a:p>
        </p:txBody>
      </p:sp>
      <p:sp>
        <p:nvSpPr>
          <p:cNvPr id="38" name="Légende : encadrée à une bordure 37">
            <a:extLst>
              <a:ext uri="{FF2B5EF4-FFF2-40B4-BE49-F238E27FC236}">
                <a16:creationId xmlns:a16="http://schemas.microsoft.com/office/drawing/2014/main" id="{D87E87A9-DB41-87CF-2E7B-39D597A14269}"/>
              </a:ext>
            </a:extLst>
          </p:cNvPr>
          <p:cNvSpPr/>
          <p:nvPr/>
        </p:nvSpPr>
        <p:spPr>
          <a:xfrm flipH="1">
            <a:off x="7353300" y="6013926"/>
            <a:ext cx="2840580" cy="436362"/>
          </a:xfrm>
          <a:prstGeom prst="accentBorderCallout1">
            <a:avLst>
              <a:gd name="adj1" fmla="val 18750"/>
              <a:gd name="adj2" fmla="val -8333"/>
              <a:gd name="adj3" fmla="val -366244"/>
              <a:gd name="adj4" fmla="val -357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génération (uniquement si connecté et démarrée)</a:t>
            </a:r>
          </a:p>
        </p:txBody>
      </p:sp>
      <p:sp>
        <p:nvSpPr>
          <p:cNvPr id="11" name="Rectangle 10">
            <a:extLst>
              <a:ext uri="{FF2B5EF4-FFF2-40B4-BE49-F238E27FC236}">
                <a16:creationId xmlns:a16="http://schemas.microsoft.com/office/drawing/2014/main" id="{EB46C865-4478-1651-685C-687B0E5F8826}"/>
              </a:ext>
            </a:extLst>
          </p:cNvPr>
          <p:cNvSpPr/>
          <p:nvPr/>
        </p:nvSpPr>
        <p:spPr>
          <a:xfrm>
            <a:off x="10715836"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EAD8F6E9-EDF9-0578-DC0F-E89FDB870A3E}"/>
              </a:ext>
            </a:extLst>
          </p:cNvPr>
          <p:cNvSpPr/>
          <p:nvPr/>
        </p:nvSpPr>
        <p:spPr>
          <a:xfrm>
            <a:off x="11027739"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C61510A1-368E-5904-277B-DAAA007CFB30}"/>
              </a:ext>
            </a:extLst>
          </p:cNvPr>
          <p:cNvSpPr/>
          <p:nvPr/>
        </p:nvSpPr>
        <p:spPr>
          <a:xfrm flipH="1">
            <a:off x="9052078" y="2391386"/>
            <a:ext cx="1431772" cy="528400"/>
          </a:xfrm>
          <a:prstGeom prst="accentBorderCallout1">
            <a:avLst>
              <a:gd name="adj1" fmla="val 18750"/>
              <a:gd name="adj2" fmla="val -8333"/>
              <a:gd name="adj3" fmla="val 169844"/>
              <a:gd name="adj4" fmla="val -2839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d’information</a:t>
            </a:r>
          </a:p>
        </p:txBody>
      </p:sp>
      <p:sp>
        <p:nvSpPr>
          <p:cNvPr id="15" name="Légende : encadrée à une bordure 14">
            <a:extLst>
              <a:ext uri="{FF2B5EF4-FFF2-40B4-BE49-F238E27FC236}">
                <a16:creationId xmlns:a16="http://schemas.microsoft.com/office/drawing/2014/main" id="{F502D4E8-2007-F0B0-9268-6A6B52A4E4EA}"/>
              </a:ext>
            </a:extLst>
          </p:cNvPr>
          <p:cNvSpPr/>
          <p:nvPr/>
        </p:nvSpPr>
        <p:spPr>
          <a:xfrm flipH="1">
            <a:off x="9052078" y="1761369"/>
            <a:ext cx="1626897" cy="294277"/>
          </a:xfrm>
          <a:prstGeom prst="accentBorderCallout1">
            <a:avLst>
              <a:gd name="adj1" fmla="val 73127"/>
              <a:gd name="adj2" fmla="val -5135"/>
              <a:gd name="adj3" fmla="val 497356"/>
              <a:gd name="adj4" fmla="val -31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ce manuel</a:t>
            </a:r>
          </a:p>
        </p:txBody>
      </p:sp>
    </p:spTree>
    <p:extLst>
      <p:ext uri="{BB962C8B-B14F-4D97-AF65-F5344CB8AC3E}">
        <p14:creationId xmlns:p14="http://schemas.microsoft.com/office/powerpoint/2010/main" val="10767670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 12">
            <a:extLst>
              <a:ext uri="{FF2B5EF4-FFF2-40B4-BE49-F238E27FC236}">
                <a16:creationId xmlns:a16="http://schemas.microsoft.com/office/drawing/2014/main" id="{9BD9996D-6346-8651-5495-DF81C701F0E2}"/>
              </a:ext>
            </a:extLst>
          </p:cNvPr>
          <p:cNvPicPr>
            <a:picLocks noChangeAspect="1"/>
          </p:cNvPicPr>
          <p:nvPr/>
        </p:nvPicPr>
        <p:blipFill>
          <a:blip r:embed="rId2"/>
          <a:stretch>
            <a:fillRect/>
          </a:stretch>
        </p:blipFill>
        <p:spPr>
          <a:xfrm>
            <a:off x="4289024" y="2028084"/>
            <a:ext cx="3731995" cy="2890311"/>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locale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BABECE64-1973-30B8-8BA8-85E8DFAD91F1}"/>
              </a:ext>
            </a:extLst>
          </p:cNvPr>
          <p:cNvSpPr/>
          <p:nvPr/>
        </p:nvSpPr>
        <p:spPr>
          <a:xfrm>
            <a:off x="4586288" y="2573141"/>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5404820" y="2527532"/>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1128367" y="3762522"/>
            <a:ext cx="2608296" cy="708859"/>
          </a:xfrm>
          <a:prstGeom prst="accentBorderCallout1">
            <a:avLst>
              <a:gd name="adj1" fmla="val 18750"/>
              <a:gd name="adj2" fmla="val -8333"/>
              <a:gd name="adj3" fmla="val -37567"/>
              <a:gd name="adj4" fmla="val -2378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685840" y="4494460"/>
            <a:ext cx="3093177" cy="728647"/>
          </a:xfrm>
          <a:prstGeom prst="accentBorderCallout1">
            <a:avLst>
              <a:gd name="adj1" fmla="val 18750"/>
              <a:gd name="adj2" fmla="val -8333"/>
              <a:gd name="adj3" fmla="val -53727"/>
              <a:gd name="adj4" fmla="val -725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5495306" y="4638622"/>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6249310" y="4638622"/>
            <a:ext cx="5578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4338638" y="3388005"/>
            <a:ext cx="56435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5057774" y="3388005"/>
            <a:ext cx="1071563"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5404821" y="2776023"/>
            <a:ext cx="2246810" cy="13566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283200" y="3929868"/>
            <a:ext cx="1149350"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1861943" y="5456052"/>
            <a:ext cx="2981324" cy="436361"/>
          </a:xfrm>
          <a:prstGeom prst="accentBorderCallout1">
            <a:avLst>
              <a:gd name="adj1" fmla="val 18750"/>
              <a:gd name="adj2" fmla="val -8333"/>
              <a:gd name="adj3" fmla="val -129981"/>
              <a:gd name="adj4" fmla="val -2718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7271464" y="5456052"/>
            <a:ext cx="3093099" cy="436362"/>
          </a:xfrm>
          <a:prstGeom prst="accentBorderCallout1">
            <a:avLst>
              <a:gd name="adj1" fmla="val 18750"/>
              <a:gd name="adj2" fmla="val -8333"/>
              <a:gd name="adj3" fmla="val -138143"/>
              <a:gd name="adj4" fmla="val -2381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6333507" y="1516089"/>
            <a:ext cx="3093177" cy="283867"/>
          </a:xfrm>
          <a:prstGeom prst="accentBorderCallout1">
            <a:avLst>
              <a:gd name="adj1" fmla="val 18750"/>
              <a:gd name="adj2" fmla="val -8333"/>
              <a:gd name="adj3" fmla="val 337422"/>
              <a:gd name="adj4" fmla="val -236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600315" y="3443661"/>
            <a:ext cx="2443727" cy="528400"/>
          </a:xfrm>
          <a:prstGeom prst="accentBorderCallout1">
            <a:avLst>
              <a:gd name="adj1" fmla="val 18750"/>
              <a:gd name="adj2" fmla="val -8333"/>
              <a:gd name="adj3" fmla="val 4257"/>
              <a:gd name="adj4" fmla="val -9894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600315" y="2186324"/>
            <a:ext cx="2042286" cy="528400"/>
          </a:xfrm>
          <a:prstGeom prst="accentBorderCallout1">
            <a:avLst>
              <a:gd name="adj1" fmla="val 18750"/>
              <a:gd name="adj2" fmla="val -8333"/>
              <a:gd name="adj3" fmla="val 112460"/>
              <a:gd name="adj4" fmla="val -7099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1626623" y="2602727"/>
            <a:ext cx="1725982" cy="528400"/>
          </a:xfrm>
          <a:prstGeom prst="accentBorderCallout1">
            <a:avLst>
              <a:gd name="adj1" fmla="val 18750"/>
              <a:gd name="adj2" fmla="val -8333"/>
              <a:gd name="adj3" fmla="val 75160"/>
              <a:gd name="adj4" fmla="val -674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
        <p:nvSpPr>
          <p:cNvPr id="15" name="Rectangle 14">
            <a:extLst>
              <a:ext uri="{FF2B5EF4-FFF2-40B4-BE49-F238E27FC236}">
                <a16:creationId xmlns:a16="http://schemas.microsoft.com/office/drawing/2014/main" id="{C8F1B060-4900-4652-32FA-78E0AEE6216F}"/>
              </a:ext>
            </a:extLst>
          </p:cNvPr>
          <p:cNvSpPr/>
          <p:nvPr/>
        </p:nvSpPr>
        <p:spPr>
          <a:xfrm>
            <a:off x="7760578" y="2743908"/>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34F33BE-3310-E160-BF33-7A046348D898}"/>
              </a:ext>
            </a:extLst>
          </p:cNvPr>
          <p:cNvSpPr/>
          <p:nvPr/>
        </p:nvSpPr>
        <p:spPr>
          <a:xfrm>
            <a:off x="8602478" y="2937259"/>
            <a:ext cx="3374424" cy="283867"/>
          </a:xfrm>
          <a:prstGeom prst="accentBorderCallout1">
            <a:avLst>
              <a:gd name="adj1" fmla="val 18750"/>
              <a:gd name="adj2" fmla="val -8333"/>
              <a:gd name="adj3" fmla="val 6183"/>
              <a:gd name="adj4" fmla="val -1774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124347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14546F8F-057C-C343-5073-768EBC066B12}"/>
              </a:ext>
            </a:extLst>
          </p:cNvPr>
          <p:cNvPicPr>
            <a:picLocks noChangeAspect="1"/>
          </p:cNvPicPr>
          <p:nvPr/>
        </p:nvPicPr>
        <p:blipFill>
          <a:blip r:embed="rId2"/>
          <a:stretch>
            <a:fillRect/>
          </a:stretch>
        </p:blipFill>
        <p:spPr>
          <a:xfrm>
            <a:off x="4002578" y="2148999"/>
            <a:ext cx="3631710" cy="273256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t>
            </a:r>
            <a:r>
              <a:rPr lang="fr-FR" dirty="0" err="1"/>
              <a:t>FFJudo</a:t>
            </a:r>
            <a:r>
              <a:rPr lang="fr-FR"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311273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602386" y="5140611"/>
            <a:ext cx="2890838" cy="436361"/>
          </a:xfrm>
          <a:prstGeom prst="accentBorderCallout1">
            <a:avLst>
              <a:gd name="adj1" fmla="val 18750"/>
              <a:gd name="adj2" fmla="val -8333"/>
              <a:gd name="adj3" fmla="val -65452"/>
              <a:gd name="adj4" fmla="val -2772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3107796"/>
            <a:ext cx="3553585" cy="318133"/>
          </a:xfrm>
          <a:prstGeom prst="accentBorderCallout1">
            <a:avLst>
              <a:gd name="adj1" fmla="val 18750"/>
              <a:gd name="adj2" fmla="val -8333"/>
              <a:gd name="adj3" fmla="val 120749"/>
              <a:gd name="adj4" fmla="val -2565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86979" y="3412584"/>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4881772" y="4008237"/>
            <a:ext cx="64272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699933" y="3414972"/>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157285" y="3412584"/>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065632" y="2575786"/>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229545" y="1663219"/>
            <a:ext cx="3093177" cy="283867"/>
          </a:xfrm>
          <a:prstGeom prst="accentBorderCallout1">
            <a:avLst>
              <a:gd name="adj1" fmla="val 18750"/>
              <a:gd name="adj2" fmla="val -8333"/>
              <a:gd name="adj3" fmla="val 320582"/>
              <a:gd name="adj4" fmla="val -9590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25450" y="2613486"/>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084689" y="2818558"/>
            <a:ext cx="2224796" cy="15524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08079" y="2148999"/>
            <a:ext cx="2667954" cy="310492"/>
          </a:xfrm>
          <a:prstGeom prst="accentBorderCallout1">
            <a:avLst>
              <a:gd name="adj1" fmla="val 18750"/>
              <a:gd name="adj2" fmla="val -8333"/>
              <a:gd name="adj3" fmla="val 206507"/>
              <a:gd name="adj4" fmla="val -4803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64400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73605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58858" y="4613512"/>
            <a:ext cx="494367"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11885" y="4610113"/>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56410" y="461602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168591" y="5717060"/>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7471887" y="5717060"/>
            <a:ext cx="3816602" cy="436362"/>
          </a:xfrm>
          <a:prstGeom prst="accentBorderCallout1">
            <a:avLst>
              <a:gd name="adj1" fmla="val 18750"/>
              <a:gd name="adj2" fmla="val -8333"/>
              <a:gd name="adj3" fmla="val -200265"/>
              <a:gd name="adj4" fmla="val -2330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4881772" y="4220407"/>
            <a:ext cx="99148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4881772" y="4438414"/>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71553" y="3886410"/>
            <a:ext cx="991489" cy="13013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4226719"/>
            <a:ext cx="3141429" cy="294010"/>
          </a:xfrm>
          <a:prstGeom prst="accentBorderCallout1">
            <a:avLst>
              <a:gd name="adj1" fmla="val 18750"/>
              <a:gd name="adj2" fmla="val -8333"/>
              <a:gd name="adj3" fmla="val -78504"/>
              <a:gd name="adj4" fmla="val -214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1102" y="4084805"/>
            <a:ext cx="3550562" cy="436361"/>
          </a:xfrm>
          <a:prstGeom prst="accentBorderCallout1">
            <a:avLst>
              <a:gd name="adj1" fmla="val 18750"/>
              <a:gd name="adj2" fmla="val -8333"/>
              <a:gd name="adj3" fmla="val -14010"/>
              <a:gd name="adj4" fmla="val -81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Niveau de publication (Comites, Ligues ou Nationaux)</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69" y="4714052"/>
            <a:ext cx="3141431" cy="286471"/>
          </a:xfrm>
          <a:prstGeom prst="accentBorderCallout1">
            <a:avLst>
              <a:gd name="adj1" fmla="val 18750"/>
              <a:gd name="adj2" fmla="val -8333"/>
              <a:gd name="adj3" fmla="val -51417"/>
              <a:gd name="adj4" fmla="val -4925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671460"/>
            <a:ext cx="3550562" cy="228497"/>
          </a:xfrm>
          <a:prstGeom prst="accentBorderCallout1">
            <a:avLst>
              <a:gd name="adj1" fmla="val 18750"/>
              <a:gd name="adj2" fmla="val -8333"/>
              <a:gd name="adj3" fmla="val 55198"/>
              <a:gd name="adj4" fmla="val -7840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t>
            </a:r>
            <a:r>
              <a:rPr lang="fr-FR" sz="1400" dirty="0" err="1"/>
              <a:t>FFJudo</a:t>
            </a:r>
            <a:endParaRPr lang="fr-FR" sz="1400" dirty="0"/>
          </a:p>
        </p:txBody>
      </p:sp>
      <p:sp>
        <p:nvSpPr>
          <p:cNvPr id="12" name="Rectangle 11">
            <a:extLst>
              <a:ext uri="{FF2B5EF4-FFF2-40B4-BE49-F238E27FC236}">
                <a16:creationId xmlns:a16="http://schemas.microsoft.com/office/drawing/2014/main" id="{9357D6A4-0B0F-89EC-1C4E-A72B31E70BB4}"/>
              </a:ext>
            </a:extLst>
          </p:cNvPr>
          <p:cNvSpPr/>
          <p:nvPr/>
        </p:nvSpPr>
        <p:spPr>
          <a:xfrm>
            <a:off x="4599415" y="3711748"/>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08E7E34B-C990-81F3-D52C-CB8D1C5A0F74}"/>
              </a:ext>
            </a:extLst>
          </p:cNvPr>
          <p:cNvSpPr/>
          <p:nvPr/>
        </p:nvSpPr>
        <p:spPr>
          <a:xfrm>
            <a:off x="8411102" y="4704250"/>
            <a:ext cx="3550562" cy="436361"/>
          </a:xfrm>
          <a:prstGeom prst="accentBorderCallout1">
            <a:avLst>
              <a:gd name="adj1" fmla="val 18750"/>
              <a:gd name="adj2" fmla="val -8333"/>
              <a:gd name="adj3" fmla="val -103507"/>
              <a:gd name="adj4" fmla="val -7078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Entité sélectionnée pour le niveau de publication</a:t>
            </a:r>
          </a:p>
        </p:txBody>
      </p:sp>
      <p:sp>
        <p:nvSpPr>
          <p:cNvPr id="15" name="Rectangle 14">
            <a:extLst>
              <a:ext uri="{FF2B5EF4-FFF2-40B4-BE49-F238E27FC236}">
                <a16:creationId xmlns:a16="http://schemas.microsoft.com/office/drawing/2014/main" id="{8CBD5103-C6D2-EEA2-AC3E-90D826D11C05}"/>
              </a:ext>
            </a:extLst>
          </p:cNvPr>
          <p:cNvSpPr/>
          <p:nvPr/>
        </p:nvSpPr>
        <p:spPr>
          <a:xfrm>
            <a:off x="7363231" y="2810974"/>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ABD65DE1-1A88-2F00-870A-C23EE9620DC1}"/>
              </a:ext>
            </a:extLst>
          </p:cNvPr>
          <p:cNvSpPr/>
          <p:nvPr/>
        </p:nvSpPr>
        <p:spPr>
          <a:xfrm>
            <a:off x="8411102" y="2647713"/>
            <a:ext cx="3374424" cy="283867"/>
          </a:xfrm>
          <a:prstGeom prst="accentBorderCallout1">
            <a:avLst>
              <a:gd name="adj1" fmla="val 18750"/>
              <a:gd name="adj2" fmla="val -8333"/>
              <a:gd name="adj3" fmla="val 90069"/>
              <a:gd name="adj4" fmla="val -2480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652388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11821224-780E-100C-5A9F-C4484A51D2E0}"/>
              </a:ext>
            </a:extLst>
          </p:cNvPr>
          <p:cNvPicPr>
            <a:picLocks noChangeAspect="1"/>
          </p:cNvPicPr>
          <p:nvPr/>
        </p:nvPicPr>
        <p:blipFill>
          <a:blip r:embed="rId2"/>
          <a:stretch>
            <a:fillRect/>
          </a:stretch>
        </p:blipFill>
        <p:spPr>
          <a:xfrm>
            <a:off x="4015886" y="1731456"/>
            <a:ext cx="3734882" cy="342951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275078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390650" y="5425059"/>
            <a:ext cx="2890838" cy="436361"/>
          </a:xfrm>
          <a:prstGeom prst="accentBorderCallout1">
            <a:avLst>
              <a:gd name="adj1" fmla="val 18750"/>
              <a:gd name="adj2" fmla="val -8333"/>
              <a:gd name="adj3" fmla="val -61086"/>
              <a:gd name="adj4" fmla="val -321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2848749"/>
            <a:ext cx="3553585" cy="318133"/>
          </a:xfrm>
          <a:prstGeom prst="accentBorderCallout1">
            <a:avLst>
              <a:gd name="adj1" fmla="val 18750"/>
              <a:gd name="adj2" fmla="val -8333"/>
              <a:gd name="adj3" fmla="val 125240"/>
              <a:gd name="adj4" fmla="val -2311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58140" y="3089566"/>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5202325" y="3765315"/>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34426" y="3093907"/>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252937" y="309624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134214" y="2242657"/>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414125" y="1669065"/>
            <a:ext cx="3093177" cy="283867"/>
          </a:xfrm>
          <a:prstGeom prst="accentBorderCallout1">
            <a:avLst>
              <a:gd name="adj1" fmla="val 18750"/>
              <a:gd name="adj2" fmla="val -8333"/>
              <a:gd name="adj3" fmla="val 223337"/>
              <a:gd name="adj4" fmla="val -939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95655" y="2308519"/>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114689" y="2476681"/>
            <a:ext cx="2314812" cy="20176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26297" y="2060394"/>
            <a:ext cx="2667954" cy="310492"/>
          </a:xfrm>
          <a:prstGeom prst="accentBorderCallout1">
            <a:avLst>
              <a:gd name="adj1" fmla="val 18750"/>
              <a:gd name="adj2" fmla="val -8333"/>
              <a:gd name="adj3" fmla="val 126766"/>
              <a:gd name="adj4" fmla="val -4910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28205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37410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74029" y="4887794"/>
            <a:ext cx="590124"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06723" y="4894145"/>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80727" y="488779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486025" y="6005501"/>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6984747" y="6012222"/>
            <a:ext cx="4125363" cy="436362"/>
          </a:xfrm>
          <a:prstGeom prst="accentBorderCallout1">
            <a:avLst>
              <a:gd name="adj1" fmla="val 18750"/>
              <a:gd name="adj2" fmla="val -8333"/>
              <a:gd name="adj3" fmla="val -202448"/>
              <a:gd name="adj4" fmla="val -151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de la compétition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5202325" y="4034497"/>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523E849-AA1F-9C4D-38EE-EA679E5C1042}"/>
              </a:ext>
            </a:extLst>
          </p:cNvPr>
          <p:cNvSpPr/>
          <p:nvPr/>
        </p:nvSpPr>
        <p:spPr>
          <a:xfrm>
            <a:off x="5227623" y="4251226"/>
            <a:ext cx="161044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5230814" y="4722976"/>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84FAD669-AF4E-1526-D7A1-6A66B7265B89}"/>
              </a:ext>
            </a:extLst>
          </p:cNvPr>
          <p:cNvSpPr/>
          <p:nvPr/>
        </p:nvSpPr>
        <p:spPr>
          <a:xfrm>
            <a:off x="5223739" y="4474044"/>
            <a:ext cx="167553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53150" y="3586691"/>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9397FA4A-8612-C2D8-2919-71C58DB14ADD}"/>
              </a:ext>
            </a:extLst>
          </p:cNvPr>
          <p:cNvSpPr/>
          <p:nvPr/>
        </p:nvSpPr>
        <p:spPr>
          <a:xfrm>
            <a:off x="6933724" y="4474004"/>
            <a:ext cx="81962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Rectangle 41">
            <a:extLst>
              <a:ext uri="{FF2B5EF4-FFF2-40B4-BE49-F238E27FC236}">
                <a16:creationId xmlns:a16="http://schemas.microsoft.com/office/drawing/2014/main" id="{10695851-CDF2-6522-418A-538B9BECA5CB}"/>
              </a:ext>
            </a:extLst>
          </p:cNvPr>
          <p:cNvSpPr/>
          <p:nvPr/>
        </p:nvSpPr>
        <p:spPr>
          <a:xfrm>
            <a:off x="6933724" y="4706651"/>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B897D5A8-96FD-305C-3145-ADC884742E13}"/>
              </a:ext>
            </a:extLst>
          </p:cNvPr>
          <p:cNvSpPr/>
          <p:nvPr/>
        </p:nvSpPr>
        <p:spPr>
          <a:xfrm>
            <a:off x="8414128" y="5441969"/>
            <a:ext cx="3550560" cy="343173"/>
          </a:xfrm>
          <a:prstGeom prst="accentBorderCallout1">
            <a:avLst>
              <a:gd name="adj1" fmla="val 18750"/>
              <a:gd name="adj2" fmla="val -8333"/>
              <a:gd name="adj3" fmla="val -172710"/>
              <a:gd name="adj4" fmla="val -2310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synchronisation des différences</a:t>
            </a:r>
          </a:p>
        </p:txBody>
      </p:sp>
      <p:sp>
        <p:nvSpPr>
          <p:cNvPr id="44" name="Légende : encadrée à une bordure 43">
            <a:extLst>
              <a:ext uri="{FF2B5EF4-FFF2-40B4-BE49-F238E27FC236}">
                <a16:creationId xmlns:a16="http://schemas.microsoft.com/office/drawing/2014/main" id="{BE9B544B-86F3-306E-4995-BC137530A2CC}"/>
              </a:ext>
            </a:extLst>
          </p:cNvPr>
          <p:cNvSpPr/>
          <p:nvPr/>
        </p:nvSpPr>
        <p:spPr>
          <a:xfrm flipH="1">
            <a:off x="178669" y="4251226"/>
            <a:ext cx="3141431" cy="293700"/>
          </a:xfrm>
          <a:prstGeom prst="accentBorderCallout1">
            <a:avLst>
              <a:gd name="adj1" fmla="val 18750"/>
              <a:gd name="adj2" fmla="val -8333"/>
              <a:gd name="adj3" fmla="val 23566"/>
              <a:gd name="adj4" fmla="val -608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FTP racine sur le site distant</a:t>
            </a:r>
          </a:p>
        </p:txBody>
      </p:sp>
      <p:sp>
        <p:nvSpPr>
          <p:cNvPr id="46" name="Légende : encadrée à une bordure 45">
            <a:extLst>
              <a:ext uri="{FF2B5EF4-FFF2-40B4-BE49-F238E27FC236}">
                <a16:creationId xmlns:a16="http://schemas.microsoft.com/office/drawing/2014/main" id="{6F9A59D6-3EE8-C265-7A50-210783F5FDCE}"/>
              </a:ext>
            </a:extLst>
          </p:cNvPr>
          <p:cNvSpPr/>
          <p:nvPr/>
        </p:nvSpPr>
        <p:spPr>
          <a:xfrm flipH="1">
            <a:off x="178669" y="4633400"/>
            <a:ext cx="3141431" cy="286471"/>
          </a:xfrm>
          <a:prstGeom prst="accentBorderCallout1">
            <a:avLst>
              <a:gd name="adj1" fmla="val 18750"/>
              <a:gd name="adj2" fmla="val -8333"/>
              <a:gd name="adj3" fmla="val -30359"/>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Identifiant de connexion FTP</a:t>
            </a:r>
          </a:p>
        </p:txBody>
      </p:sp>
      <p:sp>
        <p:nvSpPr>
          <p:cNvPr id="47" name="Légende : encadrée à une bordure 46">
            <a:extLst>
              <a:ext uri="{FF2B5EF4-FFF2-40B4-BE49-F238E27FC236}">
                <a16:creationId xmlns:a16="http://schemas.microsoft.com/office/drawing/2014/main" id="{CE16F0FA-0C08-37B6-F383-CEFEE8C20DA7}"/>
              </a:ext>
            </a:extLst>
          </p:cNvPr>
          <p:cNvSpPr/>
          <p:nvPr/>
        </p:nvSpPr>
        <p:spPr>
          <a:xfrm>
            <a:off x="8414126" y="4972190"/>
            <a:ext cx="3550561" cy="343173"/>
          </a:xfrm>
          <a:prstGeom prst="accentBorderCallout1">
            <a:avLst>
              <a:gd name="adj1" fmla="val 18750"/>
              <a:gd name="adj2" fmla="val -8333"/>
              <a:gd name="adj3" fmla="val -127376"/>
              <a:gd name="adj4" fmla="val -1785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le mode FTP Actif (selon fournisseur)</a:t>
            </a: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3864769"/>
            <a:ext cx="3141429" cy="294010"/>
          </a:xfrm>
          <a:prstGeom prst="accentBorderCallout1">
            <a:avLst>
              <a:gd name="adj1" fmla="val 18750"/>
              <a:gd name="adj2" fmla="val -8333"/>
              <a:gd name="adj3" fmla="val -59066"/>
              <a:gd name="adj4" fmla="val -1994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4125" y="3722711"/>
            <a:ext cx="3550562" cy="436361"/>
          </a:xfrm>
          <a:prstGeom prst="accentBorderCallout1">
            <a:avLst>
              <a:gd name="adj1" fmla="val 18750"/>
              <a:gd name="adj2" fmla="val -8333"/>
              <a:gd name="adj3" fmla="val 29646"/>
              <a:gd name="adj4" fmla="val -179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Racine de l’adresse web du site distant (Selon fournisseur)</a:t>
            </a:r>
          </a:p>
        </p:txBody>
      </p:sp>
      <p:sp>
        <p:nvSpPr>
          <p:cNvPr id="50" name="Légende : encadrée à une bordure 49">
            <a:extLst>
              <a:ext uri="{FF2B5EF4-FFF2-40B4-BE49-F238E27FC236}">
                <a16:creationId xmlns:a16="http://schemas.microsoft.com/office/drawing/2014/main" id="{B145271E-6C6B-2F49-0B41-B09D717414D0}"/>
              </a:ext>
            </a:extLst>
          </p:cNvPr>
          <p:cNvSpPr/>
          <p:nvPr/>
        </p:nvSpPr>
        <p:spPr>
          <a:xfrm>
            <a:off x="8414125" y="4326745"/>
            <a:ext cx="3550562" cy="436361"/>
          </a:xfrm>
          <a:prstGeom prst="accentBorderCallout1">
            <a:avLst>
              <a:gd name="adj1" fmla="val 18750"/>
              <a:gd name="adj2" fmla="val -8333"/>
              <a:gd name="adj3" fmla="val -49736"/>
              <a:gd name="adj4" fmla="val -180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FTP pour copie les fichiers sur le site distant (Selon fournisseur)</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72" y="5028892"/>
            <a:ext cx="3141431" cy="286471"/>
          </a:xfrm>
          <a:prstGeom prst="accentBorderCallout1">
            <a:avLst>
              <a:gd name="adj1" fmla="val 18750"/>
              <a:gd name="adj2" fmla="val -8333"/>
              <a:gd name="adj3" fmla="val -85774"/>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309510"/>
            <a:ext cx="3550562" cy="228497"/>
          </a:xfrm>
          <a:prstGeom prst="accentBorderCallout1">
            <a:avLst>
              <a:gd name="adj1" fmla="val 18750"/>
              <a:gd name="adj2" fmla="val -8333"/>
              <a:gd name="adj3" fmla="val 84378"/>
              <a:gd name="adj4" fmla="val -7706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avancée</a:t>
            </a:r>
          </a:p>
        </p:txBody>
      </p:sp>
      <p:sp>
        <p:nvSpPr>
          <p:cNvPr id="12" name="Rectangle 11">
            <a:extLst>
              <a:ext uri="{FF2B5EF4-FFF2-40B4-BE49-F238E27FC236}">
                <a16:creationId xmlns:a16="http://schemas.microsoft.com/office/drawing/2014/main" id="{9357D6A4-0B0F-89EC-1C4E-A72B31E70BB4}"/>
              </a:ext>
            </a:extLst>
          </p:cNvPr>
          <p:cNvSpPr/>
          <p:nvPr/>
        </p:nvSpPr>
        <p:spPr>
          <a:xfrm>
            <a:off x="4618943" y="3423759"/>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39B16C27-E2EB-3457-DFC6-2BE7B6BB888E}"/>
              </a:ext>
            </a:extLst>
          </p:cNvPr>
          <p:cNvSpPr/>
          <p:nvPr/>
        </p:nvSpPr>
        <p:spPr>
          <a:xfrm>
            <a:off x="7478179" y="2469511"/>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485DAB41-D0C3-1559-125A-95D225F35F08}"/>
              </a:ext>
            </a:extLst>
          </p:cNvPr>
          <p:cNvSpPr/>
          <p:nvPr/>
        </p:nvSpPr>
        <p:spPr>
          <a:xfrm>
            <a:off x="8413896" y="2458085"/>
            <a:ext cx="3374424" cy="283867"/>
          </a:xfrm>
          <a:prstGeom prst="accentBorderCallout1">
            <a:avLst>
              <a:gd name="adj1" fmla="val 18750"/>
              <a:gd name="adj2" fmla="val -8333"/>
              <a:gd name="adj3" fmla="val 58751"/>
              <a:gd name="adj4" fmla="val -2122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4252407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sur </a:t>
            </a:r>
            <a:r>
              <a:rPr lang="fr-FR" dirty="0" err="1"/>
              <a:t>FFJudo</a:t>
            </a:r>
            <a:endParaRPr lang="fr-FR"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0"/>
            <a:ext cx="12011779" cy="4895149"/>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b="1" dirty="0"/>
          </a:p>
          <a:p>
            <a:r>
              <a:rPr lang="fr-FR" b="1" dirty="0"/>
              <a:t>Niveau de publication</a:t>
            </a:r>
            <a:r>
              <a:rPr lang="fr-FR" sz="2000" dirty="0"/>
              <a:t> – </a:t>
            </a:r>
            <a:r>
              <a:rPr lang="fr-FR" dirty="0"/>
              <a:t>La liste présente les niveaux pré-configurés sur le serveur </a:t>
            </a:r>
            <a:r>
              <a:rPr lang="fr-FR" dirty="0" err="1"/>
              <a:t>FFJudo</a:t>
            </a:r>
            <a:r>
              <a:rPr lang="fr-FR" dirty="0"/>
              <a:t>. Il s’agit du niveau fédéral de la compétition (Comites, Ligues ou National)</a:t>
            </a:r>
            <a:r>
              <a:rPr lang="fr-FR" sz="2000" dirty="0"/>
              <a:t>.</a:t>
            </a:r>
            <a:endParaRPr lang="fr-FR" dirty="0"/>
          </a:p>
          <a:p>
            <a:r>
              <a:rPr lang="fr-FR" sz="2000" b="1" dirty="0"/>
              <a:t>Entité de publication</a:t>
            </a:r>
            <a:r>
              <a:rPr lang="fr-FR" sz="2000" dirty="0"/>
              <a:t> – La liste dépend du niveau de publication préalablement sélectionné. La liste </a:t>
            </a:r>
            <a:r>
              <a:rPr lang="fr-FR" dirty="0"/>
              <a:t>présente les entités pré-configurés sur le serveur </a:t>
            </a:r>
            <a:r>
              <a:rPr lang="fr-FR" dirty="0" err="1"/>
              <a:t>FFJudo</a:t>
            </a:r>
            <a:r>
              <a:rPr lang="fr-FR" sz="2000" dirty="0"/>
              <a:t>. </a:t>
            </a:r>
            <a:r>
              <a:rPr lang="fr-FR" dirty="0"/>
              <a:t>Il s’agit des entités fédérales (ex. Comité de l’Ain, Ligue AURA, etc.)</a:t>
            </a:r>
            <a:r>
              <a:rPr lang="fr-FR" sz="2000" dirty="0"/>
              <a:t>.</a:t>
            </a:r>
          </a:p>
          <a:p>
            <a:r>
              <a:rPr lang="fr-FR" sz="2000" b="1" dirty="0"/>
              <a:t>Adresse </a:t>
            </a:r>
            <a:r>
              <a:rPr lang="fr-FR" sz="2000" b="1" dirty="0" err="1"/>
              <a:t>FFJudo</a:t>
            </a:r>
            <a:r>
              <a:rPr lang="fr-FR" sz="2000" dirty="0"/>
              <a:t>- L</a:t>
            </a:r>
            <a:r>
              <a:rPr lang="fr-FR" dirty="0"/>
              <a:t>’adresse complète est calculée comme:</a:t>
            </a:r>
          </a:p>
          <a:p>
            <a:pPr lvl="1"/>
            <a:r>
              <a:rPr lang="fr-FR" sz="1800" dirty="0">
                <a:latin typeface="Barlow" panose="00000500000000000000" pitchFamily="2" charset="0"/>
              </a:rPr>
              <a:t>Avec isolation:</a:t>
            </a:r>
          </a:p>
          <a:p>
            <a:pPr marL="711183" lvl="1" indent="0" algn="ctr">
              <a:buNone/>
            </a:pPr>
            <a:r>
              <a:rPr lang="fr-FR" sz="1800" dirty="0">
                <a:latin typeface="Barlow" panose="00000500000000000000" pitchFamily="2" charset="0"/>
              </a:rPr>
              <a:t>http://ftp.ffjudo.com/SuiviCompetition/{Niveau}/{Entité}/{ID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a:t>
            </a:r>
          </a:p>
          <a:p>
            <a:pPr marL="711183" lvl="1" indent="0" algn="ctr">
              <a:buNone/>
            </a:pPr>
            <a:r>
              <a:rPr lang="fr-FR" sz="1800" dirty="0">
                <a:latin typeface="Barlow" panose="00000500000000000000" pitchFamily="2" charset="0"/>
              </a:rPr>
              <a:t>http://ftp.ffjudo.com/</a:t>
            </a:r>
            <a:r>
              <a:rPr lang="fr-FR" sz="1800" dirty="0" err="1">
                <a:latin typeface="Barlow" panose="00000500000000000000" pitchFamily="2" charset="0"/>
              </a:rPr>
              <a:t>SuiviCompetition</a:t>
            </a:r>
            <a:r>
              <a:rPr lang="fr-FR" sz="1800" dirty="0">
                <a:latin typeface="Barlow" panose="00000500000000000000" pitchFamily="2" charset="0"/>
              </a:rPr>
              <a:t>/{Niveau}/{Entité}/courante/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2000" dirty="0"/>
            </a:br>
            <a:endParaRPr lang="fr-FR" dirty="0"/>
          </a:p>
          <a:p>
            <a:r>
              <a:rPr lang="fr-FR" sz="2000" b="1" dirty="0"/>
              <a:t>synchronisation des différences</a:t>
            </a:r>
            <a:r>
              <a:rPr lang="fr-FR" sz="2000" dirty="0"/>
              <a:t> – Lorsque cette option est activée, le logiciel « </a:t>
            </a:r>
            <a:r>
              <a:rPr lang="fr-FR" sz="2000" dirty="0" err="1"/>
              <a:t>PublicationSuiviCompetition</a:t>
            </a:r>
            <a:r>
              <a:rPr lang="fr-FR" sz="2000" dirty="0"/>
              <a:t> » ne copie sur le site distant que les fichiers modifiés depuis la dernière synchronisation. Ceci permet d’optimiser le temps de transfert notamment si la connexion vers Internet est faible.</a:t>
            </a:r>
            <a:br>
              <a:rPr lang="fr-FR" sz="2000" dirty="0"/>
            </a:br>
            <a:endParaRPr lang="fr-FR" sz="2000" dirty="0"/>
          </a:p>
          <a:p>
            <a:r>
              <a:rPr lang="fr-FR" sz="2000" b="1" dirty="0"/>
              <a:t>Adresse du site web distant</a:t>
            </a:r>
            <a:r>
              <a:rPr lang="fr-FR" sz="2000" dirty="0"/>
              <a:t> - L</a:t>
            </a:r>
            <a:r>
              <a:rPr lang="fr-FR" dirty="0"/>
              <a:t>’adresse complète est calculée comme:</a:t>
            </a:r>
          </a:p>
          <a:p>
            <a:pPr lvl="1"/>
            <a:r>
              <a:rPr lang="fr-FR" sz="1800" dirty="0">
                <a:latin typeface="Barlow" panose="00000500000000000000" pitchFamily="2" charset="0"/>
              </a:rPr>
              <a:t>Avec isolation: {Racine de l’adresse web }/{ID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 {Racine de l’adresse web }/courante/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7" name="Image 6">
            <a:extLst>
              <a:ext uri="{FF2B5EF4-FFF2-40B4-BE49-F238E27FC236}">
                <a16:creationId xmlns:a16="http://schemas.microsoft.com/office/drawing/2014/main" id="{E1B9E928-1B5F-C80F-9EBF-D027A9052282}"/>
              </a:ext>
            </a:extLst>
          </p:cNvPr>
          <p:cNvPicPr>
            <a:picLocks noChangeAspect="1"/>
          </p:cNvPicPr>
          <p:nvPr/>
        </p:nvPicPr>
        <p:blipFill>
          <a:blip r:embed="rId2"/>
          <a:stretch>
            <a:fillRect/>
          </a:stretch>
        </p:blipFill>
        <p:spPr>
          <a:xfrm>
            <a:off x="3505200" y="2205790"/>
            <a:ext cx="4895850" cy="3671888"/>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315075" y="2619375"/>
            <a:ext cx="1162050" cy="2571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396C6FE9-9445-E42D-3C93-E6FCAD642CD7}"/>
              </a:ext>
            </a:extLst>
          </p:cNvPr>
          <p:cNvSpPr/>
          <p:nvPr/>
        </p:nvSpPr>
        <p:spPr>
          <a:xfrm>
            <a:off x="8753475" y="2106739"/>
            <a:ext cx="2724150" cy="636461"/>
          </a:xfrm>
          <a:prstGeom prst="accentBorderCallout1">
            <a:avLst>
              <a:gd name="adj1" fmla="val 18750"/>
              <a:gd name="adj2" fmla="val -8333"/>
              <a:gd name="adj3" fmla="val 107778"/>
              <a:gd name="adj4" fmla="val -46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des compétitions sur le réseau local</a:t>
            </a:r>
          </a:p>
        </p:txBody>
      </p:sp>
      <p:sp>
        <p:nvSpPr>
          <p:cNvPr id="10" name="Rectangle 9">
            <a:extLst>
              <a:ext uri="{FF2B5EF4-FFF2-40B4-BE49-F238E27FC236}">
                <a16:creationId xmlns:a16="http://schemas.microsoft.com/office/drawing/2014/main" id="{CB8E593F-E2A3-09CD-6672-99AB38C2A276}"/>
              </a:ext>
            </a:extLst>
          </p:cNvPr>
          <p:cNvSpPr/>
          <p:nvPr/>
        </p:nvSpPr>
        <p:spPr>
          <a:xfrm>
            <a:off x="3571875" y="2876550"/>
            <a:ext cx="4762500" cy="29146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B4A986D4-7FFA-FC52-3615-F6DAEDEA7F3B}"/>
              </a:ext>
            </a:extLst>
          </p:cNvPr>
          <p:cNvSpPr/>
          <p:nvPr/>
        </p:nvSpPr>
        <p:spPr>
          <a:xfrm>
            <a:off x="9039225" y="3916489"/>
            <a:ext cx="2438400" cy="636461"/>
          </a:xfrm>
          <a:prstGeom prst="accentBorderCallout1">
            <a:avLst>
              <a:gd name="adj1" fmla="val 18750"/>
              <a:gd name="adj2" fmla="val -8333"/>
              <a:gd name="adj3" fmla="val 109274"/>
              <a:gd name="adj4" fmla="val -2580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Affiche la liste des compétitions trouvées</a:t>
            </a:r>
          </a:p>
        </p:txBody>
      </p:sp>
      <p:sp>
        <p:nvSpPr>
          <p:cNvPr id="12" name="Rectangle 11">
            <a:extLst>
              <a:ext uri="{FF2B5EF4-FFF2-40B4-BE49-F238E27FC236}">
                <a16:creationId xmlns:a16="http://schemas.microsoft.com/office/drawing/2014/main" id="{AA731DDC-9506-E769-D48D-2E0DCBEB56E1}"/>
              </a:ext>
            </a:extLst>
          </p:cNvPr>
          <p:cNvSpPr/>
          <p:nvPr/>
        </p:nvSpPr>
        <p:spPr>
          <a:xfrm>
            <a:off x="5219699" y="2662238"/>
            <a:ext cx="1052513" cy="17859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8FDFAE3A-3A6C-DE60-721E-AD2DB7234D0C}"/>
              </a:ext>
            </a:extLst>
          </p:cNvPr>
          <p:cNvSpPr/>
          <p:nvPr/>
        </p:nvSpPr>
        <p:spPr>
          <a:xfrm flipH="1">
            <a:off x="214266" y="2202862"/>
            <a:ext cx="2809875" cy="636461"/>
          </a:xfrm>
          <a:prstGeom prst="accentBorderCallout1">
            <a:avLst>
              <a:gd name="adj1" fmla="val 18750"/>
              <a:gd name="adj2" fmla="val -8333"/>
              <a:gd name="adj3" fmla="val 74302"/>
              <a:gd name="adj4" fmla="val -771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 pour recherche un serveur de compétition spécifique (optionnelle)</a:t>
            </a:r>
          </a:p>
        </p:txBody>
      </p:sp>
    </p:spTree>
    <p:extLst>
      <p:ext uri="{BB962C8B-B14F-4D97-AF65-F5344CB8AC3E}">
        <p14:creationId xmlns:p14="http://schemas.microsoft.com/office/powerpoint/2010/main" val="17637637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2136A9A6-A715-5919-E506-0BC35D580B39}"/>
              </a:ext>
            </a:extLst>
          </p:cNvPr>
          <p:cNvPicPr>
            <a:picLocks noChangeAspect="1"/>
          </p:cNvPicPr>
          <p:nvPr/>
        </p:nvPicPr>
        <p:blipFill>
          <a:blip r:embed="rId2"/>
          <a:stretch>
            <a:fillRect/>
          </a:stretch>
        </p:blipFill>
        <p:spPr>
          <a:xfrm>
            <a:off x="4765693" y="1486994"/>
            <a:ext cx="7013102" cy="446367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DF88C5BE-8A7D-7692-F037-2C25DA6FD90A}"/>
              </a:ext>
            </a:extLst>
          </p:cNvPr>
          <p:cNvSpPr/>
          <p:nvPr/>
        </p:nvSpPr>
        <p:spPr>
          <a:xfrm>
            <a:off x="4848043" y="2277379"/>
            <a:ext cx="3303917" cy="310550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C8E3516E-B308-263B-9C32-A7D8928EE329}"/>
              </a:ext>
            </a:extLst>
          </p:cNvPr>
          <p:cNvSpPr/>
          <p:nvPr/>
        </p:nvSpPr>
        <p:spPr>
          <a:xfrm>
            <a:off x="8308304" y="2272514"/>
            <a:ext cx="3316461" cy="310550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02F22DC4-07A8-E70F-12BE-52BB9F29079F}"/>
              </a:ext>
            </a:extLst>
          </p:cNvPr>
          <p:cNvSpPr txBox="1"/>
          <p:nvPr/>
        </p:nvSpPr>
        <p:spPr>
          <a:xfrm>
            <a:off x="164657" y="2977365"/>
            <a:ext cx="3254228" cy="1754326"/>
          </a:xfrm>
          <a:prstGeom prst="rect">
            <a:avLst/>
          </a:prstGeom>
          <a:noFill/>
        </p:spPr>
        <p:txBody>
          <a:bodyPr wrap="square" rtlCol="0">
            <a:spAutoFit/>
          </a:bodyPr>
          <a:lstStyle/>
          <a:p>
            <a:r>
              <a:rPr lang="fr-FR" dirty="0">
                <a:sym typeface="Wingdings" panose="05000000000000000000" pitchFamily="2" charset="2"/>
              </a:rPr>
              <a:t>: Panneau de configuration du contenu du site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configuration technique de la génération</a:t>
            </a:r>
          </a:p>
        </p:txBody>
      </p:sp>
      <p:sp>
        <p:nvSpPr>
          <p:cNvPr id="12" name="ZoneTexte 11">
            <a:extLst>
              <a:ext uri="{FF2B5EF4-FFF2-40B4-BE49-F238E27FC236}">
                <a16:creationId xmlns:a16="http://schemas.microsoft.com/office/drawing/2014/main" id="{FBAB07F8-FD11-726F-9B83-2F510506E61F}"/>
              </a:ext>
            </a:extLst>
          </p:cNvPr>
          <p:cNvSpPr txBox="1"/>
          <p:nvPr/>
        </p:nvSpPr>
        <p:spPr>
          <a:xfrm>
            <a:off x="10031515" y="3575005"/>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2ACFD3E4-ACF2-1F6B-16C4-0AAE1D1AA967}"/>
              </a:ext>
            </a:extLst>
          </p:cNvPr>
          <p:cNvSpPr txBox="1"/>
          <p:nvPr/>
        </p:nvSpPr>
        <p:spPr>
          <a:xfrm>
            <a:off x="6105311" y="3489406"/>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148774" y="5950668"/>
            <a:ext cx="11928207" cy="336752"/>
          </a:xfrm>
        </p:spPr>
        <p:txBody>
          <a:bodyPr/>
          <a:lstStyle/>
          <a:p>
            <a:pPr marL="101598" indent="0">
              <a:buNone/>
            </a:pPr>
            <a:r>
              <a:rPr lang="fr-FR" sz="1800" b="1" i="1" dirty="0"/>
              <a:t>Notes</a:t>
            </a:r>
            <a:r>
              <a:rPr lang="fr-FR" sz="1800" i="1" dirty="0"/>
              <a:t>: 	- Cet écran n’est accessible que si la génération est arrêtée.</a:t>
            </a:r>
          </a:p>
          <a:p>
            <a:pPr marL="101598" indent="0">
              <a:buNone/>
            </a:pPr>
            <a:r>
              <a:rPr lang="fr-FR" sz="1800" i="1" dirty="0"/>
              <a:t>	- En passant la souris sur l’icone      , un popup s’affiche pour donner des informations sur le paramètre concerné.</a:t>
            </a:r>
          </a:p>
        </p:txBody>
      </p:sp>
      <p:pic>
        <p:nvPicPr>
          <p:cNvPr id="6" name="Image 5">
            <a:extLst>
              <a:ext uri="{FF2B5EF4-FFF2-40B4-BE49-F238E27FC236}">
                <a16:creationId xmlns:a16="http://schemas.microsoft.com/office/drawing/2014/main" id="{97570CD1-1869-A38B-36B8-13414B1EC916}"/>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24802" b="28173" l="28930" r="32190"/>
                    </a14:imgEffect>
                  </a14:imgLayer>
                </a14:imgProps>
              </a:ext>
            </a:extLst>
          </a:blip>
          <a:srcRect l="28522" t="24381" r="67402" b="71406"/>
          <a:stretch>
            <a:fillRect/>
          </a:stretch>
        </p:blipFill>
        <p:spPr>
          <a:xfrm>
            <a:off x="4153003" y="6304339"/>
            <a:ext cx="382220" cy="251403"/>
          </a:xfrm>
          <a:prstGeom prst="rect">
            <a:avLst/>
          </a:prstGeom>
        </p:spPr>
      </p:pic>
    </p:spTree>
    <p:extLst>
      <p:ext uri="{BB962C8B-B14F-4D97-AF65-F5344CB8AC3E}">
        <p14:creationId xmlns:p14="http://schemas.microsoft.com/office/powerpoint/2010/main" val="15334817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17B2F45C-3A26-A22E-7F6C-A6824C67F750}"/>
              </a:ext>
            </a:extLst>
          </p:cNvPr>
          <p:cNvPicPr>
            <a:picLocks noChangeAspect="1"/>
          </p:cNvPicPr>
          <p:nvPr/>
        </p:nvPicPr>
        <p:blipFill>
          <a:blip r:embed="rId2"/>
          <a:srcRect t="7464" r="50962" b="10401"/>
          <a:stretch>
            <a:fillRect/>
          </a:stretch>
        </p:blipFill>
        <p:spPr>
          <a:xfrm>
            <a:off x="4174832" y="2083444"/>
            <a:ext cx="3439110" cy="3666227"/>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 – Contenu du site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51F91BE3-E67F-3200-59BB-8DE3A9DA7856}"/>
              </a:ext>
            </a:extLst>
          </p:cNvPr>
          <p:cNvSpPr/>
          <p:nvPr/>
        </p:nvSpPr>
        <p:spPr>
          <a:xfrm flipH="1">
            <a:off x="142547" y="1564228"/>
            <a:ext cx="3181935" cy="528401"/>
          </a:xfrm>
          <a:prstGeom prst="accentBorderCallout1">
            <a:avLst>
              <a:gd name="adj1" fmla="val 18750"/>
              <a:gd name="adj2" fmla="val -8333"/>
              <a:gd name="adj3" fmla="val 198187"/>
              <a:gd name="adj4" fmla="val -3054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des pages « Prochaines combats » et « Se Prépare »</a:t>
            </a:r>
          </a:p>
        </p:txBody>
      </p:sp>
      <p:sp>
        <p:nvSpPr>
          <p:cNvPr id="8" name="Rectangle 7">
            <a:extLst>
              <a:ext uri="{FF2B5EF4-FFF2-40B4-BE49-F238E27FC236}">
                <a16:creationId xmlns:a16="http://schemas.microsoft.com/office/drawing/2014/main" id="{C3439464-4227-042B-FE8E-D5D3BCA0611B}"/>
              </a:ext>
            </a:extLst>
          </p:cNvPr>
          <p:cNvSpPr/>
          <p:nvPr/>
        </p:nvSpPr>
        <p:spPr>
          <a:xfrm>
            <a:off x="4283281" y="2536871"/>
            <a:ext cx="2041318"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C04BD2F9-C9BA-CC83-E0B0-EC07180D1137}"/>
              </a:ext>
            </a:extLst>
          </p:cNvPr>
          <p:cNvSpPr/>
          <p:nvPr/>
        </p:nvSpPr>
        <p:spPr>
          <a:xfrm>
            <a:off x="8515093" y="1564228"/>
            <a:ext cx="3439110" cy="775123"/>
          </a:xfrm>
          <a:prstGeom prst="accentBorderCallout1">
            <a:avLst>
              <a:gd name="adj1" fmla="val 18750"/>
              <a:gd name="adj2" fmla="val -8333"/>
              <a:gd name="adj3" fmla="val 175390"/>
              <a:gd name="adj4" fmla="val -3498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Nombre maximum de combats à afficher dans la chambre d’appel (uniquement si Publier Prochains Combats)</a:t>
            </a:r>
          </a:p>
        </p:txBody>
      </p:sp>
      <p:sp>
        <p:nvSpPr>
          <p:cNvPr id="18" name="Légende : encadrée à une bordure 17">
            <a:extLst>
              <a:ext uri="{FF2B5EF4-FFF2-40B4-BE49-F238E27FC236}">
                <a16:creationId xmlns:a16="http://schemas.microsoft.com/office/drawing/2014/main" id="{23FCA8CF-D867-EB41-544A-4B183204DC29}"/>
              </a:ext>
            </a:extLst>
          </p:cNvPr>
          <p:cNvSpPr/>
          <p:nvPr/>
        </p:nvSpPr>
        <p:spPr>
          <a:xfrm>
            <a:off x="8515093" y="2666159"/>
            <a:ext cx="3439110" cy="775123"/>
          </a:xfrm>
          <a:prstGeom prst="accentBorderCallout1">
            <a:avLst>
              <a:gd name="adj1" fmla="val 18750"/>
              <a:gd name="adj2" fmla="val -8333"/>
              <a:gd name="adj3" fmla="val 108127"/>
              <a:gd name="adj4" fmla="val -3488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Message d’avertissement afficher en entête des pages de la chambre d’appel (uniquement si Publier Prochains Combats)</a:t>
            </a:r>
          </a:p>
        </p:txBody>
      </p:sp>
      <p:sp>
        <p:nvSpPr>
          <p:cNvPr id="19" name="Légende : encadrée à une bordure 18">
            <a:extLst>
              <a:ext uri="{FF2B5EF4-FFF2-40B4-BE49-F238E27FC236}">
                <a16:creationId xmlns:a16="http://schemas.microsoft.com/office/drawing/2014/main" id="{6C6B9492-1BFA-D19B-F8ED-5F509FEDFDE0}"/>
              </a:ext>
            </a:extLst>
          </p:cNvPr>
          <p:cNvSpPr/>
          <p:nvPr/>
        </p:nvSpPr>
        <p:spPr>
          <a:xfrm>
            <a:off x="8515093" y="3768090"/>
            <a:ext cx="3439110" cy="985760"/>
          </a:xfrm>
          <a:prstGeom prst="accentBorderCallout1">
            <a:avLst>
              <a:gd name="adj1" fmla="val 18750"/>
              <a:gd name="adj2" fmla="val -8333"/>
              <a:gd name="adj3" fmla="val 96813"/>
              <a:gd name="adj4" fmla="val -350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Taille maximum pour qu’une poule soit affichée en colonnes (uniquement si Afficher les poules en colonnes et affichage selon la taille)</a:t>
            </a:r>
          </a:p>
        </p:txBody>
      </p:sp>
      <p:sp>
        <p:nvSpPr>
          <p:cNvPr id="20" name="Rectangle 19">
            <a:extLst>
              <a:ext uri="{FF2B5EF4-FFF2-40B4-BE49-F238E27FC236}">
                <a16:creationId xmlns:a16="http://schemas.microsoft.com/office/drawing/2014/main" id="{B6E012AE-D1BE-4C32-3DBA-9DA6F9682D66}"/>
              </a:ext>
            </a:extLst>
          </p:cNvPr>
          <p:cNvSpPr/>
          <p:nvPr/>
        </p:nvSpPr>
        <p:spPr>
          <a:xfrm>
            <a:off x="4284837" y="3764039"/>
            <a:ext cx="18111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B3C2CECC-E6F2-5A96-2CF9-D71AF5EA3447}"/>
              </a:ext>
            </a:extLst>
          </p:cNvPr>
          <p:cNvSpPr/>
          <p:nvPr/>
        </p:nvSpPr>
        <p:spPr>
          <a:xfrm>
            <a:off x="4287832" y="4036534"/>
            <a:ext cx="2185993" cy="17034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F3253003-C0BE-664C-97EE-0099A75F0657}"/>
              </a:ext>
            </a:extLst>
          </p:cNvPr>
          <p:cNvSpPr/>
          <p:nvPr/>
        </p:nvSpPr>
        <p:spPr>
          <a:xfrm>
            <a:off x="4540396" y="3309320"/>
            <a:ext cx="2777980" cy="43184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7DD8DC5B-F36C-2A33-B7C1-B60D2C0E1110}"/>
              </a:ext>
            </a:extLst>
          </p:cNvPr>
          <p:cNvSpPr/>
          <p:nvPr/>
        </p:nvSpPr>
        <p:spPr>
          <a:xfrm>
            <a:off x="6524625" y="2793549"/>
            <a:ext cx="793750"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CAE22278-E213-96AD-FBEC-95F7140E743C}"/>
              </a:ext>
            </a:extLst>
          </p:cNvPr>
          <p:cNvSpPr/>
          <p:nvPr/>
        </p:nvSpPr>
        <p:spPr>
          <a:xfrm>
            <a:off x="6581226" y="4206875"/>
            <a:ext cx="793750"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F00BC9DA-2CE2-F53B-1218-E994A92EBF0A}"/>
              </a:ext>
            </a:extLst>
          </p:cNvPr>
          <p:cNvSpPr/>
          <p:nvPr/>
        </p:nvSpPr>
        <p:spPr>
          <a:xfrm>
            <a:off x="4528101" y="4210133"/>
            <a:ext cx="1948900" cy="1789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Légende : encadrée à une bordure 25">
            <a:extLst>
              <a:ext uri="{FF2B5EF4-FFF2-40B4-BE49-F238E27FC236}">
                <a16:creationId xmlns:a16="http://schemas.microsoft.com/office/drawing/2014/main" id="{B19605DF-529D-844F-A45A-57A7D7D28250}"/>
              </a:ext>
            </a:extLst>
          </p:cNvPr>
          <p:cNvSpPr/>
          <p:nvPr/>
        </p:nvSpPr>
        <p:spPr>
          <a:xfrm flipH="1">
            <a:off x="142541" y="2213873"/>
            <a:ext cx="3181935" cy="528401"/>
          </a:xfrm>
          <a:prstGeom prst="accentBorderCallout1">
            <a:avLst>
              <a:gd name="adj1" fmla="val 18750"/>
              <a:gd name="adj2" fmla="val -8333"/>
              <a:gd name="adj3" fmla="val 294507"/>
              <a:gd name="adj4" fmla="val -2973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 la page d’affectation des tapis</a:t>
            </a:r>
          </a:p>
        </p:txBody>
      </p:sp>
      <p:sp>
        <p:nvSpPr>
          <p:cNvPr id="27" name="Légende : encadrée à une bordure 26">
            <a:extLst>
              <a:ext uri="{FF2B5EF4-FFF2-40B4-BE49-F238E27FC236}">
                <a16:creationId xmlns:a16="http://schemas.microsoft.com/office/drawing/2014/main" id="{49BBCFC1-D248-97E9-F639-DFC30825C324}"/>
              </a:ext>
            </a:extLst>
          </p:cNvPr>
          <p:cNvSpPr/>
          <p:nvPr/>
        </p:nvSpPr>
        <p:spPr>
          <a:xfrm flipH="1">
            <a:off x="142541" y="2863518"/>
            <a:ext cx="3181935" cy="528401"/>
          </a:xfrm>
          <a:prstGeom prst="accentBorderCallout1">
            <a:avLst>
              <a:gd name="adj1" fmla="val 18750"/>
              <a:gd name="adj2" fmla="val -8333"/>
              <a:gd name="adj3" fmla="val 226021"/>
              <a:gd name="adj4" fmla="val -2957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l’affichage des poules en colonnes (diagonales sinon)</a:t>
            </a:r>
          </a:p>
        </p:txBody>
      </p:sp>
      <p:sp>
        <p:nvSpPr>
          <p:cNvPr id="28" name="Légende : encadrée à une bordure 27">
            <a:extLst>
              <a:ext uri="{FF2B5EF4-FFF2-40B4-BE49-F238E27FC236}">
                <a16:creationId xmlns:a16="http://schemas.microsoft.com/office/drawing/2014/main" id="{7960BD14-3931-F369-C513-60E60FF51E4B}"/>
              </a:ext>
            </a:extLst>
          </p:cNvPr>
          <p:cNvSpPr/>
          <p:nvPr/>
        </p:nvSpPr>
        <p:spPr>
          <a:xfrm flipH="1">
            <a:off x="142537" y="3513163"/>
            <a:ext cx="3181935" cy="528401"/>
          </a:xfrm>
          <a:prstGeom prst="accentBorderCallout1">
            <a:avLst>
              <a:gd name="adj1" fmla="val 18750"/>
              <a:gd name="adj2" fmla="val -8333"/>
              <a:gd name="adj3" fmla="val 157629"/>
              <a:gd name="adj4" fmla="val -3720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sélection de l’affichage des poules en colonnes selon leur taille</a:t>
            </a:r>
          </a:p>
        </p:txBody>
      </p:sp>
      <p:sp>
        <p:nvSpPr>
          <p:cNvPr id="6" name="Légende : encadrée à une bordure 5">
            <a:extLst>
              <a:ext uri="{FF2B5EF4-FFF2-40B4-BE49-F238E27FC236}">
                <a16:creationId xmlns:a16="http://schemas.microsoft.com/office/drawing/2014/main" id="{CF4E40CB-CAC6-A3B2-6014-660B60B5DF33}"/>
              </a:ext>
            </a:extLst>
          </p:cNvPr>
          <p:cNvSpPr/>
          <p:nvPr/>
        </p:nvSpPr>
        <p:spPr>
          <a:xfrm flipH="1">
            <a:off x="142539" y="4162808"/>
            <a:ext cx="3181935" cy="296848"/>
          </a:xfrm>
          <a:prstGeom prst="accentBorderCallout1">
            <a:avLst>
              <a:gd name="adj1" fmla="val 18750"/>
              <a:gd name="adj2" fmla="val -8333"/>
              <a:gd name="adj3" fmla="val 125939"/>
              <a:gd name="adj4" fmla="val -2981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l’affichage des judokas engagés</a:t>
            </a:r>
          </a:p>
        </p:txBody>
      </p:sp>
      <p:sp>
        <p:nvSpPr>
          <p:cNvPr id="9" name="Légende : encadrée à une bordure 8">
            <a:extLst>
              <a:ext uri="{FF2B5EF4-FFF2-40B4-BE49-F238E27FC236}">
                <a16:creationId xmlns:a16="http://schemas.microsoft.com/office/drawing/2014/main" id="{7CDD545B-12AA-1CAB-E75A-FF198BDA8BE0}"/>
              </a:ext>
            </a:extLst>
          </p:cNvPr>
          <p:cNvSpPr/>
          <p:nvPr/>
        </p:nvSpPr>
        <p:spPr>
          <a:xfrm flipH="1">
            <a:off x="142538" y="4580900"/>
            <a:ext cx="3181935" cy="525890"/>
          </a:xfrm>
          <a:prstGeom prst="accentBorderCallout1">
            <a:avLst>
              <a:gd name="adj1" fmla="val 18750"/>
              <a:gd name="adj2" fmla="val -8333"/>
              <a:gd name="adj3" fmla="val 35131"/>
              <a:gd name="adj4" fmla="val -518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tous les judokas engagés, présents &amp; absents</a:t>
            </a:r>
          </a:p>
        </p:txBody>
      </p:sp>
      <p:sp>
        <p:nvSpPr>
          <p:cNvPr id="10" name="Légende : encadrée à une bordure 9">
            <a:extLst>
              <a:ext uri="{FF2B5EF4-FFF2-40B4-BE49-F238E27FC236}">
                <a16:creationId xmlns:a16="http://schemas.microsoft.com/office/drawing/2014/main" id="{54F2B6B4-698A-AC48-7A6C-A64C3048C725}"/>
              </a:ext>
            </a:extLst>
          </p:cNvPr>
          <p:cNvSpPr/>
          <p:nvPr/>
        </p:nvSpPr>
        <p:spPr>
          <a:xfrm flipH="1">
            <a:off x="142537" y="5228034"/>
            <a:ext cx="3181935" cy="528400"/>
          </a:xfrm>
          <a:prstGeom prst="accentBorderCallout1">
            <a:avLst>
              <a:gd name="adj1" fmla="val 18750"/>
              <a:gd name="adj2" fmla="val -8333"/>
              <a:gd name="adj3" fmla="val -49423"/>
              <a:gd name="adj4" fmla="val -5424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les scores dans l’ordre Gagnant/Perdant </a:t>
            </a:r>
            <a:r>
              <a:rPr lang="fr-FR" sz="1100" dirty="0"/>
              <a:t>(sinon 1</a:t>
            </a:r>
            <a:r>
              <a:rPr lang="fr-FR" sz="1100" baseline="30000" dirty="0"/>
              <a:t>er</a:t>
            </a:r>
            <a:r>
              <a:rPr lang="fr-FR" sz="1100" dirty="0"/>
              <a:t> judoka/2</a:t>
            </a:r>
            <a:r>
              <a:rPr lang="fr-FR" sz="1100" baseline="30000" dirty="0"/>
              <a:t>nd</a:t>
            </a:r>
            <a:r>
              <a:rPr lang="fr-FR" sz="1100" dirty="0"/>
              <a:t> judoka)</a:t>
            </a:r>
            <a:endParaRPr lang="fr-FR" sz="1200" dirty="0"/>
          </a:p>
        </p:txBody>
      </p:sp>
      <p:sp>
        <p:nvSpPr>
          <p:cNvPr id="11" name="Rectangle 10">
            <a:extLst>
              <a:ext uri="{FF2B5EF4-FFF2-40B4-BE49-F238E27FC236}">
                <a16:creationId xmlns:a16="http://schemas.microsoft.com/office/drawing/2014/main" id="{CDF31294-C198-8CE2-AB12-43488694254B}"/>
              </a:ext>
            </a:extLst>
          </p:cNvPr>
          <p:cNvSpPr/>
          <p:nvPr/>
        </p:nvSpPr>
        <p:spPr>
          <a:xfrm>
            <a:off x="4283281" y="4437471"/>
            <a:ext cx="1690799" cy="1789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8D102315-4DB2-9545-B8B1-9CE2979203D3}"/>
              </a:ext>
            </a:extLst>
          </p:cNvPr>
          <p:cNvSpPr/>
          <p:nvPr/>
        </p:nvSpPr>
        <p:spPr>
          <a:xfrm>
            <a:off x="4988183" y="4648523"/>
            <a:ext cx="985898" cy="1789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09C43EF2-E7EF-E1A4-0E92-AB1F76A9C1C5}"/>
              </a:ext>
            </a:extLst>
          </p:cNvPr>
          <p:cNvSpPr/>
          <p:nvPr/>
        </p:nvSpPr>
        <p:spPr>
          <a:xfrm>
            <a:off x="5091524" y="4847054"/>
            <a:ext cx="985898" cy="1789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ADF68823-F157-E840-FA36-1790FBE671F5}"/>
              </a:ext>
            </a:extLst>
          </p:cNvPr>
          <p:cNvSpPr/>
          <p:nvPr/>
        </p:nvSpPr>
        <p:spPr>
          <a:xfrm>
            <a:off x="6031675" y="4630124"/>
            <a:ext cx="1286699" cy="19738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51CA9EDA-565C-2083-03D4-7B4BB7ED0D7E}"/>
              </a:ext>
            </a:extLst>
          </p:cNvPr>
          <p:cNvSpPr/>
          <p:nvPr/>
        </p:nvSpPr>
        <p:spPr>
          <a:xfrm>
            <a:off x="6114580" y="4840325"/>
            <a:ext cx="1286699" cy="19738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4B91A6D7-AE7C-F54D-490C-741FA9B1E570}"/>
              </a:ext>
            </a:extLst>
          </p:cNvPr>
          <p:cNvSpPr/>
          <p:nvPr/>
        </p:nvSpPr>
        <p:spPr>
          <a:xfrm>
            <a:off x="8515093" y="5080658"/>
            <a:ext cx="3439110" cy="499307"/>
          </a:xfrm>
          <a:prstGeom prst="accentBorderCallout1">
            <a:avLst>
              <a:gd name="adj1" fmla="val 18750"/>
              <a:gd name="adj2" fmla="val -8333"/>
              <a:gd name="adj3" fmla="val -17092"/>
              <a:gd name="adj4" fmla="val -3260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tous les combats des judokas engagés (terminés &amp; à venir)</a:t>
            </a:r>
          </a:p>
        </p:txBody>
      </p:sp>
      <p:sp>
        <p:nvSpPr>
          <p:cNvPr id="29" name="Légende : encadrée à une bordure 28">
            <a:extLst>
              <a:ext uri="{FF2B5EF4-FFF2-40B4-BE49-F238E27FC236}">
                <a16:creationId xmlns:a16="http://schemas.microsoft.com/office/drawing/2014/main" id="{135D9130-B207-077A-1B7A-977EB10AE25A}"/>
              </a:ext>
            </a:extLst>
          </p:cNvPr>
          <p:cNvSpPr/>
          <p:nvPr/>
        </p:nvSpPr>
        <p:spPr>
          <a:xfrm>
            <a:off x="8515093" y="5906771"/>
            <a:ext cx="3439110" cy="499307"/>
          </a:xfrm>
          <a:prstGeom prst="accentBorderCallout1">
            <a:avLst>
              <a:gd name="adj1" fmla="val 18750"/>
              <a:gd name="adj2" fmla="val -8333"/>
              <a:gd name="adj3" fmla="val -55245"/>
              <a:gd name="adj4" fmla="val -4013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Intitulé à afficher à la place du nom de la 1</a:t>
            </a:r>
            <a:r>
              <a:rPr lang="fr-FR" sz="1400" baseline="30000" dirty="0"/>
              <a:t>ère</a:t>
            </a:r>
            <a:r>
              <a:rPr lang="fr-FR" sz="1400" dirty="0"/>
              <a:t> compétition en cas de multi-compétition</a:t>
            </a:r>
          </a:p>
        </p:txBody>
      </p:sp>
      <p:sp>
        <p:nvSpPr>
          <p:cNvPr id="30" name="Légende : encadrée à une bordure 29">
            <a:extLst>
              <a:ext uri="{FF2B5EF4-FFF2-40B4-BE49-F238E27FC236}">
                <a16:creationId xmlns:a16="http://schemas.microsoft.com/office/drawing/2014/main" id="{35346889-8539-0EEF-4F3B-2932F29FD655}"/>
              </a:ext>
            </a:extLst>
          </p:cNvPr>
          <p:cNvSpPr/>
          <p:nvPr/>
        </p:nvSpPr>
        <p:spPr>
          <a:xfrm flipH="1">
            <a:off x="142537" y="5877678"/>
            <a:ext cx="3181935" cy="528400"/>
          </a:xfrm>
          <a:prstGeom prst="accentBorderCallout1">
            <a:avLst>
              <a:gd name="adj1" fmla="val 18750"/>
              <a:gd name="adj2" fmla="val -8333"/>
              <a:gd name="adj3" fmla="val -117201"/>
              <a:gd name="adj4" fmla="val -293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 multi-compétition, utilise un titre spécifique </a:t>
            </a:r>
            <a:r>
              <a:rPr lang="fr-FR" sz="1050" dirty="0"/>
              <a:t>(sinon nom de la 1</a:t>
            </a:r>
            <a:r>
              <a:rPr lang="fr-FR" sz="1050" baseline="30000" dirty="0"/>
              <a:t>ère</a:t>
            </a:r>
            <a:r>
              <a:rPr lang="fr-FR" sz="1050" dirty="0"/>
              <a:t> compétition)</a:t>
            </a:r>
            <a:endParaRPr lang="fr-FR" sz="1200" dirty="0"/>
          </a:p>
        </p:txBody>
      </p:sp>
      <p:sp>
        <p:nvSpPr>
          <p:cNvPr id="31" name="Rectangle 30">
            <a:extLst>
              <a:ext uri="{FF2B5EF4-FFF2-40B4-BE49-F238E27FC236}">
                <a16:creationId xmlns:a16="http://schemas.microsoft.com/office/drawing/2014/main" id="{AF45D409-A4E4-B8AA-7BC8-545141C10488}"/>
              </a:ext>
            </a:extLst>
          </p:cNvPr>
          <p:cNvSpPr/>
          <p:nvPr/>
        </p:nvSpPr>
        <p:spPr>
          <a:xfrm>
            <a:off x="4283280" y="5131777"/>
            <a:ext cx="1942259" cy="19738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E8B4E578-619C-1377-C9AF-305416A90341}"/>
              </a:ext>
            </a:extLst>
          </p:cNvPr>
          <p:cNvSpPr/>
          <p:nvPr/>
        </p:nvSpPr>
        <p:spPr>
          <a:xfrm>
            <a:off x="4571253" y="5402232"/>
            <a:ext cx="2629647" cy="19738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7025131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a:extLst>
              <a:ext uri="{FF2B5EF4-FFF2-40B4-BE49-F238E27FC236}">
                <a16:creationId xmlns:a16="http://schemas.microsoft.com/office/drawing/2014/main" id="{E311564A-38E8-B9FC-A183-CBED7A9D1CA6}"/>
              </a:ext>
            </a:extLst>
          </p:cNvPr>
          <p:cNvPicPr>
            <a:picLocks noChangeAspect="1"/>
          </p:cNvPicPr>
          <p:nvPr/>
        </p:nvPicPr>
        <p:blipFill>
          <a:blip r:embed="rId2"/>
          <a:srcRect l="50462" t="6981" r="1052" b="10052"/>
          <a:stretch>
            <a:fillRect/>
          </a:stretch>
        </p:blipFill>
        <p:spPr>
          <a:xfrm>
            <a:off x="4174153" y="1770246"/>
            <a:ext cx="3400384" cy="3703359"/>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563978" cy="528400"/>
          </a:xfrm>
        </p:spPr>
        <p:txBody>
          <a:bodyPr/>
          <a:lstStyle/>
          <a:p>
            <a:r>
              <a:rPr lang="fr-FR" dirty="0"/>
              <a:t>Ecran de Configuration – Configuration technique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373F3982-EA07-55DA-0039-F75B4A13ADCF}"/>
              </a:ext>
            </a:extLst>
          </p:cNvPr>
          <p:cNvSpPr/>
          <p:nvPr/>
        </p:nvSpPr>
        <p:spPr>
          <a:xfrm flipH="1">
            <a:off x="305067" y="3429000"/>
            <a:ext cx="3181935" cy="528401"/>
          </a:xfrm>
          <a:prstGeom prst="accentBorderCallout1">
            <a:avLst>
              <a:gd name="adj1" fmla="val 18750"/>
              <a:gd name="adj2" fmla="val -8333"/>
              <a:gd name="adj3" fmla="val 73488"/>
              <a:gd name="adj4" fmla="val -240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logo affiché en entête</a:t>
            </a:r>
          </a:p>
        </p:txBody>
      </p:sp>
      <p:sp>
        <p:nvSpPr>
          <p:cNvPr id="8" name="Rectangle 7">
            <a:extLst>
              <a:ext uri="{FF2B5EF4-FFF2-40B4-BE49-F238E27FC236}">
                <a16:creationId xmlns:a16="http://schemas.microsoft.com/office/drawing/2014/main" id="{9472EA27-B2D3-CDF4-99E3-817A65089C68}"/>
              </a:ext>
            </a:extLst>
          </p:cNvPr>
          <p:cNvSpPr/>
          <p:nvPr/>
        </p:nvSpPr>
        <p:spPr>
          <a:xfrm>
            <a:off x="4292312" y="3736542"/>
            <a:ext cx="1159562"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26B49485-7BC6-6F10-5232-6F61478DB371}"/>
              </a:ext>
            </a:extLst>
          </p:cNvPr>
          <p:cNvSpPr/>
          <p:nvPr/>
        </p:nvSpPr>
        <p:spPr>
          <a:xfrm>
            <a:off x="4292312" y="4628567"/>
            <a:ext cx="907473" cy="31312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1E33C24-0AE3-72E0-29CB-5EF18D674F79}"/>
              </a:ext>
            </a:extLst>
          </p:cNvPr>
          <p:cNvSpPr/>
          <p:nvPr/>
        </p:nvSpPr>
        <p:spPr>
          <a:xfrm>
            <a:off x="8143436" y="3997576"/>
            <a:ext cx="3093177" cy="283867"/>
          </a:xfrm>
          <a:prstGeom prst="accentBorderCallout1">
            <a:avLst>
              <a:gd name="adj1" fmla="val 18750"/>
              <a:gd name="adj2" fmla="val -8333"/>
              <a:gd name="adj3" fmla="val -141229"/>
              <a:gd name="adj4" fmla="val -311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Prévisualisation du logo sélectionné</a:t>
            </a:r>
          </a:p>
        </p:txBody>
      </p:sp>
      <p:sp>
        <p:nvSpPr>
          <p:cNvPr id="17" name="Rectangle 16">
            <a:extLst>
              <a:ext uri="{FF2B5EF4-FFF2-40B4-BE49-F238E27FC236}">
                <a16:creationId xmlns:a16="http://schemas.microsoft.com/office/drawing/2014/main" id="{DC0F730F-9019-F9ED-5E5B-934349C181D9}"/>
              </a:ext>
            </a:extLst>
          </p:cNvPr>
          <p:cNvSpPr/>
          <p:nvPr/>
        </p:nvSpPr>
        <p:spPr>
          <a:xfrm>
            <a:off x="4245659" y="4379729"/>
            <a:ext cx="3257372" cy="18918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6610CA9C-D428-8F88-8568-1277889DA891}"/>
              </a:ext>
            </a:extLst>
          </p:cNvPr>
          <p:cNvSpPr/>
          <p:nvPr/>
        </p:nvSpPr>
        <p:spPr>
          <a:xfrm flipH="1">
            <a:off x="305067" y="4383248"/>
            <a:ext cx="3181937" cy="283867"/>
          </a:xfrm>
          <a:prstGeom prst="accentBorderCallout1">
            <a:avLst>
              <a:gd name="adj1" fmla="val 18750"/>
              <a:gd name="adj2" fmla="val -8333"/>
              <a:gd name="adj3" fmla="val 24695"/>
              <a:gd name="adj4" fmla="val -2349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Répertoire de travail de l’application</a:t>
            </a:r>
          </a:p>
        </p:txBody>
      </p:sp>
      <p:sp>
        <p:nvSpPr>
          <p:cNvPr id="19" name="Légende : encadrée à une bordure 18">
            <a:extLst>
              <a:ext uri="{FF2B5EF4-FFF2-40B4-BE49-F238E27FC236}">
                <a16:creationId xmlns:a16="http://schemas.microsoft.com/office/drawing/2014/main" id="{BCDCB479-EFDF-194D-1CBD-42B9F7A668CA}"/>
              </a:ext>
            </a:extLst>
          </p:cNvPr>
          <p:cNvSpPr/>
          <p:nvPr/>
        </p:nvSpPr>
        <p:spPr>
          <a:xfrm>
            <a:off x="8143436" y="2328593"/>
            <a:ext cx="2974144" cy="322765"/>
          </a:xfrm>
          <a:prstGeom prst="accentBorderCallout1">
            <a:avLst>
              <a:gd name="adj1" fmla="val 18750"/>
              <a:gd name="adj2" fmla="val -8333"/>
              <a:gd name="adj3" fmla="val 26364"/>
              <a:gd name="adj4" fmla="val -3851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seconde entre 2 générations</a:t>
            </a:r>
          </a:p>
        </p:txBody>
      </p:sp>
      <p:sp>
        <p:nvSpPr>
          <p:cNvPr id="20" name="Rectangle 19">
            <a:extLst>
              <a:ext uri="{FF2B5EF4-FFF2-40B4-BE49-F238E27FC236}">
                <a16:creationId xmlns:a16="http://schemas.microsoft.com/office/drawing/2014/main" id="{0061C9EA-91E8-100F-45B3-6EF6020CF3A5}"/>
              </a:ext>
            </a:extLst>
          </p:cNvPr>
          <p:cNvSpPr/>
          <p:nvPr/>
        </p:nvSpPr>
        <p:spPr>
          <a:xfrm>
            <a:off x="6020773" y="2313992"/>
            <a:ext cx="9848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9C093B0B-756A-2503-D230-63E8584C3B36}"/>
              </a:ext>
            </a:extLst>
          </p:cNvPr>
          <p:cNvSpPr/>
          <p:nvPr/>
        </p:nvSpPr>
        <p:spPr>
          <a:xfrm>
            <a:off x="8143436" y="2950547"/>
            <a:ext cx="2974144" cy="671379"/>
          </a:xfrm>
          <a:prstGeom prst="accentBorderCallout1">
            <a:avLst>
              <a:gd name="adj1" fmla="val 18750"/>
              <a:gd name="adj2" fmla="val -8333"/>
              <a:gd name="adj3" fmla="val -25992"/>
              <a:gd name="adj4" fmla="val -3816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seconde entre 2 actualisations automatique pour les utilisateurs</a:t>
            </a:r>
          </a:p>
        </p:txBody>
      </p:sp>
      <p:sp>
        <p:nvSpPr>
          <p:cNvPr id="22" name="Rectangle 21">
            <a:extLst>
              <a:ext uri="{FF2B5EF4-FFF2-40B4-BE49-F238E27FC236}">
                <a16:creationId xmlns:a16="http://schemas.microsoft.com/office/drawing/2014/main" id="{0CAF02E3-789A-F6AE-D6B8-4AEAA56C6F61}"/>
              </a:ext>
            </a:extLst>
          </p:cNvPr>
          <p:cNvSpPr/>
          <p:nvPr/>
        </p:nvSpPr>
        <p:spPr>
          <a:xfrm>
            <a:off x="6020773" y="2679601"/>
            <a:ext cx="9848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Légende : encadrée à une bordure 22">
            <a:extLst>
              <a:ext uri="{FF2B5EF4-FFF2-40B4-BE49-F238E27FC236}">
                <a16:creationId xmlns:a16="http://schemas.microsoft.com/office/drawing/2014/main" id="{D7363339-5944-CE99-EA93-78C581C69F9A}"/>
              </a:ext>
            </a:extLst>
          </p:cNvPr>
          <p:cNvSpPr/>
          <p:nvPr/>
        </p:nvSpPr>
        <p:spPr>
          <a:xfrm flipH="1">
            <a:off x="305067" y="4900632"/>
            <a:ext cx="3181935" cy="483119"/>
          </a:xfrm>
          <a:prstGeom prst="accentBorderCallout1">
            <a:avLst>
              <a:gd name="adj1" fmla="val 18750"/>
              <a:gd name="adj2" fmla="val -8333"/>
              <a:gd name="adj3" fmla="val -2783"/>
              <a:gd name="adj4" fmla="val -251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répertoire de travail de l’application</a:t>
            </a:r>
          </a:p>
        </p:txBody>
      </p:sp>
      <p:sp>
        <p:nvSpPr>
          <p:cNvPr id="24" name="Rectangle 23">
            <a:extLst>
              <a:ext uri="{FF2B5EF4-FFF2-40B4-BE49-F238E27FC236}">
                <a16:creationId xmlns:a16="http://schemas.microsoft.com/office/drawing/2014/main" id="{C282BC4B-5C5F-B6E8-2259-9EDB31EC06AC}"/>
              </a:ext>
            </a:extLst>
          </p:cNvPr>
          <p:cNvSpPr/>
          <p:nvPr/>
        </p:nvSpPr>
        <p:spPr>
          <a:xfrm>
            <a:off x="5982673" y="2983123"/>
            <a:ext cx="1137265" cy="1123665"/>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95017283-CD23-6073-13F5-3183B7E8A9FE}"/>
              </a:ext>
            </a:extLst>
          </p:cNvPr>
          <p:cNvSpPr/>
          <p:nvPr/>
        </p:nvSpPr>
        <p:spPr>
          <a:xfrm>
            <a:off x="5488152" y="3727073"/>
            <a:ext cx="23224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Légende : encadrée à une bordure 13">
            <a:extLst>
              <a:ext uri="{FF2B5EF4-FFF2-40B4-BE49-F238E27FC236}">
                <a16:creationId xmlns:a16="http://schemas.microsoft.com/office/drawing/2014/main" id="{D35BE13C-247E-B746-8D5B-2BD4553393E3}"/>
              </a:ext>
            </a:extLst>
          </p:cNvPr>
          <p:cNvSpPr/>
          <p:nvPr/>
        </p:nvSpPr>
        <p:spPr>
          <a:xfrm flipH="1">
            <a:off x="305068" y="2488948"/>
            <a:ext cx="3181935" cy="528401"/>
          </a:xfrm>
          <a:prstGeom prst="accentBorderCallout1">
            <a:avLst>
              <a:gd name="adj1" fmla="val 18750"/>
              <a:gd name="adj2" fmla="val -8333"/>
              <a:gd name="adj3" fmla="val 235925"/>
              <a:gd name="adj4" fmla="val -6642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Ajoute un logo dans la liste</a:t>
            </a:r>
          </a:p>
        </p:txBody>
      </p:sp>
      <p:sp>
        <p:nvSpPr>
          <p:cNvPr id="25" name="Espace réservé du texte 2">
            <a:extLst>
              <a:ext uri="{FF2B5EF4-FFF2-40B4-BE49-F238E27FC236}">
                <a16:creationId xmlns:a16="http://schemas.microsoft.com/office/drawing/2014/main" id="{D564C843-8267-7C67-D6D5-FAF034B79965}"/>
              </a:ext>
            </a:extLst>
          </p:cNvPr>
          <p:cNvSpPr>
            <a:spLocks noGrp="1"/>
          </p:cNvSpPr>
          <p:nvPr>
            <p:ph type="body" idx="1"/>
          </p:nvPr>
        </p:nvSpPr>
        <p:spPr>
          <a:xfrm>
            <a:off x="411192" y="5689825"/>
            <a:ext cx="11369615" cy="782889"/>
          </a:xfrm>
        </p:spPr>
        <p:txBody>
          <a:bodyPr>
            <a:normAutofit fontScale="85000" lnSpcReduction="10000"/>
          </a:bodyPr>
          <a:lstStyle/>
          <a:p>
            <a:pPr marL="101598" indent="0">
              <a:buNone/>
            </a:pPr>
            <a:r>
              <a:rPr lang="fr-FR" sz="1800" b="1" i="1" dirty="0"/>
              <a:t>Notes</a:t>
            </a:r>
            <a:r>
              <a:rPr lang="fr-FR" sz="1800" i="1" dirty="0"/>
              <a:t>:</a:t>
            </a:r>
          </a:p>
          <a:p>
            <a:r>
              <a:rPr lang="fr-FR" sz="1800" i="1" dirty="0"/>
              <a:t>Pour ajouter un logo, ce dernier doit être au format png, avoir une taille maximum de 200x200 et contenir le mot « logo » dans son nom.</a:t>
            </a:r>
          </a:p>
          <a:p>
            <a:r>
              <a:rPr lang="fr-FR" sz="1800" i="1" dirty="0"/>
              <a:t>Le répertoire de travail ne doit pas être un répertoire synchronisé type OneDrive, </a:t>
            </a:r>
            <a:r>
              <a:rPr lang="fr-FR" sz="1800" i="1" dirty="0" err="1"/>
              <a:t>pCloud</a:t>
            </a:r>
            <a:r>
              <a:rPr lang="fr-FR" sz="1800" i="1" dirty="0"/>
              <a:t>, </a:t>
            </a:r>
            <a:r>
              <a:rPr lang="fr-FR" sz="1800" i="1" dirty="0" err="1"/>
              <a:t>DropBox</a:t>
            </a:r>
            <a:r>
              <a:rPr lang="fr-FR" sz="1800" i="1" dirty="0"/>
              <a:t>, etc.</a:t>
            </a:r>
          </a:p>
        </p:txBody>
      </p:sp>
      <p:sp>
        <p:nvSpPr>
          <p:cNvPr id="9" name="Légende : encadrée à une bordure 8">
            <a:extLst>
              <a:ext uri="{FF2B5EF4-FFF2-40B4-BE49-F238E27FC236}">
                <a16:creationId xmlns:a16="http://schemas.microsoft.com/office/drawing/2014/main" id="{1310838A-310D-16B8-8DDF-AB323F7F6B5A}"/>
              </a:ext>
            </a:extLst>
          </p:cNvPr>
          <p:cNvSpPr/>
          <p:nvPr/>
        </p:nvSpPr>
        <p:spPr>
          <a:xfrm>
            <a:off x="8143436" y="4577267"/>
            <a:ext cx="2974144" cy="657673"/>
          </a:xfrm>
          <a:prstGeom prst="accentBorderCallout1">
            <a:avLst>
              <a:gd name="adj1" fmla="val 18750"/>
              <a:gd name="adj2" fmla="val -8333"/>
              <a:gd name="adj3" fmla="val 45251"/>
              <a:gd name="adj4" fmla="val -226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Force le répertoire de travail à être effacé au démarrage de la 1</a:t>
            </a:r>
            <a:r>
              <a:rPr lang="fr-FR" sz="1400" baseline="30000" dirty="0"/>
              <a:t>ère</a:t>
            </a:r>
            <a:r>
              <a:rPr lang="fr-FR" sz="1400" dirty="0"/>
              <a:t> génération</a:t>
            </a:r>
          </a:p>
        </p:txBody>
      </p:sp>
      <p:sp>
        <p:nvSpPr>
          <p:cNvPr id="11" name="Rectangle 10">
            <a:extLst>
              <a:ext uri="{FF2B5EF4-FFF2-40B4-BE49-F238E27FC236}">
                <a16:creationId xmlns:a16="http://schemas.microsoft.com/office/drawing/2014/main" id="{CDD969C9-C5AD-3E33-5D81-3B62D97C8254}"/>
              </a:ext>
            </a:extLst>
          </p:cNvPr>
          <p:cNvSpPr/>
          <p:nvPr/>
        </p:nvSpPr>
        <p:spPr>
          <a:xfrm>
            <a:off x="5808574" y="4620868"/>
            <a:ext cx="1694457" cy="220984"/>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9467429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B86E7361-FF86-741B-77FD-BFA13AC59593}"/>
              </a:ext>
            </a:extLst>
          </p:cNvPr>
          <p:cNvPicPr>
            <a:picLocks noChangeAspect="1"/>
          </p:cNvPicPr>
          <p:nvPr/>
        </p:nvPicPr>
        <p:blipFill>
          <a:blip r:embed="rId2"/>
          <a:stretch>
            <a:fillRect/>
          </a:stretch>
        </p:blipFill>
        <p:spPr>
          <a:xfrm>
            <a:off x="2541738" y="1595886"/>
            <a:ext cx="6852608" cy="4111565"/>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622969" y="1875886"/>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9A4B764B-B252-CB40-E956-144836DCFE39}"/>
              </a:ext>
            </a:extLst>
          </p:cNvPr>
          <p:cNvSpPr/>
          <p:nvPr/>
        </p:nvSpPr>
        <p:spPr>
          <a:xfrm flipH="1">
            <a:off x="129397" y="2015701"/>
            <a:ext cx="2078966" cy="636461"/>
          </a:xfrm>
          <a:prstGeom prst="accentBorderCallout1">
            <a:avLst>
              <a:gd name="adj1" fmla="val 18750"/>
              <a:gd name="adj2" fmla="val -8333"/>
              <a:gd name="adj3" fmla="val 114695"/>
              <a:gd name="adj4" fmla="val -2068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génération</a:t>
            </a:r>
          </a:p>
        </p:txBody>
      </p:sp>
      <p:sp>
        <p:nvSpPr>
          <p:cNvPr id="9" name="Rectangle 8">
            <a:extLst>
              <a:ext uri="{FF2B5EF4-FFF2-40B4-BE49-F238E27FC236}">
                <a16:creationId xmlns:a16="http://schemas.microsoft.com/office/drawing/2014/main" id="{08270597-BE85-DE57-3442-B8D7305DECBD}"/>
              </a:ext>
            </a:extLst>
          </p:cNvPr>
          <p:cNvSpPr/>
          <p:nvPr/>
        </p:nvSpPr>
        <p:spPr>
          <a:xfrm>
            <a:off x="6016205" y="2213429"/>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Légende : encadrée à une bordure 9">
            <a:extLst>
              <a:ext uri="{FF2B5EF4-FFF2-40B4-BE49-F238E27FC236}">
                <a16:creationId xmlns:a16="http://schemas.microsoft.com/office/drawing/2014/main" id="{02848745-633A-9681-061D-58C42EEA84E9}"/>
              </a:ext>
            </a:extLst>
          </p:cNvPr>
          <p:cNvSpPr/>
          <p:nvPr/>
        </p:nvSpPr>
        <p:spPr>
          <a:xfrm>
            <a:off x="9727721" y="2333931"/>
            <a:ext cx="2279710" cy="636461"/>
          </a:xfrm>
          <a:prstGeom prst="accentBorderCallout1">
            <a:avLst>
              <a:gd name="adj1" fmla="val 18750"/>
              <a:gd name="adj2" fmla="val -8333"/>
              <a:gd name="adj3" fmla="val 105208"/>
              <a:gd name="adj4" fmla="val -1596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complet du site vers le serveur distant </a:t>
            </a:r>
          </a:p>
        </p:txBody>
      </p:sp>
      <p:sp>
        <p:nvSpPr>
          <p:cNvPr id="11" name="Rectangle 10">
            <a:extLst>
              <a:ext uri="{FF2B5EF4-FFF2-40B4-BE49-F238E27FC236}">
                <a16:creationId xmlns:a16="http://schemas.microsoft.com/office/drawing/2014/main" id="{664E4F95-16ED-56DD-365A-95311BF21DA6}"/>
              </a:ext>
            </a:extLst>
          </p:cNvPr>
          <p:cNvSpPr/>
          <p:nvPr/>
        </p:nvSpPr>
        <p:spPr>
          <a:xfrm>
            <a:off x="6016205" y="3954313"/>
            <a:ext cx="3312005" cy="14458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Légende : encadrée à une bordure 11">
            <a:extLst>
              <a:ext uri="{FF2B5EF4-FFF2-40B4-BE49-F238E27FC236}">
                <a16:creationId xmlns:a16="http://schemas.microsoft.com/office/drawing/2014/main" id="{E949497C-CD0A-19E6-1C77-62AFD8BAE3CF}"/>
              </a:ext>
            </a:extLst>
          </p:cNvPr>
          <p:cNvSpPr/>
          <p:nvPr/>
        </p:nvSpPr>
        <p:spPr>
          <a:xfrm>
            <a:off x="9727719" y="3954313"/>
            <a:ext cx="2279711" cy="1078205"/>
          </a:xfrm>
          <a:prstGeom prst="accentBorderCallout1">
            <a:avLst>
              <a:gd name="adj1" fmla="val 18750"/>
              <a:gd name="adj2" fmla="val -8333"/>
              <a:gd name="adj3" fmla="val 81271"/>
              <a:gd name="adj4" fmla="val -1747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uniquement des fichiers modifiés du site vers le serveur distant </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Tree>
    <p:extLst>
      <p:ext uri="{BB962C8B-B14F-4D97-AF65-F5344CB8AC3E}">
        <p14:creationId xmlns:p14="http://schemas.microsoft.com/office/powerpoint/2010/main" val="5521528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8" name="Image 7">
            <a:extLst>
              <a:ext uri="{FF2B5EF4-FFF2-40B4-BE49-F238E27FC236}">
                <a16:creationId xmlns:a16="http://schemas.microsoft.com/office/drawing/2014/main" id="{E3FC3E6C-3878-EE79-50A9-315B90138293}"/>
              </a:ext>
            </a:extLst>
          </p:cNvPr>
          <p:cNvPicPr>
            <a:picLocks noChangeAspect="1"/>
          </p:cNvPicPr>
          <p:nvPr/>
        </p:nvPicPr>
        <p:blipFill>
          <a:blip r:embed="rId2"/>
          <a:stretch>
            <a:fillRect/>
          </a:stretch>
        </p:blipFill>
        <p:spPr>
          <a:xfrm>
            <a:off x="3985193" y="1913235"/>
            <a:ext cx="6591962" cy="396444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dirty="0"/>
              <a:t>Ecrans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4130194" y="2459173"/>
            <a:ext cx="6350481" cy="328581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09EEB137-99C6-891B-D2F9-62B20F46E9C2}"/>
              </a:ext>
            </a:extLst>
          </p:cNvPr>
          <p:cNvSpPr/>
          <p:nvPr/>
        </p:nvSpPr>
        <p:spPr>
          <a:xfrm flipH="1">
            <a:off x="1437497" y="4598393"/>
            <a:ext cx="2078966" cy="636461"/>
          </a:xfrm>
          <a:prstGeom prst="accentBorderCallout1">
            <a:avLst>
              <a:gd name="adj1" fmla="val 18750"/>
              <a:gd name="adj2" fmla="val -8333"/>
              <a:gd name="adj3" fmla="val -40947"/>
              <a:gd name="adj4" fmla="val -2847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Page du manuel utilisateur</a:t>
            </a:r>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
        <p:nvSpPr>
          <p:cNvPr id="14" name="Rectangle 13">
            <a:extLst>
              <a:ext uri="{FF2B5EF4-FFF2-40B4-BE49-F238E27FC236}">
                <a16:creationId xmlns:a16="http://schemas.microsoft.com/office/drawing/2014/main" id="{82BB2F06-B806-94DE-0650-E503AA275CE2}"/>
              </a:ext>
            </a:extLst>
          </p:cNvPr>
          <p:cNvSpPr/>
          <p:nvPr/>
        </p:nvSpPr>
        <p:spPr>
          <a:xfrm>
            <a:off x="5451475" y="2140944"/>
            <a:ext cx="418382"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819EC0AE-07CE-63E1-3734-342780575EF7}"/>
              </a:ext>
            </a:extLst>
          </p:cNvPr>
          <p:cNvSpPr/>
          <p:nvPr/>
        </p:nvSpPr>
        <p:spPr>
          <a:xfrm>
            <a:off x="7127874" y="1455344"/>
            <a:ext cx="2543176" cy="283867"/>
          </a:xfrm>
          <a:prstGeom prst="accentBorderCallout1">
            <a:avLst>
              <a:gd name="adj1" fmla="val 18750"/>
              <a:gd name="adj2" fmla="val -8333"/>
              <a:gd name="adj3" fmla="val 249174"/>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Zoom (+ et -) sur la page</a:t>
            </a:r>
          </a:p>
        </p:txBody>
      </p:sp>
      <p:sp>
        <p:nvSpPr>
          <p:cNvPr id="16" name="Rectangle 15">
            <a:extLst>
              <a:ext uri="{FF2B5EF4-FFF2-40B4-BE49-F238E27FC236}">
                <a16:creationId xmlns:a16="http://schemas.microsoft.com/office/drawing/2014/main" id="{53A72B99-EC85-427C-2E6A-F5D19EED64EB}"/>
              </a:ext>
            </a:extLst>
          </p:cNvPr>
          <p:cNvSpPr/>
          <p:nvPr/>
        </p:nvSpPr>
        <p:spPr>
          <a:xfrm>
            <a:off x="6384925" y="1939629"/>
            <a:ext cx="1793875" cy="201315"/>
          </a:xfrm>
          <a:prstGeom prst="rect">
            <a:avLst/>
          </a:prstGeom>
          <a:solidFill>
            <a:srgbClr val="494A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D43A3E9D-E9D8-AD3A-C699-30F633EE9284}"/>
              </a:ext>
            </a:extLst>
          </p:cNvPr>
          <p:cNvSpPr/>
          <p:nvPr/>
        </p:nvSpPr>
        <p:spPr>
          <a:xfrm>
            <a:off x="4330700"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C1E9F9D5-2EBF-3A26-DDC5-AC1FF10C4FA4}"/>
              </a:ext>
            </a:extLst>
          </p:cNvPr>
          <p:cNvSpPr/>
          <p:nvPr/>
        </p:nvSpPr>
        <p:spPr>
          <a:xfrm flipH="1">
            <a:off x="1323915" y="2332031"/>
            <a:ext cx="2078966" cy="283867"/>
          </a:xfrm>
          <a:prstGeom prst="accentBorderCallout1">
            <a:avLst>
              <a:gd name="adj1" fmla="val 18750"/>
              <a:gd name="adj2" fmla="val -8333"/>
              <a:gd name="adj3" fmla="val -27315"/>
              <a:gd name="adj4" fmla="val -4466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Enregistrer le fichier</a:t>
            </a:r>
          </a:p>
        </p:txBody>
      </p:sp>
      <p:sp>
        <p:nvSpPr>
          <p:cNvPr id="19" name="Légende : encadrée à une bordure 18">
            <a:extLst>
              <a:ext uri="{FF2B5EF4-FFF2-40B4-BE49-F238E27FC236}">
                <a16:creationId xmlns:a16="http://schemas.microsoft.com/office/drawing/2014/main" id="{D240264E-0D42-706A-0ED4-69BB4F9F6A49}"/>
              </a:ext>
            </a:extLst>
          </p:cNvPr>
          <p:cNvSpPr/>
          <p:nvPr/>
        </p:nvSpPr>
        <p:spPr>
          <a:xfrm flipH="1">
            <a:off x="1323915" y="3080263"/>
            <a:ext cx="2078966" cy="283867"/>
          </a:xfrm>
          <a:prstGeom prst="accentBorderCallout1">
            <a:avLst>
              <a:gd name="adj1" fmla="val 18750"/>
              <a:gd name="adj2" fmla="val -8333"/>
              <a:gd name="adj3" fmla="val -255485"/>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précédente</a:t>
            </a:r>
          </a:p>
        </p:txBody>
      </p:sp>
      <p:sp>
        <p:nvSpPr>
          <p:cNvPr id="20" name="Légende : encadrée à une bordure 19">
            <a:extLst>
              <a:ext uri="{FF2B5EF4-FFF2-40B4-BE49-F238E27FC236}">
                <a16:creationId xmlns:a16="http://schemas.microsoft.com/office/drawing/2014/main" id="{CD85B687-4E51-0D6D-654F-2898AD298DCF}"/>
              </a:ext>
            </a:extLst>
          </p:cNvPr>
          <p:cNvSpPr/>
          <p:nvPr/>
        </p:nvSpPr>
        <p:spPr>
          <a:xfrm flipH="1">
            <a:off x="1323915" y="3538475"/>
            <a:ext cx="2078966" cy="283867"/>
          </a:xfrm>
          <a:prstGeom prst="accentBorderCallout1">
            <a:avLst>
              <a:gd name="adj1" fmla="val 18750"/>
              <a:gd name="adj2" fmla="val -8333"/>
              <a:gd name="adj3" fmla="val -400440"/>
              <a:gd name="adj4" fmla="val -7252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Suivante</a:t>
            </a:r>
          </a:p>
        </p:txBody>
      </p:sp>
      <p:sp>
        <p:nvSpPr>
          <p:cNvPr id="23" name="Rectangle 22">
            <a:extLst>
              <a:ext uri="{FF2B5EF4-FFF2-40B4-BE49-F238E27FC236}">
                <a16:creationId xmlns:a16="http://schemas.microsoft.com/office/drawing/2014/main" id="{EF351576-FE79-2127-6B71-DA7B9A890C01}"/>
              </a:ext>
            </a:extLst>
          </p:cNvPr>
          <p:cNvSpPr/>
          <p:nvPr/>
        </p:nvSpPr>
        <p:spPr>
          <a:xfrm>
            <a:off x="4588233"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338B93F2-743D-EEE0-2A51-E474038FED5D}"/>
              </a:ext>
            </a:extLst>
          </p:cNvPr>
          <p:cNvSpPr/>
          <p:nvPr/>
        </p:nvSpPr>
        <p:spPr>
          <a:xfrm>
            <a:off x="4815147" y="2136368"/>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559725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pic>
        <p:nvPicPr>
          <p:cNvPr id="6" name="Image 5">
            <a:extLst>
              <a:ext uri="{FF2B5EF4-FFF2-40B4-BE49-F238E27FC236}">
                <a16:creationId xmlns:a16="http://schemas.microsoft.com/office/drawing/2014/main" id="{FFBE9FB1-84B2-1E3A-E71F-668D1427F18F}"/>
              </a:ext>
            </a:extLst>
          </p:cNvPr>
          <p:cNvPicPr>
            <a:picLocks noChangeAspect="1"/>
          </p:cNvPicPr>
          <p:nvPr/>
        </p:nvPicPr>
        <p:blipFill>
          <a:blip r:embed="rId2"/>
          <a:stretch>
            <a:fillRect/>
          </a:stretch>
        </p:blipFill>
        <p:spPr>
          <a:xfrm>
            <a:off x="5325095" y="1361305"/>
            <a:ext cx="5944430" cy="3667637"/>
          </a:xfrm>
          <a:prstGeom prst="rect">
            <a:avLst/>
          </a:prstGeom>
        </p:spPr>
      </p:pic>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980322" y="980322"/>
            <a:ext cx="10563978" cy="528400"/>
          </a:xfrm>
        </p:spPr>
        <p:txBody>
          <a:bodyPr/>
          <a:lstStyle/>
          <a:p>
            <a:r>
              <a:rPr lang="fr-FR" dirty="0"/>
              <a:t>Ecran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60C19B25-4B6F-47A1-6519-08A784C81D47}"/>
              </a:ext>
            </a:extLst>
          </p:cNvPr>
          <p:cNvSpPr/>
          <p:nvPr/>
        </p:nvSpPr>
        <p:spPr>
          <a:xfrm flipH="1">
            <a:off x="494979" y="1827413"/>
            <a:ext cx="3181935" cy="1223491"/>
          </a:xfrm>
          <a:prstGeom prst="accentBorderCallout1">
            <a:avLst>
              <a:gd name="adj1" fmla="val 18750"/>
              <a:gd name="adj2" fmla="val -8333"/>
              <a:gd name="adj3" fmla="val 101471"/>
              <a:gd name="adj4" fmla="val -53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l’application:</a:t>
            </a:r>
          </a:p>
          <a:p>
            <a:pPr marL="285750" indent="-285750">
              <a:buFontTx/>
              <a:buChar char="-"/>
            </a:pPr>
            <a:r>
              <a:rPr lang="fr-FR" sz="1400" dirty="0"/>
              <a:t>Description</a:t>
            </a:r>
          </a:p>
          <a:p>
            <a:pPr marL="285750" indent="-285750">
              <a:buFontTx/>
              <a:buChar char="-"/>
            </a:pPr>
            <a:r>
              <a:rPr lang="fr-FR" sz="1400" dirty="0"/>
              <a:t>Version</a:t>
            </a:r>
          </a:p>
          <a:p>
            <a:pPr marL="285750" indent="-285750">
              <a:buFontTx/>
              <a:buChar char="-"/>
            </a:pPr>
            <a:r>
              <a:rPr lang="fr-FR" sz="1400" dirty="0"/>
              <a:t>Editeur</a:t>
            </a:r>
          </a:p>
          <a:p>
            <a:pPr marL="285750" indent="-285750">
              <a:buFontTx/>
              <a:buChar char="-"/>
            </a:pPr>
            <a:r>
              <a:rPr lang="fr-FR" sz="1400" dirty="0"/>
              <a:t>Copyright</a:t>
            </a:r>
          </a:p>
        </p:txBody>
      </p:sp>
      <p:sp>
        <p:nvSpPr>
          <p:cNvPr id="8" name="Rectangle 7">
            <a:extLst>
              <a:ext uri="{FF2B5EF4-FFF2-40B4-BE49-F238E27FC236}">
                <a16:creationId xmlns:a16="http://schemas.microsoft.com/office/drawing/2014/main" id="{BC80D871-2E74-C16C-7654-9C18C941F56D}"/>
              </a:ext>
            </a:extLst>
          </p:cNvPr>
          <p:cNvSpPr/>
          <p:nvPr/>
        </p:nvSpPr>
        <p:spPr>
          <a:xfrm>
            <a:off x="5375079" y="2190703"/>
            <a:ext cx="5721546" cy="203979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DD71EE0B-2532-D429-12EF-0C25D337BC16}"/>
              </a:ext>
            </a:extLst>
          </p:cNvPr>
          <p:cNvSpPr/>
          <p:nvPr/>
        </p:nvSpPr>
        <p:spPr>
          <a:xfrm>
            <a:off x="7486650" y="4294147"/>
            <a:ext cx="1295400" cy="45500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951D9210-9A84-6560-3A58-B7CE21A1F31B}"/>
              </a:ext>
            </a:extLst>
          </p:cNvPr>
          <p:cNvSpPr/>
          <p:nvPr/>
        </p:nvSpPr>
        <p:spPr>
          <a:xfrm>
            <a:off x="8879284" y="4430572"/>
            <a:ext cx="206432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7B46172C-47FA-95E1-93E6-D6E3B8CFA497}"/>
              </a:ext>
            </a:extLst>
          </p:cNvPr>
          <p:cNvSpPr/>
          <p:nvPr/>
        </p:nvSpPr>
        <p:spPr>
          <a:xfrm flipH="1">
            <a:off x="478068" y="4521389"/>
            <a:ext cx="3181937" cy="655227"/>
          </a:xfrm>
          <a:prstGeom prst="accentBorderCallout1">
            <a:avLst>
              <a:gd name="adj1" fmla="val 18750"/>
              <a:gd name="adj2" fmla="val -8333"/>
              <a:gd name="adj3" fmla="val 19864"/>
              <a:gd name="adj4" fmla="val -11916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Génère un fichier zip contenant les données de diagnostiques (pour documenter un incident)</a:t>
            </a:r>
          </a:p>
        </p:txBody>
      </p:sp>
      <p:sp>
        <p:nvSpPr>
          <p:cNvPr id="9" name="Légende : encadrée à une bordure 8">
            <a:extLst>
              <a:ext uri="{FF2B5EF4-FFF2-40B4-BE49-F238E27FC236}">
                <a16:creationId xmlns:a16="http://schemas.microsoft.com/office/drawing/2014/main" id="{864500D4-696A-756E-B459-1F4696730373}"/>
              </a:ext>
            </a:extLst>
          </p:cNvPr>
          <p:cNvSpPr/>
          <p:nvPr/>
        </p:nvSpPr>
        <p:spPr>
          <a:xfrm flipH="1">
            <a:off x="5443320" y="5228534"/>
            <a:ext cx="4086659" cy="399263"/>
          </a:xfrm>
          <a:prstGeom prst="accentBorderCallout1">
            <a:avLst>
              <a:gd name="adj1" fmla="val 18750"/>
              <a:gd name="adj2" fmla="val -8333"/>
              <a:gd name="adj3" fmla="val -141424"/>
              <a:gd name="adj4" fmla="val -19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Permet d’activer les traces détaillées de l’application</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77817" y="5627797"/>
            <a:ext cx="11369615" cy="1019303"/>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800" b="1" i="1" dirty="0"/>
              <a:t>Notes</a:t>
            </a:r>
            <a:r>
              <a:rPr lang="fr-FR" sz="1800" i="1" dirty="0"/>
              <a:t>: Cet écran peut rester ouvert en même temps que l’écran principal sans gêner le fonctionnement mais il reste au 1</a:t>
            </a:r>
            <a:r>
              <a:rPr lang="fr-FR" sz="1800" i="1" baseline="30000" dirty="0"/>
              <a:t>er</a:t>
            </a:r>
            <a:r>
              <a:rPr lang="fr-FR" sz="1800" i="1" dirty="0"/>
              <a:t> plan. Attention, l’activation des traces détaillées peut générer des fichiers de taille importante et engendrer un permet de performance.</a:t>
            </a:r>
          </a:p>
        </p:txBody>
      </p:sp>
    </p:spTree>
    <p:extLst>
      <p:ext uri="{BB962C8B-B14F-4D97-AF65-F5344CB8AC3E}">
        <p14:creationId xmlns:p14="http://schemas.microsoft.com/office/powerpoint/2010/main" val="2377222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Mise en œuvre des cas d’usage simple</a:t>
            </a:r>
          </a:p>
        </p:txBody>
      </p:sp>
      <p:sp>
        <p:nvSpPr>
          <p:cNvPr id="2" name="Espace réservé du texte 1"/>
          <p:cNvSpPr>
            <a:spLocks noGrp="1"/>
          </p:cNvSpPr>
          <p:nvPr>
            <p:ph type="body" sz="quarter" idx="10"/>
          </p:nvPr>
        </p:nvSpPr>
        <p:spPr/>
        <p:txBody>
          <a:bodyPr/>
          <a:lstStyle/>
          <a:p>
            <a:r>
              <a:rPr lang="fr-FR" dirty="0"/>
              <a:t>3</a:t>
            </a:r>
          </a:p>
        </p:txBody>
      </p:sp>
    </p:spTree>
    <p:extLst>
      <p:ext uri="{BB962C8B-B14F-4D97-AF65-F5344CB8AC3E}">
        <p14:creationId xmlns:p14="http://schemas.microsoft.com/office/powerpoint/2010/main" val="8377408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10237" y="3349315"/>
            <a:ext cx="2078129" cy="161246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0236" y="503419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801314"/>
          </a:xfrm>
          <a:prstGeom prst="rect">
            <a:avLst/>
          </a:prstGeom>
          <a:noFill/>
        </p:spPr>
        <p:txBody>
          <a:bodyPr wrap="square" rtlCol="0">
            <a:spAutoFit/>
          </a:bodyPr>
          <a:lstStyle/>
          <a:p>
            <a:r>
              <a:rPr lang="fr-FR" dirty="0"/>
              <a:t>1 – Lancer l’installeur en double cliquant sur l’icone.</a:t>
            </a:r>
          </a:p>
          <a:p>
            <a:endParaRPr lang="fr-FR" dirty="0"/>
          </a:p>
          <a:p>
            <a:r>
              <a:rPr lang="fr-FR" dirty="0"/>
              <a:t>2 – Autoriser l’installation de l’application</a:t>
            </a:r>
          </a:p>
          <a:p>
            <a:endParaRPr lang="fr-FR" dirty="0"/>
          </a:p>
          <a:p>
            <a:endParaRPr lang="fr-FR" dirty="0"/>
          </a:p>
          <a:p>
            <a:endParaRPr lang="fr-FR" dirty="0"/>
          </a:p>
          <a:p>
            <a:r>
              <a:rPr lang="fr-FR" dirty="0"/>
              <a:t>3 – Cliquer sur Suivant</a:t>
            </a:r>
          </a:p>
          <a:p>
            <a:endParaRPr lang="fr-FR" dirty="0"/>
          </a:p>
          <a:p>
            <a:endParaRPr lang="fr-FR" dirty="0"/>
          </a:p>
          <a:p>
            <a:endParaRPr lang="fr-FR" dirty="0"/>
          </a:p>
          <a:p>
            <a:endParaRPr lang="fr-FR" dirty="0"/>
          </a:p>
          <a:p>
            <a:endParaRPr lang="fr-FR" dirty="0"/>
          </a:p>
          <a:p>
            <a:r>
              <a:rPr lang="fr-FR" dirty="0"/>
              <a:t>4 – Lancer l’installation</a:t>
            </a:r>
          </a:p>
          <a:p>
            <a:endParaRPr lang="fr-FR" dirty="0"/>
          </a:p>
          <a:p>
            <a:endParaRPr lang="fr-FR" dirty="0"/>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5" y="6508503"/>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542438" y="481856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923330"/>
          </a:xfrm>
          <a:prstGeom prst="rect">
            <a:avLst/>
          </a:prstGeom>
          <a:noFill/>
        </p:spPr>
        <p:txBody>
          <a:bodyPr wrap="square" rtlCol="0">
            <a:spAutoFit/>
          </a:bodyPr>
          <a:lstStyle/>
          <a:p>
            <a:r>
              <a:rPr lang="fr-FR" dirty="0"/>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923330"/>
          </a:xfrm>
          <a:prstGeom prst="rect">
            <a:avLst/>
          </a:prstGeom>
          <a:noFill/>
        </p:spPr>
        <p:txBody>
          <a:bodyPr wrap="square" rtlCol="0">
            <a:spAutoFit/>
          </a:bodyPr>
          <a:lstStyle/>
          <a:p>
            <a:r>
              <a:rPr lang="fr-FR" dirty="0"/>
              <a:t>6 – Pour lancer l’application, double-cliquez sur l’icone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1468051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dirty="0"/>
              <a:t> Publier une compétition sur le site </a:t>
            </a:r>
            <a:r>
              <a:rPr lang="fr-FR" dirty="0" err="1"/>
              <a:t>FFJudo</a:t>
            </a:r>
            <a:endParaRPr lang="fr-FR"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pour votre entité sur </a:t>
            </a:r>
            <a:r>
              <a:rPr lang="fr-FR" sz="1400" dirty="0" err="1"/>
              <a:t>FFJudo</a:t>
            </a:r>
            <a:endParaRPr lang="fr-FR" sz="1400" dirty="0"/>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a:t>
            </a:r>
            <a:r>
              <a:rPr lang="fr-FR" sz="1400" dirty="0" err="1"/>
              <a:t>FFJudo</a:t>
            </a:r>
            <a:endParaRPr lang="fr-FR" sz="1400" dirty="0"/>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33791D6D-937F-4C47-46B5-3B3BF011EF26}"/>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52D40EB3-DA06-B6F5-54EC-C14D03F5CAC1}"/>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84895146-2DDE-BBA5-EB83-ABD9BAAC1009}"/>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EDC9AC2D-CC81-2320-6516-F37595D9B3DB}"/>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34B86F24-099F-E781-45C5-7F7E55C9FA56}"/>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FD93FD8A-B4B4-CBE6-FC1A-CB14CD5E5722}"/>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4F53FBF2-55AF-9887-5D45-A6E1080E48B4}"/>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FFF4F037-FDA7-1273-2E23-63D3C5E1263E}"/>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F3D3660D-B9AF-5EFF-1E77-AA35B4D70476}"/>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A5A9E80C-A9D6-833E-3AE1-D7B967E81576}"/>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484F2DAA-B641-16C3-D097-319A864BEF2A}"/>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B399E4B5-EEBA-5E7E-9706-A4A3014A867F}"/>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200DFA5D-AB23-891D-C819-D3D8848BEC11}"/>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A3905DB8-B84D-6D61-89D6-3F74816CBC7F}"/>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0276365E-197C-04F1-40F9-589942247FAC}"/>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5"/>
          <a:stretch>
            <a:fillRect/>
          </a:stretch>
        </p:blipFill>
        <p:spPr>
          <a:xfrm>
            <a:off x="9480669" y="4898262"/>
            <a:ext cx="2519714" cy="885949"/>
          </a:xfrm>
          <a:prstGeom prst="rect">
            <a:avLst/>
          </a:prstGeom>
        </p:spPr>
      </p:pic>
    </p:spTree>
    <p:extLst>
      <p:ext uri="{BB962C8B-B14F-4D97-AF65-F5344CB8AC3E}">
        <p14:creationId xmlns:p14="http://schemas.microsoft.com/office/powerpoint/2010/main" val="13396279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de votre hébergeur</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distant</a:t>
            </a:r>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grpSp>
        <p:nvGrpSpPr>
          <p:cNvPr id="42" name="Groupe 41">
            <a:extLst>
              <a:ext uri="{FF2B5EF4-FFF2-40B4-BE49-F238E27FC236}">
                <a16:creationId xmlns:a16="http://schemas.microsoft.com/office/drawing/2014/main" id="{442CE8BC-E5D1-6AA2-4D02-B1388BCB72CD}"/>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4317B6E0-15B8-0408-0D84-592B5FE4EA72}"/>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E67EC40D-2CBE-66A6-D242-B0D6BF72680B}"/>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FA65EF1F-19C5-5EF0-F9DB-A9E95ED28F8D}"/>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86123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locale</a:t>
            </a:r>
          </a:p>
          <a:p>
            <a:endParaRPr lang="fr-FR"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grpSp>
        <p:nvGrpSpPr>
          <p:cNvPr id="43" name="Groupe 42">
            <a:extLst>
              <a:ext uri="{FF2B5EF4-FFF2-40B4-BE49-F238E27FC236}">
                <a16:creationId xmlns:a16="http://schemas.microsoft.com/office/drawing/2014/main" id="{22DC4149-B2D2-C3FB-69C9-C317DF95B312}"/>
              </a:ext>
            </a:extLst>
          </p:cNvPr>
          <p:cNvGrpSpPr/>
          <p:nvPr/>
        </p:nvGrpSpPr>
        <p:grpSpPr>
          <a:xfrm>
            <a:off x="4614424" y="3192672"/>
            <a:ext cx="1882449" cy="484186"/>
            <a:chOff x="4623180" y="3263681"/>
            <a:chExt cx="1882449" cy="484186"/>
          </a:xfrm>
        </p:grpSpPr>
        <p:pic>
          <p:nvPicPr>
            <p:cNvPr id="7" name="Image 6">
              <a:extLst>
                <a:ext uri="{FF2B5EF4-FFF2-40B4-BE49-F238E27FC236}">
                  <a16:creationId xmlns:a16="http://schemas.microsoft.com/office/drawing/2014/main" id="{C95A5200-4AF4-6353-C8E8-3B2A6EC72D02}"/>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9D0D8FA0-5834-70A4-5757-DDACE223BA2D}"/>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FDEC57F2-7FFF-CF32-9A09-4FE1AD7CB181}"/>
              </a:ext>
            </a:extLst>
          </p:cNvPr>
          <p:cNvGrpSpPr/>
          <p:nvPr/>
        </p:nvGrpSpPr>
        <p:grpSpPr>
          <a:xfrm>
            <a:off x="5682292" y="4337174"/>
            <a:ext cx="2590800" cy="384079"/>
            <a:chOff x="4623180" y="4236875"/>
            <a:chExt cx="2590800" cy="384079"/>
          </a:xfrm>
        </p:grpSpPr>
        <p:pic>
          <p:nvPicPr>
            <p:cNvPr id="26" name="Image 25">
              <a:extLst>
                <a:ext uri="{FF2B5EF4-FFF2-40B4-BE49-F238E27FC236}">
                  <a16:creationId xmlns:a16="http://schemas.microsoft.com/office/drawing/2014/main" id="{43F4DF9C-8BA5-E20F-7E44-019CD30EDB51}"/>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8E6178F4-650A-BA7A-4225-96ADD06A57FA}"/>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C1754EE9-40BC-2FB0-BB97-7081D7F7974C}"/>
              </a:ext>
            </a:extLst>
          </p:cNvPr>
          <p:cNvGrpSpPr/>
          <p:nvPr/>
        </p:nvGrpSpPr>
        <p:grpSpPr>
          <a:xfrm>
            <a:off x="6707637" y="3770696"/>
            <a:ext cx="2660650" cy="394434"/>
            <a:chOff x="4623180" y="3804829"/>
            <a:chExt cx="2660650" cy="394434"/>
          </a:xfrm>
        </p:grpSpPr>
        <p:pic>
          <p:nvPicPr>
            <p:cNvPr id="29" name="Image 28">
              <a:extLst>
                <a:ext uri="{FF2B5EF4-FFF2-40B4-BE49-F238E27FC236}">
                  <a16:creationId xmlns:a16="http://schemas.microsoft.com/office/drawing/2014/main" id="{E597DCAA-F198-42F9-BA2B-F0426402561E}"/>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CCBE9E11-EB7C-FC7D-8E8F-B3A20E3E7775}"/>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DB0AD27C-0B0E-5DBD-C6E5-69F6B40AD59C}"/>
              </a:ext>
            </a:extLst>
          </p:cNvPr>
          <p:cNvGrpSpPr/>
          <p:nvPr/>
        </p:nvGrpSpPr>
        <p:grpSpPr>
          <a:xfrm>
            <a:off x="5336261" y="5437558"/>
            <a:ext cx="1619636" cy="321942"/>
            <a:chOff x="4623258" y="5588251"/>
            <a:chExt cx="1619636" cy="321942"/>
          </a:xfrm>
        </p:grpSpPr>
        <p:pic>
          <p:nvPicPr>
            <p:cNvPr id="36" name="Image 35">
              <a:extLst>
                <a:ext uri="{FF2B5EF4-FFF2-40B4-BE49-F238E27FC236}">
                  <a16:creationId xmlns:a16="http://schemas.microsoft.com/office/drawing/2014/main" id="{ED353902-C34F-05E2-2F8E-1AA0589913B6}"/>
                </a:ext>
              </a:extLst>
            </p:cNvPr>
            <p:cNvPicPr>
              <a:picLocks noChangeAspect="1"/>
            </p:cNvPicPr>
            <p:nvPr/>
          </p:nvPicPr>
          <p:blipFill rotWithShape="1">
            <a:blip r:embed="rId4"/>
            <a:srcRect l="62630" t="91065" r="20152" b="3163"/>
            <a:stretch/>
          </p:blipFill>
          <p:spPr>
            <a:xfrm>
              <a:off x="4623258" y="5588251"/>
              <a:ext cx="1619636" cy="321942"/>
            </a:xfrm>
            <a:prstGeom prst="rect">
              <a:avLst/>
            </a:prstGeom>
          </p:spPr>
        </p:pic>
        <p:sp>
          <p:nvSpPr>
            <p:cNvPr id="38" name="Rectangle 37">
              <a:extLst>
                <a:ext uri="{FF2B5EF4-FFF2-40B4-BE49-F238E27FC236}">
                  <a16:creationId xmlns:a16="http://schemas.microsoft.com/office/drawing/2014/main" id="{B4B7D63C-E2AC-E487-06AF-84FF2FC611B8}"/>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5"/>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3012340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Aide à la</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6" y="1629476"/>
            <a:ext cx="11506953" cy="4908484"/>
          </a:xfrm>
        </p:spPr>
        <p:txBody>
          <a:bodyPr/>
          <a:lstStyle/>
          <a:p>
            <a:pPr marL="101598" indent="0">
              <a:buNone/>
            </a:pPr>
            <a:r>
              <a:rPr lang="fr-FR" b="1" dirty="0"/>
              <a:t>Délai de génération:</a:t>
            </a:r>
          </a:p>
          <a:p>
            <a:r>
              <a:rPr lang="fr-FR" sz="1400" dirty="0"/>
              <a:t>Ce temps correspond à l’intervalle d’attente entre 2 cycles de génération/diffusion. Un délai trop important entrainera des retards d’actualisation par rapport au déroulement de la compétition. Un délai trop long peut, notamment dans le cas d’une ligne FTP lente, provoquer un engorgement. Si le délai « Génération » + « Publication » est supérieur au délai configuré, l’application attendra dans tous les cas 5 secondes avant de relancer une nouvelle génération. Il est recommandé d’ajuster ce paramètre tel que: il soit supérieur au plus grand de génération/actualisation constaté (</a:t>
            </a:r>
            <a:r>
              <a:rPr lang="fr-FR" sz="1400" i="1" dirty="0"/>
              <a:t>cf.</a:t>
            </a:r>
            <a:r>
              <a:rPr lang="fr-FR" sz="1400" dirty="0"/>
              <a:t> page de statistiques), il ne soit pas trop important par rapport à la vitesse de déroulement de la compétition. Typiquement entre 30 sec. et 2 min. sont des valeurs habituelles.</a:t>
            </a:r>
          </a:p>
          <a:p>
            <a:pPr marL="101598" indent="0">
              <a:buNone/>
            </a:pPr>
            <a:r>
              <a:rPr lang="fr-FR" b="1" dirty="0"/>
              <a:t>Délai d’actualisation client:</a:t>
            </a:r>
          </a:p>
          <a:p>
            <a:r>
              <a:rPr lang="fr-FR" sz="1400" dirty="0"/>
              <a:t>Ce temps correspondant au temps de rafraichissement automatique sur le PC/smartphone d’un utilisateur. Il est inutile de configurer une valeur plus faible que le délai de génération, cela ne ferait que forcer les navigateurs des utilisateurs à faire des actualisations sans pour autant que de nouvelles données aient été générées. Une valeur typique est de l’ordre de celle utilisée pour le délai de génération.</a:t>
            </a:r>
          </a:p>
          <a:p>
            <a:pPr marL="101598" indent="0">
              <a:buNone/>
            </a:pPr>
            <a:r>
              <a:rPr lang="fr-FR" b="1" dirty="0"/>
              <a:t>Répertoire d’export:</a:t>
            </a:r>
          </a:p>
          <a:p>
            <a:r>
              <a:rPr lang="fr-FR" sz="1400" dirty="0"/>
              <a:t>Il n’est pas recommandé d’utiliser un répertoire « Cloud » (type OneDrive, </a:t>
            </a:r>
            <a:r>
              <a:rPr lang="fr-FR" sz="1400" dirty="0" err="1"/>
              <a:t>pCloud</a:t>
            </a:r>
            <a:r>
              <a:rPr lang="fr-FR" sz="1400" dirty="0"/>
              <a:t>, </a:t>
            </a:r>
            <a:r>
              <a:rPr lang="fr-FR" sz="1400" dirty="0" err="1"/>
              <a:t>DropBox</a:t>
            </a:r>
            <a:r>
              <a:rPr lang="fr-FR" sz="1400" dirty="0"/>
              <a:t>, etc.) en tant que répertoire d’export, des dysfonctionnements peuvent être constatés dans le cas contraire.</a:t>
            </a:r>
          </a:p>
          <a:p>
            <a:endParaRPr lang="fr-FR" sz="1400" dirty="0"/>
          </a:p>
          <a:p>
            <a:endParaRPr lang="fr-FR"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spTree>
    <p:extLst>
      <p:ext uri="{BB962C8B-B14F-4D97-AF65-F5344CB8AC3E}">
        <p14:creationId xmlns:p14="http://schemas.microsoft.com/office/powerpoint/2010/main" val="127909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dirty="0"/>
              <a:t>4</a:t>
            </a:r>
          </a:p>
        </p:txBody>
      </p:sp>
    </p:spTree>
    <p:extLst>
      <p:ext uri="{BB962C8B-B14F-4D97-AF65-F5344CB8AC3E}">
        <p14:creationId xmlns:p14="http://schemas.microsoft.com/office/powerpoint/2010/main" val="41882594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les données ne sont pas publiées ou ne sont pas actualisées,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615822682"/>
              </p:ext>
            </p:extLst>
          </p:nvPr>
        </p:nvGraphicFramePr>
        <p:xfrm>
          <a:off x="270763" y="2017468"/>
          <a:ext cx="11549762" cy="3768017"/>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720770">
                <a:tc>
                  <a:txBody>
                    <a:bodyPr/>
                    <a:lstStyle/>
                    <a:p>
                      <a:r>
                        <a:rPr lang="fr-FR" dirty="0"/>
                        <a:t>L’application est connecté au serveur de compétition (icone verte             )</a:t>
                      </a:r>
                    </a:p>
                  </a:txBody>
                  <a:tcPr anchor="ctr"/>
                </a:tc>
                <a:tc>
                  <a:txBody>
                    <a:bodyPr/>
                    <a:lstStyle/>
                    <a:p>
                      <a:r>
                        <a:rPr lang="fr-FR" dirty="0"/>
                        <a:t>Reconnectez l’application au serveur</a:t>
                      </a:r>
                    </a:p>
                  </a:txBody>
                  <a:tcPr anchor="ctr"/>
                </a:tc>
                <a:extLst>
                  <a:ext uri="{0D108BD9-81ED-4DB2-BD59-A6C34878D82A}">
                    <a16:rowId xmlns:a16="http://schemas.microsoft.com/office/drawing/2014/main" val="2586581298"/>
                  </a:ext>
                </a:extLst>
              </a:tr>
              <a:tr h="481847">
                <a:tc>
                  <a:txBody>
                    <a:bodyPr/>
                    <a:lstStyle/>
                    <a:p>
                      <a:r>
                        <a:rPr lang="fr-FR" dirty="0"/>
                        <a:t>La génération est démarrée</a:t>
                      </a:r>
                    </a:p>
                  </a:txBody>
                  <a:tcPr anchor="ctr"/>
                </a:tc>
                <a:tc>
                  <a:txBody>
                    <a:bodyPr/>
                    <a:lstStyle/>
                    <a:p>
                      <a:r>
                        <a:rPr lang="fr-FR" dirty="0"/>
                        <a:t>Démarrez la génération</a:t>
                      </a:r>
                    </a:p>
                  </a:txBody>
                  <a:tcPr anchor="ctr"/>
                </a:tc>
                <a:extLst>
                  <a:ext uri="{0D108BD9-81ED-4DB2-BD59-A6C34878D82A}">
                    <a16:rowId xmlns:a16="http://schemas.microsoft.com/office/drawing/2014/main" val="2578065560"/>
                  </a:ext>
                </a:extLst>
              </a:tr>
              <a:tr h="370840">
                <a:tc>
                  <a:txBody>
                    <a:bodyPr/>
                    <a:lstStyle/>
                    <a:p>
                      <a:r>
                        <a:rPr lang="fr-FR" dirty="0"/>
                        <a:t>Absence de message d’erreur</a:t>
                      </a:r>
                    </a:p>
                  </a:txBody>
                  <a:tcPr anchor="ctr"/>
                </a:tc>
                <a:tc>
                  <a:txBody>
                    <a:bodyPr/>
                    <a:lstStyle/>
                    <a:p>
                      <a:r>
                        <a:rPr lang="fr-FR" dirty="0"/>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dirty="0"/>
                        <a:t>La fréquence de mise à jour est trop faible</a:t>
                      </a:r>
                    </a:p>
                  </a:txBody>
                  <a:tcPr anchor="ctr"/>
                </a:tc>
                <a:tc>
                  <a:txBody>
                    <a:bodyPr/>
                    <a:lstStyle/>
                    <a:p>
                      <a:r>
                        <a:rPr lang="fr-FR" dirty="0"/>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dirty="0"/>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1504302" y="2726533"/>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localement,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2456733157"/>
              </p:ext>
            </p:extLst>
          </p:nvPr>
        </p:nvGraphicFramePr>
        <p:xfrm>
          <a:off x="270763" y="2017468"/>
          <a:ext cx="11549762" cy="19462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locale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La publication se fait sur la bonne interface réseau</a:t>
                      </a:r>
                    </a:p>
                  </a:txBody>
                  <a:tcPr anchor="ctr"/>
                </a:tc>
                <a:tc>
                  <a:txBody>
                    <a:bodyPr/>
                    <a:lstStyle/>
                    <a:p>
                      <a:r>
                        <a:rPr lang="fr-FR" dirty="0"/>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l’accès Web</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à distance,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874116875"/>
              </p:ext>
            </p:extLst>
          </p:nvPr>
        </p:nvGraphicFramePr>
        <p:xfrm>
          <a:off x="270763" y="2017468"/>
          <a:ext cx="11549762" cy="2586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distante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Les paramètres de connexion FTP sont valides (compte, mot de passe répertoire)</a:t>
                      </a:r>
                    </a:p>
                  </a:txBody>
                  <a:tcPr anchor="ctr"/>
                </a:tc>
                <a:tc>
                  <a:txBody>
                    <a:bodyPr/>
                    <a:lstStyle/>
                    <a:p>
                      <a:r>
                        <a:rPr lang="fr-FR" dirty="0"/>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connexion FTP</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dirty="0"/>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a:p>
        </p:txBody>
      </p:sp>
    </p:spTree>
    <p:extLst>
      <p:ext uri="{BB962C8B-B14F-4D97-AF65-F5344CB8AC3E}">
        <p14:creationId xmlns:p14="http://schemas.microsoft.com/office/powerpoint/2010/main" val="40260414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1672245147"/>
              </p:ext>
            </p:extLst>
          </p:nvPr>
        </p:nvGraphicFramePr>
        <p:xfrm>
          <a:off x="361038" y="1727064"/>
          <a:ext cx="11079569" cy="4177086"/>
        </p:xfrm>
        <a:graphic>
          <a:graphicData uri="http://schemas.openxmlformats.org/drawingml/2006/table">
            <a:tbl>
              <a:tblPr>
                <a:tableStyleId>{7DF18680-E054-41AD-8BC1-D1AEF772440D}</a:tableStyleId>
              </a:tblPr>
              <a:tblGrid>
                <a:gridCol w="433022">
                  <a:extLst>
                    <a:ext uri="{9D8B030D-6E8A-4147-A177-3AD203B41FA5}">
                      <a16:colId xmlns:a16="http://schemas.microsoft.com/office/drawing/2014/main" val="3736857135"/>
                    </a:ext>
                  </a:extLst>
                </a:gridCol>
                <a:gridCol w="819480">
                  <a:extLst>
                    <a:ext uri="{9D8B030D-6E8A-4147-A177-3AD203B41FA5}">
                      <a16:colId xmlns:a16="http://schemas.microsoft.com/office/drawing/2014/main" val="3696878891"/>
                    </a:ext>
                  </a:extLst>
                </a:gridCol>
                <a:gridCol w="819480">
                  <a:extLst>
                    <a:ext uri="{9D8B030D-6E8A-4147-A177-3AD203B41FA5}">
                      <a16:colId xmlns:a16="http://schemas.microsoft.com/office/drawing/2014/main" val="2257898591"/>
                    </a:ext>
                  </a:extLst>
                </a:gridCol>
                <a:gridCol w="819480">
                  <a:extLst>
                    <a:ext uri="{9D8B030D-6E8A-4147-A177-3AD203B41FA5}">
                      <a16:colId xmlns:a16="http://schemas.microsoft.com/office/drawing/2014/main" val="2384296798"/>
                    </a:ext>
                  </a:extLst>
                </a:gridCol>
                <a:gridCol w="819480">
                  <a:extLst>
                    <a:ext uri="{9D8B030D-6E8A-4147-A177-3AD203B41FA5}">
                      <a16:colId xmlns:a16="http://schemas.microsoft.com/office/drawing/2014/main" val="618733032"/>
                    </a:ext>
                  </a:extLst>
                </a:gridCol>
                <a:gridCol w="819480">
                  <a:extLst>
                    <a:ext uri="{9D8B030D-6E8A-4147-A177-3AD203B41FA5}">
                      <a16:colId xmlns:a16="http://schemas.microsoft.com/office/drawing/2014/main" val="3964921429"/>
                    </a:ext>
                  </a:extLst>
                </a:gridCol>
                <a:gridCol w="819480">
                  <a:extLst>
                    <a:ext uri="{9D8B030D-6E8A-4147-A177-3AD203B41FA5}">
                      <a16:colId xmlns:a16="http://schemas.microsoft.com/office/drawing/2014/main" val="2528599786"/>
                    </a:ext>
                  </a:extLst>
                </a:gridCol>
                <a:gridCol w="819480">
                  <a:extLst>
                    <a:ext uri="{9D8B030D-6E8A-4147-A177-3AD203B41FA5}">
                      <a16:colId xmlns:a16="http://schemas.microsoft.com/office/drawing/2014/main" val="2631112101"/>
                    </a:ext>
                  </a:extLst>
                </a:gridCol>
                <a:gridCol w="819480">
                  <a:extLst>
                    <a:ext uri="{9D8B030D-6E8A-4147-A177-3AD203B41FA5}">
                      <a16:colId xmlns:a16="http://schemas.microsoft.com/office/drawing/2014/main" val="1640724778"/>
                    </a:ext>
                  </a:extLst>
                </a:gridCol>
                <a:gridCol w="819480">
                  <a:extLst>
                    <a:ext uri="{9D8B030D-6E8A-4147-A177-3AD203B41FA5}">
                      <a16:colId xmlns:a16="http://schemas.microsoft.com/office/drawing/2014/main" val="2824390373"/>
                    </a:ext>
                  </a:extLst>
                </a:gridCol>
                <a:gridCol w="819480">
                  <a:extLst>
                    <a:ext uri="{9D8B030D-6E8A-4147-A177-3AD203B41FA5}">
                      <a16:colId xmlns:a16="http://schemas.microsoft.com/office/drawing/2014/main" val="3229000006"/>
                    </a:ext>
                  </a:extLst>
                </a:gridCol>
                <a:gridCol w="819480">
                  <a:extLst>
                    <a:ext uri="{9D8B030D-6E8A-4147-A177-3AD203B41FA5}">
                      <a16:colId xmlns:a16="http://schemas.microsoft.com/office/drawing/2014/main" val="788621322"/>
                    </a:ext>
                  </a:extLst>
                </a:gridCol>
                <a:gridCol w="794068">
                  <a:extLst>
                    <a:ext uri="{9D8B030D-6E8A-4147-A177-3AD203B41FA5}">
                      <a16:colId xmlns:a16="http://schemas.microsoft.com/office/drawing/2014/main" val="2162805490"/>
                    </a:ext>
                  </a:extLst>
                </a:gridCol>
                <a:gridCol w="838199">
                  <a:extLst>
                    <a:ext uri="{9D8B030D-6E8A-4147-A177-3AD203B41FA5}">
                      <a16:colId xmlns:a16="http://schemas.microsoft.com/office/drawing/2014/main" val="1839021779"/>
                    </a:ext>
                  </a:extLst>
                </a:gridCol>
              </a:tblGrid>
              <a:tr h="489006">
                <a:tc>
                  <a:txBody>
                    <a:bodyPr/>
                    <a:lstStyle/>
                    <a:p>
                      <a:endParaRPr lang="fr-FR" sz="1600" dirty="0"/>
                    </a:p>
                  </a:txBody>
                  <a:tcPr anchor="ctr"/>
                </a:tc>
                <a:tc>
                  <a:txBody>
                    <a:bodyPr/>
                    <a:lstStyle/>
                    <a:p>
                      <a:endParaRPr lang="fr-FR" sz="1600" dirty="0"/>
                    </a:p>
                  </a:txBody>
                  <a:tcPr anchor="ctr"/>
                </a:tc>
                <a:tc gridSpan="12">
                  <a:txBody>
                    <a:bodyPr/>
                    <a:lstStyle/>
                    <a:p>
                      <a:pPr algn="ctr"/>
                      <a:r>
                        <a:rPr lang="fr-FR" sz="1600" dirty="0" err="1">
                          <a:solidFill>
                            <a:schemeClr val="bg1"/>
                          </a:solidFill>
                        </a:rPr>
                        <a:t>PublicationSuiviCompetition</a:t>
                      </a:r>
                      <a:endParaRPr lang="fr-FR" sz="1600" dirty="0">
                        <a:solidFill>
                          <a:schemeClr val="bg1"/>
                        </a:solidFill>
                      </a:endParaRPr>
                    </a:p>
                  </a:txBody>
                  <a:tcPr anchor="ctr">
                    <a:solidFill>
                      <a:schemeClr val="accent1"/>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231300">
                <a:tc>
                  <a:txBody>
                    <a:bodyPr/>
                    <a:lstStyle/>
                    <a:p>
                      <a:endParaRPr lang="fr-FR" sz="1600" dirty="0"/>
                    </a:p>
                  </a:txBody>
                  <a:tcPr anchor="ctr"/>
                </a:tc>
                <a:tc>
                  <a:txBody>
                    <a:bodyPr/>
                    <a:lstStyle/>
                    <a:p>
                      <a:endParaRPr lang="fr-FR" sz="1600" dirty="0"/>
                    </a:p>
                  </a:txBody>
                  <a:tcPr anchor="ctr"/>
                </a:tc>
                <a:tc>
                  <a:txBody>
                    <a:bodyPr/>
                    <a:lstStyle/>
                    <a:p>
                      <a:r>
                        <a:rPr lang="fr-FR" sz="1200" b="1" dirty="0">
                          <a:solidFill>
                            <a:schemeClr val="bg1"/>
                          </a:solidFill>
                        </a:rPr>
                        <a:t>1.0.0.0</a:t>
                      </a:r>
                    </a:p>
                  </a:txBody>
                  <a:tcPr anchor="ctr">
                    <a:solidFill>
                      <a:schemeClr val="accent1"/>
                    </a:solidFill>
                  </a:tcPr>
                </a:tc>
                <a:tc>
                  <a:txBody>
                    <a:bodyPr/>
                    <a:lstStyle/>
                    <a:p>
                      <a:r>
                        <a:rPr lang="fr-FR" sz="1200" b="1" dirty="0">
                          <a:solidFill>
                            <a:schemeClr val="bg1"/>
                          </a:solidFill>
                        </a:rPr>
                        <a:t>1.1.0.0</a:t>
                      </a:r>
                    </a:p>
                  </a:txBody>
                  <a:tcPr anchor="ctr">
                    <a:solidFill>
                      <a:schemeClr val="accent1"/>
                    </a:solidFill>
                  </a:tcPr>
                </a:tc>
                <a:tc>
                  <a:txBody>
                    <a:bodyPr/>
                    <a:lstStyle/>
                    <a:p>
                      <a:r>
                        <a:rPr lang="fr-FR" sz="1200" b="1" dirty="0">
                          <a:solidFill>
                            <a:schemeClr val="bg1"/>
                          </a:solidFill>
                        </a:rPr>
                        <a:t>1.1.1.0</a:t>
                      </a:r>
                    </a:p>
                  </a:txBody>
                  <a:tcPr anchor="ctr">
                    <a:solidFill>
                      <a:schemeClr val="accent1"/>
                    </a:solidFill>
                  </a:tcPr>
                </a:tc>
                <a:tc>
                  <a:txBody>
                    <a:bodyPr/>
                    <a:lstStyle/>
                    <a:p>
                      <a:r>
                        <a:rPr lang="fr-FR" sz="1200" b="1" dirty="0">
                          <a:solidFill>
                            <a:schemeClr val="bg1"/>
                          </a:solidFill>
                        </a:rPr>
                        <a:t>1.1.1.1</a:t>
                      </a:r>
                    </a:p>
                  </a:txBody>
                  <a:tcPr anchor="ctr">
                    <a:solidFill>
                      <a:schemeClr val="accent1"/>
                    </a:solidFill>
                  </a:tcPr>
                </a:tc>
                <a:tc>
                  <a:txBody>
                    <a:bodyPr/>
                    <a:lstStyle/>
                    <a:p>
                      <a:r>
                        <a:rPr lang="fr-FR" sz="1200" b="1" dirty="0">
                          <a:solidFill>
                            <a:schemeClr val="bg1"/>
                          </a:solidFill>
                        </a:rPr>
                        <a:t>1.1.1.2</a:t>
                      </a:r>
                    </a:p>
                  </a:txBody>
                  <a:tcPr anchor="ctr">
                    <a:solidFill>
                      <a:schemeClr val="accent1"/>
                    </a:solidFill>
                  </a:tcPr>
                </a:tc>
                <a:tc>
                  <a:txBody>
                    <a:bodyPr/>
                    <a:lstStyle/>
                    <a:p>
                      <a:r>
                        <a:rPr lang="fr-FR" sz="1200" b="1" dirty="0">
                          <a:solidFill>
                            <a:schemeClr val="bg1"/>
                          </a:solidFill>
                        </a:rPr>
                        <a:t>1.1.1.3</a:t>
                      </a:r>
                    </a:p>
                  </a:txBody>
                  <a:tcPr anchor="ctr">
                    <a:solidFill>
                      <a:schemeClr val="accent1"/>
                    </a:solidFill>
                  </a:tcPr>
                </a:tc>
                <a:tc>
                  <a:txBody>
                    <a:bodyPr/>
                    <a:lstStyle/>
                    <a:p>
                      <a:r>
                        <a:rPr lang="fr-FR" sz="1200" b="1" dirty="0">
                          <a:solidFill>
                            <a:schemeClr val="bg1"/>
                          </a:solidFill>
                        </a:rPr>
                        <a:t>1.2.0.0</a:t>
                      </a:r>
                    </a:p>
                  </a:txBody>
                  <a:tcPr anchor="ctr">
                    <a:solidFill>
                      <a:schemeClr val="accent1"/>
                    </a:solidFill>
                  </a:tcPr>
                </a:tc>
                <a:tc>
                  <a:txBody>
                    <a:bodyPr/>
                    <a:lstStyle/>
                    <a:p>
                      <a:r>
                        <a:rPr lang="fr-FR" sz="1200" b="1" dirty="0">
                          <a:solidFill>
                            <a:schemeClr val="bg1"/>
                          </a:solidFill>
                        </a:rPr>
                        <a:t>1.2.1.0</a:t>
                      </a:r>
                    </a:p>
                  </a:txBody>
                  <a:tcPr anchor="ctr">
                    <a:solidFill>
                      <a:schemeClr val="accent1"/>
                    </a:solidFill>
                  </a:tcPr>
                </a:tc>
                <a:tc>
                  <a:txBody>
                    <a:bodyPr/>
                    <a:lstStyle/>
                    <a:p>
                      <a:r>
                        <a:rPr lang="fr-FR" sz="1200" b="1" dirty="0">
                          <a:solidFill>
                            <a:schemeClr val="bg1"/>
                          </a:solidFill>
                        </a:rPr>
                        <a:t>1.3.0.0</a:t>
                      </a:r>
                    </a:p>
                  </a:txBody>
                  <a:tcPr anchor="ctr">
                    <a:solidFill>
                      <a:schemeClr val="accent1"/>
                    </a:solidFill>
                  </a:tcPr>
                </a:tc>
                <a:tc>
                  <a:txBody>
                    <a:bodyPr/>
                    <a:lstStyle/>
                    <a:p>
                      <a:r>
                        <a:rPr lang="fr-FR" sz="1200" b="1" dirty="0">
                          <a:solidFill>
                            <a:schemeClr val="bg1"/>
                          </a:solidFill>
                        </a:rPr>
                        <a:t>1.3.0.1</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1.3.1.0</a:t>
                      </a:r>
                    </a:p>
                  </a:txBody>
                  <a:tcPr anchor="ctr">
                    <a:solidFill>
                      <a:schemeClr val="accent1"/>
                    </a:solidFill>
                  </a:tcPr>
                </a:tc>
                <a:tc>
                  <a:txBody>
                    <a:bodyPr/>
                    <a:lstStyle/>
                    <a:p>
                      <a:r>
                        <a:rPr lang="fr-FR" sz="1200" b="1" dirty="0">
                          <a:solidFill>
                            <a:schemeClr val="bg1"/>
                          </a:solidFill>
                        </a:rPr>
                        <a:t>1.4.0.0</a:t>
                      </a:r>
                    </a:p>
                  </a:txBody>
                  <a:tcPr anchor="ctr">
                    <a:solidFill>
                      <a:schemeClr val="accent1"/>
                    </a:solidFill>
                  </a:tcPr>
                </a:tc>
                <a:extLst>
                  <a:ext uri="{0D108BD9-81ED-4DB2-BD59-A6C34878D82A}">
                    <a16:rowId xmlns:a16="http://schemas.microsoft.com/office/drawing/2014/main" val="407517425"/>
                  </a:ext>
                </a:extLst>
              </a:tr>
              <a:tr h="324000">
                <a:tc rowSpan="10">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600" dirty="0">
                          <a:solidFill>
                            <a:schemeClr val="bg1"/>
                          </a:solidFill>
                        </a:rPr>
                        <a:t>Gestion de compétition 2.0</a:t>
                      </a:r>
                    </a:p>
                  </a:txBody>
                  <a:tcPr vert="vert270" anchor="ctr">
                    <a:solidFill>
                      <a:schemeClr val="accent1"/>
                    </a:solidFill>
                  </a:tcPr>
                </a:tc>
                <a:tc>
                  <a:txBody>
                    <a:bodyPr/>
                    <a:lstStyle/>
                    <a:p>
                      <a:r>
                        <a:rPr lang="fr-FR" sz="1200" b="1" dirty="0">
                          <a:solidFill>
                            <a:schemeClr val="bg1"/>
                          </a:solidFill>
                        </a:rPr>
                        <a:t>1.2.5.1</a:t>
                      </a:r>
                    </a:p>
                  </a:txBody>
                  <a:tcPr anchor="ctr">
                    <a:solidFill>
                      <a:schemeClr val="accent1"/>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rgbClr val="FFC000"/>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rgbClr val="FFC000"/>
                    </a:solidFill>
                  </a:tcPr>
                </a:tc>
                <a:extLst>
                  <a:ext uri="{0D108BD9-81ED-4DB2-BD59-A6C34878D82A}">
                    <a16:rowId xmlns:a16="http://schemas.microsoft.com/office/drawing/2014/main" val="1939122409"/>
                  </a:ext>
                </a:extLst>
              </a:tr>
              <a:tr h="324000">
                <a:tc vMerge="1">
                  <a:txBody>
                    <a:bodyPr/>
                    <a:lstStyle/>
                    <a:p>
                      <a:endParaRPr lang="fr-FR" dirty="0"/>
                    </a:p>
                  </a:txBody>
                  <a:tcPr/>
                </a:tc>
                <a:tc>
                  <a:txBody>
                    <a:bodyPr/>
                    <a:lstStyle/>
                    <a:p>
                      <a:r>
                        <a:rPr lang="fr-FR" sz="1200" b="1" dirty="0">
                          <a:solidFill>
                            <a:schemeClr val="bg1"/>
                          </a:solidFill>
                        </a:rPr>
                        <a:t>1.2.6.0</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3964935851"/>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1.2.6.1</a:t>
                      </a:r>
                    </a:p>
                  </a:txBody>
                  <a:tcPr anchor="ctr">
                    <a:solidFill>
                      <a:schemeClr val="accent1"/>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2246006590"/>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1.2.6.3</a:t>
                      </a:r>
                    </a:p>
                  </a:txBody>
                  <a:tcPr anchor="ctr">
                    <a:solidFill>
                      <a:schemeClr val="accent1"/>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836719246"/>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1.2.6.5</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1191909874"/>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1.2.6.6</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3979160886"/>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1.2.7</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914924728"/>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1.2.7.1</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10737952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1.2.7.2</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35255678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1" dirty="0">
                          <a:solidFill>
                            <a:schemeClr val="bg1"/>
                          </a:solidFill>
                        </a:rPr>
                        <a:t>1.4.0.0</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tc>
                  <a:txBody>
                    <a:bodyPr/>
                    <a:lstStyle/>
                    <a:p>
                      <a:pPr marL="0" algn="l" defTabSz="914400" rtl="0" eaLnBrk="1" latinLnBrk="0" hangingPunct="1"/>
                      <a:endParaRPr lang="fr-FR" sz="1600" kern="1200" dirty="0">
                        <a:solidFill>
                          <a:schemeClr val="dk1"/>
                        </a:solidFill>
                        <a:latin typeface="+mn-lt"/>
                        <a:ea typeface="+mn-ea"/>
                        <a:cs typeface="+mn-cs"/>
                      </a:endParaRPr>
                    </a:p>
                  </a:txBody>
                  <a:tcPr anchor="ctr">
                    <a:solidFill>
                      <a:schemeClr val="accent6"/>
                    </a:solidFill>
                  </a:tcPr>
                </a:tc>
                <a:extLst>
                  <a:ext uri="{0D108BD9-81ED-4DB2-BD59-A6C34878D82A}">
                    <a16:rowId xmlns:a16="http://schemas.microsoft.com/office/drawing/2014/main" val="299860152"/>
                  </a:ext>
                </a:extLst>
              </a:tr>
            </a:tbl>
          </a:graphicData>
        </a:graphic>
      </p:graphicFrame>
      <p:graphicFrame>
        <p:nvGraphicFramePr>
          <p:cNvPr id="9" name="Tableau 8">
            <a:extLst>
              <a:ext uri="{FF2B5EF4-FFF2-40B4-BE49-F238E27FC236}">
                <a16:creationId xmlns:a16="http://schemas.microsoft.com/office/drawing/2014/main" id="{4E2F8476-1D9B-F59F-3B36-E33FE3A033BD}"/>
              </a:ext>
            </a:extLst>
          </p:cNvPr>
          <p:cNvGraphicFramePr>
            <a:graphicFrameLocks noGrp="1"/>
          </p:cNvGraphicFramePr>
          <p:nvPr>
            <p:extLst>
              <p:ext uri="{D42A27DB-BD31-4B8C-83A1-F6EECF244321}">
                <p14:modId xmlns:p14="http://schemas.microsoft.com/office/powerpoint/2010/main" val="3729891774"/>
              </p:ext>
            </p:extLst>
          </p:nvPr>
        </p:nvGraphicFramePr>
        <p:xfrm>
          <a:off x="1505208" y="6065520"/>
          <a:ext cx="8861428" cy="366832"/>
        </p:xfrm>
        <a:graphic>
          <a:graphicData uri="http://schemas.openxmlformats.org/drawingml/2006/table">
            <a:tbl>
              <a:tblPr firstCol="1" bandRow="1">
                <a:tableStyleId>{5C22544A-7EE6-4342-B048-85BDC9FD1C3A}</a:tableStyleId>
              </a:tblPr>
              <a:tblGrid>
                <a:gridCol w="1028700">
                  <a:extLst>
                    <a:ext uri="{9D8B030D-6E8A-4147-A177-3AD203B41FA5}">
                      <a16:colId xmlns:a16="http://schemas.microsoft.com/office/drawing/2014/main" val="3592222856"/>
                    </a:ext>
                  </a:extLst>
                </a:gridCol>
                <a:gridCol w="1219200">
                  <a:extLst>
                    <a:ext uri="{9D8B030D-6E8A-4147-A177-3AD203B41FA5}">
                      <a16:colId xmlns:a16="http://schemas.microsoft.com/office/drawing/2014/main" val="765939601"/>
                    </a:ext>
                  </a:extLst>
                </a:gridCol>
                <a:gridCol w="4962525">
                  <a:extLst>
                    <a:ext uri="{9D8B030D-6E8A-4147-A177-3AD203B41FA5}">
                      <a16:colId xmlns:a16="http://schemas.microsoft.com/office/drawing/2014/main" val="3432360843"/>
                    </a:ext>
                  </a:extLst>
                </a:gridCol>
                <a:gridCol w="1651003">
                  <a:extLst>
                    <a:ext uri="{9D8B030D-6E8A-4147-A177-3AD203B41FA5}">
                      <a16:colId xmlns:a16="http://schemas.microsoft.com/office/drawing/2014/main" val="317854955"/>
                    </a:ext>
                  </a:extLst>
                </a:gridCol>
              </a:tblGrid>
              <a:tr h="366832">
                <a:tc>
                  <a:txBody>
                    <a:bodyPr/>
                    <a:lstStyle/>
                    <a:p>
                      <a:pPr algn="r"/>
                      <a:r>
                        <a:rPr lang="fr-FR" sz="1400" i="1" dirty="0"/>
                        <a:t>Légende:</a:t>
                      </a:r>
                    </a:p>
                  </a:txBody>
                  <a:tcPr anchor="ctr"/>
                </a:tc>
                <a:tc>
                  <a:txBody>
                    <a:bodyPr/>
                    <a:lstStyle/>
                    <a:p>
                      <a:r>
                        <a:rPr lang="fr-FR" sz="1100" i="1" dirty="0"/>
                        <a:t>Compatible</a:t>
                      </a:r>
                    </a:p>
                  </a:txBody>
                  <a:tcPr anchor="ctr">
                    <a:solidFill>
                      <a:schemeClr val="accent6"/>
                    </a:solidFill>
                  </a:tcPr>
                </a:tc>
                <a:tc>
                  <a:txBody>
                    <a:bodyPr/>
                    <a:lstStyle/>
                    <a:p>
                      <a:r>
                        <a:rPr lang="fr-FR" sz="1100" i="1" dirty="0"/>
                        <a:t>Utilisable mais certaines données peuvent ne pas s’afficher correctement</a:t>
                      </a:r>
                    </a:p>
                  </a:txBody>
                  <a:tcPr anchor="ctr">
                    <a:solidFill>
                      <a:schemeClr val="accent4"/>
                    </a:solidFill>
                  </a:tcPr>
                </a:tc>
                <a:tc>
                  <a:txBody>
                    <a:bodyPr/>
                    <a:lstStyle/>
                    <a:p>
                      <a:r>
                        <a:rPr lang="fr-FR" sz="1100" i="1" dirty="0"/>
                        <a:t>Incompatible</a:t>
                      </a:r>
                    </a:p>
                  </a:txBody>
                  <a:tcPr anchor="ctr">
                    <a:solidFill>
                      <a:srgbClr val="FF0000"/>
                    </a:solidFill>
                  </a:tcPr>
                </a:tc>
                <a:extLst>
                  <a:ext uri="{0D108BD9-81ED-4DB2-BD59-A6C34878D82A}">
                    <a16:rowId xmlns:a16="http://schemas.microsoft.com/office/drawing/2014/main" val="3053299885"/>
                  </a:ext>
                </a:extLst>
              </a:tr>
            </a:tbl>
          </a:graphicData>
        </a:graphic>
      </p:graphicFrame>
    </p:spTree>
    <p:extLst>
      <p:ext uri="{BB962C8B-B14F-4D97-AF65-F5344CB8AC3E}">
        <p14:creationId xmlns:p14="http://schemas.microsoft.com/office/powerpoint/2010/main" val="40796302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339901" y="1719483"/>
            <a:ext cx="5153779" cy="4664064"/>
          </a:xfrm>
        </p:spPr>
        <p:txBody>
          <a:bodyPr/>
          <a:lstStyle/>
          <a:p>
            <a:r>
              <a:rPr lang="fr-FR" sz="1200" b="1" dirty="0">
                <a:latin typeface="Barlow" panose="00000500000000000000" pitchFamily="2" charset="0"/>
              </a:rPr>
              <a:t>V1.4.0.0 – 09/2025</a:t>
            </a:r>
          </a:p>
          <a:p>
            <a:pPr lvl="1">
              <a:spcBef>
                <a:spcPts val="0"/>
              </a:spcBef>
            </a:pPr>
            <a:r>
              <a:rPr lang="fr-FR" sz="1200" dirty="0">
                <a:latin typeface="Barlow" panose="00000500000000000000" pitchFamily="2" charset="0"/>
              </a:rPr>
              <a:t>Support de l’affichage des judokas engagés</a:t>
            </a:r>
          </a:p>
          <a:p>
            <a:pPr lvl="1">
              <a:spcBef>
                <a:spcPts val="0"/>
              </a:spcBef>
            </a:pPr>
            <a:r>
              <a:rPr lang="fr-FR" sz="1200" dirty="0">
                <a:latin typeface="Barlow" panose="00000500000000000000" pitchFamily="2" charset="0"/>
              </a:rPr>
              <a:t>Correction d’anomalies</a:t>
            </a:r>
          </a:p>
          <a:p>
            <a:pPr lvl="1">
              <a:spcBef>
                <a:spcPts val="0"/>
              </a:spcBef>
            </a:pPr>
            <a:r>
              <a:rPr lang="fr-FR" sz="1200" dirty="0">
                <a:latin typeface="Barlow" panose="00000500000000000000" pitchFamily="2" charset="0"/>
              </a:rPr>
              <a:t>Optimisation de la vitesse de génération</a:t>
            </a:r>
          </a:p>
          <a:p>
            <a:pPr lvl="1">
              <a:spcBef>
                <a:spcPts val="0"/>
              </a:spcBef>
            </a:pPr>
            <a:endParaRPr lang="fr-FR" sz="1200" b="1" dirty="0">
              <a:latin typeface="Barlow" panose="00000500000000000000" pitchFamily="2" charset="0"/>
            </a:endParaRPr>
          </a:p>
          <a:p>
            <a:r>
              <a:rPr lang="fr-FR" sz="1200" b="1" dirty="0">
                <a:latin typeface="Barlow" panose="00000500000000000000" pitchFamily="2" charset="0"/>
              </a:rPr>
              <a:t>V1.3.1.0 – 05/2025</a:t>
            </a:r>
          </a:p>
          <a:p>
            <a:pPr lvl="1">
              <a:spcBef>
                <a:spcPts val="0"/>
              </a:spcBef>
            </a:pPr>
            <a:r>
              <a:rPr lang="fr-FR" sz="1200" dirty="0">
                <a:latin typeface="Barlow" panose="00000500000000000000" pitchFamily="2" charset="0"/>
              </a:rPr>
              <a:t>Prise en charge des équipes mixtes</a:t>
            </a:r>
          </a:p>
          <a:p>
            <a:pPr lvl="1">
              <a:spcBef>
                <a:spcPts val="0"/>
              </a:spcBef>
            </a:pPr>
            <a:r>
              <a:rPr lang="fr-FR" sz="1200" dirty="0">
                <a:latin typeface="Barlow" panose="00000500000000000000" pitchFamily="2" charset="0"/>
              </a:rPr>
              <a:t>Correction d’anomalies</a:t>
            </a:r>
          </a:p>
          <a:p>
            <a:pPr lvl="1">
              <a:spcBef>
                <a:spcPts val="0"/>
              </a:spcBef>
            </a:pPr>
            <a:endParaRPr lang="fr-FR" sz="1200" b="1" dirty="0">
              <a:latin typeface="Barlow" panose="00000500000000000000" pitchFamily="2" charset="0"/>
            </a:endParaRPr>
          </a:p>
          <a:p>
            <a:r>
              <a:rPr lang="fr-FR" sz="1200" b="1" dirty="0">
                <a:latin typeface="Barlow" panose="00000500000000000000" pitchFamily="2" charset="0"/>
              </a:rPr>
              <a:t>v1.3.0.3 – 03/2025</a:t>
            </a:r>
          </a:p>
          <a:p>
            <a:pPr lvl="1">
              <a:spcBef>
                <a:spcPts val="0"/>
              </a:spcBef>
            </a:pPr>
            <a:r>
              <a:rPr lang="fr-FR" sz="1200" dirty="0">
                <a:latin typeface="Barlow" panose="00000500000000000000" pitchFamily="2" charset="0"/>
              </a:rPr>
              <a:t>Correction des problèmes de synchronisations sur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Correction de problèmes mineurs d’affichage</a:t>
            </a:r>
          </a:p>
          <a:p>
            <a:pPr lvl="1">
              <a:spcBef>
                <a:spcPts val="0"/>
              </a:spcBef>
            </a:pPr>
            <a:r>
              <a:rPr lang="fr-FR" sz="1200" dirty="0">
                <a:latin typeface="Barlow" panose="00000500000000000000" pitchFamily="2" charset="0"/>
              </a:rPr>
              <a:t>Modification de répertoire de travail par défaut</a:t>
            </a:r>
          </a:p>
          <a:p>
            <a:pPr lvl="1">
              <a:spcBef>
                <a:spcPts val="0"/>
              </a:spcBef>
            </a:pPr>
            <a:endParaRPr lang="fr-FR" sz="1200" dirty="0">
              <a:latin typeface="Barlow" panose="00000500000000000000" pitchFamily="2" charset="0"/>
            </a:endParaRPr>
          </a:p>
          <a:p>
            <a:r>
              <a:rPr lang="fr-FR" sz="1200" b="1" dirty="0">
                <a:latin typeface="Barlow" panose="00000500000000000000" pitchFamily="2" charset="0"/>
              </a:rPr>
              <a:t>v1.3.0.0 – 01/12/2024</a:t>
            </a:r>
          </a:p>
          <a:p>
            <a:pPr lvl="1">
              <a:spcBef>
                <a:spcPts val="0"/>
              </a:spcBef>
            </a:pPr>
            <a:r>
              <a:rPr lang="fr-FR" sz="1200" dirty="0">
                <a:latin typeface="Barlow" panose="00000500000000000000" pitchFamily="2" charset="0"/>
              </a:rPr>
              <a:t>Support du site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Fenêtre d’information</a:t>
            </a:r>
          </a:p>
          <a:p>
            <a:pPr lvl="1">
              <a:spcBef>
                <a:spcPts val="0"/>
              </a:spcBef>
            </a:pPr>
            <a:r>
              <a:rPr lang="fr-FR" sz="1200" dirty="0">
                <a:latin typeface="Barlow" panose="00000500000000000000" pitchFamily="2" charset="0"/>
              </a:rPr>
              <a:t>Export des données de diagnostique</a:t>
            </a:r>
          </a:p>
          <a:p>
            <a:pPr lvl="1">
              <a:spcBef>
                <a:spcPts val="0"/>
              </a:spcBef>
            </a:pPr>
            <a:r>
              <a:rPr lang="fr-FR" sz="1200" dirty="0">
                <a:latin typeface="Barlow" panose="00000500000000000000" pitchFamily="2" charset="0"/>
              </a:rPr>
              <a:t>Correction de bugs divers</a:t>
            </a:r>
          </a:p>
          <a:p>
            <a:pPr lvl="1">
              <a:spcBef>
                <a:spcPts val="0"/>
              </a:spcBef>
            </a:pPr>
            <a:r>
              <a:rPr lang="fr-FR" sz="1200" dirty="0">
                <a:latin typeface="Barlow" panose="00000500000000000000" pitchFamily="2" charset="0"/>
              </a:rPr>
              <a:t>Ajout de la possibilité d’ajouter un logo personnalisé</a:t>
            </a:r>
          </a:p>
          <a:p>
            <a:pPr lvl="1">
              <a:spcBef>
                <a:spcPts val="0"/>
              </a:spcBef>
            </a:pPr>
            <a:r>
              <a:rPr lang="fr-FR" sz="1200" dirty="0">
                <a:latin typeface="Barlow" panose="00000500000000000000" pitchFamily="2" charset="0"/>
              </a:rPr>
              <a:t>Gestion des URLs longues</a:t>
            </a:r>
          </a:p>
          <a:p>
            <a:pPr lvl="1">
              <a:spcBef>
                <a:spcPts val="0"/>
              </a:spcBef>
            </a:pPr>
            <a:r>
              <a:rPr lang="fr-FR" sz="1200" dirty="0">
                <a:latin typeface="Barlow" panose="00000500000000000000" pitchFamily="2" charset="0"/>
              </a:rPr>
              <a:t>Prise en compte des Yukos</a:t>
            </a:r>
          </a:p>
          <a:p>
            <a:endParaRPr lang="fr-FR" sz="1200" b="1" dirty="0">
              <a:latin typeface="Barlow" panose="00000500000000000000" pitchFamily="2" charset="0"/>
            </a:endParaRPr>
          </a:p>
          <a:p>
            <a:r>
              <a:rPr lang="fr-FR" sz="1200" b="1" dirty="0">
                <a:latin typeface="Barlow" panose="00000500000000000000" pitchFamily="2" charset="0"/>
              </a:rPr>
              <a:t>v1.2.1.0 – 20/04/2024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
        <p:nvSpPr>
          <p:cNvPr id="3" name="Espace réservé du texte 1">
            <a:extLst>
              <a:ext uri="{FF2B5EF4-FFF2-40B4-BE49-F238E27FC236}">
                <a16:creationId xmlns:a16="http://schemas.microsoft.com/office/drawing/2014/main" id="{B3EE5219-3DA4-F35F-1D3D-92C34915FD0A}"/>
              </a:ext>
            </a:extLst>
          </p:cNvPr>
          <p:cNvSpPr txBox="1">
            <a:spLocks/>
          </p:cNvSpPr>
          <p:nvPr/>
        </p:nvSpPr>
        <p:spPr>
          <a:xfrm>
            <a:off x="5833582" y="1508722"/>
            <a:ext cx="6277729" cy="4368956"/>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endParaRPr lang="fr-FR" sz="1200" b="1" dirty="0">
              <a:latin typeface="Barlow" panose="00000500000000000000" pitchFamily="2" charset="0"/>
            </a:endParaRPr>
          </a:p>
          <a:p>
            <a:r>
              <a:rPr lang="fr-FR" sz="1200" b="1" dirty="0">
                <a:latin typeface="Barlow" panose="00000500000000000000" pitchFamily="2" charset="0"/>
              </a:rPr>
              <a:t>1.2.0.0 – 06/02/2024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endParaRPr lang="fr-FR" sz="1200" b="1" dirty="0">
              <a:latin typeface="Barlow" panose="00000500000000000000" pitchFamily="2" charset="0"/>
            </a:endParaRPr>
          </a:p>
          <a:p>
            <a:r>
              <a:rPr lang="fr-FR" sz="1200" b="1" dirty="0">
                <a:latin typeface="Barlow" panose="00000500000000000000" pitchFamily="2" charset="0"/>
              </a:rPr>
              <a:t>v1.1.1.3 – 06/12/2023</a:t>
            </a:r>
          </a:p>
          <a:p>
            <a:pPr lvl="1">
              <a:spcBef>
                <a:spcPts val="0"/>
              </a:spcBef>
            </a:pPr>
            <a:r>
              <a:rPr lang="fr-FR" sz="1200" dirty="0">
                <a:latin typeface="Barlow" panose="00000500000000000000" pitchFamily="2" charset="0"/>
              </a:rPr>
              <a:t>Correction du non affichage du </a:t>
            </a:r>
            <a:r>
              <a:rPr lang="fr-FR" sz="1200" dirty="0" err="1">
                <a:latin typeface="Barlow" panose="00000500000000000000" pitchFamily="2" charset="0"/>
              </a:rPr>
              <a:t>status</a:t>
            </a:r>
            <a:r>
              <a:rPr lang="fr-FR" sz="1200" dirty="0">
                <a:latin typeface="Barlow" panose="00000500000000000000" pitchFamily="2" charset="0"/>
              </a:rPr>
              <a:t> FTP en cas de nettoyage</a:t>
            </a:r>
          </a:p>
          <a:p>
            <a:pPr lvl="1">
              <a:spcBef>
                <a:spcPts val="0"/>
              </a:spcBef>
            </a:pPr>
            <a:r>
              <a:rPr lang="fr-FR" sz="1200" dirty="0">
                <a:latin typeface="Barlow" panose="00000500000000000000" pitchFamily="2" charset="0"/>
              </a:rPr>
              <a:t>Correction d'un bug FTP Not a Regular File en </a:t>
            </a:r>
            <a:r>
              <a:rPr lang="fr-FR" sz="1200" dirty="0" err="1">
                <a:latin typeface="Barlow" panose="00000500000000000000" pitchFamily="2" charset="0"/>
              </a:rPr>
              <a:t>debut</a:t>
            </a:r>
            <a:r>
              <a:rPr lang="fr-FR" sz="1200" dirty="0">
                <a:latin typeface="Barlow" panose="00000500000000000000" pitchFamily="2" charset="0"/>
              </a:rPr>
              <a:t> de </a:t>
            </a:r>
            <a:r>
              <a:rPr lang="fr-FR" sz="1200" dirty="0" err="1">
                <a:latin typeface="Barlow" panose="00000500000000000000" pitchFamily="2" charset="0"/>
              </a:rPr>
              <a:t>competition</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v1.1.1.2 – 25/11/2023</a:t>
            </a:r>
          </a:p>
          <a:p>
            <a:pPr lvl="1">
              <a:spcBef>
                <a:spcPts val="0"/>
              </a:spcBef>
            </a:pPr>
            <a:r>
              <a:rPr lang="fr-FR" sz="1200" dirty="0">
                <a:latin typeface="Barlow" panose="00000500000000000000" pitchFamily="2" charset="0"/>
              </a:rPr>
              <a:t>Correction anomalie en cas d'écartement Ligue</a:t>
            </a:r>
          </a:p>
          <a:p>
            <a:endParaRPr lang="fr-FR" sz="1200" b="1" dirty="0">
              <a:latin typeface="Barlow" panose="00000500000000000000" pitchFamily="2" charset="0"/>
            </a:endParaRPr>
          </a:p>
          <a:p>
            <a:r>
              <a:rPr lang="fr-FR" sz="1200" b="1" dirty="0">
                <a:latin typeface="Barlow" panose="00000500000000000000" pitchFamily="2" charset="0"/>
              </a:rPr>
              <a:t>v1.1.1.1 – 23/11/2023</a:t>
            </a:r>
          </a:p>
          <a:p>
            <a:pPr lvl="1">
              <a:spcBef>
                <a:spcPts val="0"/>
              </a:spcBef>
            </a:pPr>
            <a:r>
              <a:rPr lang="fr-FR" sz="1200" dirty="0">
                <a:latin typeface="Barlow" panose="00000500000000000000" pitchFamily="2" charset="0"/>
              </a:rPr>
              <a:t>Prise en compte des certificats serveurs auto approuvés</a:t>
            </a:r>
          </a:p>
          <a:p>
            <a:endParaRPr lang="fr-FR" sz="1200" b="1" dirty="0">
              <a:latin typeface="Barlow" panose="00000500000000000000" pitchFamily="2" charset="0"/>
            </a:endParaRPr>
          </a:p>
          <a:p>
            <a:r>
              <a:rPr lang="fr-FR" sz="1200" b="1" dirty="0">
                <a:latin typeface="Barlow" panose="00000500000000000000" pitchFamily="2" charset="0"/>
              </a:rPr>
              <a:t>v1.1.1.0 – 22/10/2023</a:t>
            </a:r>
          </a:p>
          <a:p>
            <a:pPr lvl="1">
              <a:spcBef>
                <a:spcPts val="0"/>
              </a:spcBef>
            </a:pPr>
            <a:r>
              <a:rPr lang="fr-FR" sz="1200" dirty="0">
                <a:latin typeface="Barlow" panose="00000500000000000000" pitchFamily="2" charset="0"/>
              </a:rPr>
              <a:t>Migration vers Installeur </a:t>
            </a:r>
            <a:r>
              <a:rPr lang="fr-FR" sz="1200" dirty="0" err="1">
                <a:latin typeface="Barlow" panose="00000500000000000000" pitchFamily="2" charset="0"/>
              </a:rPr>
              <a:t>innoSetup</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v1.1.0.0 – 19/09/2023</a:t>
            </a:r>
          </a:p>
          <a:p>
            <a:pPr lvl="1">
              <a:spcBef>
                <a:spcPts val="0"/>
              </a:spcBef>
            </a:pPr>
            <a:r>
              <a:rPr lang="fr-FR" sz="1200" dirty="0">
                <a:latin typeface="Barlow" panose="00000500000000000000" pitchFamily="2" charset="0"/>
              </a:rPr>
              <a:t>Modernisation du design du site web (changement de librairie vers W3.CSS).</a:t>
            </a:r>
          </a:p>
          <a:p>
            <a:pPr lvl="1">
              <a:spcBef>
                <a:spcPts val="0"/>
              </a:spcBef>
            </a:pPr>
            <a:r>
              <a:rPr lang="fr-FR" sz="1200" dirty="0">
                <a:latin typeface="Barlow" panose="00000500000000000000" pitchFamily="2" charset="0"/>
              </a:rPr>
              <a:t>Amélioration de la gestion FTP</a:t>
            </a:r>
          </a:p>
          <a:p>
            <a:endParaRPr lang="fr-FR" sz="1200" b="1" dirty="0">
              <a:latin typeface="Barlow" panose="00000500000000000000" pitchFamily="2" charset="0"/>
            </a:endParaRPr>
          </a:p>
          <a:p>
            <a:r>
              <a:rPr lang="fr-FR" sz="1200" b="1" dirty="0">
                <a:latin typeface="Barlow" panose="00000500000000000000" pitchFamily="2" charset="0"/>
              </a:rPr>
              <a:t>v1.0.0.0 – 25/04/2023</a:t>
            </a:r>
          </a:p>
          <a:p>
            <a:pPr lvl="1">
              <a:spcBef>
                <a:spcPts val="0"/>
              </a:spcBef>
            </a:pPr>
            <a:r>
              <a:rPr lang="fr-FR" sz="1200" dirty="0">
                <a:latin typeface="Barlow" panose="00000500000000000000" pitchFamily="2" charset="0"/>
              </a:rPr>
              <a:t>Version initiale</a:t>
            </a:r>
          </a:p>
        </p:txBody>
      </p:sp>
    </p:spTree>
    <p:extLst>
      <p:ext uri="{BB962C8B-B14F-4D97-AF65-F5344CB8AC3E}">
        <p14:creationId xmlns:p14="http://schemas.microsoft.com/office/powerpoint/2010/main" val="210242704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294171" y="2705491"/>
            <a:ext cx="5648329" cy="2692716"/>
          </a:xfrm>
        </p:spPr>
        <p:txBody>
          <a:bodyPr/>
          <a:lstStyle/>
          <a:p>
            <a:pPr marL="101598" indent="0">
              <a:buNone/>
            </a:pPr>
            <a:r>
              <a:rPr lang="fr-FR" b="1" dirty="0"/>
              <a:t>Icones communs</a:t>
            </a:r>
          </a:p>
          <a:p>
            <a:pPr lvl="1">
              <a:lnSpc>
                <a:spcPct val="150000"/>
              </a:lnSpc>
            </a:pPr>
            <a:r>
              <a:rPr lang="fr-FR" sz="2000" dirty="0"/>
              <a:t>Ouvre le panneau de navigation</a:t>
            </a:r>
          </a:p>
          <a:p>
            <a:pPr lvl="1">
              <a:lnSpc>
                <a:spcPct val="150000"/>
              </a:lnSpc>
            </a:pPr>
            <a:r>
              <a:rPr lang="fr-FR" sz="2000" dirty="0"/>
              <a:t>Déplie une zone d’affichage masquée</a:t>
            </a:r>
          </a:p>
          <a:p>
            <a:pPr lvl="1">
              <a:lnSpc>
                <a:spcPct val="150000"/>
              </a:lnSpc>
            </a:pPr>
            <a:r>
              <a:rPr lang="fr-FR" sz="2000" dirty="0"/>
              <a:t>Replie une zone d’affichage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2"/>
          <a:srcRect r="93167" b="81568"/>
          <a:stretch/>
        </p:blipFill>
        <p:spPr>
          <a:xfrm>
            <a:off x="582477" y="3207350"/>
            <a:ext cx="390526" cy="423110"/>
          </a:xfrm>
          <a:prstGeom prst="rect">
            <a:avLst/>
          </a:prstGeom>
        </p:spPr>
      </p:pic>
      <p:pic>
        <p:nvPicPr>
          <p:cNvPr id="93" name="Image 92">
            <a:extLst>
              <a:ext uri="{FF2B5EF4-FFF2-40B4-BE49-F238E27FC236}">
                <a16:creationId xmlns:a16="http://schemas.microsoft.com/office/drawing/2014/main" id="{5CA17C80-E623-1F6D-0B3B-1C4BAB12603F}"/>
              </a:ext>
            </a:extLst>
          </p:cNvPr>
          <p:cNvPicPr>
            <a:picLocks noChangeAspect="1"/>
          </p:cNvPicPr>
          <p:nvPr/>
        </p:nvPicPr>
        <p:blipFill rotWithShape="1">
          <a:blip r:embed="rId3"/>
          <a:srcRect l="4066" t="28114" r="92396" b="66858"/>
          <a:stretch/>
        </p:blipFill>
        <p:spPr>
          <a:xfrm>
            <a:off x="607243" y="4298044"/>
            <a:ext cx="375825" cy="423110"/>
          </a:xfrm>
          <a:prstGeom prst="rect">
            <a:avLst/>
          </a:prstGeom>
        </p:spPr>
      </p:pic>
      <p:pic>
        <p:nvPicPr>
          <p:cNvPr id="95" name="Image 94">
            <a:extLst>
              <a:ext uri="{FF2B5EF4-FFF2-40B4-BE49-F238E27FC236}">
                <a16:creationId xmlns:a16="http://schemas.microsoft.com/office/drawing/2014/main" id="{984867CE-3E59-9C52-93FB-A0A9C0CD7583}"/>
              </a:ext>
            </a:extLst>
          </p:cNvPr>
          <p:cNvPicPr>
            <a:picLocks noChangeAspect="1"/>
          </p:cNvPicPr>
          <p:nvPr/>
        </p:nvPicPr>
        <p:blipFill rotWithShape="1">
          <a:blip r:embed="rId4"/>
          <a:srcRect l="4114" t="72819" r="92274" b="17419"/>
          <a:stretch/>
        </p:blipFill>
        <p:spPr>
          <a:xfrm>
            <a:off x="607243" y="3779112"/>
            <a:ext cx="365760" cy="370280"/>
          </a:xfrm>
          <a:prstGeom prst="rect">
            <a:avLst/>
          </a:prstGeom>
        </p:spPr>
      </p:pic>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5"/>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50" y="1520147"/>
            <a:ext cx="5125528" cy="4588254"/>
          </a:xfrm>
          <a:prstGeom prst="rect">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solidFill>
                  <a:schemeClr val="lt1"/>
                </a:solidFill>
              </a:rPr>
              <a:t>Affichage des informations</a:t>
            </a:r>
          </a:p>
        </p:txBody>
      </p:sp>
      <p:sp>
        <p:nvSpPr>
          <p:cNvPr id="99" name="Légende : encadrée à une bordure 98">
            <a:extLst>
              <a:ext uri="{FF2B5EF4-FFF2-40B4-BE49-F238E27FC236}">
                <a16:creationId xmlns:a16="http://schemas.microsoft.com/office/drawing/2014/main" id="{3C9B238E-A3E8-0741-3EC5-FFAFFCE4A2F9}"/>
              </a:ext>
            </a:extLst>
          </p:cNvPr>
          <p:cNvSpPr/>
          <p:nvPr/>
        </p:nvSpPr>
        <p:spPr>
          <a:xfrm flipH="1">
            <a:off x="3873260" y="5804245"/>
            <a:ext cx="2309004" cy="436961"/>
          </a:xfrm>
          <a:prstGeom prst="accentBorderCallout1">
            <a:avLst>
              <a:gd name="adj1" fmla="val 18750"/>
              <a:gd name="adj2" fmla="val -8333"/>
              <a:gd name="adj3" fmla="val 116381"/>
              <a:gd name="adj4" fmla="val -9052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Date et heure de génération de la page</a:t>
            </a: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Légende : encadrée à une bordure 102">
            <a:extLst>
              <a:ext uri="{FF2B5EF4-FFF2-40B4-BE49-F238E27FC236}">
                <a16:creationId xmlns:a16="http://schemas.microsoft.com/office/drawing/2014/main" id="{F64F9F6D-CE22-254B-E61B-658E501A5F75}"/>
              </a:ext>
            </a:extLst>
          </p:cNvPr>
          <p:cNvSpPr/>
          <p:nvPr/>
        </p:nvSpPr>
        <p:spPr>
          <a:xfrm flipH="1">
            <a:off x="4386639" y="1719483"/>
            <a:ext cx="1709361" cy="579970"/>
          </a:xfrm>
          <a:prstGeom prst="accentBorderCallout1">
            <a:avLst>
              <a:gd name="adj1" fmla="val 18750"/>
              <a:gd name="adj2" fmla="val -8333"/>
              <a:gd name="adj3" fmla="val -42724"/>
              <a:gd name="adj4" fmla="val -306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104" name="Légende : encadrée à une bordure 103">
            <a:extLst>
              <a:ext uri="{FF2B5EF4-FFF2-40B4-BE49-F238E27FC236}">
                <a16:creationId xmlns:a16="http://schemas.microsoft.com/office/drawing/2014/main" id="{5A54C490-7140-FC0A-C192-022E3030A5F2}"/>
              </a:ext>
            </a:extLst>
          </p:cNvPr>
          <p:cNvSpPr/>
          <p:nvPr/>
        </p:nvSpPr>
        <p:spPr>
          <a:xfrm flipH="1">
            <a:off x="6923276" y="506826"/>
            <a:ext cx="2309004" cy="436961"/>
          </a:xfrm>
          <a:prstGeom prst="accentBorderCallout1">
            <a:avLst>
              <a:gd name="adj1" fmla="val 18750"/>
              <a:gd name="adj2" fmla="val -8333"/>
              <a:gd name="adj3" fmla="val 181529"/>
              <a:gd name="adj4" fmla="val -7931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Logo sélectionné</a:t>
            </a:r>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158388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2433261" y="2229973"/>
            <a:ext cx="2114550" cy="3152674"/>
          </a:xfrm>
          <a:prstGeom prst="roundRect">
            <a:avLst>
              <a:gd name="adj" fmla="val 5969"/>
            </a:avLst>
          </a:prstGeom>
        </p:spPr>
        <p:style>
          <a:lnRef idx="2">
            <a:schemeClr val="accent5"/>
          </a:lnRef>
          <a:fillRef idx="1">
            <a:schemeClr val="lt1"/>
          </a:fillRef>
          <a:effectRef idx="0">
            <a:schemeClr val="accent5"/>
          </a:effectRef>
          <a:fontRef idx="minor">
            <a:schemeClr val="dk1"/>
          </a:fontRef>
        </p:style>
        <p:txBody>
          <a:bodyPr rtlCol="0" anchor="ctr"/>
          <a:lstStyle/>
          <a:p>
            <a:pPr algn="r"/>
            <a:endParaRPr lang="fr-FR" dirty="0"/>
          </a:p>
        </p:txBody>
      </p:sp>
      <p:pic>
        <p:nvPicPr>
          <p:cNvPr id="10" name="Image 9">
            <a:extLst>
              <a:ext uri="{FF2B5EF4-FFF2-40B4-BE49-F238E27FC236}">
                <a16:creationId xmlns:a16="http://schemas.microsoft.com/office/drawing/2014/main" id="{804C31F6-97C4-3A6E-A46D-53FB6E1EBDB9}"/>
              </a:ext>
            </a:extLst>
          </p:cNvPr>
          <p:cNvPicPr>
            <a:picLocks noChangeAspect="1"/>
          </p:cNvPicPr>
          <p:nvPr/>
        </p:nvPicPr>
        <p:blipFill>
          <a:blip r:embed="rId2"/>
          <a:stretch>
            <a:fillRect/>
          </a:stretch>
        </p:blipFill>
        <p:spPr>
          <a:xfrm>
            <a:off x="2828920" y="2943180"/>
            <a:ext cx="1361973" cy="2218472"/>
          </a:xfrm>
          <a:prstGeom prst="rect">
            <a:avLst/>
          </a:prstGeom>
        </p:spPr>
      </p:pic>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D90452C1-256C-09A6-C01D-DC1678FCD034}"/>
              </a:ext>
            </a:extLst>
          </p:cNvPr>
          <p:cNvSpPr/>
          <p:nvPr/>
        </p:nvSpPr>
        <p:spPr>
          <a:xfrm>
            <a:off x="6162353" y="3993899"/>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 (choix de catégorie)</a:t>
            </a:r>
          </a:p>
        </p:txBody>
      </p:sp>
      <p:sp>
        <p:nvSpPr>
          <p:cNvPr id="5" name="Rectangle : coins arrondis 4">
            <a:extLst>
              <a:ext uri="{FF2B5EF4-FFF2-40B4-BE49-F238E27FC236}">
                <a16:creationId xmlns:a16="http://schemas.microsoft.com/office/drawing/2014/main" id="{D9CAF4C6-5999-859E-C196-29EBBE376E89}"/>
              </a:ext>
            </a:extLst>
          </p:cNvPr>
          <p:cNvSpPr/>
          <p:nvPr/>
        </p:nvSpPr>
        <p:spPr>
          <a:xfrm>
            <a:off x="9405671" y="2683257"/>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Tableaux de catégorie</a:t>
            </a:r>
          </a:p>
        </p:txBody>
      </p:sp>
      <p:sp>
        <p:nvSpPr>
          <p:cNvPr id="7" name="Rectangle : coins arrondis 6">
            <a:extLst>
              <a:ext uri="{FF2B5EF4-FFF2-40B4-BE49-F238E27FC236}">
                <a16:creationId xmlns:a16="http://schemas.microsoft.com/office/drawing/2014/main" id="{7087A589-9FC2-FD64-65CC-811A39D1A8CA}"/>
              </a:ext>
            </a:extLst>
          </p:cNvPr>
          <p:cNvSpPr/>
          <p:nvPr/>
        </p:nvSpPr>
        <p:spPr>
          <a:xfrm>
            <a:off x="9405672" y="3541250"/>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cxnSp>
        <p:nvCxnSpPr>
          <p:cNvPr id="11" name="Connecteur : en angle 10">
            <a:extLst>
              <a:ext uri="{FF2B5EF4-FFF2-40B4-BE49-F238E27FC236}">
                <a16:creationId xmlns:a16="http://schemas.microsoft.com/office/drawing/2014/main" id="{FFA146B2-0AD5-25A5-27D4-F4F7A616D96B}"/>
              </a:ext>
            </a:extLst>
          </p:cNvPr>
          <p:cNvCxnSpPr>
            <a:cxnSpLocks/>
            <a:stCxn id="3" idx="3"/>
            <a:endCxn id="5" idx="1"/>
          </p:cNvCxnSpPr>
          <p:nvPr/>
        </p:nvCxnSpPr>
        <p:spPr>
          <a:xfrm flipV="1">
            <a:off x="7791129" y="2947457"/>
            <a:ext cx="1614542" cy="131064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eur : en angle 10">
            <a:extLst>
              <a:ext uri="{FF2B5EF4-FFF2-40B4-BE49-F238E27FC236}">
                <a16:creationId xmlns:a16="http://schemas.microsoft.com/office/drawing/2014/main" id="{F6AEDAB8-958C-A269-370A-EBE3EDB20C7B}"/>
              </a:ext>
            </a:extLst>
          </p:cNvPr>
          <p:cNvCxnSpPr>
            <a:cxnSpLocks/>
            <a:stCxn id="3" idx="3"/>
            <a:endCxn id="7" idx="1"/>
          </p:cNvCxnSpPr>
          <p:nvPr/>
        </p:nvCxnSpPr>
        <p:spPr>
          <a:xfrm flipV="1">
            <a:off x="7791129" y="3805450"/>
            <a:ext cx="1614543" cy="45264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 coins arrondis 18">
            <a:extLst>
              <a:ext uri="{FF2B5EF4-FFF2-40B4-BE49-F238E27FC236}">
                <a16:creationId xmlns:a16="http://schemas.microsoft.com/office/drawing/2014/main" id="{769E8D03-59A6-5087-F0D8-84B291608D41}"/>
              </a:ext>
            </a:extLst>
          </p:cNvPr>
          <p:cNvSpPr/>
          <p:nvPr/>
        </p:nvSpPr>
        <p:spPr>
          <a:xfrm>
            <a:off x="2433261" y="2229973"/>
            <a:ext cx="2114550" cy="6336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r"/>
            <a:r>
              <a:rPr lang="fr-FR" dirty="0"/>
              <a:t>Panneau de navigation</a:t>
            </a:r>
          </a:p>
        </p:txBody>
      </p:sp>
      <p:sp>
        <p:nvSpPr>
          <p:cNvPr id="25" name="Rectangle : coins arrondis 24">
            <a:extLst>
              <a:ext uri="{FF2B5EF4-FFF2-40B4-BE49-F238E27FC236}">
                <a16:creationId xmlns:a16="http://schemas.microsoft.com/office/drawing/2014/main" id="{0C6E0737-9FE9-FC29-31A7-48016C78A949}"/>
              </a:ext>
            </a:extLst>
          </p:cNvPr>
          <p:cNvSpPr/>
          <p:nvPr/>
        </p:nvSpPr>
        <p:spPr>
          <a:xfrm>
            <a:off x="6162353" y="4857950"/>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 (choix de catégorie)</a:t>
            </a:r>
          </a:p>
        </p:txBody>
      </p:sp>
      <p:sp>
        <p:nvSpPr>
          <p:cNvPr id="27" name="Rectangle : coins arrondis 26">
            <a:extLst>
              <a:ext uri="{FF2B5EF4-FFF2-40B4-BE49-F238E27FC236}">
                <a16:creationId xmlns:a16="http://schemas.microsoft.com/office/drawing/2014/main" id="{DBDE66BA-AC85-87E6-72A1-F65241124F0A}"/>
              </a:ext>
            </a:extLst>
          </p:cNvPr>
          <p:cNvSpPr/>
          <p:nvPr/>
        </p:nvSpPr>
        <p:spPr>
          <a:xfrm>
            <a:off x="9205646" y="4505366"/>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cxnSp>
        <p:nvCxnSpPr>
          <p:cNvPr id="28" name="Connecteur : en angle 10">
            <a:extLst>
              <a:ext uri="{FF2B5EF4-FFF2-40B4-BE49-F238E27FC236}">
                <a16:creationId xmlns:a16="http://schemas.microsoft.com/office/drawing/2014/main" id="{BE64697A-1A40-BDC4-E8D6-AD8CD65F48AA}"/>
              </a:ext>
            </a:extLst>
          </p:cNvPr>
          <p:cNvCxnSpPr>
            <a:cxnSpLocks/>
            <a:stCxn id="25" idx="3"/>
            <a:endCxn id="27" idx="1"/>
          </p:cNvCxnSpPr>
          <p:nvPr/>
        </p:nvCxnSpPr>
        <p:spPr>
          <a:xfrm flipV="1">
            <a:off x="7791129" y="4769566"/>
            <a:ext cx="1414517" cy="352584"/>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 coins arrondis 33">
            <a:extLst>
              <a:ext uri="{FF2B5EF4-FFF2-40B4-BE49-F238E27FC236}">
                <a16:creationId xmlns:a16="http://schemas.microsoft.com/office/drawing/2014/main" id="{2A9E8854-3740-AEB4-DA1E-41A230566829}"/>
              </a:ext>
            </a:extLst>
          </p:cNvPr>
          <p:cNvSpPr/>
          <p:nvPr/>
        </p:nvSpPr>
        <p:spPr>
          <a:xfrm>
            <a:off x="6162353" y="1401746"/>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sp>
        <p:nvSpPr>
          <p:cNvPr id="36" name="Rectangle : coins arrondis 35">
            <a:extLst>
              <a:ext uri="{FF2B5EF4-FFF2-40B4-BE49-F238E27FC236}">
                <a16:creationId xmlns:a16="http://schemas.microsoft.com/office/drawing/2014/main" id="{1C05EB99-8F3D-FB84-32E4-476022E4C2CD}"/>
              </a:ext>
            </a:extLst>
          </p:cNvPr>
          <p:cNvSpPr/>
          <p:nvPr/>
        </p:nvSpPr>
        <p:spPr>
          <a:xfrm>
            <a:off x="6038528" y="2265797"/>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37" name="Rectangle : coins arrondis 36">
            <a:extLst>
              <a:ext uri="{FF2B5EF4-FFF2-40B4-BE49-F238E27FC236}">
                <a16:creationId xmlns:a16="http://schemas.microsoft.com/office/drawing/2014/main" id="{5D15D911-2337-C4AF-9F0A-FEF9DEA4E2D8}"/>
              </a:ext>
            </a:extLst>
          </p:cNvPr>
          <p:cNvSpPr/>
          <p:nvPr/>
        </p:nvSpPr>
        <p:spPr>
          <a:xfrm>
            <a:off x="9256725" y="1544620"/>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3"/>
          <a:srcRect r="93167" b="81568"/>
          <a:stretch/>
        </p:blipFill>
        <p:spPr>
          <a:xfrm>
            <a:off x="2527757" y="2335243"/>
            <a:ext cx="390526" cy="423110"/>
          </a:xfrm>
          <a:prstGeom prst="rect">
            <a:avLst/>
          </a:prstGeom>
        </p:spPr>
      </p:pic>
      <p:sp>
        <p:nvSpPr>
          <p:cNvPr id="41" name="Rectangle 40">
            <a:extLst>
              <a:ext uri="{FF2B5EF4-FFF2-40B4-BE49-F238E27FC236}">
                <a16:creationId xmlns:a16="http://schemas.microsoft.com/office/drawing/2014/main" id="{5891178D-4FE8-B5B9-12D6-443C5C6AE7BE}"/>
              </a:ext>
            </a:extLst>
          </p:cNvPr>
          <p:cNvSpPr/>
          <p:nvPr/>
        </p:nvSpPr>
        <p:spPr>
          <a:xfrm>
            <a:off x="2527757" y="2319223"/>
            <a:ext cx="390526" cy="43913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Légende : encadrée à une bordure 41">
            <a:extLst>
              <a:ext uri="{FF2B5EF4-FFF2-40B4-BE49-F238E27FC236}">
                <a16:creationId xmlns:a16="http://schemas.microsoft.com/office/drawing/2014/main" id="{7550A1AB-563A-55C2-7F20-8E0C0D19C8FA}"/>
              </a:ext>
            </a:extLst>
          </p:cNvPr>
          <p:cNvSpPr/>
          <p:nvPr/>
        </p:nvSpPr>
        <p:spPr>
          <a:xfrm flipH="1">
            <a:off x="244237" y="1541505"/>
            <a:ext cx="1709361" cy="579970"/>
          </a:xfrm>
          <a:prstGeom prst="accentBorderCallout1">
            <a:avLst>
              <a:gd name="adj1" fmla="val 18750"/>
              <a:gd name="adj2" fmla="val -8333"/>
              <a:gd name="adj3" fmla="val 153041"/>
              <a:gd name="adj4" fmla="val -3941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43" name="Légende : encadrée à une bordure 42">
            <a:extLst>
              <a:ext uri="{FF2B5EF4-FFF2-40B4-BE49-F238E27FC236}">
                <a16:creationId xmlns:a16="http://schemas.microsoft.com/office/drawing/2014/main" id="{641B8D95-C47E-7E6A-F7D3-91CFC57DD04F}"/>
              </a:ext>
            </a:extLst>
          </p:cNvPr>
          <p:cNvSpPr/>
          <p:nvPr/>
        </p:nvSpPr>
        <p:spPr>
          <a:xfrm flipH="1">
            <a:off x="236417" y="2312910"/>
            <a:ext cx="1725000" cy="579970"/>
          </a:xfrm>
          <a:prstGeom prst="accentBorderCallout1">
            <a:avLst>
              <a:gd name="adj1" fmla="val 18750"/>
              <a:gd name="adj2" fmla="val -8333"/>
              <a:gd name="adj3" fmla="val 147358"/>
              <a:gd name="adj4" fmla="val -4823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le panneau de navigation</a:t>
            </a:r>
          </a:p>
        </p:txBody>
      </p:sp>
      <p:sp>
        <p:nvSpPr>
          <p:cNvPr id="45" name="Rectangle 44">
            <a:extLst>
              <a:ext uri="{FF2B5EF4-FFF2-40B4-BE49-F238E27FC236}">
                <a16:creationId xmlns:a16="http://schemas.microsoft.com/office/drawing/2014/main" id="{0202075A-7D15-48B2-A463-A3EB0139ECFF}"/>
              </a:ext>
            </a:extLst>
          </p:cNvPr>
          <p:cNvSpPr/>
          <p:nvPr/>
        </p:nvSpPr>
        <p:spPr>
          <a:xfrm>
            <a:off x="2816827" y="295473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Légende : encadrée à une bordure 45">
            <a:extLst>
              <a:ext uri="{FF2B5EF4-FFF2-40B4-BE49-F238E27FC236}">
                <a16:creationId xmlns:a16="http://schemas.microsoft.com/office/drawing/2014/main" id="{C09CB9CA-8341-9FBB-C112-D91E388B9806}"/>
              </a:ext>
            </a:extLst>
          </p:cNvPr>
          <p:cNvSpPr/>
          <p:nvPr/>
        </p:nvSpPr>
        <p:spPr>
          <a:xfrm flipH="1">
            <a:off x="236417" y="3084315"/>
            <a:ext cx="1725000" cy="710686"/>
          </a:xfrm>
          <a:prstGeom prst="accentBorderCallout1">
            <a:avLst>
              <a:gd name="adj1" fmla="val 18750"/>
              <a:gd name="adj2" fmla="val -8333"/>
              <a:gd name="adj3" fmla="val 65506"/>
              <a:gd name="adj4" fmla="val -497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Actualisation automatique de la page</a:t>
            </a:r>
          </a:p>
        </p:txBody>
      </p:sp>
      <p:sp>
        <p:nvSpPr>
          <p:cNvPr id="47" name="Rectangle 46">
            <a:extLst>
              <a:ext uri="{FF2B5EF4-FFF2-40B4-BE49-F238E27FC236}">
                <a16:creationId xmlns:a16="http://schemas.microsoft.com/office/drawing/2014/main" id="{0BDE8FF6-9B91-F39C-0C0B-F633F52AAA78}"/>
              </a:ext>
            </a:extLst>
          </p:cNvPr>
          <p:cNvSpPr/>
          <p:nvPr/>
        </p:nvSpPr>
        <p:spPr>
          <a:xfrm>
            <a:off x="2828921" y="330651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F213951C-A8F3-F5A3-AF7B-CBBAFFB38DF4}"/>
              </a:ext>
            </a:extLst>
          </p:cNvPr>
          <p:cNvSpPr/>
          <p:nvPr/>
        </p:nvSpPr>
        <p:spPr>
          <a:xfrm flipH="1">
            <a:off x="226261" y="5285039"/>
            <a:ext cx="1735155" cy="436961"/>
          </a:xfrm>
          <a:prstGeom prst="accentBorderCallout1">
            <a:avLst>
              <a:gd name="adj1" fmla="val 18750"/>
              <a:gd name="adj2" fmla="val -8333"/>
              <a:gd name="adj3" fmla="val -179649"/>
              <a:gd name="adj4" fmla="val -47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Position courante</a:t>
            </a:r>
          </a:p>
        </p:txBody>
      </p:sp>
      <p:sp>
        <p:nvSpPr>
          <p:cNvPr id="49" name="Rectangle 48">
            <a:extLst>
              <a:ext uri="{FF2B5EF4-FFF2-40B4-BE49-F238E27FC236}">
                <a16:creationId xmlns:a16="http://schemas.microsoft.com/office/drawing/2014/main" id="{299BFEDB-DFFE-B803-9C49-A866E55786A6}"/>
              </a:ext>
            </a:extLst>
          </p:cNvPr>
          <p:cNvSpPr/>
          <p:nvPr/>
        </p:nvSpPr>
        <p:spPr>
          <a:xfrm>
            <a:off x="2816827" y="4336833"/>
            <a:ext cx="1402743" cy="260635"/>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7EE7FD7E-D306-41D7-20DA-41609D50084B}"/>
              </a:ext>
            </a:extLst>
          </p:cNvPr>
          <p:cNvSpPr/>
          <p:nvPr/>
        </p:nvSpPr>
        <p:spPr>
          <a:xfrm>
            <a:off x="2828920" y="3631157"/>
            <a:ext cx="1356940" cy="426863"/>
          </a:xfrm>
          <a:custGeom>
            <a:avLst/>
            <a:gdLst>
              <a:gd name="connsiteX0" fmla="*/ 0 w 1356940"/>
              <a:gd name="connsiteY0" fmla="*/ 0 h 426863"/>
              <a:gd name="connsiteX1" fmla="*/ 479452 w 1356940"/>
              <a:gd name="connsiteY1" fmla="*/ 0 h 426863"/>
              <a:gd name="connsiteX2" fmla="*/ 904627 w 1356940"/>
              <a:gd name="connsiteY2" fmla="*/ 0 h 426863"/>
              <a:gd name="connsiteX3" fmla="*/ 1356940 w 1356940"/>
              <a:gd name="connsiteY3" fmla="*/ 0 h 426863"/>
              <a:gd name="connsiteX4" fmla="*/ 1356940 w 1356940"/>
              <a:gd name="connsiteY4" fmla="*/ 426863 h 426863"/>
              <a:gd name="connsiteX5" fmla="*/ 918196 w 1356940"/>
              <a:gd name="connsiteY5" fmla="*/ 426863 h 426863"/>
              <a:gd name="connsiteX6" fmla="*/ 438744 w 1356940"/>
              <a:gd name="connsiteY6" fmla="*/ 426863 h 426863"/>
              <a:gd name="connsiteX7" fmla="*/ 0 w 1356940"/>
              <a:gd name="connsiteY7" fmla="*/ 426863 h 426863"/>
              <a:gd name="connsiteX8" fmla="*/ 0 w 1356940"/>
              <a:gd name="connsiteY8" fmla="*/ 0 h 4268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940" h="426863"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66126" y="209487"/>
                  <a:pt x="1334543" y="217832"/>
                  <a:pt x="1356940" y="426863"/>
                </a:cubicBezTo>
                <a:cubicBezTo>
                  <a:pt x="1209653" y="451297"/>
                  <a:pt x="1042371" y="401582"/>
                  <a:pt x="918196" y="426863"/>
                </a:cubicBezTo>
                <a:cubicBezTo>
                  <a:pt x="794021" y="452144"/>
                  <a:pt x="535676" y="374443"/>
                  <a:pt x="438744" y="426863"/>
                </a:cubicBezTo>
                <a:cubicBezTo>
                  <a:pt x="341812" y="479283"/>
                  <a:pt x="148450" y="403986"/>
                  <a:pt x="0" y="426863"/>
                </a:cubicBezTo>
                <a:cubicBezTo>
                  <a:pt x="-33977" y="334677"/>
                  <a:pt x="3569" y="193072"/>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1" name="Rectangle 50">
            <a:extLst>
              <a:ext uri="{FF2B5EF4-FFF2-40B4-BE49-F238E27FC236}">
                <a16:creationId xmlns:a16="http://schemas.microsoft.com/office/drawing/2014/main" id="{8622F010-432B-653D-F3E2-E1ED13D4ADE6}"/>
              </a:ext>
            </a:extLst>
          </p:cNvPr>
          <p:cNvSpPr/>
          <p:nvPr/>
        </p:nvSpPr>
        <p:spPr>
          <a:xfrm>
            <a:off x="2806019" y="4111891"/>
            <a:ext cx="1369033" cy="213100"/>
          </a:xfrm>
          <a:custGeom>
            <a:avLst/>
            <a:gdLst>
              <a:gd name="connsiteX0" fmla="*/ 0 w 1369033"/>
              <a:gd name="connsiteY0" fmla="*/ 0 h 213100"/>
              <a:gd name="connsiteX1" fmla="*/ 483725 w 1369033"/>
              <a:gd name="connsiteY1" fmla="*/ 0 h 213100"/>
              <a:gd name="connsiteX2" fmla="*/ 912689 w 1369033"/>
              <a:gd name="connsiteY2" fmla="*/ 0 h 213100"/>
              <a:gd name="connsiteX3" fmla="*/ 1369033 w 1369033"/>
              <a:gd name="connsiteY3" fmla="*/ 0 h 213100"/>
              <a:gd name="connsiteX4" fmla="*/ 1369033 w 1369033"/>
              <a:gd name="connsiteY4" fmla="*/ 213100 h 213100"/>
              <a:gd name="connsiteX5" fmla="*/ 926379 w 1369033"/>
              <a:gd name="connsiteY5" fmla="*/ 213100 h 213100"/>
              <a:gd name="connsiteX6" fmla="*/ 442654 w 1369033"/>
              <a:gd name="connsiteY6" fmla="*/ 213100 h 213100"/>
              <a:gd name="connsiteX7" fmla="*/ 0 w 1369033"/>
              <a:gd name="connsiteY7" fmla="*/ 213100 h 213100"/>
              <a:gd name="connsiteX8" fmla="*/ 0 w 1369033"/>
              <a:gd name="connsiteY8" fmla="*/ 0 h 21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2" name="Légende : encadrée à une bordure 51">
            <a:extLst>
              <a:ext uri="{FF2B5EF4-FFF2-40B4-BE49-F238E27FC236}">
                <a16:creationId xmlns:a16="http://schemas.microsoft.com/office/drawing/2014/main" id="{4AB16756-4BA0-5875-5639-5011EC2AAE19}"/>
              </a:ext>
            </a:extLst>
          </p:cNvPr>
          <p:cNvSpPr/>
          <p:nvPr/>
        </p:nvSpPr>
        <p:spPr>
          <a:xfrm flipH="1">
            <a:off x="223224" y="3986436"/>
            <a:ext cx="1751385" cy="454039"/>
          </a:xfrm>
          <a:prstGeom prst="accentBorderCallout1">
            <a:avLst>
              <a:gd name="adj1" fmla="val 18750"/>
              <a:gd name="adj2" fmla="val -8333"/>
              <a:gd name="adj3" fmla="val -27179"/>
              <a:gd name="adj4" fmla="val -476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Prochains Combats »</a:t>
            </a:r>
          </a:p>
        </p:txBody>
      </p:sp>
      <p:sp>
        <p:nvSpPr>
          <p:cNvPr id="53" name="Légende : encadrée à une bordure 52">
            <a:extLst>
              <a:ext uri="{FF2B5EF4-FFF2-40B4-BE49-F238E27FC236}">
                <a16:creationId xmlns:a16="http://schemas.microsoft.com/office/drawing/2014/main" id="{09BCE489-1688-8FFE-E92F-EA2159D7E7B8}"/>
              </a:ext>
            </a:extLst>
          </p:cNvPr>
          <p:cNvSpPr/>
          <p:nvPr/>
        </p:nvSpPr>
        <p:spPr>
          <a:xfrm flipH="1">
            <a:off x="223224" y="4631910"/>
            <a:ext cx="1730374" cy="461694"/>
          </a:xfrm>
          <a:prstGeom prst="accentBorderCallout1">
            <a:avLst>
              <a:gd name="adj1" fmla="val 18750"/>
              <a:gd name="adj2" fmla="val -8333"/>
              <a:gd name="adj3" fmla="val -92500"/>
              <a:gd name="adj4" fmla="val -4917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Affectations »</a:t>
            </a:r>
          </a:p>
        </p:txBody>
      </p:sp>
      <p:sp>
        <p:nvSpPr>
          <p:cNvPr id="62" name="Rectangle : coins arrondis 61">
            <a:extLst>
              <a:ext uri="{FF2B5EF4-FFF2-40B4-BE49-F238E27FC236}">
                <a16:creationId xmlns:a16="http://schemas.microsoft.com/office/drawing/2014/main" id="{953607BB-9442-2079-0C90-254B1DC90A98}"/>
              </a:ext>
            </a:extLst>
          </p:cNvPr>
          <p:cNvSpPr/>
          <p:nvPr/>
        </p:nvSpPr>
        <p:spPr>
          <a:xfrm>
            <a:off x="6038528" y="3129848"/>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cxnSp>
        <p:nvCxnSpPr>
          <p:cNvPr id="68" name="Connecteur : en angle 10">
            <a:extLst>
              <a:ext uri="{FF2B5EF4-FFF2-40B4-BE49-F238E27FC236}">
                <a16:creationId xmlns:a16="http://schemas.microsoft.com/office/drawing/2014/main" id="{878B3B8F-E63F-BD2D-6EBD-CB8B0166520A}"/>
              </a:ext>
            </a:extLst>
          </p:cNvPr>
          <p:cNvCxnSpPr>
            <a:cxnSpLocks/>
            <a:stCxn id="36" idx="3"/>
            <a:endCxn id="37" idx="1"/>
          </p:cNvCxnSpPr>
          <p:nvPr/>
        </p:nvCxnSpPr>
        <p:spPr>
          <a:xfrm flipV="1">
            <a:off x="7914954" y="1808820"/>
            <a:ext cx="1341771" cy="721177"/>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 en angle 10">
            <a:extLst>
              <a:ext uri="{FF2B5EF4-FFF2-40B4-BE49-F238E27FC236}">
                <a16:creationId xmlns:a16="http://schemas.microsoft.com/office/drawing/2014/main" id="{C2E4F956-B629-5C36-EC78-0293767FC156}"/>
              </a:ext>
            </a:extLst>
          </p:cNvPr>
          <p:cNvCxnSpPr>
            <a:cxnSpLocks/>
            <a:endCxn id="62" idx="1"/>
          </p:cNvCxnSpPr>
          <p:nvPr/>
        </p:nvCxnSpPr>
        <p:spPr>
          <a:xfrm flipV="1">
            <a:off x="4174344" y="3394048"/>
            <a:ext cx="1864184" cy="809804"/>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Connecteur : en angle 10">
            <a:extLst>
              <a:ext uri="{FF2B5EF4-FFF2-40B4-BE49-F238E27FC236}">
                <a16:creationId xmlns:a16="http://schemas.microsoft.com/office/drawing/2014/main" id="{9D254EBC-91AD-48DA-5DE1-786E96CC1645}"/>
              </a:ext>
            </a:extLst>
          </p:cNvPr>
          <p:cNvCxnSpPr>
            <a:cxnSpLocks/>
          </p:cNvCxnSpPr>
          <p:nvPr/>
        </p:nvCxnSpPr>
        <p:spPr>
          <a:xfrm flipV="1">
            <a:off x="4126185" y="1815368"/>
            <a:ext cx="1892172" cy="1708050"/>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necteur : en angle 10">
            <a:extLst>
              <a:ext uri="{FF2B5EF4-FFF2-40B4-BE49-F238E27FC236}">
                <a16:creationId xmlns:a16="http://schemas.microsoft.com/office/drawing/2014/main" id="{7B514031-19A2-FF6C-2BA9-D74A5193D717}"/>
              </a:ext>
            </a:extLst>
          </p:cNvPr>
          <p:cNvCxnSpPr>
            <a:cxnSpLocks/>
            <a:endCxn id="36" idx="1"/>
          </p:cNvCxnSpPr>
          <p:nvPr/>
        </p:nvCxnSpPr>
        <p:spPr>
          <a:xfrm flipV="1">
            <a:off x="4186040" y="2529997"/>
            <a:ext cx="1852488" cy="1481308"/>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Connecteur : en angle 10">
            <a:extLst>
              <a:ext uri="{FF2B5EF4-FFF2-40B4-BE49-F238E27FC236}">
                <a16:creationId xmlns:a16="http://schemas.microsoft.com/office/drawing/2014/main" id="{046CCF46-7C12-8E11-2DBC-C29BFBB1EC66}"/>
              </a:ext>
            </a:extLst>
          </p:cNvPr>
          <p:cNvCxnSpPr>
            <a:cxnSpLocks/>
            <a:endCxn id="3" idx="1"/>
          </p:cNvCxnSpPr>
          <p:nvPr/>
        </p:nvCxnSpPr>
        <p:spPr>
          <a:xfrm flipV="1">
            <a:off x="4242471" y="4258099"/>
            <a:ext cx="1919882" cy="211994"/>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Connecteur : en angle 10">
            <a:extLst>
              <a:ext uri="{FF2B5EF4-FFF2-40B4-BE49-F238E27FC236}">
                <a16:creationId xmlns:a16="http://schemas.microsoft.com/office/drawing/2014/main" id="{F2B107B0-4656-2769-D7B9-D6E375032273}"/>
              </a:ext>
            </a:extLst>
          </p:cNvPr>
          <p:cNvCxnSpPr>
            <a:cxnSpLocks/>
            <a:endCxn id="25" idx="1"/>
          </p:cNvCxnSpPr>
          <p:nvPr/>
        </p:nvCxnSpPr>
        <p:spPr>
          <a:xfrm>
            <a:off x="4174229" y="4769093"/>
            <a:ext cx="1988124" cy="35305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FAA0A9C5-1773-0DFE-0ECD-5E3D4CDC3B19}"/>
              </a:ext>
            </a:extLst>
          </p:cNvPr>
          <p:cNvSpPr/>
          <p:nvPr/>
        </p:nvSpPr>
        <p:spPr>
          <a:xfrm>
            <a:off x="2825389" y="4905347"/>
            <a:ext cx="1369033" cy="213100"/>
          </a:xfrm>
          <a:custGeom>
            <a:avLst/>
            <a:gdLst>
              <a:gd name="connsiteX0" fmla="*/ 0 w 1369033"/>
              <a:gd name="connsiteY0" fmla="*/ 0 h 213100"/>
              <a:gd name="connsiteX1" fmla="*/ 483725 w 1369033"/>
              <a:gd name="connsiteY1" fmla="*/ 0 h 213100"/>
              <a:gd name="connsiteX2" fmla="*/ 912689 w 1369033"/>
              <a:gd name="connsiteY2" fmla="*/ 0 h 213100"/>
              <a:gd name="connsiteX3" fmla="*/ 1369033 w 1369033"/>
              <a:gd name="connsiteY3" fmla="*/ 0 h 213100"/>
              <a:gd name="connsiteX4" fmla="*/ 1369033 w 1369033"/>
              <a:gd name="connsiteY4" fmla="*/ 213100 h 213100"/>
              <a:gd name="connsiteX5" fmla="*/ 926379 w 1369033"/>
              <a:gd name="connsiteY5" fmla="*/ 213100 h 213100"/>
              <a:gd name="connsiteX6" fmla="*/ 442654 w 1369033"/>
              <a:gd name="connsiteY6" fmla="*/ 213100 h 213100"/>
              <a:gd name="connsiteX7" fmla="*/ 0 w 1369033"/>
              <a:gd name="connsiteY7" fmla="*/ 213100 h 213100"/>
              <a:gd name="connsiteX8" fmla="*/ 0 w 1369033"/>
              <a:gd name="connsiteY8" fmla="*/ 0 h 21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14" name="Légende : encadrée à une bordure 13">
            <a:extLst>
              <a:ext uri="{FF2B5EF4-FFF2-40B4-BE49-F238E27FC236}">
                <a16:creationId xmlns:a16="http://schemas.microsoft.com/office/drawing/2014/main" id="{DD5B86EA-B684-C6D9-2593-6092B9DF40AF}"/>
              </a:ext>
            </a:extLst>
          </p:cNvPr>
          <p:cNvSpPr/>
          <p:nvPr/>
        </p:nvSpPr>
        <p:spPr>
          <a:xfrm flipH="1">
            <a:off x="236417" y="5913437"/>
            <a:ext cx="1717181" cy="461694"/>
          </a:xfrm>
          <a:prstGeom prst="accentBorderCallout1">
            <a:avLst>
              <a:gd name="adj1" fmla="val 18750"/>
              <a:gd name="adj2" fmla="val -8333"/>
              <a:gd name="adj3" fmla="val -199779"/>
              <a:gd name="adj4" fmla="val -4829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Engagements »</a:t>
            </a:r>
          </a:p>
        </p:txBody>
      </p:sp>
      <p:sp>
        <p:nvSpPr>
          <p:cNvPr id="33" name="Rectangle : coins arrondis 32">
            <a:extLst>
              <a:ext uri="{FF2B5EF4-FFF2-40B4-BE49-F238E27FC236}">
                <a16:creationId xmlns:a16="http://schemas.microsoft.com/office/drawing/2014/main" id="{DDEE0534-2E14-3ACC-7EA4-3DCB7C19DBF1}"/>
              </a:ext>
            </a:extLst>
          </p:cNvPr>
          <p:cNvSpPr/>
          <p:nvPr/>
        </p:nvSpPr>
        <p:spPr>
          <a:xfrm>
            <a:off x="6162353" y="5722000"/>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Engagements (choix du groupe)</a:t>
            </a:r>
          </a:p>
        </p:txBody>
      </p:sp>
      <p:sp>
        <p:nvSpPr>
          <p:cNvPr id="35" name="Rectangle : coins arrondis 34">
            <a:extLst>
              <a:ext uri="{FF2B5EF4-FFF2-40B4-BE49-F238E27FC236}">
                <a16:creationId xmlns:a16="http://schemas.microsoft.com/office/drawing/2014/main" id="{14CE2E6C-BEDD-2847-FBC1-14764A9042C1}"/>
              </a:ext>
            </a:extLst>
          </p:cNvPr>
          <p:cNvSpPr/>
          <p:nvPr/>
        </p:nvSpPr>
        <p:spPr>
          <a:xfrm>
            <a:off x="9180525" y="5499048"/>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Liste du judokas engagés du groupe</a:t>
            </a:r>
          </a:p>
        </p:txBody>
      </p:sp>
      <p:cxnSp>
        <p:nvCxnSpPr>
          <p:cNvPr id="44" name="Connecteur : en angle 10">
            <a:extLst>
              <a:ext uri="{FF2B5EF4-FFF2-40B4-BE49-F238E27FC236}">
                <a16:creationId xmlns:a16="http://schemas.microsoft.com/office/drawing/2014/main" id="{9EB727D6-5DA8-87B5-58E7-A7B786097F88}"/>
              </a:ext>
            </a:extLst>
          </p:cNvPr>
          <p:cNvCxnSpPr>
            <a:cxnSpLocks/>
            <a:stCxn id="33" idx="3"/>
            <a:endCxn id="35" idx="1"/>
          </p:cNvCxnSpPr>
          <p:nvPr/>
        </p:nvCxnSpPr>
        <p:spPr>
          <a:xfrm flipV="1">
            <a:off x="7791129" y="5763248"/>
            <a:ext cx="1389396" cy="222952"/>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Connecteur : en angle 10">
            <a:extLst>
              <a:ext uri="{FF2B5EF4-FFF2-40B4-BE49-F238E27FC236}">
                <a16:creationId xmlns:a16="http://schemas.microsoft.com/office/drawing/2014/main" id="{2C375E33-F60B-2A42-DF2C-E3DA4EF3762B}"/>
              </a:ext>
            </a:extLst>
          </p:cNvPr>
          <p:cNvCxnSpPr>
            <a:cxnSpLocks/>
            <a:stCxn id="12" idx="3"/>
            <a:endCxn id="33" idx="1"/>
          </p:cNvCxnSpPr>
          <p:nvPr/>
        </p:nvCxnSpPr>
        <p:spPr>
          <a:xfrm>
            <a:off x="4194422" y="5011897"/>
            <a:ext cx="1967931" cy="974303"/>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45272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3672840" y="2348120"/>
            <a:ext cx="5060691" cy="4009559"/>
          </a:xfrm>
          <a:prstGeom prst="rect">
            <a:avLst/>
          </a:prstGeom>
        </p:spPr>
      </p:pic>
      <p:sp>
        <p:nvSpPr>
          <p:cNvPr id="6" name="Rectangle 5">
            <a:extLst>
              <a:ext uri="{FF2B5EF4-FFF2-40B4-BE49-F238E27FC236}">
                <a16:creationId xmlns:a16="http://schemas.microsoft.com/office/drawing/2014/main" id="{B927D197-EA8C-364D-F076-81E8BA0C3E97}"/>
              </a:ext>
            </a:extLst>
          </p:cNvPr>
          <p:cNvSpPr/>
          <p:nvPr/>
        </p:nvSpPr>
        <p:spPr>
          <a:xfrm>
            <a:off x="3672840" y="3030229"/>
            <a:ext cx="5096510" cy="346836"/>
          </a:xfrm>
          <a:custGeom>
            <a:avLst/>
            <a:gdLst>
              <a:gd name="connsiteX0" fmla="*/ 0 w 5096510"/>
              <a:gd name="connsiteY0" fmla="*/ 0 h 346836"/>
              <a:gd name="connsiteX1" fmla="*/ 668209 w 5096510"/>
              <a:gd name="connsiteY1" fmla="*/ 0 h 346836"/>
              <a:gd name="connsiteX2" fmla="*/ 1132558 w 5096510"/>
              <a:gd name="connsiteY2" fmla="*/ 0 h 346836"/>
              <a:gd name="connsiteX3" fmla="*/ 1596906 w 5096510"/>
              <a:gd name="connsiteY3" fmla="*/ 0 h 346836"/>
              <a:gd name="connsiteX4" fmla="*/ 2265116 w 5096510"/>
              <a:gd name="connsiteY4" fmla="*/ 0 h 346836"/>
              <a:gd name="connsiteX5" fmla="*/ 2882360 w 5096510"/>
              <a:gd name="connsiteY5" fmla="*/ 0 h 346836"/>
              <a:gd name="connsiteX6" fmla="*/ 3448638 w 5096510"/>
              <a:gd name="connsiteY6" fmla="*/ 0 h 346836"/>
              <a:gd name="connsiteX7" fmla="*/ 4065882 w 5096510"/>
              <a:gd name="connsiteY7" fmla="*/ 0 h 346836"/>
              <a:gd name="connsiteX8" fmla="*/ 4479266 w 5096510"/>
              <a:gd name="connsiteY8" fmla="*/ 0 h 346836"/>
              <a:gd name="connsiteX9" fmla="*/ 5096510 w 5096510"/>
              <a:gd name="connsiteY9" fmla="*/ 0 h 346836"/>
              <a:gd name="connsiteX10" fmla="*/ 5096510 w 5096510"/>
              <a:gd name="connsiteY10" fmla="*/ 346836 h 346836"/>
              <a:gd name="connsiteX11" fmla="*/ 4632161 w 5096510"/>
              <a:gd name="connsiteY11" fmla="*/ 346836 h 346836"/>
              <a:gd name="connsiteX12" fmla="*/ 4116848 w 5096510"/>
              <a:gd name="connsiteY12" fmla="*/ 346836 h 346836"/>
              <a:gd name="connsiteX13" fmla="*/ 3703464 w 5096510"/>
              <a:gd name="connsiteY13" fmla="*/ 346836 h 346836"/>
              <a:gd name="connsiteX14" fmla="*/ 3290080 w 5096510"/>
              <a:gd name="connsiteY14" fmla="*/ 346836 h 346836"/>
              <a:gd name="connsiteX15" fmla="*/ 2621871 w 5096510"/>
              <a:gd name="connsiteY15" fmla="*/ 346836 h 346836"/>
              <a:gd name="connsiteX16" fmla="*/ 2004627 w 5096510"/>
              <a:gd name="connsiteY16" fmla="*/ 346836 h 346836"/>
              <a:gd name="connsiteX17" fmla="*/ 1489313 w 5096510"/>
              <a:gd name="connsiteY17" fmla="*/ 346836 h 346836"/>
              <a:gd name="connsiteX18" fmla="*/ 872069 w 5096510"/>
              <a:gd name="connsiteY18" fmla="*/ 346836 h 346836"/>
              <a:gd name="connsiteX19" fmla="*/ 0 w 5096510"/>
              <a:gd name="connsiteY19" fmla="*/ 346836 h 346836"/>
              <a:gd name="connsiteX20" fmla="*/ 0 w 5096510"/>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8" name="Légende : encadrée à une bordure 7">
            <a:extLst>
              <a:ext uri="{FF2B5EF4-FFF2-40B4-BE49-F238E27FC236}">
                <a16:creationId xmlns:a16="http://schemas.microsoft.com/office/drawing/2014/main" id="{FDF61AF3-6BD7-BCDC-1C11-63E8B43385D2}"/>
              </a:ext>
            </a:extLst>
          </p:cNvPr>
          <p:cNvSpPr/>
          <p:nvPr/>
        </p:nvSpPr>
        <p:spPr>
          <a:xfrm>
            <a:off x="9768839" y="3886118"/>
            <a:ext cx="1541031" cy="331600"/>
          </a:xfrm>
          <a:prstGeom prst="accentBorderCallout1">
            <a:avLst>
              <a:gd name="adj1" fmla="val 18750"/>
              <a:gd name="adj2" fmla="val -8333"/>
              <a:gd name="adj3" fmla="val -185008"/>
              <a:gd name="adj4" fmla="val -6342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5916464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518396" y="1624662"/>
            <a:ext cx="4305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518394" y="1616978"/>
            <a:ext cx="4305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8" name="Rectangle : coins arrondis 7">
            <a:extLst>
              <a:ext uri="{FF2B5EF4-FFF2-40B4-BE49-F238E27FC236}">
                <a16:creationId xmlns:a16="http://schemas.microsoft.com/office/drawing/2014/main" id="{8D289D98-F1FC-01AC-62A2-BB0FAE3B2911}"/>
              </a:ext>
            </a:extLst>
          </p:cNvPr>
          <p:cNvSpPr/>
          <p:nvPr/>
        </p:nvSpPr>
        <p:spPr>
          <a:xfrm>
            <a:off x="5558554" y="1624662"/>
            <a:ext cx="5829064" cy="326737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9" name="Rectangle : coins arrondis 8">
            <a:extLst>
              <a:ext uri="{FF2B5EF4-FFF2-40B4-BE49-F238E27FC236}">
                <a16:creationId xmlns:a16="http://schemas.microsoft.com/office/drawing/2014/main" id="{C70205A8-BD08-727A-A9E4-60EFAAFFB706}"/>
              </a:ext>
            </a:extLst>
          </p:cNvPr>
          <p:cNvSpPr/>
          <p:nvPr/>
        </p:nvSpPr>
        <p:spPr>
          <a:xfrm>
            <a:off x="5558552" y="1624662"/>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2"/>
          <a:stretch>
            <a:fillRect/>
          </a:stretch>
        </p:blipFill>
        <p:spPr>
          <a:xfrm>
            <a:off x="6077877" y="2334641"/>
            <a:ext cx="4790416" cy="2351659"/>
          </a:xfrm>
          <a:prstGeom prst="rect">
            <a:avLst/>
          </a:prstGeom>
        </p:spPr>
      </p:pic>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3"/>
          <a:stretch>
            <a:fillRect/>
          </a:stretch>
        </p:blipFill>
        <p:spPr>
          <a:xfrm>
            <a:off x="804382" y="2202179"/>
            <a:ext cx="3691418" cy="3876917"/>
          </a:xfrm>
          <a:prstGeom prst="rect">
            <a:avLst/>
          </a:prstGeom>
        </p:spPr>
      </p:pic>
      <p:cxnSp>
        <p:nvCxnSpPr>
          <p:cNvPr id="7" name="Connecteur : en angle 10">
            <a:extLst>
              <a:ext uri="{FF2B5EF4-FFF2-40B4-BE49-F238E27FC236}">
                <a16:creationId xmlns:a16="http://schemas.microsoft.com/office/drawing/2014/main" id="{D226306E-9C5C-372A-32EA-E2690F0737FE}"/>
              </a:ext>
            </a:extLst>
          </p:cNvPr>
          <p:cNvCxnSpPr>
            <a:cxnSpLocks/>
            <a:endCxn id="13" idx="1"/>
          </p:cNvCxnSpPr>
          <p:nvPr/>
        </p:nvCxnSpPr>
        <p:spPr>
          <a:xfrm flipV="1">
            <a:off x="3758103" y="3510471"/>
            <a:ext cx="2319774" cy="2212149"/>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B095DB24-31A9-B718-B21D-77EA54A0D806}"/>
              </a:ext>
            </a:extLst>
          </p:cNvPr>
          <p:cNvSpPr/>
          <p:nvPr/>
        </p:nvSpPr>
        <p:spPr>
          <a:xfrm>
            <a:off x="6019800" y="3202815"/>
            <a:ext cx="4918075" cy="346836"/>
          </a:xfrm>
          <a:custGeom>
            <a:avLst/>
            <a:gdLst>
              <a:gd name="connsiteX0" fmla="*/ 0 w 4918075"/>
              <a:gd name="connsiteY0" fmla="*/ 0 h 346836"/>
              <a:gd name="connsiteX1" fmla="*/ 644814 w 4918075"/>
              <a:gd name="connsiteY1" fmla="*/ 0 h 346836"/>
              <a:gd name="connsiteX2" fmla="*/ 1092906 w 4918075"/>
              <a:gd name="connsiteY2" fmla="*/ 0 h 346836"/>
              <a:gd name="connsiteX3" fmla="*/ 1540997 w 4918075"/>
              <a:gd name="connsiteY3" fmla="*/ 0 h 346836"/>
              <a:gd name="connsiteX4" fmla="*/ 2185811 w 4918075"/>
              <a:gd name="connsiteY4" fmla="*/ 0 h 346836"/>
              <a:gd name="connsiteX5" fmla="*/ 2781445 w 4918075"/>
              <a:gd name="connsiteY5" fmla="*/ 0 h 346836"/>
              <a:gd name="connsiteX6" fmla="*/ 3327897 w 4918075"/>
              <a:gd name="connsiteY6" fmla="*/ 0 h 346836"/>
              <a:gd name="connsiteX7" fmla="*/ 3923531 w 4918075"/>
              <a:gd name="connsiteY7" fmla="*/ 0 h 346836"/>
              <a:gd name="connsiteX8" fmla="*/ 4322441 w 4918075"/>
              <a:gd name="connsiteY8" fmla="*/ 0 h 346836"/>
              <a:gd name="connsiteX9" fmla="*/ 4918075 w 4918075"/>
              <a:gd name="connsiteY9" fmla="*/ 0 h 346836"/>
              <a:gd name="connsiteX10" fmla="*/ 4918075 w 4918075"/>
              <a:gd name="connsiteY10" fmla="*/ 346836 h 346836"/>
              <a:gd name="connsiteX11" fmla="*/ 4469984 w 4918075"/>
              <a:gd name="connsiteY11" fmla="*/ 346836 h 346836"/>
              <a:gd name="connsiteX12" fmla="*/ 3972712 w 4918075"/>
              <a:gd name="connsiteY12" fmla="*/ 346836 h 346836"/>
              <a:gd name="connsiteX13" fmla="*/ 3573801 w 4918075"/>
              <a:gd name="connsiteY13" fmla="*/ 346836 h 346836"/>
              <a:gd name="connsiteX14" fmla="*/ 3174891 w 4918075"/>
              <a:gd name="connsiteY14" fmla="*/ 346836 h 346836"/>
              <a:gd name="connsiteX15" fmla="*/ 2530076 w 4918075"/>
              <a:gd name="connsiteY15" fmla="*/ 346836 h 346836"/>
              <a:gd name="connsiteX16" fmla="*/ 1934443 w 4918075"/>
              <a:gd name="connsiteY16" fmla="*/ 346836 h 346836"/>
              <a:gd name="connsiteX17" fmla="*/ 1437171 w 4918075"/>
              <a:gd name="connsiteY17" fmla="*/ 346836 h 346836"/>
              <a:gd name="connsiteX18" fmla="*/ 841537 w 4918075"/>
              <a:gd name="connsiteY18" fmla="*/ 346836 h 346836"/>
              <a:gd name="connsiteX19" fmla="*/ 0 w 4918075"/>
              <a:gd name="connsiteY19" fmla="*/ 346836 h 346836"/>
              <a:gd name="connsiteX20" fmla="*/ 0 w 4918075"/>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918075" h="346836" extrusionOk="0">
                <a:moveTo>
                  <a:pt x="0" y="0"/>
                </a:moveTo>
                <a:cubicBezTo>
                  <a:pt x="243569" y="-61730"/>
                  <a:pt x="500601" y="47189"/>
                  <a:pt x="644814" y="0"/>
                </a:cubicBezTo>
                <a:cubicBezTo>
                  <a:pt x="789027" y="-47189"/>
                  <a:pt x="999474" y="22714"/>
                  <a:pt x="1092906" y="0"/>
                </a:cubicBezTo>
                <a:cubicBezTo>
                  <a:pt x="1186338" y="-22714"/>
                  <a:pt x="1439291" y="10609"/>
                  <a:pt x="1540997" y="0"/>
                </a:cubicBezTo>
                <a:cubicBezTo>
                  <a:pt x="1642703" y="-10609"/>
                  <a:pt x="1984201" y="16165"/>
                  <a:pt x="2185811" y="0"/>
                </a:cubicBezTo>
                <a:cubicBezTo>
                  <a:pt x="2387421" y="-16165"/>
                  <a:pt x="2590961" y="65770"/>
                  <a:pt x="2781445" y="0"/>
                </a:cubicBezTo>
                <a:cubicBezTo>
                  <a:pt x="2971929" y="-65770"/>
                  <a:pt x="3079267" y="1932"/>
                  <a:pt x="3327897" y="0"/>
                </a:cubicBezTo>
                <a:cubicBezTo>
                  <a:pt x="3576527" y="-1932"/>
                  <a:pt x="3796734" y="43598"/>
                  <a:pt x="3923531" y="0"/>
                </a:cubicBezTo>
                <a:cubicBezTo>
                  <a:pt x="4050328" y="-43598"/>
                  <a:pt x="4158603" y="33907"/>
                  <a:pt x="4322441" y="0"/>
                </a:cubicBezTo>
                <a:cubicBezTo>
                  <a:pt x="4486279" y="-33907"/>
                  <a:pt x="4683704" y="50004"/>
                  <a:pt x="4918075" y="0"/>
                </a:cubicBezTo>
                <a:cubicBezTo>
                  <a:pt x="4918732" y="129543"/>
                  <a:pt x="4910619" y="229146"/>
                  <a:pt x="4918075" y="346836"/>
                </a:cubicBezTo>
                <a:cubicBezTo>
                  <a:pt x="4793431" y="373995"/>
                  <a:pt x="4569951" y="329243"/>
                  <a:pt x="4469984" y="346836"/>
                </a:cubicBezTo>
                <a:cubicBezTo>
                  <a:pt x="4370017" y="364429"/>
                  <a:pt x="4205040" y="315626"/>
                  <a:pt x="3972712" y="346836"/>
                </a:cubicBezTo>
                <a:cubicBezTo>
                  <a:pt x="3740384" y="378046"/>
                  <a:pt x="3726240" y="300975"/>
                  <a:pt x="3573801" y="346836"/>
                </a:cubicBezTo>
                <a:cubicBezTo>
                  <a:pt x="3421362" y="392697"/>
                  <a:pt x="3331135" y="319478"/>
                  <a:pt x="3174891" y="346836"/>
                </a:cubicBezTo>
                <a:cubicBezTo>
                  <a:pt x="3018647" y="374194"/>
                  <a:pt x="2823637" y="289489"/>
                  <a:pt x="2530076" y="346836"/>
                </a:cubicBezTo>
                <a:cubicBezTo>
                  <a:pt x="2236516" y="404183"/>
                  <a:pt x="2196888" y="313953"/>
                  <a:pt x="1934443" y="346836"/>
                </a:cubicBezTo>
                <a:cubicBezTo>
                  <a:pt x="1671998" y="379719"/>
                  <a:pt x="1628146" y="296229"/>
                  <a:pt x="1437171" y="346836"/>
                </a:cubicBezTo>
                <a:cubicBezTo>
                  <a:pt x="1246196" y="397443"/>
                  <a:pt x="1079065" y="329270"/>
                  <a:pt x="841537" y="346836"/>
                </a:cubicBezTo>
                <a:cubicBezTo>
                  <a:pt x="604009" y="364402"/>
                  <a:pt x="359261" y="257195"/>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610727E6-E79C-CE42-7042-CD66628F55E8}"/>
              </a:ext>
            </a:extLst>
          </p:cNvPr>
          <p:cNvSpPr/>
          <p:nvPr/>
        </p:nvSpPr>
        <p:spPr>
          <a:xfrm>
            <a:off x="10363199" y="5025894"/>
            <a:ext cx="1541031" cy="331600"/>
          </a:xfrm>
          <a:prstGeom prst="accentBorderCallout1">
            <a:avLst>
              <a:gd name="adj1" fmla="val 18750"/>
              <a:gd name="adj2" fmla="val -8333"/>
              <a:gd name="adj3" fmla="val -452144"/>
              <a:gd name="adj4" fmla="val -10051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2825230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3878697" y="2145295"/>
            <a:ext cx="4533900" cy="4207884"/>
          </a:xfrm>
          <a:prstGeom prst="rect">
            <a:avLst/>
          </a:prstGeom>
        </p:spPr>
      </p:pic>
    </p:spTree>
    <p:extLst>
      <p:ext uri="{BB962C8B-B14F-4D97-AF65-F5344CB8AC3E}">
        <p14:creationId xmlns:p14="http://schemas.microsoft.com/office/powerpoint/2010/main" val="20559792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221059"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221057"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4046431" y="1534320"/>
            <a:ext cx="2690096"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4046429" y="1534320"/>
            <a:ext cx="2690098"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571095" y="2515039"/>
            <a:ext cx="2834168" cy="3194967"/>
          </a:xfrm>
          <a:prstGeom prst="rect">
            <a:avLst/>
          </a:prstGeom>
        </p:spPr>
      </p:pic>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3"/>
          <a:stretch>
            <a:fillRect/>
          </a:stretch>
        </p:blipFill>
        <p:spPr>
          <a:xfrm>
            <a:off x="4226822" y="2083601"/>
            <a:ext cx="2270163" cy="2826353"/>
          </a:xfrm>
          <a:prstGeom prst="rect">
            <a:avLst/>
          </a:prstGeom>
        </p:spPr>
      </p:pic>
      <p:sp>
        <p:nvSpPr>
          <p:cNvPr id="16" name="Rectangle : coins arrondis 15">
            <a:extLst>
              <a:ext uri="{FF2B5EF4-FFF2-40B4-BE49-F238E27FC236}">
                <a16:creationId xmlns:a16="http://schemas.microsoft.com/office/drawing/2014/main" id="{EFB40968-59E3-B5AA-6426-D47479177ACF}"/>
              </a:ext>
            </a:extLst>
          </p:cNvPr>
          <p:cNvSpPr/>
          <p:nvPr/>
        </p:nvSpPr>
        <p:spPr>
          <a:xfrm>
            <a:off x="7032172" y="2720037"/>
            <a:ext cx="4938769"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17" name="Rectangle : coins arrondis 16">
            <a:extLst>
              <a:ext uri="{FF2B5EF4-FFF2-40B4-BE49-F238E27FC236}">
                <a16:creationId xmlns:a16="http://schemas.microsoft.com/office/drawing/2014/main" id="{27C9924D-127A-4599-64CD-4C4545D933E9}"/>
              </a:ext>
            </a:extLst>
          </p:cNvPr>
          <p:cNvSpPr/>
          <p:nvPr/>
        </p:nvSpPr>
        <p:spPr>
          <a:xfrm>
            <a:off x="7032170" y="2720037"/>
            <a:ext cx="4938769"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4"/>
          <a:stretch>
            <a:fillRect/>
          </a:stretch>
        </p:blipFill>
        <p:spPr>
          <a:xfrm>
            <a:off x="7204249" y="3288701"/>
            <a:ext cx="2660296" cy="1978623"/>
          </a:xfrm>
          <a:prstGeom prst="rect">
            <a:avLst/>
          </a:prstGeom>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5"/>
          <a:stretch>
            <a:fillRect/>
          </a:stretch>
        </p:blipFill>
        <p:spPr>
          <a:xfrm>
            <a:off x="9116679" y="4055692"/>
            <a:ext cx="2656626" cy="2010299"/>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a:endCxn id="15" idx="1"/>
          </p:cNvCxnSpPr>
          <p:nvPr/>
        </p:nvCxnSpPr>
        <p:spPr>
          <a:xfrm flipV="1">
            <a:off x="2916791" y="3496778"/>
            <a:ext cx="1310031" cy="12371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onnecteur : en angle 10">
            <a:extLst>
              <a:ext uri="{FF2B5EF4-FFF2-40B4-BE49-F238E27FC236}">
                <a16:creationId xmlns:a16="http://schemas.microsoft.com/office/drawing/2014/main" id="{49F7FAC1-9236-3A9E-5C30-67587362A919}"/>
              </a:ext>
            </a:extLst>
          </p:cNvPr>
          <p:cNvCxnSpPr>
            <a:cxnSpLocks/>
            <a:endCxn id="18" idx="2"/>
          </p:cNvCxnSpPr>
          <p:nvPr/>
        </p:nvCxnSpPr>
        <p:spPr>
          <a:xfrm>
            <a:off x="2916791" y="4909954"/>
            <a:ext cx="5617606" cy="357370"/>
          </a:xfrm>
          <a:prstGeom prst="curvedConnector4">
            <a:avLst>
              <a:gd name="adj1" fmla="val 20527"/>
              <a:gd name="adj2" fmla="val 163967"/>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Légende : encadrée à une bordure 25">
            <a:extLst>
              <a:ext uri="{FF2B5EF4-FFF2-40B4-BE49-F238E27FC236}">
                <a16:creationId xmlns:a16="http://schemas.microsoft.com/office/drawing/2014/main" id="{6D3D5DAC-84E4-A2D1-6D7D-E05FD8DFE120}"/>
              </a:ext>
            </a:extLst>
          </p:cNvPr>
          <p:cNvSpPr/>
          <p:nvPr/>
        </p:nvSpPr>
        <p:spPr>
          <a:xfrm flipH="1">
            <a:off x="6916917" y="2188659"/>
            <a:ext cx="1921943" cy="331600"/>
          </a:xfrm>
          <a:prstGeom prst="accentBorderCallout1">
            <a:avLst>
              <a:gd name="adj1" fmla="val 18750"/>
              <a:gd name="adj2" fmla="val -8333"/>
              <a:gd name="adj3" fmla="val 535974"/>
              <a:gd name="adj4" fmla="val -720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la disposition configurée</a:t>
            </a:r>
          </a:p>
        </p:txBody>
      </p:sp>
    </p:spTree>
    <p:extLst>
      <p:ext uri="{BB962C8B-B14F-4D97-AF65-F5344CB8AC3E}">
        <p14:creationId xmlns:p14="http://schemas.microsoft.com/office/powerpoint/2010/main" val="12624137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196509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196509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1590628" y="2515039"/>
            <a:ext cx="2834168" cy="3194967"/>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936324" y="3276600"/>
            <a:ext cx="3135075" cy="145732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3"/>
          <a:stretch>
            <a:fillRect/>
          </a:stretch>
        </p:blipFill>
        <p:spPr>
          <a:xfrm>
            <a:off x="7071399" y="2602235"/>
            <a:ext cx="2390905" cy="2724520"/>
          </a:xfrm>
          <a:prstGeom prst="rect">
            <a:avLst/>
          </a:prstGeom>
        </p:spPr>
      </p:pic>
    </p:spTree>
    <p:extLst>
      <p:ext uri="{BB962C8B-B14F-4D97-AF65-F5344CB8AC3E}">
        <p14:creationId xmlns:p14="http://schemas.microsoft.com/office/powerpoint/2010/main" val="12909288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Engagements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241474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240705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Engagements (choix du groupe)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240705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240705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Liste du judokas engagés du groupe</a:t>
            </a:r>
          </a:p>
        </p:txBody>
      </p:sp>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550920" y="3581400"/>
            <a:ext cx="3764280" cy="1463040"/>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0A01C283-6734-4051-C147-A90ACDE558C9}"/>
              </a:ext>
            </a:extLst>
          </p:cNvPr>
          <p:cNvPicPr>
            <a:picLocks noChangeAspect="1"/>
          </p:cNvPicPr>
          <p:nvPr/>
        </p:nvPicPr>
        <p:blipFill>
          <a:blip r:embed="rId2"/>
          <a:stretch>
            <a:fillRect/>
          </a:stretch>
        </p:blipFill>
        <p:spPr>
          <a:xfrm>
            <a:off x="1943012" y="2885598"/>
            <a:ext cx="1947557" cy="3123248"/>
          </a:xfrm>
          <a:prstGeom prst="rect">
            <a:avLst/>
          </a:prstGeom>
        </p:spPr>
      </p:pic>
      <p:pic>
        <p:nvPicPr>
          <p:cNvPr id="15" name="Image 14">
            <a:extLst>
              <a:ext uri="{FF2B5EF4-FFF2-40B4-BE49-F238E27FC236}">
                <a16:creationId xmlns:a16="http://schemas.microsoft.com/office/drawing/2014/main" id="{6622D6F8-F733-8118-2FB6-2C6140A360D4}"/>
              </a:ext>
            </a:extLst>
          </p:cNvPr>
          <p:cNvPicPr>
            <a:picLocks noChangeAspect="1"/>
          </p:cNvPicPr>
          <p:nvPr/>
        </p:nvPicPr>
        <p:blipFill>
          <a:blip r:embed="rId3"/>
          <a:stretch>
            <a:fillRect/>
          </a:stretch>
        </p:blipFill>
        <p:spPr>
          <a:xfrm>
            <a:off x="7381104" y="2932577"/>
            <a:ext cx="1771496" cy="2826068"/>
          </a:xfrm>
          <a:prstGeom prst="rect">
            <a:avLst/>
          </a:prstGeom>
        </p:spPr>
      </p:pic>
      <p:sp>
        <p:nvSpPr>
          <p:cNvPr id="17" name="Légende : encadrée à une bordure 16">
            <a:extLst>
              <a:ext uri="{FF2B5EF4-FFF2-40B4-BE49-F238E27FC236}">
                <a16:creationId xmlns:a16="http://schemas.microsoft.com/office/drawing/2014/main" id="{90A36C5C-3C35-F6B9-A5BF-FF2843189B06}"/>
              </a:ext>
            </a:extLst>
          </p:cNvPr>
          <p:cNvSpPr/>
          <p:nvPr/>
        </p:nvSpPr>
        <p:spPr>
          <a:xfrm flipH="1">
            <a:off x="195796" y="1667897"/>
            <a:ext cx="1838743" cy="622069"/>
          </a:xfrm>
          <a:prstGeom prst="accentBorderCallout1">
            <a:avLst>
              <a:gd name="adj1" fmla="val 18750"/>
              <a:gd name="adj2" fmla="val -8333"/>
              <a:gd name="adj3" fmla="val 332633"/>
              <a:gd name="adj4" fmla="val -3682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Les groupes s’affichent en fonction du niveau de la compétition</a:t>
            </a:r>
          </a:p>
        </p:txBody>
      </p:sp>
      <p:sp>
        <p:nvSpPr>
          <p:cNvPr id="18" name="Légende : encadrée à une bordure 17">
            <a:extLst>
              <a:ext uri="{FF2B5EF4-FFF2-40B4-BE49-F238E27FC236}">
                <a16:creationId xmlns:a16="http://schemas.microsoft.com/office/drawing/2014/main" id="{5B0DE0D3-30A3-096C-3B47-4338CAAFA417}"/>
              </a:ext>
            </a:extLst>
          </p:cNvPr>
          <p:cNvSpPr/>
          <p:nvPr/>
        </p:nvSpPr>
        <p:spPr>
          <a:xfrm flipH="1">
            <a:off x="4864373" y="6008846"/>
            <a:ext cx="1734547" cy="478675"/>
          </a:xfrm>
          <a:prstGeom prst="accentBorderCallout1">
            <a:avLst>
              <a:gd name="adj1" fmla="val 18750"/>
              <a:gd name="adj2" fmla="val -8333"/>
              <a:gd name="adj3" fmla="val -65340"/>
              <a:gd name="adj4" fmla="val -90863"/>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En fonction du mode d’affichage G/P ou 1</a:t>
            </a:r>
            <a:r>
              <a:rPr lang="fr-FR" sz="1050" baseline="30000" dirty="0"/>
              <a:t>er</a:t>
            </a:r>
            <a:r>
              <a:rPr lang="fr-FR" sz="1050" dirty="0"/>
              <a:t>/2</a:t>
            </a:r>
            <a:r>
              <a:rPr lang="fr-FR" sz="1050" baseline="30000" dirty="0"/>
              <a:t>nd</a:t>
            </a:r>
            <a:r>
              <a:rPr lang="fr-FR" sz="1050" dirty="0"/>
              <a:t> </a:t>
            </a:r>
          </a:p>
        </p:txBody>
      </p:sp>
      <p:sp>
        <p:nvSpPr>
          <p:cNvPr id="19" name="Légende : encadrée à une bordure 18">
            <a:extLst>
              <a:ext uri="{FF2B5EF4-FFF2-40B4-BE49-F238E27FC236}">
                <a16:creationId xmlns:a16="http://schemas.microsoft.com/office/drawing/2014/main" id="{5979D410-AE88-188F-2F2A-1733AEB966F8}"/>
              </a:ext>
            </a:extLst>
          </p:cNvPr>
          <p:cNvSpPr/>
          <p:nvPr/>
        </p:nvSpPr>
        <p:spPr>
          <a:xfrm>
            <a:off x="10006229" y="3044166"/>
            <a:ext cx="1591410" cy="478675"/>
          </a:xfrm>
          <a:prstGeom prst="accentBorderCallout1">
            <a:avLst>
              <a:gd name="adj1" fmla="val 18750"/>
              <a:gd name="adj2" fmla="val -8333"/>
              <a:gd name="adj3" fmla="val 186179"/>
              <a:gd name="adj4" fmla="val -68837"/>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Uniquement si affichage de tous les judokas</a:t>
            </a:r>
          </a:p>
        </p:txBody>
      </p:sp>
      <p:sp>
        <p:nvSpPr>
          <p:cNvPr id="20" name="Légende : encadrée à une bordure 19">
            <a:extLst>
              <a:ext uri="{FF2B5EF4-FFF2-40B4-BE49-F238E27FC236}">
                <a16:creationId xmlns:a16="http://schemas.microsoft.com/office/drawing/2014/main" id="{4031B635-70E3-5D48-DC9A-F1E2EA22390A}"/>
              </a:ext>
            </a:extLst>
          </p:cNvPr>
          <p:cNvSpPr/>
          <p:nvPr/>
        </p:nvSpPr>
        <p:spPr>
          <a:xfrm>
            <a:off x="10171975" y="4652702"/>
            <a:ext cx="1591410" cy="478675"/>
          </a:xfrm>
          <a:prstGeom prst="accentBorderCallout1">
            <a:avLst>
              <a:gd name="adj1" fmla="val 18750"/>
              <a:gd name="adj2" fmla="val -8333"/>
              <a:gd name="adj3" fmla="val 186179"/>
              <a:gd name="adj4" fmla="val -68837"/>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Uniquement si affichage de tous les combats</a:t>
            </a:r>
          </a:p>
        </p:txBody>
      </p:sp>
    </p:spTree>
    <p:extLst>
      <p:ext uri="{BB962C8B-B14F-4D97-AF65-F5344CB8AC3E}">
        <p14:creationId xmlns:p14="http://schemas.microsoft.com/office/powerpoint/2010/main" val="9808312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2.xml><?xml version="1.0" encoding="utf-8"?>
<ds:datastoreItem xmlns:ds="http://schemas.openxmlformats.org/officeDocument/2006/customXml" ds:itemID="{A397F285-9F9C-4CEA-8DC8-CF9392934C5A}">
  <ds:schemaRefs>
    <ds:schemaRef ds:uri="http://purl.org/dc/terms/"/>
    <ds:schemaRef ds:uri="http://purl.org/dc/dcmitype/"/>
    <ds:schemaRef ds:uri="http://www.w3.org/XML/1998/namespace"/>
    <ds:schemaRef ds:uri="http://schemas.microsoft.com/office/2006/documentManagement/types"/>
    <ds:schemaRef ds:uri="http://schemas.openxmlformats.org/package/2006/metadata/core-properties"/>
    <ds:schemaRef ds:uri="http://schemas.microsoft.com/office/infopath/2007/PartnerControls"/>
    <ds:schemaRef ds:uri="f9bf1094-3609-4046-a6fd-76c9c0caa714"/>
    <ds:schemaRef ds:uri="http://schemas.microsoft.com/office/2006/metadata/properties"/>
    <ds:schemaRef ds:uri="5d7a3535-6ccc-4381-989f-ae061031b78e"/>
    <ds:schemaRef ds:uri="http://purl.org/dc/elements/1.1/"/>
  </ds:schemaRefs>
</ds:datastoreItem>
</file>

<file path=customXml/itemProps3.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MODELE PRESENTATION FFJDA</Template>
  <TotalTime>10190</TotalTime>
  <Words>3471</Words>
  <Application>Microsoft Office PowerPoint</Application>
  <PresentationFormat>Grand écran</PresentationFormat>
  <Paragraphs>462</Paragraphs>
  <Slides>43</Slides>
  <Notes>0</Notes>
  <HiddenSlides>0</HiddenSlides>
  <MMClips>0</MMClips>
  <ScaleCrop>false</ScaleCrop>
  <HeadingPairs>
    <vt:vector size="6" baseType="variant">
      <vt:variant>
        <vt:lpstr>Polices utilisées</vt:lpstr>
      </vt:variant>
      <vt:variant>
        <vt:i4>8</vt:i4>
      </vt:variant>
      <vt:variant>
        <vt:lpstr>Thème</vt:lpstr>
      </vt:variant>
      <vt:variant>
        <vt:i4>4</vt:i4>
      </vt:variant>
      <vt:variant>
        <vt:lpstr>Titres des diapositives</vt:lpstr>
      </vt:variant>
      <vt:variant>
        <vt:i4>43</vt:i4>
      </vt:variant>
    </vt:vector>
  </HeadingPairs>
  <TitlesOfParts>
    <vt:vector size="55" baseType="lpstr">
      <vt:lpstr>Arial</vt:lpstr>
      <vt:lpstr>Barlow</vt:lpstr>
      <vt:lpstr>Calibri</vt:lpstr>
      <vt:lpstr>Inria Sans</vt:lpstr>
      <vt:lpstr>Inria Sans Light</vt:lpstr>
      <vt:lpstr>Inria Serif</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Ecrans &amp; fonctionnalités</vt:lpstr>
      <vt:lpstr>Ecran Principal</vt:lpstr>
      <vt:lpstr>Ecran Principal – Panneau de commande principal</vt:lpstr>
      <vt:lpstr>Ecran Principal – Publication locale</vt:lpstr>
      <vt:lpstr>Ecran Principal – Publication distante (config. FFJudo)</vt:lpstr>
      <vt:lpstr>Ecran Principal – Publication distante (config. avancée)</vt:lpstr>
      <vt:lpstr>Ecran Principal – Publication sur FFJudo</vt:lpstr>
      <vt:lpstr>Ecran Principal - Compléments</vt:lpstr>
      <vt:lpstr>Ecran de connexion à une compétition</vt:lpstr>
      <vt:lpstr>Ecran de Configuration</vt:lpstr>
      <vt:lpstr>Ecran de Configuration – Contenu du site</vt:lpstr>
      <vt:lpstr>Ecran de Configuration – Configuration technique</vt:lpstr>
      <vt:lpstr>Ecran des statistiques</vt:lpstr>
      <vt:lpstr>Manuel</vt:lpstr>
      <vt:lpstr>Ecran d’information</vt:lpstr>
      <vt:lpstr>Mise en œuvre</vt:lpstr>
      <vt:lpstr>Installation</vt:lpstr>
      <vt:lpstr> Publier une compétition sur le site FFJudo</vt:lpstr>
      <vt:lpstr> Publier une compétition sur un site distant</vt:lpstr>
      <vt:lpstr> Publier une compétition sur le site local</vt:lpstr>
      <vt:lpstr> Aide à la</vt:lpstr>
      <vt:lpstr>Dépannage</vt:lpstr>
      <vt:lpstr>Eléments à contrôler - Génération</vt:lpstr>
      <vt:lpstr>Eléments à contrôler – Publication locale</vt:lpstr>
      <vt:lpstr>Eléments à contrôler – Publication distante</vt:lpstr>
      <vt:lpstr>Annexe</vt:lpstr>
      <vt:lpstr>Matrice de compatibilité</vt:lpstr>
      <vt:lpstr>Historique des versions</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Plan du Site utilisateur – Engagements</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89</cp:revision>
  <dcterms:created xsi:type="dcterms:W3CDTF">2021-04-26T15:18:08Z</dcterms:created>
  <dcterms:modified xsi:type="dcterms:W3CDTF">2025-09-07T13:54:00Z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y fmtid="{D5CDD505-2E9C-101B-9397-08002B2CF9AE}" pid="4" name="MSIP_Label_19540963-e559-4020-8a90-fe8a502c2801_Enabled">
    <vt:lpwstr>true</vt:lpwstr>
  </property>
  <property fmtid="{D5CDD505-2E9C-101B-9397-08002B2CF9AE}" pid="5" name="MSIP_Label_19540963-e559-4020-8a90-fe8a502c2801_SetDate">
    <vt:lpwstr>2025-03-13T07:49:04Z</vt:lpwstr>
  </property>
  <property fmtid="{D5CDD505-2E9C-101B-9397-08002B2CF9AE}" pid="6" name="MSIP_Label_19540963-e559-4020-8a90-fe8a502c2801_Method">
    <vt:lpwstr>Standard</vt:lpwstr>
  </property>
  <property fmtid="{D5CDD505-2E9C-101B-9397-08002B2CF9AE}" pid="7" name="MSIP_Label_19540963-e559-4020-8a90-fe8a502c2801_Name">
    <vt:lpwstr>19540963-e559-4020-8a90-fe8a502c2801</vt:lpwstr>
  </property>
  <property fmtid="{D5CDD505-2E9C-101B-9397-08002B2CF9AE}" pid="8" name="MSIP_Label_19540963-e559-4020-8a90-fe8a502c2801_SiteId">
    <vt:lpwstr>f25493ae-1c98-41d7-8a33-0be75f5fe603</vt:lpwstr>
  </property>
  <property fmtid="{D5CDD505-2E9C-101B-9397-08002B2CF9AE}" pid="9" name="MSIP_Label_19540963-e559-4020-8a90-fe8a502c2801_ActionId">
    <vt:lpwstr>146fb78d-0751-49e2-a4ba-a25cd09bd216</vt:lpwstr>
  </property>
  <property fmtid="{D5CDD505-2E9C-101B-9397-08002B2CF9AE}" pid="10" name="MSIP_Label_19540963-e559-4020-8a90-fe8a502c2801_ContentBits">
    <vt:lpwstr>0</vt:lpwstr>
  </property>
  <property fmtid="{D5CDD505-2E9C-101B-9397-08002B2CF9AE}" pid="11" name="MSIP_Label_19540963-e559-4020-8a90-fe8a502c2801_Tag">
    <vt:lpwstr>10, 3, 0, 1</vt:lpwstr>
  </property>
</Properties>
</file>