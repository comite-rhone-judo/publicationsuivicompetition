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3.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 id="2147483772" r:id="rId5"/>
    <p:sldMasterId id="2147483793" r:id="rId6"/>
    <p:sldMasterId id="2147483809" r:id="rId7"/>
  </p:sldMasterIdLst>
  <p:notesMasterIdLst>
    <p:notesMasterId r:id="rId44"/>
  </p:notesMasterIdLst>
  <p:handoutMasterIdLst>
    <p:handoutMasterId r:id="rId45"/>
  </p:handoutMasterIdLst>
  <p:sldIdLst>
    <p:sldId id="293" r:id="rId8"/>
    <p:sldId id="299" r:id="rId9"/>
    <p:sldId id="279" r:id="rId10"/>
    <p:sldId id="300" r:id="rId11"/>
    <p:sldId id="301" r:id="rId12"/>
    <p:sldId id="308" r:id="rId13"/>
    <p:sldId id="307" r:id="rId14"/>
    <p:sldId id="313" r:id="rId15"/>
    <p:sldId id="317" r:id="rId16"/>
    <p:sldId id="318" r:id="rId17"/>
    <p:sldId id="319" r:id="rId18"/>
    <p:sldId id="320" r:id="rId19"/>
    <p:sldId id="314" r:id="rId20"/>
    <p:sldId id="315" r:id="rId21"/>
    <p:sldId id="321" r:id="rId22"/>
    <p:sldId id="322" r:id="rId23"/>
    <p:sldId id="316" r:id="rId24"/>
    <p:sldId id="309" r:id="rId25"/>
    <p:sldId id="310" r:id="rId26"/>
    <p:sldId id="323" r:id="rId27"/>
    <p:sldId id="324" r:id="rId28"/>
    <p:sldId id="311" r:id="rId29"/>
    <p:sldId id="312" r:id="rId30"/>
    <p:sldId id="334" r:id="rId31"/>
    <p:sldId id="335" r:id="rId32"/>
    <p:sldId id="303" r:id="rId33"/>
    <p:sldId id="304" r:id="rId34"/>
    <p:sldId id="306" r:id="rId35"/>
    <p:sldId id="326" r:id="rId36"/>
    <p:sldId id="329" r:id="rId37"/>
    <p:sldId id="327" r:id="rId38"/>
    <p:sldId id="328" r:id="rId39"/>
    <p:sldId id="330" r:id="rId40"/>
    <p:sldId id="331" r:id="rId41"/>
    <p:sldId id="332" r:id="rId42"/>
    <p:sldId id="297" r:id="rId43"/>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2349E3"/>
    <a:srgbClr val="1938FF"/>
    <a:srgbClr val="090095"/>
    <a:srgbClr val="1938B3"/>
    <a:srgbClr val="0A0096"/>
    <a:srgbClr val="0A3396"/>
    <a:srgbClr val="233881"/>
    <a:srgbClr val="002060"/>
    <a:srgbClr val="519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457" autoAdjust="0"/>
    <p:restoredTop sz="96005" autoAdjust="0"/>
  </p:normalViewPr>
  <p:slideViewPr>
    <p:cSldViewPr snapToGrid="0">
      <p:cViewPr>
        <p:scale>
          <a:sx n="100" d="100"/>
          <a:sy n="100" d="100"/>
        </p:scale>
        <p:origin x="1308" y="31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7" d="100"/>
          <a:sy n="87" d="100"/>
        </p:scale>
        <p:origin x="3840" y="6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viewProps" Target="viewProp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handoutMaster" Target="handoutMasters/handoutMaster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tableStyles" Target="tableStyle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theme" Target="theme/theme1.xml"/><Relationship Id="rId8" Type="http://schemas.openxmlformats.org/officeDocument/2006/relationships/slide" Target="slides/slid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presProps" Target="presProps.xml"/><Relationship Id="rId20" Type="http://schemas.openxmlformats.org/officeDocument/2006/relationships/slide" Target="slides/slide13.xml"/><Relationship Id="rId41" Type="http://schemas.openxmlformats.org/officeDocument/2006/relationships/slide" Target="slides/slide34.xml"/><Relationship Id="rId1" Type="http://schemas.openxmlformats.org/officeDocument/2006/relationships/customXml" Target="../customXml/item1.xml"/><Relationship Id="rId6" Type="http://schemas.openxmlformats.org/officeDocument/2006/relationships/slideMaster" Target="slideMasters/slideMaster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C3BF6A08-B74A-44A1-9B6E-638842E0A1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B8964490-8121-478B-8E6C-0F40F89963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C9C06B-3A03-409A-B425-472FC6ED632E}" type="datetimeFigureOut">
              <a:rPr lang="fr-FR" smtClean="0"/>
              <a:t>18/04/2024</a:t>
            </a:fld>
            <a:endParaRPr lang="fr-FR"/>
          </a:p>
        </p:txBody>
      </p:sp>
      <p:sp>
        <p:nvSpPr>
          <p:cNvPr id="4" name="Espace réservé du pied de page 3">
            <a:extLst>
              <a:ext uri="{FF2B5EF4-FFF2-40B4-BE49-F238E27FC236}">
                <a16:creationId xmlns:a16="http://schemas.microsoft.com/office/drawing/2014/main" id="{74ADCB54-6559-417C-B0B0-4A1CC58326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09DC06BD-BA68-43B5-ADD5-0CC16EE49B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ADFDC2C-F50E-4BF3-9C13-9F892CB323EC}" type="slidenum">
              <a:rPr lang="fr-FR" smtClean="0"/>
              <a:t>‹N°›</a:t>
            </a:fld>
            <a:endParaRPr lang="fr-FR"/>
          </a:p>
        </p:txBody>
      </p:sp>
    </p:spTree>
    <p:extLst>
      <p:ext uri="{BB962C8B-B14F-4D97-AF65-F5344CB8AC3E}">
        <p14:creationId xmlns:p14="http://schemas.microsoft.com/office/powerpoint/2010/main" val="3236254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F3F09E-A5E2-4FD2-AA48-324D4F0E8F41}" type="datetimeFigureOut">
              <a:rPr lang="fr"/>
              <a:t>18/04/2024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AC06C-F8C2-46C2-88FF-6CBC2099D08A}" type="slidenum">
              <a:rPr lang="fr"/>
              <a:t>‹N°›</a:t>
            </a:fld>
            <a:endParaRPr lang="en-US"/>
          </a:p>
        </p:txBody>
      </p:sp>
    </p:spTree>
    <p:extLst>
      <p:ext uri="{BB962C8B-B14F-4D97-AF65-F5344CB8AC3E}">
        <p14:creationId xmlns:p14="http://schemas.microsoft.com/office/powerpoint/2010/main" val="1755779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uverture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0" y="0"/>
            <a:ext cx="12191999"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5" name="Google Shape;32;p6">
            <a:extLst>
              <a:ext uri="{FF2B5EF4-FFF2-40B4-BE49-F238E27FC236}">
                <a16:creationId xmlns:a16="http://schemas.microsoft.com/office/drawing/2014/main" id="{3C3BCCE2-128B-4D81-8DD0-DB4B9C94D87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436938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044303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re + 2 colonnes">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1858076"/>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6282672" y="1858522"/>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Devanagari" panose="02040503050201020203" pitchFamily="18"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9" name="Google Shape;29;p6">
            <a:extLst>
              <a:ext uri="{FF2B5EF4-FFF2-40B4-BE49-F238E27FC236}">
                <a16:creationId xmlns:a16="http://schemas.microsoft.com/office/drawing/2014/main" id="{5DC65C95-BCD5-0541-81A5-EFAA27BEC96E}"/>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22" name="Connecteur droit 21">
            <a:extLst>
              <a:ext uri="{FF2B5EF4-FFF2-40B4-BE49-F238E27FC236}">
                <a16:creationId xmlns:a16="http://schemas.microsoft.com/office/drawing/2014/main" id="{8E155FB6-495F-854B-8763-E8CFC7067384}"/>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E0D33634-D6A4-4CF7-829D-F3D56FFBDD1E}"/>
              </a:ext>
            </a:extLst>
          </p:cNvPr>
          <p:cNvCxnSpPr>
            <a:cxnSpLocks/>
          </p:cNvCxnSpPr>
          <p:nvPr userDrawn="1"/>
        </p:nvCxnSpPr>
        <p:spPr>
          <a:xfrm>
            <a:off x="6058263" y="1858076"/>
            <a:ext cx="0" cy="4019862"/>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8" name="Google Shape;32;p6">
            <a:extLst>
              <a:ext uri="{FF2B5EF4-FFF2-40B4-BE49-F238E27FC236}">
                <a16:creationId xmlns:a16="http://schemas.microsoft.com/office/drawing/2014/main" id="{1B0C1DB9-9303-4776-9B24-5B71E62B0A35}"/>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0" name="Espace réservé du texte 2">
            <a:extLst>
              <a:ext uri="{FF2B5EF4-FFF2-40B4-BE49-F238E27FC236}">
                <a16:creationId xmlns:a16="http://schemas.microsoft.com/office/drawing/2014/main" id="{E3603B3B-C9FF-47F1-966E-7492206DED2A}"/>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932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 1 colonne +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6283324" y="0"/>
            <a:ext cx="5908676" cy="6669157"/>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84477"/>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0" name="Google Shape;32;p6">
            <a:extLst>
              <a:ext uri="{FF2B5EF4-FFF2-40B4-BE49-F238E27FC236}">
                <a16:creationId xmlns:a16="http://schemas.microsoft.com/office/drawing/2014/main" id="{795A1952-79E7-46F0-8CFE-5BBC503046D6}"/>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1" name="Espace réservé du texte 2">
            <a:extLst>
              <a:ext uri="{FF2B5EF4-FFF2-40B4-BE49-F238E27FC236}">
                <a16:creationId xmlns:a16="http://schemas.microsoft.com/office/drawing/2014/main" id="{65EBDEE8-7286-4505-90E1-6CBDC202E1E2}"/>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17" name="Google Shape;24;p5">
            <a:extLst>
              <a:ext uri="{FF2B5EF4-FFF2-40B4-BE49-F238E27FC236}">
                <a16:creationId xmlns:a16="http://schemas.microsoft.com/office/drawing/2014/main" id="{EBAE92C4-41A9-42EC-9114-82CE134C693E}"/>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18" name="Connecteur droit 17">
            <a:extLst>
              <a:ext uri="{FF2B5EF4-FFF2-40B4-BE49-F238E27FC236}">
                <a16:creationId xmlns:a16="http://schemas.microsoft.com/office/drawing/2014/main" id="{5D96F93F-9DCB-458A-BB47-A2907405E285}"/>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4033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 photos">
    <p:spTree>
      <p:nvGrpSpPr>
        <p:cNvPr id="1" name=""/>
        <p:cNvGrpSpPr/>
        <p:nvPr/>
      </p:nvGrpSpPr>
      <p:grpSpPr>
        <a:xfrm>
          <a:off x="0" y="0"/>
          <a:ext cx="0" cy="0"/>
          <a:chOff x="0" y="0"/>
          <a:chExt cx="0" cy="0"/>
        </a:xfrm>
      </p:grpSpPr>
      <p:sp>
        <p:nvSpPr>
          <p:cNvPr id="19" name="Google Shape;25;p5">
            <a:extLst>
              <a:ext uri="{FF2B5EF4-FFF2-40B4-BE49-F238E27FC236}">
                <a16:creationId xmlns:a16="http://schemas.microsoft.com/office/drawing/2014/main" id="{D8EC7F52-DD6A-4A18-8085-B8534EEDFB65}"/>
              </a:ext>
            </a:extLst>
          </p:cNvPr>
          <p:cNvSpPr txBox="1">
            <a:spLocks noGrp="1"/>
          </p:cNvSpPr>
          <p:nvPr>
            <p:ph type="body" idx="13" hasCustomPrompt="1"/>
          </p:nvPr>
        </p:nvSpPr>
        <p:spPr>
          <a:xfrm>
            <a:off x="11388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3" name="Google Shape;25;p5">
            <a:extLst>
              <a:ext uri="{FF2B5EF4-FFF2-40B4-BE49-F238E27FC236}">
                <a16:creationId xmlns:a16="http://schemas.microsoft.com/office/drawing/2014/main" id="{71B7F66C-5FF9-4F01-A388-8CAC805DBD2C}"/>
              </a:ext>
            </a:extLst>
          </p:cNvPr>
          <p:cNvSpPr txBox="1">
            <a:spLocks noGrp="1"/>
          </p:cNvSpPr>
          <p:nvPr>
            <p:ph type="body" idx="14" hasCustomPrompt="1"/>
          </p:nvPr>
        </p:nvSpPr>
        <p:spPr>
          <a:xfrm>
            <a:off x="3779235"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4" name="Google Shape;25;p5">
            <a:extLst>
              <a:ext uri="{FF2B5EF4-FFF2-40B4-BE49-F238E27FC236}">
                <a16:creationId xmlns:a16="http://schemas.microsoft.com/office/drawing/2014/main" id="{C6A585DF-B43D-44EF-B158-2138AD45C777}"/>
              </a:ext>
            </a:extLst>
          </p:cNvPr>
          <p:cNvSpPr txBox="1">
            <a:spLocks noGrp="1"/>
          </p:cNvSpPr>
          <p:nvPr>
            <p:ph type="body" idx="15" hasCustomPrompt="1"/>
          </p:nvPr>
        </p:nvSpPr>
        <p:spPr>
          <a:xfrm>
            <a:off x="6414074"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5" name="Google Shape;25;p5">
            <a:extLst>
              <a:ext uri="{FF2B5EF4-FFF2-40B4-BE49-F238E27FC236}">
                <a16:creationId xmlns:a16="http://schemas.microsoft.com/office/drawing/2014/main" id="{BB89BCC3-C074-43D1-B550-06B3D4104482}"/>
              </a:ext>
            </a:extLst>
          </p:cNvPr>
          <p:cNvSpPr txBox="1">
            <a:spLocks noGrp="1"/>
          </p:cNvSpPr>
          <p:nvPr>
            <p:ph type="body" idx="16" hasCustomPrompt="1"/>
          </p:nvPr>
        </p:nvSpPr>
        <p:spPr>
          <a:xfrm>
            <a:off x="90585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9" name="Espace réservé pour une image  4">
            <a:extLst>
              <a:ext uri="{FF2B5EF4-FFF2-40B4-BE49-F238E27FC236}">
                <a16:creationId xmlns:a16="http://schemas.microsoft.com/office/drawing/2014/main" id="{C90A7ACF-D2CA-4969-9CE8-AE529198F775}"/>
              </a:ext>
            </a:extLst>
          </p:cNvPr>
          <p:cNvSpPr>
            <a:spLocks noGrp="1"/>
          </p:cNvSpPr>
          <p:nvPr>
            <p:ph type="pic" sz="quarter" idx="17"/>
          </p:nvPr>
        </p:nvSpPr>
        <p:spPr>
          <a:xfrm>
            <a:off x="3779235" y="2346633"/>
            <a:ext cx="1985600" cy="1985600"/>
          </a:xfrm>
          <a:prstGeom prst="ellipse">
            <a:avLst/>
          </a:prstGeom>
        </p:spPr>
        <p:txBody>
          <a:bodyPr/>
          <a:lstStyle/>
          <a:p>
            <a:r>
              <a:rPr lang="fr-FR"/>
              <a:t>Cliquez sur l'icône pour ajouter une image</a:t>
            </a:r>
          </a:p>
        </p:txBody>
      </p:sp>
      <p:sp>
        <p:nvSpPr>
          <p:cNvPr id="30" name="Espace réservé pour une image  4">
            <a:extLst>
              <a:ext uri="{FF2B5EF4-FFF2-40B4-BE49-F238E27FC236}">
                <a16:creationId xmlns:a16="http://schemas.microsoft.com/office/drawing/2014/main" id="{63F74F9A-9401-4051-92B1-9088FA56BFFB}"/>
              </a:ext>
            </a:extLst>
          </p:cNvPr>
          <p:cNvSpPr>
            <a:spLocks noGrp="1"/>
          </p:cNvSpPr>
          <p:nvPr>
            <p:ph type="pic" sz="quarter" idx="18"/>
          </p:nvPr>
        </p:nvSpPr>
        <p:spPr>
          <a:xfrm>
            <a:off x="1138803" y="2346633"/>
            <a:ext cx="1985600" cy="1985600"/>
          </a:xfrm>
          <a:prstGeom prst="ellipse">
            <a:avLst/>
          </a:prstGeom>
        </p:spPr>
        <p:txBody>
          <a:bodyPr/>
          <a:lstStyle/>
          <a:p>
            <a:r>
              <a:rPr lang="fr-FR"/>
              <a:t>Cliquez sur l'icône pour ajouter une image</a:t>
            </a:r>
          </a:p>
        </p:txBody>
      </p:sp>
      <p:sp>
        <p:nvSpPr>
          <p:cNvPr id="31" name="Espace réservé pour une image  4">
            <a:extLst>
              <a:ext uri="{FF2B5EF4-FFF2-40B4-BE49-F238E27FC236}">
                <a16:creationId xmlns:a16="http://schemas.microsoft.com/office/drawing/2014/main" id="{A81C8697-B6A3-4517-852B-87C1FE80781F}"/>
              </a:ext>
            </a:extLst>
          </p:cNvPr>
          <p:cNvSpPr>
            <a:spLocks noGrp="1"/>
          </p:cNvSpPr>
          <p:nvPr>
            <p:ph type="pic" sz="quarter" idx="19"/>
          </p:nvPr>
        </p:nvSpPr>
        <p:spPr>
          <a:xfrm>
            <a:off x="9058502" y="2346633"/>
            <a:ext cx="1985600" cy="1985600"/>
          </a:xfrm>
          <a:prstGeom prst="ellipse">
            <a:avLst/>
          </a:prstGeom>
        </p:spPr>
        <p:txBody>
          <a:bodyPr/>
          <a:lstStyle/>
          <a:p>
            <a:r>
              <a:rPr lang="fr-FR"/>
              <a:t>Cliquez sur l'icône pour ajouter une image</a:t>
            </a:r>
          </a:p>
        </p:txBody>
      </p:sp>
      <p:sp>
        <p:nvSpPr>
          <p:cNvPr id="32" name="Espace réservé pour une image  4">
            <a:extLst>
              <a:ext uri="{FF2B5EF4-FFF2-40B4-BE49-F238E27FC236}">
                <a16:creationId xmlns:a16="http://schemas.microsoft.com/office/drawing/2014/main" id="{2ED763CE-E3AB-4511-8062-80196FAF2C09}"/>
              </a:ext>
            </a:extLst>
          </p:cNvPr>
          <p:cNvSpPr>
            <a:spLocks noGrp="1"/>
          </p:cNvSpPr>
          <p:nvPr>
            <p:ph type="pic" sz="quarter" idx="20"/>
          </p:nvPr>
        </p:nvSpPr>
        <p:spPr>
          <a:xfrm>
            <a:off x="6418070" y="2346633"/>
            <a:ext cx="1985600" cy="1985600"/>
          </a:xfrm>
          <a:prstGeom prst="ellipse">
            <a:avLst/>
          </a:prstGeom>
        </p:spPr>
        <p:txBody>
          <a:bodyPr/>
          <a:lstStyle/>
          <a:p>
            <a:r>
              <a:rPr lang="fr-FR"/>
              <a:t>Cliquez sur l'icône pour ajouter une image</a:t>
            </a:r>
          </a:p>
        </p:txBody>
      </p:sp>
      <p:sp>
        <p:nvSpPr>
          <p:cNvPr id="33" name="Google Shape;29;p6">
            <a:extLst>
              <a:ext uri="{FF2B5EF4-FFF2-40B4-BE49-F238E27FC236}">
                <a16:creationId xmlns:a16="http://schemas.microsoft.com/office/drawing/2014/main" id="{15E65981-966F-4668-92BC-6DFA088DEC5B}"/>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34" name="Connecteur droit 33">
            <a:extLst>
              <a:ext uri="{FF2B5EF4-FFF2-40B4-BE49-F238E27FC236}">
                <a16:creationId xmlns:a16="http://schemas.microsoft.com/office/drawing/2014/main" id="{4F77784A-1FAF-4B71-951E-4C661CCE924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36" name="Google Shape;32;p6">
            <a:extLst>
              <a:ext uri="{FF2B5EF4-FFF2-40B4-BE49-F238E27FC236}">
                <a16:creationId xmlns:a16="http://schemas.microsoft.com/office/drawing/2014/main" id="{04A7828A-BDFD-453B-A7F3-335B947B3C14}"/>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4" name="Espace réservé du texte 2">
            <a:extLst>
              <a:ext uri="{FF2B5EF4-FFF2-40B4-BE49-F238E27FC236}">
                <a16:creationId xmlns:a16="http://schemas.microsoft.com/office/drawing/2014/main" id="{58AC0288-C6D1-4861-A185-4FBE10524024}"/>
              </a:ext>
            </a:extLst>
          </p:cNvPr>
          <p:cNvSpPr>
            <a:spLocks noGrp="1"/>
          </p:cNvSpPr>
          <p:nvPr>
            <p:ph type="body" sz="quarter" idx="21"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8996079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re + 2 Colonnes + 1 ligne">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4" y="980322"/>
            <a:ext cx="9911200"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9" name="Google Shape;25;p5">
            <a:extLst>
              <a:ext uri="{FF2B5EF4-FFF2-40B4-BE49-F238E27FC236}">
                <a16:creationId xmlns:a16="http://schemas.microsoft.com/office/drawing/2014/main" id="{1226BB42-3328-8A42-92EC-D11B69B137C7}"/>
              </a:ext>
            </a:extLst>
          </p:cNvPr>
          <p:cNvSpPr txBox="1">
            <a:spLocks noGrp="1"/>
          </p:cNvSpPr>
          <p:nvPr>
            <p:ph type="body" idx="15" hasCustomPrompt="1"/>
          </p:nvPr>
        </p:nvSpPr>
        <p:spPr>
          <a:xfrm>
            <a:off x="3410997" y="5292262"/>
            <a:ext cx="5336754" cy="862034"/>
          </a:xfrm>
          <a:prstGeom prst="rect">
            <a:avLst/>
          </a:prstGeom>
        </p:spPr>
        <p:txBody>
          <a:bodyPr spcFirstLastPara="1" wrap="square" lIns="0" tIns="0" rIns="0" bIns="0" anchor="t" anchorCtr="0">
            <a:noAutofit/>
          </a:bodyPr>
          <a:lstStyle>
            <a:lvl1pPr marL="101598" lvl="0" indent="0" algn="ctr" rtl="0">
              <a:spcBef>
                <a:spcPts val="0"/>
              </a:spcBef>
              <a:spcAft>
                <a:spcPts val="0"/>
              </a:spcAft>
              <a:buClr>
                <a:schemeClr val="tx1">
                  <a:lumMod val="50000"/>
                  <a:lumOff val="50000"/>
                </a:schemeClr>
              </a:buClr>
              <a:buSzPts val="2400"/>
              <a:buFont typeface="Inria Sans Light"/>
              <a:buNone/>
              <a:defRPr sz="1800" b="1" i="1">
                <a:solidFill>
                  <a:schemeClr val="bg1">
                    <a:lumMod val="50000"/>
                  </a:schemeClr>
                </a:solidFill>
                <a:latin typeface="Barlow"/>
                <a:ea typeface="Adobe Gothic Std B" panose="020B0800000000000000" pitchFamily="34" charset="-12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2" name="Google Shape;25;p5">
            <a:extLst>
              <a:ext uri="{FF2B5EF4-FFF2-40B4-BE49-F238E27FC236}">
                <a16:creationId xmlns:a16="http://schemas.microsoft.com/office/drawing/2014/main" id="{B7A187A5-12D8-5C46-9518-C722EA931B59}"/>
              </a:ext>
            </a:extLst>
          </p:cNvPr>
          <p:cNvSpPr txBox="1">
            <a:spLocks noGrp="1"/>
          </p:cNvSpPr>
          <p:nvPr>
            <p:ph type="body" idx="13" hasCustomPrompt="1"/>
          </p:nvPr>
        </p:nvSpPr>
        <p:spPr>
          <a:xfrm>
            <a:off x="980323" y="1858076"/>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5" name="Google Shape;25;p5">
            <a:extLst>
              <a:ext uri="{FF2B5EF4-FFF2-40B4-BE49-F238E27FC236}">
                <a16:creationId xmlns:a16="http://schemas.microsoft.com/office/drawing/2014/main" id="{CD8414E8-536D-B542-8154-957AD1D8FE9E}"/>
              </a:ext>
            </a:extLst>
          </p:cNvPr>
          <p:cNvSpPr txBox="1">
            <a:spLocks noGrp="1"/>
          </p:cNvSpPr>
          <p:nvPr>
            <p:ph type="body" idx="16" hasCustomPrompt="1"/>
          </p:nvPr>
        </p:nvSpPr>
        <p:spPr>
          <a:xfrm>
            <a:off x="6282673" y="1858074"/>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Arabic" panose="02040503050201020203" pitchFamily="18" charset="-7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EF3E7458-CE17-6F48-8268-C0CB6ECA6FF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6F76F3C3-76AF-466B-9B83-574FD839672C}"/>
              </a:ext>
            </a:extLst>
          </p:cNvPr>
          <p:cNvCxnSpPr>
            <a:cxnSpLocks/>
          </p:cNvCxnSpPr>
          <p:nvPr userDrawn="1"/>
        </p:nvCxnSpPr>
        <p:spPr>
          <a:xfrm>
            <a:off x="6078644" y="1858074"/>
            <a:ext cx="0" cy="2963308"/>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1" name="Google Shape;32;p6">
            <a:extLst>
              <a:ext uri="{FF2B5EF4-FFF2-40B4-BE49-F238E27FC236}">
                <a16:creationId xmlns:a16="http://schemas.microsoft.com/office/drawing/2014/main" id="{42C43A1C-48A7-40D1-BCE0-1672F969DBF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3" name="Espace réservé du texte 2">
            <a:extLst>
              <a:ext uri="{FF2B5EF4-FFF2-40B4-BE49-F238E27FC236}">
                <a16:creationId xmlns:a16="http://schemas.microsoft.com/office/drawing/2014/main" id="{CEFD5076-C2B3-4235-84D1-C7423CE2B9AD}"/>
              </a:ext>
            </a:extLst>
          </p:cNvPr>
          <p:cNvSpPr>
            <a:spLocks noGrp="1"/>
          </p:cNvSpPr>
          <p:nvPr>
            <p:ph type="body" sz="quarter" idx="17"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23" name="Rectangle 22">
            <a:extLst>
              <a:ext uri="{FF2B5EF4-FFF2-40B4-BE49-F238E27FC236}">
                <a16:creationId xmlns:a16="http://schemas.microsoft.com/office/drawing/2014/main" id="{FD9997D5-6989-40D6-8161-0D1E6FCB0437}"/>
              </a:ext>
            </a:extLst>
          </p:cNvPr>
          <p:cNvSpPr/>
          <p:nvPr userDrawn="1"/>
        </p:nvSpPr>
        <p:spPr>
          <a:xfrm flipH="1">
            <a:off x="3177168" y="5292262"/>
            <a:ext cx="45719" cy="862034"/>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1451139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re + 3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2" y="1858997"/>
            <a:ext cx="3219143" cy="39916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4578643" y="1858997"/>
            <a:ext cx="3031368"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0" name="Google Shape;25;p5">
            <a:extLst>
              <a:ext uri="{FF2B5EF4-FFF2-40B4-BE49-F238E27FC236}">
                <a16:creationId xmlns:a16="http://schemas.microsoft.com/office/drawing/2014/main" id="{E38E4900-CD54-0D43-BB3A-68C03752E3AC}"/>
              </a:ext>
            </a:extLst>
          </p:cNvPr>
          <p:cNvSpPr txBox="1">
            <a:spLocks noGrp="1"/>
          </p:cNvSpPr>
          <p:nvPr>
            <p:ph type="body" idx="15" hasCustomPrompt="1"/>
          </p:nvPr>
        </p:nvSpPr>
        <p:spPr>
          <a:xfrm>
            <a:off x="7989188" y="1869799"/>
            <a:ext cx="3031367"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dirty="0"/>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9" name="Connecteur droit 28">
            <a:extLst>
              <a:ext uri="{FF2B5EF4-FFF2-40B4-BE49-F238E27FC236}">
                <a16:creationId xmlns:a16="http://schemas.microsoft.com/office/drawing/2014/main" id="{3B213520-0DA7-3B47-91E8-39B1A7EA47FE}"/>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4AA703BA-6114-4BED-BFBA-E09C1D5DAAEF}"/>
              </a:ext>
            </a:extLst>
          </p:cNvPr>
          <p:cNvCxnSpPr>
            <a:cxnSpLocks/>
          </p:cNvCxnSpPr>
          <p:nvPr userDrawn="1"/>
        </p:nvCxnSpPr>
        <p:spPr>
          <a:xfrm>
            <a:off x="4362377" y="1858997"/>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10" name="Connecteur droit 9">
            <a:extLst>
              <a:ext uri="{FF2B5EF4-FFF2-40B4-BE49-F238E27FC236}">
                <a16:creationId xmlns:a16="http://schemas.microsoft.com/office/drawing/2014/main" id="{C3F62D67-B40A-4B78-92B0-62719CFB7A45}"/>
              </a:ext>
            </a:extLst>
          </p:cNvPr>
          <p:cNvCxnSpPr>
            <a:cxnSpLocks/>
          </p:cNvCxnSpPr>
          <p:nvPr userDrawn="1"/>
        </p:nvCxnSpPr>
        <p:spPr>
          <a:xfrm>
            <a:off x="7798763" y="1848195"/>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2" name="Google Shape;32;p6">
            <a:extLst>
              <a:ext uri="{FF2B5EF4-FFF2-40B4-BE49-F238E27FC236}">
                <a16:creationId xmlns:a16="http://schemas.microsoft.com/office/drawing/2014/main" id="{736D99F8-460D-4519-8B5D-7616B9546EAC}"/>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3" name="Espace réservé du texte 2">
            <a:extLst>
              <a:ext uri="{FF2B5EF4-FFF2-40B4-BE49-F238E27FC236}">
                <a16:creationId xmlns:a16="http://schemas.microsoft.com/office/drawing/2014/main" id="{FBC296AE-92F3-4C35-9759-34D027E7477B}"/>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545296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re + 6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5" name="Espace réservé pour une image  14">
            <a:extLst>
              <a:ext uri="{FF2B5EF4-FFF2-40B4-BE49-F238E27FC236}">
                <a16:creationId xmlns:a16="http://schemas.microsoft.com/office/drawing/2014/main" id="{93312183-131D-A94F-8118-E79A0CDF63D6}"/>
              </a:ext>
            </a:extLst>
          </p:cNvPr>
          <p:cNvSpPr>
            <a:spLocks noGrp="1" noChangeAspect="1"/>
          </p:cNvSpPr>
          <p:nvPr>
            <p:ph type="pic" sz="quarter" idx="39"/>
          </p:nvPr>
        </p:nvSpPr>
        <p:spPr>
          <a:xfrm>
            <a:off x="1167733"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5" name="Espace réservé pour une image  14">
            <a:extLst>
              <a:ext uri="{FF2B5EF4-FFF2-40B4-BE49-F238E27FC236}">
                <a16:creationId xmlns:a16="http://schemas.microsoft.com/office/drawing/2014/main" id="{21C84905-79D9-194A-9008-A0B274BEAAFD}"/>
              </a:ext>
            </a:extLst>
          </p:cNvPr>
          <p:cNvSpPr>
            <a:spLocks noGrp="1" noChangeAspect="1"/>
          </p:cNvSpPr>
          <p:nvPr>
            <p:ph type="pic" sz="quarter" idx="40"/>
          </p:nvPr>
        </p:nvSpPr>
        <p:spPr>
          <a:xfrm>
            <a:off x="4680479"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7" name="Espace réservé pour une image  14">
            <a:extLst>
              <a:ext uri="{FF2B5EF4-FFF2-40B4-BE49-F238E27FC236}">
                <a16:creationId xmlns:a16="http://schemas.microsoft.com/office/drawing/2014/main" id="{79700A53-C8BD-9145-A632-5569BFB6647E}"/>
              </a:ext>
            </a:extLst>
          </p:cNvPr>
          <p:cNvSpPr>
            <a:spLocks noGrp="1" noChangeAspect="1"/>
          </p:cNvSpPr>
          <p:nvPr>
            <p:ph type="pic" sz="quarter" idx="41"/>
          </p:nvPr>
        </p:nvSpPr>
        <p:spPr>
          <a:xfrm>
            <a:off x="8199456" y="1688400"/>
            <a:ext cx="540000" cy="540000"/>
          </a:xfrm>
          <a:prstGeom prst="ellipse">
            <a:avLst/>
          </a:prstGeom>
        </p:spPr>
        <p:txBody>
          <a:bodyPr/>
          <a:lstStyle>
            <a:lvl1pPr>
              <a:defRPr sz="400"/>
            </a:lvl1pPr>
          </a:lstStyle>
          <a:p>
            <a:r>
              <a:rPr lang="fr-FR"/>
              <a:t>Cliquez sur l'icône pour ajouter une image</a:t>
            </a:r>
            <a:endParaRPr lang="fr-FR" dirty="0"/>
          </a:p>
        </p:txBody>
      </p:sp>
      <p:sp>
        <p:nvSpPr>
          <p:cNvPr id="138" name="Espace réservé du texte 137">
            <a:extLst>
              <a:ext uri="{FF2B5EF4-FFF2-40B4-BE49-F238E27FC236}">
                <a16:creationId xmlns:a16="http://schemas.microsoft.com/office/drawing/2014/main" id="{91A42506-6AAD-C949-BF1F-B08C2539A13E}"/>
              </a:ext>
            </a:extLst>
          </p:cNvPr>
          <p:cNvSpPr>
            <a:spLocks noGrp="1"/>
          </p:cNvSpPr>
          <p:nvPr>
            <p:ph type="body" sz="quarter" idx="45" hasCustomPrompt="1"/>
          </p:nvPr>
        </p:nvSpPr>
        <p:spPr>
          <a:xfrm>
            <a:off x="922338" y="234162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0" name="Espace réservé du texte 137">
            <a:extLst>
              <a:ext uri="{FF2B5EF4-FFF2-40B4-BE49-F238E27FC236}">
                <a16:creationId xmlns:a16="http://schemas.microsoft.com/office/drawing/2014/main" id="{D851EDAF-C78C-A148-9B20-9AE25DD656A6}"/>
              </a:ext>
            </a:extLst>
          </p:cNvPr>
          <p:cNvSpPr>
            <a:spLocks noGrp="1"/>
          </p:cNvSpPr>
          <p:nvPr>
            <p:ph type="body" sz="quarter" idx="46" hasCustomPrompt="1"/>
          </p:nvPr>
        </p:nvSpPr>
        <p:spPr>
          <a:xfrm>
            <a:off x="4425415"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2" name="Espace réservé du texte 137">
            <a:extLst>
              <a:ext uri="{FF2B5EF4-FFF2-40B4-BE49-F238E27FC236}">
                <a16:creationId xmlns:a16="http://schemas.microsoft.com/office/drawing/2014/main" id="{61993889-DF2F-1247-B6E1-1573BE0C8C0B}"/>
              </a:ext>
            </a:extLst>
          </p:cNvPr>
          <p:cNvSpPr>
            <a:spLocks noGrp="1"/>
          </p:cNvSpPr>
          <p:nvPr>
            <p:ph type="body" sz="quarter" idx="47" hasCustomPrompt="1"/>
          </p:nvPr>
        </p:nvSpPr>
        <p:spPr>
          <a:xfrm>
            <a:off x="7928492"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cxnSp>
        <p:nvCxnSpPr>
          <p:cNvPr id="150" name="Connecteur droit 149">
            <a:extLst>
              <a:ext uri="{FF2B5EF4-FFF2-40B4-BE49-F238E27FC236}">
                <a16:creationId xmlns:a16="http://schemas.microsoft.com/office/drawing/2014/main" id="{9088F0E8-58BD-E24B-8FD6-E98076349B88}"/>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5" name="Connecteur droit 4">
            <a:extLst>
              <a:ext uri="{FF2B5EF4-FFF2-40B4-BE49-F238E27FC236}">
                <a16:creationId xmlns:a16="http://schemas.microsoft.com/office/drawing/2014/main" id="{16CBB21E-61FC-404B-BF12-835E6794EDC8}"/>
              </a:ext>
            </a:extLst>
          </p:cNvPr>
          <p:cNvCxnSpPr>
            <a:cxnSpLocks/>
          </p:cNvCxnSpPr>
          <p:nvPr userDrawn="1"/>
        </p:nvCxnSpPr>
        <p:spPr>
          <a:xfrm>
            <a:off x="4344931"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5" name="Connecteur droit 24">
            <a:extLst>
              <a:ext uri="{FF2B5EF4-FFF2-40B4-BE49-F238E27FC236}">
                <a16:creationId xmlns:a16="http://schemas.microsoft.com/office/drawing/2014/main" id="{B22EA1F3-4AA3-4A84-B869-C8B28171F5E0}"/>
              </a:ext>
            </a:extLst>
          </p:cNvPr>
          <p:cNvCxnSpPr>
            <a:cxnSpLocks/>
          </p:cNvCxnSpPr>
          <p:nvPr userDrawn="1"/>
        </p:nvCxnSpPr>
        <p:spPr>
          <a:xfrm>
            <a:off x="921600" y="4181731"/>
            <a:ext cx="10341491" cy="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6" name="Connecteur droit 25">
            <a:extLst>
              <a:ext uri="{FF2B5EF4-FFF2-40B4-BE49-F238E27FC236}">
                <a16:creationId xmlns:a16="http://schemas.microsoft.com/office/drawing/2014/main" id="{ABF3DB55-94AA-4F87-98C7-2BF7FB13664B}"/>
              </a:ext>
            </a:extLst>
          </p:cNvPr>
          <p:cNvCxnSpPr>
            <a:cxnSpLocks/>
          </p:cNvCxnSpPr>
          <p:nvPr userDrawn="1"/>
        </p:nvCxnSpPr>
        <p:spPr>
          <a:xfrm>
            <a:off x="7858839"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27" name="Espace réservé pour une image  14">
            <a:extLst>
              <a:ext uri="{FF2B5EF4-FFF2-40B4-BE49-F238E27FC236}">
                <a16:creationId xmlns:a16="http://schemas.microsoft.com/office/drawing/2014/main" id="{A535389A-B955-4954-BE67-C2289D9C0463}"/>
              </a:ext>
            </a:extLst>
          </p:cNvPr>
          <p:cNvSpPr>
            <a:spLocks noGrp="1" noChangeAspect="1"/>
          </p:cNvSpPr>
          <p:nvPr>
            <p:ph type="pic" sz="quarter" idx="48"/>
          </p:nvPr>
        </p:nvSpPr>
        <p:spPr>
          <a:xfrm>
            <a:off x="1162977"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8" name="Espace réservé pour une image  14">
            <a:extLst>
              <a:ext uri="{FF2B5EF4-FFF2-40B4-BE49-F238E27FC236}">
                <a16:creationId xmlns:a16="http://schemas.microsoft.com/office/drawing/2014/main" id="{69154872-0613-416C-A9CF-2814463BDC8A}"/>
              </a:ext>
            </a:extLst>
          </p:cNvPr>
          <p:cNvSpPr>
            <a:spLocks noGrp="1" noChangeAspect="1"/>
          </p:cNvSpPr>
          <p:nvPr>
            <p:ph type="pic" sz="quarter" idx="49"/>
          </p:nvPr>
        </p:nvSpPr>
        <p:spPr>
          <a:xfrm>
            <a:off x="4675723"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9" name="Espace réservé pour une image  14">
            <a:extLst>
              <a:ext uri="{FF2B5EF4-FFF2-40B4-BE49-F238E27FC236}">
                <a16:creationId xmlns:a16="http://schemas.microsoft.com/office/drawing/2014/main" id="{1C5552CF-D39F-47A5-9A84-00633C97D340}"/>
              </a:ext>
            </a:extLst>
          </p:cNvPr>
          <p:cNvSpPr>
            <a:spLocks noGrp="1" noChangeAspect="1"/>
          </p:cNvSpPr>
          <p:nvPr>
            <p:ph type="pic" sz="quarter" idx="50"/>
          </p:nvPr>
        </p:nvSpPr>
        <p:spPr>
          <a:xfrm>
            <a:off x="8194700" y="4360360"/>
            <a:ext cx="540000" cy="540000"/>
          </a:xfrm>
          <a:prstGeom prst="ellipse">
            <a:avLst/>
          </a:prstGeom>
        </p:spPr>
        <p:txBody>
          <a:bodyPr/>
          <a:lstStyle>
            <a:lvl1pPr>
              <a:defRPr sz="400"/>
            </a:lvl1pPr>
          </a:lstStyle>
          <a:p>
            <a:r>
              <a:rPr lang="fr-FR"/>
              <a:t>Cliquez sur l'icône pour ajouter une image</a:t>
            </a:r>
            <a:endParaRPr lang="fr-FR" dirty="0"/>
          </a:p>
        </p:txBody>
      </p:sp>
      <p:sp>
        <p:nvSpPr>
          <p:cNvPr id="30" name="Espace réservé du texte 137">
            <a:extLst>
              <a:ext uri="{FF2B5EF4-FFF2-40B4-BE49-F238E27FC236}">
                <a16:creationId xmlns:a16="http://schemas.microsoft.com/office/drawing/2014/main" id="{616C3192-793D-4C9A-8E01-FFE5601E339C}"/>
              </a:ext>
            </a:extLst>
          </p:cNvPr>
          <p:cNvSpPr>
            <a:spLocks noGrp="1"/>
          </p:cNvSpPr>
          <p:nvPr>
            <p:ph type="body" sz="quarter" idx="51" hasCustomPrompt="1"/>
          </p:nvPr>
        </p:nvSpPr>
        <p:spPr>
          <a:xfrm>
            <a:off x="917582" y="501358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1" name="Espace réservé du texte 137">
            <a:extLst>
              <a:ext uri="{FF2B5EF4-FFF2-40B4-BE49-F238E27FC236}">
                <a16:creationId xmlns:a16="http://schemas.microsoft.com/office/drawing/2014/main" id="{EA4CE173-6E35-4936-863D-DF7D5E2955A5}"/>
              </a:ext>
            </a:extLst>
          </p:cNvPr>
          <p:cNvSpPr>
            <a:spLocks noGrp="1"/>
          </p:cNvSpPr>
          <p:nvPr>
            <p:ph type="body" sz="quarter" idx="52" hasCustomPrompt="1"/>
          </p:nvPr>
        </p:nvSpPr>
        <p:spPr>
          <a:xfrm>
            <a:off x="4420659"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2" name="Espace réservé du texte 137">
            <a:extLst>
              <a:ext uri="{FF2B5EF4-FFF2-40B4-BE49-F238E27FC236}">
                <a16:creationId xmlns:a16="http://schemas.microsoft.com/office/drawing/2014/main" id="{ED06A390-441C-4B5B-906D-D3B17839B3A9}"/>
              </a:ext>
            </a:extLst>
          </p:cNvPr>
          <p:cNvSpPr>
            <a:spLocks noGrp="1"/>
          </p:cNvSpPr>
          <p:nvPr>
            <p:ph type="body" sz="quarter" idx="53" hasCustomPrompt="1"/>
          </p:nvPr>
        </p:nvSpPr>
        <p:spPr>
          <a:xfrm>
            <a:off x="7923736"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8" name="Google Shape;32;p6">
            <a:extLst>
              <a:ext uri="{FF2B5EF4-FFF2-40B4-BE49-F238E27FC236}">
                <a16:creationId xmlns:a16="http://schemas.microsoft.com/office/drawing/2014/main" id="{C15C1D79-CC65-4F88-83E7-7523596F8D8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23" name="Espace réservé du texte 2">
            <a:extLst>
              <a:ext uri="{FF2B5EF4-FFF2-40B4-BE49-F238E27FC236}">
                <a16:creationId xmlns:a16="http://schemas.microsoft.com/office/drawing/2014/main" id="{D05E616E-F294-4A11-9D67-740E9CFC3F95}"/>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4141653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clusion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grpSp>
        <p:nvGrpSpPr>
          <p:cNvPr id="6" name="Google Shape;238;p29">
            <a:extLst>
              <a:ext uri="{FF2B5EF4-FFF2-40B4-BE49-F238E27FC236}">
                <a16:creationId xmlns:a16="http://schemas.microsoft.com/office/drawing/2014/main" id="{40214647-D6DE-448C-B89C-1FB4AC48BB09}"/>
              </a:ext>
            </a:extLst>
          </p:cNvPr>
          <p:cNvGrpSpPr/>
          <p:nvPr/>
        </p:nvGrpSpPr>
        <p:grpSpPr>
          <a:xfrm>
            <a:off x="5041155" y="3755679"/>
            <a:ext cx="2291107" cy="264400"/>
            <a:chOff x="4908100" y="1493307"/>
            <a:chExt cx="1718330" cy="198300"/>
          </a:xfrm>
        </p:grpSpPr>
        <p:cxnSp>
          <p:nvCxnSpPr>
            <p:cNvPr id="30" name="Google Shape;239;p29">
              <a:extLst>
                <a:ext uri="{FF2B5EF4-FFF2-40B4-BE49-F238E27FC236}">
                  <a16:creationId xmlns:a16="http://schemas.microsoft.com/office/drawing/2014/main" id="{23A8E09D-AEA5-4C96-9C7A-E13C1EE1DC7B}"/>
                </a:ext>
              </a:extLst>
            </p:cNvPr>
            <p:cNvCxnSpPr/>
            <p:nvPr/>
          </p:nvCxnSpPr>
          <p:spPr>
            <a:xfrm>
              <a:off x="4908100" y="1593250"/>
              <a:ext cx="1715100" cy="0"/>
            </a:xfrm>
            <a:prstGeom prst="straightConnector1">
              <a:avLst/>
            </a:prstGeom>
            <a:noFill/>
            <a:ln w="9525" cap="flat" cmpd="sng">
              <a:solidFill>
                <a:srgbClr val="ABB4B8"/>
              </a:solidFill>
              <a:prstDash val="solid"/>
              <a:round/>
              <a:headEnd type="none" w="sm" len="sm"/>
              <a:tailEnd type="none" w="sm" len="sm"/>
            </a:ln>
          </p:spPr>
        </p:cxnSp>
        <p:sp>
          <p:nvSpPr>
            <p:cNvPr id="32" name="Google Shape;241;p29">
              <a:extLst>
                <a:ext uri="{FF2B5EF4-FFF2-40B4-BE49-F238E27FC236}">
                  <a16:creationId xmlns:a16="http://schemas.microsoft.com/office/drawing/2014/main" id="{CF0E7474-D665-4132-91F0-7BAB7655EF2A}"/>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a:p>
          </p:txBody>
        </p:sp>
      </p:grpSp>
      <p:grpSp>
        <p:nvGrpSpPr>
          <p:cNvPr id="8" name="Google Shape;244;p29">
            <a:extLst>
              <a:ext uri="{FF2B5EF4-FFF2-40B4-BE49-F238E27FC236}">
                <a16:creationId xmlns:a16="http://schemas.microsoft.com/office/drawing/2014/main" id="{93DB4BBE-4BFD-499A-B5E9-A04CFC646BBC}"/>
              </a:ext>
            </a:extLst>
          </p:cNvPr>
          <p:cNvGrpSpPr/>
          <p:nvPr/>
        </p:nvGrpSpPr>
        <p:grpSpPr>
          <a:xfrm>
            <a:off x="4580888" y="5240615"/>
            <a:ext cx="2746303" cy="264400"/>
            <a:chOff x="4562900" y="3212150"/>
            <a:chExt cx="2059727" cy="198300"/>
          </a:xfrm>
        </p:grpSpPr>
        <p:cxnSp>
          <p:nvCxnSpPr>
            <p:cNvPr id="27" name="Google Shape;245;p29">
              <a:extLst>
                <a:ext uri="{FF2B5EF4-FFF2-40B4-BE49-F238E27FC236}">
                  <a16:creationId xmlns:a16="http://schemas.microsoft.com/office/drawing/2014/main" id="{B7320E86-3EC0-46BB-B53E-6AA2E0948EFF}"/>
                </a:ext>
              </a:extLst>
            </p:cNvPr>
            <p:cNvCxnSpPr/>
            <p:nvPr/>
          </p:nvCxnSpPr>
          <p:spPr>
            <a:xfrm>
              <a:off x="4562900" y="3312540"/>
              <a:ext cx="2057100" cy="0"/>
            </a:xfrm>
            <a:prstGeom prst="straightConnector1">
              <a:avLst/>
            </a:prstGeom>
            <a:noFill/>
            <a:ln w="9525" cap="flat" cmpd="sng">
              <a:solidFill>
                <a:srgbClr val="ABB4B8"/>
              </a:solidFill>
              <a:prstDash val="solid"/>
              <a:round/>
              <a:headEnd type="none" w="sm" len="sm"/>
              <a:tailEnd type="none" w="sm" len="sm"/>
            </a:ln>
          </p:spPr>
        </p:cxnSp>
        <p:sp>
          <p:nvSpPr>
            <p:cNvPr id="29" name="Google Shape;247;p29">
              <a:extLst>
                <a:ext uri="{FF2B5EF4-FFF2-40B4-BE49-F238E27FC236}">
                  <a16:creationId xmlns:a16="http://schemas.microsoft.com/office/drawing/2014/main" id="{2CDDC26E-F748-4B02-BBE4-9E187594102E}"/>
                </a:ext>
              </a:extLst>
            </p:cNvPr>
            <p:cNvSpPr/>
            <p:nvPr/>
          </p:nvSpPr>
          <p:spPr>
            <a:xfrm>
              <a:off x="6424027" y="3212150"/>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9" name="Google Shape;249;p29">
            <a:extLst>
              <a:ext uri="{FF2B5EF4-FFF2-40B4-BE49-F238E27FC236}">
                <a16:creationId xmlns:a16="http://schemas.microsoft.com/office/drawing/2014/main" id="{70D79D0F-81FD-41D6-ADD1-94946D9FEB43}"/>
              </a:ext>
            </a:extLst>
          </p:cNvPr>
          <p:cNvGrpSpPr/>
          <p:nvPr/>
        </p:nvGrpSpPr>
        <p:grpSpPr>
          <a:xfrm>
            <a:off x="4580886" y="2284704"/>
            <a:ext cx="2751373" cy="264400"/>
            <a:chOff x="4562900" y="1493307"/>
            <a:chExt cx="2063530" cy="198300"/>
          </a:xfrm>
        </p:grpSpPr>
        <p:cxnSp>
          <p:nvCxnSpPr>
            <p:cNvPr id="24" name="Google Shape;250;p29">
              <a:extLst>
                <a:ext uri="{FF2B5EF4-FFF2-40B4-BE49-F238E27FC236}">
                  <a16:creationId xmlns:a16="http://schemas.microsoft.com/office/drawing/2014/main" id="{218E737A-711D-47AF-A76C-B0EB179E9968}"/>
                </a:ext>
              </a:extLst>
            </p:cNvPr>
            <p:cNvCxnSpPr/>
            <p:nvPr/>
          </p:nvCxnSpPr>
          <p:spPr>
            <a:xfrm>
              <a:off x="4562900" y="1593255"/>
              <a:ext cx="2060400" cy="0"/>
            </a:xfrm>
            <a:prstGeom prst="straightConnector1">
              <a:avLst/>
            </a:prstGeom>
            <a:noFill/>
            <a:ln w="9525" cap="flat" cmpd="sng">
              <a:solidFill>
                <a:srgbClr val="ABB4B8"/>
              </a:solidFill>
              <a:prstDash val="solid"/>
              <a:round/>
              <a:headEnd type="none" w="sm" len="sm"/>
              <a:tailEnd type="none" w="sm" len="sm"/>
            </a:ln>
          </p:spPr>
        </p:cxnSp>
        <p:sp>
          <p:nvSpPr>
            <p:cNvPr id="26" name="Google Shape;252;p29">
              <a:extLst>
                <a:ext uri="{FF2B5EF4-FFF2-40B4-BE49-F238E27FC236}">
                  <a16:creationId xmlns:a16="http://schemas.microsoft.com/office/drawing/2014/main" id="{BFFE3F61-9E19-41BB-A090-ECC94B716A21}"/>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10" name="Google Shape;254;p29">
            <a:extLst>
              <a:ext uri="{FF2B5EF4-FFF2-40B4-BE49-F238E27FC236}">
                <a16:creationId xmlns:a16="http://schemas.microsoft.com/office/drawing/2014/main" id="{5706245C-F4E4-4F2D-935D-38DF15CFE616}"/>
              </a:ext>
            </a:extLst>
          </p:cNvPr>
          <p:cNvGrpSpPr/>
          <p:nvPr/>
        </p:nvGrpSpPr>
        <p:grpSpPr>
          <a:xfrm>
            <a:off x="2249813" y="1859437"/>
            <a:ext cx="4686415" cy="4336003"/>
            <a:chOff x="2991269" y="1153325"/>
            <a:chExt cx="3514811" cy="3252002"/>
          </a:xfrm>
        </p:grpSpPr>
        <p:sp>
          <p:nvSpPr>
            <p:cNvPr id="16" name="Google Shape;255;p29">
              <a:extLst>
                <a:ext uri="{FF2B5EF4-FFF2-40B4-BE49-F238E27FC236}">
                  <a16:creationId xmlns:a16="http://schemas.microsoft.com/office/drawing/2014/main" id="{BDB210FB-EFF7-4808-8AF6-3404455E89C4}"/>
                </a:ext>
              </a:extLst>
            </p:cNvPr>
            <p:cNvSpPr/>
            <p:nvPr/>
          </p:nvSpPr>
          <p:spPr>
            <a:xfrm>
              <a:off x="3477586" y="2585458"/>
              <a:ext cx="2541910" cy="950456"/>
            </a:xfrm>
            <a:custGeom>
              <a:avLst/>
              <a:gdLst/>
              <a:ahLst/>
              <a:cxnLst/>
              <a:rect l="l" t="t" r="r" b="b"/>
              <a:pathLst>
                <a:path w="126826" h="43529" extrusionOk="0">
                  <a:moveTo>
                    <a:pt x="0" y="20002"/>
                  </a:moveTo>
                  <a:lnTo>
                    <a:pt x="63389" y="43529"/>
                  </a:lnTo>
                  <a:lnTo>
                    <a:pt x="126826" y="19907"/>
                  </a:lnTo>
                  <a:lnTo>
                    <a:pt x="63580" y="0"/>
                  </a:lnTo>
                  <a:close/>
                </a:path>
              </a:pathLst>
            </a:custGeom>
            <a:solidFill>
              <a:srgbClr val="ABB4B8"/>
            </a:solidFill>
            <a:ln>
              <a:noFill/>
            </a:ln>
          </p:spPr>
        </p:sp>
        <p:sp>
          <p:nvSpPr>
            <p:cNvPr id="17" name="Google Shape;256;p29">
              <a:extLst>
                <a:ext uri="{FF2B5EF4-FFF2-40B4-BE49-F238E27FC236}">
                  <a16:creationId xmlns:a16="http://schemas.microsoft.com/office/drawing/2014/main" id="{E8CEEC98-BA3B-4937-944C-26EBEF5E30BA}"/>
                </a:ext>
              </a:extLst>
            </p:cNvPr>
            <p:cNvSpPr/>
            <p:nvPr/>
          </p:nvSpPr>
          <p:spPr>
            <a:xfrm>
              <a:off x="2991269"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D6DAE0"/>
            </a:solidFill>
            <a:ln>
              <a:noFill/>
            </a:ln>
          </p:spPr>
        </p:sp>
        <p:sp>
          <p:nvSpPr>
            <p:cNvPr id="18" name="Google Shape;257;p29">
              <a:extLst>
                <a:ext uri="{FF2B5EF4-FFF2-40B4-BE49-F238E27FC236}">
                  <a16:creationId xmlns:a16="http://schemas.microsoft.com/office/drawing/2014/main" id="{ACDDA2F9-A019-4863-8ADD-64B7A9990F0F}"/>
                </a:ext>
              </a:extLst>
            </p:cNvPr>
            <p:cNvSpPr/>
            <p:nvPr/>
          </p:nvSpPr>
          <p:spPr>
            <a:xfrm flipH="1">
              <a:off x="4747852"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E7ECF0"/>
            </a:solidFill>
            <a:ln>
              <a:noFill/>
            </a:ln>
          </p:spPr>
          <p:txBody>
            <a:bodyPr/>
            <a:lstStyle/>
            <a:p>
              <a:endParaRPr lang="fr-FR" dirty="0"/>
            </a:p>
          </p:txBody>
        </p:sp>
        <p:sp>
          <p:nvSpPr>
            <p:cNvPr id="19" name="Google Shape;258;p29">
              <a:extLst>
                <a:ext uri="{FF2B5EF4-FFF2-40B4-BE49-F238E27FC236}">
                  <a16:creationId xmlns:a16="http://schemas.microsoft.com/office/drawing/2014/main" id="{EFA52B5A-14C1-48EA-9FBE-FA759AB1AEAD}"/>
                </a:ext>
              </a:extLst>
            </p:cNvPr>
            <p:cNvSpPr/>
            <p:nvPr/>
          </p:nvSpPr>
          <p:spPr>
            <a:xfrm>
              <a:off x="3969199" y="2001324"/>
              <a:ext cx="1565850" cy="585863"/>
            </a:xfrm>
            <a:custGeom>
              <a:avLst/>
              <a:gdLst/>
              <a:ahLst/>
              <a:cxnLst/>
              <a:rect l="l" t="t" r="r" b="b"/>
              <a:pathLst>
                <a:path w="24053" h="8150" extrusionOk="0">
                  <a:moveTo>
                    <a:pt x="0" y="3827"/>
                  </a:moveTo>
                  <a:lnTo>
                    <a:pt x="11976" y="8150"/>
                  </a:lnTo>
                  <a:lnTo>
                    <a:pt x="24053" y="3827"/>
                  </a:lnTo>
                  <a:lnTo>
                    <a:pt x="12126" y="0"/>
                  </a:lnTo>
                  <a:close/>
                </a:path>
              </a:pathLst>
            </a:custGeom>
            <a:solidFill>
              <a:srgbClr val="ABB4B8"/>
            </a:solidFill>
            <a:ln>
              <a:noFill/>
            </a:ln>
          </p:spPr>
          <p:txBody>
            <a:bodyPr/>
            <a:lstStyle/>
            <a:p>
              <a:endParaRPr lang="fr-FR" dirty="0"/>
            </a:p>
          </p:txBody>
        </p:sp>
        <p:sp>
          <p:nvSpPr>
            <p:cNvPr id="20" name="Google Shape;259;p29">
              <a:extLst>
                <a:ext uri="{FF2B5EF4-FFF2-40B4-BE49-F238E27FC236}">
                  <a16:creationId xmlns:a16="http://schemas.microsoft.com/office/drawing/2014/main" id="{5B63343D-1593-415C-9FF3-ACC184EBE63E}"/>
                </a:ext>
              </a:extLst>
            </p:cNvPr>
            <p:cNvSpPr/>
            <p:nvPr/>
          </p:nvSpPr>
          <p:spPr>
            <a:xfrm>
              <a:off x="356325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D6DAE0"/>
            </a:solidFill>
            <a:ln>
              <a:noFill/>
            </a:ln>
          </p:spPr>
          <p:txBody>
            <a:bodyPr/>
            <a:lstStyle/>
            <a:p>
              <a:endParaRPr lang="fr-FR" dirty="0"/>
            </a:p>
          </p:txBody>
        </p:sp>
        <p:sp>
          <p:nvSpPr>
            <p:cNvPr id="21" name="Google Shape;260;p29">
              <a:extLst>
                <a:ext uri="{FF2B5EF4-FFF2-40B4-BE49-F238E27FC236}">
                  <a16:creationId xmlns:a16="http://schemas.microsoft.com/office/drawing/2014/main" id="{C2C93CF9-EA61-4561-B8F8-D376C5C8B919}"/>
                </a:ext>
              </a:extLst>
            </p:cNvPr>
            <p:cNvSpPr/>
            <p:nvPr/>
          </p:nvSpPr>
          <p:spPr>
            <a:xfrm flipH="1">
              <a:off x="474936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E7ECF0"/>
            </a:solidFill>
            <a:ln>
              <a:noFill/>
            </a:ln>
          </p:spPr>
          <p:txBody>
            <a:bodyPr/>
            <a:lstStyle/>
            <a:p>
              <a:endParaRPr lang="fr-FR" dirty="0"/>
            </a:p>
          </p:txBody>
        </p:sp>
        <p:sp>
          <p:nvSpPr>
            <p:cNvPr id="22" name="Google Shape;261;p29">
              <a:extLst>
                <a:ext uri="{FF2B5EF4-FFF2-40B4-BE49-F238E27FC236}">
                  <a16:creationId xmlns:a16="http://schemas.microsoft.com/office/drawing/2014/main" id="{861F779D-12F4-478E-926B-A4AF7EF8977C}"/>
                </a:ext>
              </a:extLst>
            </p:cNvPr>
            <p:cNvSpPr/>
            <p:nvPr/>
          </p:nvSpPr>
          <p:spPr>
            <a:xfrm>
              <a:off x="4059061"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D6DAE0"/>
            </a:solidFill>
            <a:ln>
              <a:noFill/>
            </a:ln>
          </p:spPr>
          <p:txBody>
            <a:bodyPr/>
            <a:lstStyle/>
            <a:p>
              <a:endParaRPr lang="fr-FR" dirty="0"/>
            </a:p>
          </p:txBody>
        </p:sp>
        <p:sp>
          <p:nvSpPr>
            <p:cNvPr id="23" name="Google Shape;262;p29">
              <a:extLst>
                <a:ext uri="{FF2B5EF4-FFF2-40B4-BE49-F238E27FC236}">
                  <a16:creationId xmlns:a16="http://schemas.microsoft.com/office/drawing/2014/main" id="{4F504D4E-AB1A-49E6-90B4-A66A02794EBB}"/>
                </a:ext>
              </a:extLst>
            </p:cNvPr>
            <p:cNvSpPr/>
            <p:nvPr/>
          </p:nvSpPr>
          <p:spPr>
            <a:xfrm flipH="1">
              <a:off x="4749350"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E7ECF0"/>
            </a:solidFill>
            <a:ln>
              <a:noFill/>
            </a:ln>
          </p:spPr>
          <p:txBody>
            <a:bodyPr/>
            <a:lstStyle/>
            <a:p>
              <a:endParaRPr lang="fr-FR" dirty="0"/>
            </a:p>
          </p:txBody>
        </p:sp>
      </p:grpSp>
      <p:sp>
        <p:nvSpPr>
          <p:cNvPr id="11" name="Google Shape;253;p29">
            <a:extLst>
              <a:ext uri="{FF2B5EF4-FFF2-40B4-BE49-F238E27FC236}">
                <a16:creationId xmlns:a16="http://schemas.microsoft.com/office/drawing/2014/main" id="{6D2C4E68-65F4-463A-A329-AE1BD6C5C6CF}"/>
              </a:ext>
            </a:extLst>
          </p:cNvPr>
          <p:cNvSpPr txBox="1"/>
          <p:nvPr/>
        </p:nvSpPr>
        <p:spPr>
          <a:xfrm>
            <a:off x="7034114" y="2209349"/>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1</a:t>
            </a:r>
            <a:endParaRPr sz="1100" b="1" dirty="0">
              <a:solidFill>
                <a:srgbClr val="FFFFFF"/>
              </a:solidFill>
              <a:latin typeface="Inria Serif"/>
              <a:ea typeface="Inria Serif"/>
              <a:cs typeface="Inria Serif"/>
              <a:sym typeface="Inria Serif"/>
            </a:endParaRPr>
          </a:p>
        </p:txBody>
      </p:sp>
      <p:sp>
        <p:nvSpPr>
          <p:cNvPr id="12" name="Google Shape;242;p29">
            <a:extLst>
              <a:ext uri="{FF2B5EF4-FFF2-40B4-BE49-F238E27FC236}">
                <a16:creationId xmlns:a16="http://schemas.microsoft.com/office/drawing/2014/main" id="{E287E9C1-B223-498B-8A33-7872840221B2}"/>
              </a:ext>
            </a:extLst>
          </p:cNvPr>
          <p:cNvSpPr txBox="1"/>
          <p:nvPr/>
        </p:nvSpPr>
        <p:spPr>
          <a:xfrm>
            <a:off x="7034114" y="3680323"/>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2</a:t>
            </a:r>
            <a:endParaRPr sz="1100" b="1" dirty="0">
              <a:solidFill>
                <a:srgbClr val="FFFFFF"/>
              </a:solidFill>
              <a:latin typeface="Inria Serif"/>
              <a:ea typeface="Inria Serif"/>
              <a:cs typeface="Inria Serif"/>
              <a:sym typeface="Inria Serif"/>
            </a:endParaRPr>
          </a:p>
        </p:txBody>
      </p:sp>
      <p:sp>
        <p:nvSpPr>
          <p:cNvPr id="14" name="Google Shape;248;p29">
            <a:extLst>
              <a:ext uri="{FF2B5EF4-FFF2-40B4-BE49-F238E27FC236}">
                <a16:creationId xmlns:a16="http://schemas.microsoft.com/office/drawing/2014/main" id="{48058F2D-DA6A-45A8-979A-6B61B177504B}"/>
              </a:ext>
            </a:extLst>
          </p:cNvPr>
          <p:cNvSpPr txBox="1"/>
          <p:nvPr/>
        </p:nvSpPr>
        <p:spPr>
          <a:xfrm>
            <a:off x="7029043" y="5165895"/>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3</a:t>
            </a:r>
            <a:endParaRPr sz="1100" b="1" dirty="0">
              <a:solidFill>
                <a:srgbClr val="FFFFFF"/>
              </a:solidFill>
              <a:latin typeface="Inria Serif"/>
              <a:ea typeface="Inria Serif"/>
              <a:cs typeface="Inria Serif"/>
              <a:sym typeface="Inria Serif"/>
            </a:endParaRPr>
          </a:p>
        </p:txBody>
      </p:sp>
      <p:sp>
        <p:nvSpPr>
          <p:cNvPr id="33" name="Espace réservé du texte 2">
            <a:extLst>
              <a:ext uri="{FF2B5EF4-FFF2-40B4-BE49-F238E27FC236}">
                <a16:creationId xmlns:a16="http://schemas.microsoft.com/office/drawing/2014/main" id="{AA5A390D-2017-4EF0-83B2-BA54862D3BB7}"/>
              </a:ext>
            </a:extLst>
          </p:cNvPr>
          <p:cNvSpPr>
            <a:spLocks noGrp="1"/>
          </p:cNvSpPr>
          <p:nvPr>
            <p:ph type="body" sz="quarter" idx="13" hasCustomPrompt="1"/>
          </p:nvPr>
        </p:nvSpPr>
        <p:spPr>
          <a:xfrm>
            <a:off x="7453313" y="2212695"/>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5" name="Espace réservé du texte 2">
            <a:extLst>
              <a:ext uri="{FF2B5EF4-FFF2-40B4-BE49-F238E27FC236}">
                <a16:creationId xmlns:a16="http://schemas.microsoft.com/office/drawing/2014/main" id="{39FC5EC3-3534-4E07-9C89-89F40FE02689}"/>
              </a:ext>
            </a:extLst>
          </p:cNvPr>
          <p:cNvSpPr>
            <a:spLocks noGrp="1"/>
          </p:cNvSpPr>
          <p:nvPr>
            <p:ph type="body" sz="quarter" idx="14" hasCustomPrompt="1"/>
          </p:nvPr>
        </p:nvSpPr>
        <p:spPr>
          <a:xfrm>
            <a:off x="7416427" y="3683961"/>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7" name="Espace réservé du texte 2">
            <a:extLst>
              <a:ext uri="{FF2B5EF4-FFF2-40B4-BE49-F238E27FC236}">
                <a16:creationId xmlns:a16="http://schemas.microsoft.com/office/drawing/2014/main" id="{9168270A-7BC1-4728-9ED8-24DCBC64F5D6}"/>
              </a:ext>
            </a:extLst>
          </p:cNvPr>
          <p:cNvSpPr>
            <a:spLocks noGrp="1"/>
          </p:cNvSpPr>
          <p:nvPr>
            <p:ph type="body" sz="quarter" idx="15" hasCustomPrompt="1"/>
          </p:nvPr>
        </p:nvSpPr>
        <p:spPr>
          <a:xfrm>
            <a:off x="7451858" y="5200822"/>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8" name="Google Shape;32;p6">
            <a:extLst>
              <a:ext uri="{FF2B5EF4-FFF2-40B4-BE49-F238E27FC236}">
                <a16:creationId xmlns:a16="http://schemas.microsoft.com/office/drawing/2014/main" id="{13D7A270-8E6B-40F9-8D25-B94CC804B12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34" name="Espace réservé du texte 2">
            <a:extLst>
              <a:ext uri="{FF2B5EF4-FFF2-40B4-BE49-F238E27FC236}">
                <a16:creationId xmlns:a16="http://schemas.microsoft.com/office/drawing/2014/main" id="{A4A5DC99-3846-4DCC-9F34-58D0C3ECE3E9}"/>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06951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alendrier événement">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55;p39">
            <a:extLst>
              <a:ext uri="{FF2B5EF4-FFF2-40B4-BE49-F238E27FC236}">
                <a16:creationId xmlns:a16="http://schemas.microsoft.com/office/drawing/2014/main" id="{A6917F3B-B247-4FE0-8A02-DFE4C2FFA89D}"/>
              </a:ext>
            </a:extLst>
          </p:cNvPr>
          <p:cNvSpPr/>
          <p:nvPr userDrawn="1"/>
        </p:nvSpPr>
        <p:spPr>
          <a:xfrm>
            <a:off x="10313611"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DEC</a:t>
            </a:r>
            <a:endParaRPr sz="1300">
              <a:solidFill>
                <a:schemeClr val="lt1"/>
              </a:solidFill>
              <a:latin typeface="Inria Sans"/>
              <a:ea typeface="Inria Sans"/>
              <a:cs typeface="Inria Sans"/>
              <a:sym typeface="Inria Sans"/>
            </a:endParaRPr>
          </a:p>
        </p:txBody>
      </p:sp>
      <p:sp>
        <p:nvSpPr>
          <p:cNvPr id="6" name="Google Shape;356;p39">
            <a:extLst>
              <a:ext uri="{FF2B5EF4-FFF2-40B4-BE49-F238E27FC236}">
                <a16:creationId xmlns:a16="http://schemas.microsoft.com/office/drawing/2014/main" id="{D9185350-F0CC-4CA8-997A-407284A3B0FC}"/>
              </a:ext>
            </a:extLst>
          </p:cNvPr>
          <p:cNvSpPr/>
          <p:nvPr userDrawn="1"/>
        </p:nvSpPr>
        <p:spPr>
          <a:xfrm>
            <a:off x="9433499"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NOV</a:t>
            </a:r>
            <a:endParaRPr sz="1300">
              <a:solidFill>
                <a:schemeClr val="lt1"/>
              </a:solidFill>
              <a:latin typeface="Inria Sans"/>
              <a:ea typeface="Inria Sans"/>
              <a:cs typeface="Inria Sans"/>
              <a:sym typeface="Inria Sans"/>
            </a:endParaRPr>
          </a:p>
        </p:txBody>
      </p:sp>
      <p:sp>
        <p:nvSpPr>
          <p:cNvPr id="8" name="Google Shape;357;p39">
            <a:extLst>
              <a:ext uri="{FF2B5EF4-FFF2-40B4-BE49-F238E27FC236}">
                <a16:creationId xmlns:a16="http://schemas.microsoft.com/office/drawing/2014/main" id="{F499853F-E9EC-4C59-93C8-9ADA5E3EAF42}"/>
              </a:ext>
            </a:extLst>
          </p:cNvPr>
          <p:cNvSpPr/>
          <p:nvPr userDrawn="1"/>
        </p:nvSpPr>
        <p:spPr>
          <a:xfrm>
            <a:off x="8553387"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OCT</a:t>
            </a:r>
            <a:endParaRPr sz="1300">
              <a:solidFill>
                <a:schemeClr val="lt1"/>
              </a:solidFill>
              <a:latin typeface="Inria Sans"/>
              <a:ea typeface="Inria Sans"/>
              <a:cs typeface="Inria Sans"/>
              <a:sym typeface="Inria Sans"/>
            </a:endParaRPr>
          </a:p>
        </p:txBody>
      </p:sp>
      <p:sp>
        <p:nvSpPr>
          <p:cNvPr id="9" name="Google Shape;358;p39">
            <a:extLst>
              <a:ext uri="{FF2B5EF4-FFF2-40B4-BE49-F238E27FC236}">
                <a16:creationId xmlns:a16="http://schemas.microsoft.com/office/drawing/2014/main" id="{FCB5DEF3-921F-4D69-93B5-46ED49FC980A}"/>
              </a:ext>
            </a:extLst>
          </p:cNvPr>
          <p:cNvSpPr/>
          <p:nvPr userDrawn="1"/>
        </p:nvSpPr>
        <p:spPr>
          <a:xfrm>
            <a:off x="7673275"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dk2"/>
                </a:solidFill>
                <a:latin typeface="Inria Sans"/>
                <a:ea typeface="Inria Sans"/>
                <a:cs typeface="Inria Sans"/>
                <a:sym typeface="Inria Sans"/>
              </a:rPr>
              <a:t>SEP</a:t>
            </a:r>
            <a:endParaRPr sz="1300">
              <a:solidFill>
                <a:schemeClr val="dk2"/>
              </a:solidFill>
              <a:latin typeface="Inria Sans"/>
              <a:ea typeface="Inria Sans"/>
              <a:cs typeface="Inria Sans"/>
              <a:sym typeface="Inria Sans"/>
            </a:endParaRPr>
          </a:p>
        </p:txBody>
      </p:sp>
      <p:sp>
        <p:nvSpPr>
          <p:cNvPr id="10" name="Google Shape;359;p39">
            <a:extLst>
              <a:ext uri="{FF2B5EF4-FFF2-40B4-BE49-F238E27FC236}">
                <a16:creationId xmlns:a16="http://schemas.microsoft.com/office/drawing/2014/main" id="{7947BD96-7699-4850-A4FD-5E8884B5016B}"/>
              </a:ext>
            </a:extLst>
          </p:cNvPr>
          <p:cNvSpPr/>
          <p:nvPr userDrawn="1"/>
        </p:nvSpPr>
        <p:spPr>
          <a:xfrm>
            <a:off x="6793163"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AOU</a:t>
            </a:r>
            <a:endParaRPr sz="1300" dirty="0">
              <a:solidFill>
                <a:schemeClr val="dk2"/>
              </a:solidFill>
              <a:latin typeface="Inria Sans"/>
              <a:ea typeface="Inria Sans"/>
              <a:cs typeface="Inria Sans"/>
              <a:sym typeface="Inria Sans"/>
            </a:endParaRPr>
          </a:p>
        </p:txBody>
      </p:sp>
      <p:sp>
        <p:nvSpPr>
          <p:cNvPr id="11" name="Google Shape;360;p39">
            <a:extLst>
              <a:ext uri="{FF2B5EF4-FFF2-40B4-BE49-F238E27FC236}">
                <a16:creationId xmlns:a16="http://schemas.microsoft.com/office/drawing/2014/main" id="{0CE9AD65-B152-4313-9AE5-9C3378662474}"/>
              </a:ext>
            </a:extLst>
          </p:cNvPr>
          <p:cNvSpPr/>
          <p:nvPr userDrawn="1"/>
        </p:nvSpPr>
        <p:spPr>
          <a:xfrm>
            <a:off x="5913051"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JUL</a:t>
            </a:r>
            <a:endParaRPr sz="1300" dirty="0">
              <a:solidFill>
                <a:schemeClr val="dk2"/>
              </a:solidFill>
              <a:latin typeface="Inria Sans"/>
              <a:ea typeface="Inria Sans"/>
              <a:cs typeface="Inria Sans"/>
              <a:sym typeface="Inria Sans"/>
            </a:endParaRPr>
          </a:p>
        </p:txBody>
      </p:sp>
      <p:sp>
        <p:nvSpPr>
          <p:cNvPr id="12" name="Google Shape;361;p39">
            <a:extLst>
              <a:ext uri="{FF2B5EF4-FFF2-40B4-BE49-F238E27FC236}">
                <a16:creationId xmlns:a16="http://schemas.microsoft.com/office/drawing/2014/main" id="{68DDD71B-3AC7-4100-ADF8-56DAB8E36A7B}"/>
              </a:ext>
            </a:extLst>
          </p:cNvPr>
          <p:cNvSpPr/>
          <p:nvPr userDrawn="1"/>
        </p:nvSpPr>
        <p:spPr>
          <a:xfrm>
            <a:off x="5032939"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JUN</a:t>
            </a:r>
            <a:endParaRPr sz="1300" dirty="0">
              <a:solidFill>
                <a:schemeClr val="bg1"/>
              </a:solidFill>
              <a:latin typeface="Inria Sans"/>
              <a:ea typeface="Inria Sans"/>
              <a:cs typeface="Inria Sans"/>
              <a:sym typeface="Inria Sans"/>
            </a:endParaRPr>
          </a:p>
        </p:txBody>
      </p:sp>
      <p:sp>
        <p:nvSpPr>
          <p:cNvPr id="14" name="Google Shape;362;p39">
            <a:extLst>
              <a:ext uri="{FF2B5EF4-FFF2-40B4-BE49-F238E27FC236}">
                <a16:creationId xmlns:a16="http://schemas.microsoft.com/office/drawing/2014/main" id="{6EFB724A-B9E9-4E5A-9F4D-B08B33CBA00F}"/>
              </a:ext>
            </a:extLst>
          </p:cNvPr>
          <p:cNvSpPr/>
          <p:nvPr userDrawn="1"/>
        </p:nvSpPr>
        <p:spPr>
          <a:xfrm>
            <a:off x="4152825"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MAI</a:t>
            </a:r>
            <a:endParaRPr sz="1300" dirty="0">
              <a:solidFill>
                <a:schemeClr val="bg1"/>
              </a:solidFill>
              <a:latin typeface="Inria Sans"/>
              <a:ea typeface="Inria Sans"/>
              <a:cs typeface="Inria Sans"/>
              <a:sym typeface="Inria Sans"/>
            </a:endParaRPr>
          </a:p>
        </p:txBody>
      </p:sp>
      <p:sp>
        <p:nvSpPr>
          <p:cNvPr id="16" name="Google Shape;363;p39">
            <a:extLst>
              <a:ext uri="{FF2B5EF4-FFF2-40B4-BE49-F238E27FC236}">
                <a16:creationId xmlns:a16="http://schemas.microsoft.com/office/drawing/2014/main" id="{A51EAC1D-96D9-4AFA-8614-35927E08B8EC}"/>
              </a:ext>
            </a:extLst>
          </p:cNvPr>
          <p:cNvSpPr/>
          <p:nvPr userDrawn="1"/>
        </p:nvSpPr>
        <p:spPr>
          <a:xfrm>
            <a:off x="3272713"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AVR</a:t>
            </a:r>
            <a:endParaRPr sz="1300" dirty="0">
              <a:solidFill>
                <a:schemeClr val="bg1"/>
              </a:solidFill>
              <a:latin typeface="Inria Sans"/>
              <a:ea typeface="Inria Sans"/>
              <a:cs typeface="Inria Sans"/>
              <a:sym typeface="Inria Sans"/>
            </a:endParaRPr>
          </a:p>
        </p:txBody>
      </p:sp>
      <p:sp>
        <p:nvSpPr>
          <p:cNvPr id="17" name="Google Shape;364;p39">
            <a:extLst>
              <a:ext uri="{FF2B5EF4-FFF2-40B4-BE49-F238E27FC236}">
                <a16:creationId xmlns:a16="http://schemas.microsoft.com/office/drawing/2014/main" id="{7EF23AB7-2E94-4B64-8792-8B4684082FAB}"/>
              </a:ext>
            </a:extLst>
          </p:cNvPr>
          <p:cNvSpPr/>
          <p:nvPr userDrawn="1"/>
        </p:nvSpPr>
        <p:spPr>
          <a:xfrm>
            <a:off x="2392601"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MAR</a:t>
            </a:r>
            <a:endParaRPr sz="1300">
              <a:solidFill>
                <a:schemeClr val="lt1"/>
              </a:solidFill>
              <a:latin typeface="Inria Sans"/>
              <a:ea typeface="Inria Sans"/>
              <a:cs typeface="Inria Sans"/>
              <a:sym typeface="Inria Sans"/>
            </a:endParaRPr>
          </a:p>
        </p:txBody>
      </p:sp>
      <p:sp>
        <p:nvSpPr>
          <p:cNvPr id="18" name="Google Shape;365;p39">
            <a:extLst>
              <a:ext uri="{FF2B5EF4-FFF2-40B4-BE49-F238E27FC236}">
                <a16:creationId xmlns:a16="http://schemas.microsoft.com/office/drawing/2014/main" id="{1AB603DA-08EF-4980-8149-506F324E79B9}"/>
              </a:ext>
            </a:extLst>
          </p:cNvPr>
          <p:cNvSpPr/>
          <p:nvPr userDrawn="1"/>
        </p:nvSpPr>
        <p:spPr>
          <a:xfrm>
            <a:off x="1512489"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FEV</a:t>
            </a:r>
            <a:endParaRPr sz="1300" dirty="0">
              <a:solidFill>
                <a:schemeClr val="lt1"/>
              </a:solidFill>
              <a:latin typeface="Inria Sans"/>
              <a:ea typeface="Inria Sans"/>
              <a:cs typeface="Inria Sans"/>
              <a:sym typeface="Inria Sans"/>
            </a:endParaRPr>
          </a:p>
        </p:txBody>
      </p:sp>
      <p:sp>
        <p:nvSpPr>
          <p:cNvPr id="19" name="Google Shape;366;p39">
            <a:extLst>
              <a:ext uri="{FF2B5EF4-FFF2-40B4-BE49-F238E27FC236}">
                <a16:creationId xmlns:a16="http://schemas.microsoft.com/office/drawing/2014/main" id="{EB824AA2-6F57-4B5D-B340-E66B5EBBB04E}"/>
              </a:ext>
            </a:extLst>
          </p:cNvPr>
          <p:cNvSpPr/>
          <p:nvPr userDrawn="1"/>
        </p:nvSpPr>
        <p:spPr>
          <a:xfrm>
            <a:off x="632377"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JAN</a:t>
            </a:r>
            <a:endParaRPr sz="1300" dirty="0">
              <a:solidFill>
                <a:schemeClr val="lt1"/>
              </a:solidFill>
              <a:latin typeface="Inria Sans"/>
              <a:ea typeface="Inria Sans"/>
              <a:cs typeface="Inria Sans"/>
              <a:sym typeface="Inria Sans"/>
            </a:endParaRPr>
          </a:p>
        </p:txBody>
      </p:sp>
      <p:sp>
        <p:nvSpPr>
          <p:cNvPr id="20" name="Google Shape;367;p39">
            <a:extLst>
              <a:ext uri="{FF2B5EF4-FFF2-40B4-BE49-F238E27FC236}">
                <a16:creationId xmlns:a16="http://schemas.microsoft.com/office/drawing/2014/main" id="{907ADFC6-280C-40FD-8EB0-FF055E6C6C95}"/>
              </a:ext>
            </a:extLst>
          </p:cNvPr>
          <p:cNvSpPr/>
          <p:nvPr userDrawn="1"/>
        </p:nvSpPr>
        <p:spPr>
          <a:xfrm>
            <a:off x="0" y="3674600"/>
            <a:ext cx="849600" cy="524800"/>
          </a:xfrm>
          <a:prstGeom prst="homePlate">
            <a:avLst>
              <a:gd name="adj" fmla="val 32030"/>
            </a:avLst>
          </a:prstGeom>
          <a:solidFill>
            <a:schemeClr val="lt2"/>
          </a:solidFill>
          <a:ln>
            <a:noFill/>
          </a:ln>
          <a:effectLst>
            <a:outerShdw blurRad="28575" dist="9525" algn="bl" rotWithShape="0">
              <a:srgbClr val="000000">
                <a:alpha val="20000"/>
              </a:srgbClr>
            </a:outerShdw>
          </a:effectLst>
        </p:spPr>
        <p:txBody>
          <a:bodyPr spcFirstLastPara="1" wrap="square" lIns="121900" tIns="121900" rIns="121900" bIns="121900" anchor="ctr" anchorCtr="0">
            <a:noAutofit/>
          </a:bodyPr>
          <a:lstStyle/>
          <a:p>
            <a:pPr algn="ctr"/>
            <a:endParaRPr sz="1300">
              <a:solidFill>
                <a:schemeClr val="dk1"/>
              </a:solidFill>
            </a:endParaRPr>
          </a:p>
        </p:txBody>
      </p:sp>
      <p:grpSp>
        <p:nvGrpSpPr>
          <p:cNvPr id="32" name="Groupe 31">
            <a:extLst>
              <a:ext uri="{FF2B5EF4-FFF2-40B4-BE49-F238E27FC236}">
                <a16:creationId xmlns:a16="http://schemas.microsoft.com/office/drawing/2014/main" id="{2E5BD6C3-AF6B-4FF6-B08A-546E089BBDA1}"/>
              </a:ext>
            </a:extLst>
          </p:cNvPr>
          <p:cNvGrpSpPr/>
          <p:nvPr userDrawn="1"/>
        </p:nvGrpSpPr>
        <p:grpSpPr>
          <a:xfrm>
            <a:off x="1025231" y="3042575"/>
            <a:ext cx="9702585" cy="1788850"/>
            <a:chOff x="1025231" y="3042575"/>
            <a:chExt cx="9702585" cy="1788850"/>
          </a:xfrm>
        </p:grpSpPr>
        <p:cxnSp>
          <p:nvCxnSpPr>
            <p:cNvPr id="33" name="Google Shape;368;p39">
              <a:extLst>
                <a:ext uri="{FF2B5EF4-FFF2-40B4-BE49-F238E27FC236}">
                  <a16:creationId xmlns:a16="http://schemas.microsoft.com/office/drawing/2014/main" id="{FD6FE5E1-23EE-42A7-8FC1-8F324CCE0BD1}"/>
                </a:ext>
              </a:extLst>
            </p:cNvPr>
            <p:cNvCxnSpPr/>
            <p:nvPr/>
          </p:nvCxnSpPr>
          <p:spPr>
            <a:xfrm rot="10800000">
              <a:off x="102523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4" name="Google Shape;370;p39">
              <a:extLst>
                <a:ext uri="{FF2B5EF4-FFF2-40B4-BE49-F238E27FC236}">
                  <a16:creationId xmlns:a16="http://schemas.microsoft.com/office/drawing/2014/main" id="{E926AE98-63E1-4A67-BB1C-5A86900B37A2}"/>
                </a:ext>
              </a:extLst>
            </p:cNvPr>
            <p:cNvCxnSpPr/>
            <p:nvPr/>
          </p:nvCxnSpPr>
          <p:spPr>
            <a:xfrm rot="10800000">
              <a:off x="278687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5" name="Google Shape;372;p39">
              <a:extLst>
                <a:ext uri="{FF2B5EF4-FFF2-40B4-BE49-F238E27FC236}">
                  <a16:creationId xmlns:a16="http://schemas.microsoft.com/office/drawing/2014/main" id="{B956DD69-B2CD-45AC-86CF-DC84AC3B4545}"/>
                </a:ext>
              </a:extLst>
            </p:cNvPr>
            <p:cNvCxnSpPr/>
            <p:nvPr/>
          </p:nvCxnSpPr>
          <p:spPr>
            <a:xfrm rot="10800000">
              <a:off x="454852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6" name="Google Shape;374;p39">
              <a:extLst>
                <a:ext uri="{FF2B5EF4-FFF2-40B4-BE49-F238E27FC236}">
                  <a16:creationId xmlns:a16="http://schemas.microsoft.com/office/drawing/2014/main" id="{34F4559D-1516-4D76-8293-ECDA65532A7D}"/>
                </a:ext>
              </a:extLst>
            </p:cNvPr>
            <p:cNvCxnSpPr/>
            <p:nvPr/>
          </p:nvCxnSpPr>
          <p:spPr>
            <a:xfrm rot="10800000">
              <a:off x="631017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7" name="Google Shape;376;p39">
              <a:extLst>
                <a:ext uri="{FF2B5EF4-FFF2-40B4-BE49-F238E27FC236}">
                  <a16:creationId xmlns:a16="http://schemas.microsoft.com/office/drawing/2014/main" id="{D0B01B73-2107-4504-83F0-89AADA64418A}"/>
                </a:ext>
              </a:extLst>
            </p:cNvPr>
            <p:cNvCxnSpPr/>
            <p:nvPr/>
          </p:nvCxnSpPr>
          <p:spPr>
            <a:xfrm rot="10800000">
              <a:off x="807181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8" name="Google Shape;378;p39">
              <a:extLst>
                <a:ext uri="{FF2B5EF4-FFF2-40B4-BE49-F238E27FC236}">
                  <a16:creationId xmlns:a16="http://schemas.microsoft.com/office/drawing/2014/main" id="{1667B7EF-206C-4106-A932-C360A4901C37}"/>
                </a:ext>
              </a:extLst>
            </p:cNvPr>
            <p:cNvCxnSpPr/>
            <p:nvPr/>
          </p:nvCxnSpPr>
          <p:spPr>
            <a:xfrm rot="10800000">
              <a:off x="983346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9" name="Google Shape;380;p39">
              <a:extLst>
                <a:ext uri="{FF2B5EF4-FFF2-40B4-BE49-F238E27FC236}">
                  <a16:creationId xmlns:a16="http://schemas.microsoft.com/office/drawing/2014/main" id="{71639FCC-C762-4D38-BCAB-F288E0FBAC88}"/>
                </a:ext>
              </a:extLst>
            </p:cNvPr>
            <p:cNvCxnSpPr/>
            <p:nvPr/>
          </p:nvCxnSpPr>
          <p:spPr>
            <a:xfrm rot="10800000">
              <a:off x="191958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0" name="Google Shape;382;p39">
              <a:extLst>
                <a:ext uri="{FF2B5EF4-FFF2-40B4-BE49-F238E27FC236}">
                  <a16:creationId xmlns:a16="http://schemas.microsoft.com/office/drawing/2014/main" id="{7C19A26B-DB9C-44BD-AD93-C0BEA8CB5044}"/>
                </a:ext>
              </a:extLst>
            </p:cNvPr>
            <p:cNvCxnSpPr/>
            <p:nvPr/>
          </p:nvCxnSpPr>
          <p:spPr>
            <a:xfrm rot="10800000">
              <a:off x="368122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1" name="Google Shape;384;p39">
              <a:extLst>
                <a:ext uri="{FF2B5EF4-FFF2-40B4-BE49-F238E27FC236}">
                  <a16:creationId xmlns:a16="http://schemas.microsoft.com/office/drawing/2014/main" id="{CB048544-D82D-44B4-8EC2-42F3CDFFD383}"/>
                </a:ext>
              </a:extLst>
            </p:cNvPr>
            <p:cNvCxnSpPr/>
            <p:nvPr/>
          </p:nvCxnSpPr>
          <p:spPr>
            <a:xfrm rot="10800000">
              <a:off x="5442876"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2" name="Google Shape;386;p39">
              <a:extLst>
                <a:ext uri="{FF2B5EF4-FFF2-40B4-BE49-F238E27FC236}">
                  <a16:creationId xmlns:a16="http://schemas.microsoft.com/office/drawing/2014/main" id="{754E0C33-BAA3-4369-A30C-F498B55E13AE}"/>
                </a:ext>
              </a:extLst>
            </p:cNvPr>
            <p:cNvCxnSpPr/>
            <p:nvPr/>
          </p:nvCxnSpPr>
          <p:spPr>
            <a:xfrm rot="10800000">
              <a:off x="720452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3" name="Google Shape;388;p39">
              <a:extLst>
                <a:ext uri="{FF2B5EF4-FFF2-40B4-BE49-F238E27FC236}">
                  <a16:creationId xmlns:a16="http://schemas.microsoft.com/office/drawing/2014/main" id="{2E7D3906-9D6A-469D-B9C6-A8FAFD424E3B}"/>
                </a:ext>
              </a:extLst>
            </p:cNvPr>
            <p:cNvCxnSpPr/>
            <p:nvPr/>
          </p:nvCxnSpPr>
          <p:spPr>
            <a:xfrm rot="10800000">
              <a:off x="896616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4" name="Google Shape;390;p39">
              <a:extLst>
                <a:ext uri="{FF2B5EF4-FFF2-40B4-BE49-F238E27FC236}">
                  <a16:creationId xmlns:a16="http://schemas.microsoft.com/office/drawing/2014/main" id="{9E53BE1D-358C-4C86-B2D7-C8721CD57AAD}"/>
                </a:ext>
              </a:extLst>
            </p:cNvPr>
            <p:cNvCxnSpPr/>
            <p:nvPr/>
          </p:nvCxnSpPr>
          <p:spPr>
            <a:xfrm rot="10800000">
              <a:off x="10727816" y="4166625"/>
              <a:ext cx="0" cy="664800"/>
            </a:xfrm>
            <a:prstGeom prst="straightConnector1">
              <a:avLst/>
            </a:prstGeom>
            <a:noFill/>
            <a:ln w="9525" cap="flat" cmpd="sng">
              <a:solidFill>
                <a:srgbClr val="D6DAE0"/>
              </a:solidFill>
              <a:prstDash val="solid"/>
              <a:round/>
              <a:headEnd type="oval" w="med" len="med"/>
              <a:tailEnd type="oval" w="med" len="med"/>
            </a:ln>
          </p:spPr>
        </p:cxnSp>
      </p:grpSp>
      <p:sp>
        <p:nvSpPr>
          <p:cNvPr id="47" name="Espace réservé du texte 45">
            <a:extLst>
              <a:ext uri="{FF2B5EF4-FFF2-40B4-BE49-F238E27FC236}">
                <a16:creationId xmlns:a16="http://schemas.microsoft.com/office/drawing/2014/main" id="{A1FE6AFF-1DCB-42B0-8BC7-3FF47FADA590}"/>
              </a:ext>
            </a:extLst>
          </p:cNvPr>
          <p:cNvSpPr>
            <a:spLocks noGrp="1"/>
          </p:cNvSpPr>
          <p:nvPr>
            <p:ph type="body" sz="quarter" idx="13" hasCustomPrompt="1"/>
          </p:nvPr>
        </p:nvSpPr>
        <p:spPr>
          <a:xfrm>
            <a:off x="387257" y="2135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49" name="Espace réservé du texte 45">
            <a:extLst>
              <a:ext uri="{FF2B5EF4-FFF2-40B4-BE49-F238E27FC236}">
                <a16:creationId xmlns:a16="http://schemas.microsoft.com/office/drawing/2014/main" id="{D02F4E13-A6B6-44E9-845D-EB36C06AEB6F}"/>
              </a:ext>
            </a:extLst>
          </p:cNvPr>
          <p:cNvSpPr>
            <a:spLocks noGrp="1"/>
          </p:cNvSpPr>
          <p:nvPr>
            <p:ph type="body" sz="quarter" idx="14" hasCustomPrompt="1"/>
          </p:nvPr>
        </p:nvSpPr>
        <p:spPr>
          <a:xfrm>
            <a:off x="2152393"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1" name="Espace réservé du texte 45">
            <a:extLst>
              <a:ext uri="{FF2B5EF4-FFF2-40B4-BE49-F238E27FC236}">
                <a16:creationId xmlns:a16="http://schemas.microsoft.com/office/drawing/2014/main" id="{0A561DBB-C3AA-464C-9841-B9A3FC0A82C2}"/>
              </a:ext>
            </a:extLst>
          </p:cNvPr>
          <p:cNvSpPr>
            <a:spLocks noGrp="1"/>
          </p:cNvSpPr>
          <p:nvPr>
            <p:ph type="body" sz="quarter" idx="15" hasCustomPrompt="1"/>
          </p:nvPr>
        </p:nvSpPr>
        <p:spPr>
          <a:xfrm>
            <a:off x="3914854"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3" name="Espace réservé du texte 45">
            <a:extLst>
              <a:ext uri="{FF2B5EF4-FFF2-40B4-BE49-F238E27FC236}">
                <a16:creationId xmlns:a16="http://schemas.microsoft.com/office/drawing/2014/main" id="{BD1D5DA9-95E4-45FA-A99F-DD0676FB2F68}"/>
              </a:ext>
            </a:extLst>
          </p:cNvPr>
          <p:cNvSpPr>
            <a:spLocks noGrp="1"/>
          </p:cNvSpPr>
          <p:nvPr>
            <p:ph type="body" sz="quarter" idx="16" hasCustomPrompt="1"/>
          </p:nvPr>
        </p:nvSpPr>
        <p:spPr>
          <a:xfrm>
            <a:off x="5677315"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5" name="Espace réservé du texte 45">
            <a:extLst>
              <a:ext uri="{FF2B5EF4-FFF2-40B4-BE49-F238E27FC236}">
                <a16:creationId xmlns:a16="http://schemas.microsoft.com/office/drawing/2014/main" id="{235086B5-DFD4-44B3-9551-94A840BAE880}"/>
              </a:ext>
            </a:extLst>
          </p:cNvPr>
          <p:cNvSpPr>
            <a:spLocks noGrp="1"/>
          </p:cNvSpPr>
          <p:nvPr>
            <p:ph type="body" sz="quarter" idx="17" hasCustomPrompt="1"/>
          </p:nvPr>
        </p:nvSpPr>
        <p:spPr>
          <a:xfrm>
            <a:off x="7442013" y="2139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7" name="Espace réservé du texte 45">
            <a:extLst>
              <a:ext uri="{FF2B5EF4-FFF2-40B4-BE49-F238E27FC236}">
                <a16:creationId xmlns:a16="http://schemas.microsoft.com/office/drawing/2014/main" id="{1D2B7EC4-CE1E-4946-8E23-4078DA0288F1}"/>
              </a:ext>
            </a:extLst>
          </p:cNvPr>
          <p:cNvSpPr>
            <a:spLocks noGrp="1"/>
          </p:cNvSpPr>
          <p:nvPr>
            <p:ph type="body" sz="quarter" idx="18" hasCustomPrompt="1"/>
          </p:nvPr>
        </p:nvSpPr>
        <p:spPr>
          <a:xfrm>
            <a:off x="9205669"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4" name="Espace réservé du texte 45">
            <a:extLst>
              <a:ext uri="{FF2B5EF4-FFF2-40B4-BE49-F238E27FC236}">
                <a16:creationId xmlns:a16="http://schemas.microsoft.com/office/drawing/2014/main" id="{ADB72052-957A-4300-A819-2882139B37C0}"/>
              </a:ext>
            </a:extLst>
          </p:cNvPr>
          <p:cNvSpPr>
            <a:spLocks noGrp="1"/>
          </p:cNvSpPr>
          <p:nvPr>
            <p:ph type="body" sz="quarter" idx="19" hasCustomPrompt="1"/>
          </p:nvPr>
        </p:nvSpPr>
        <p:spPr>
          <a:xfrm>
            <a:off x="1243358" y="5032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5" name="Espace réservé du texte 45">
            <a:extLst>
              <a:ext uri="{FF2B5EF4-FFF2-40B4-BE49-F238E27FC236}">
                <a16:creationId xmlns:a16="http://schemas.microsoft.com/office/drawing/2014/main" id="{A08E1E97-7FD5-4EF5-9A16-90B51ED4CF4A}"/>
              </a:ext>
            </a:extLst>
          </p:cNvPr>
          <p:cNvSpPr>
            <a:spLocks noGrp="1"/>
          </p:cNvSpPr>
          <p:nvPr>
            <p:ph type="body" sz="quarter" idx="20" hasCustomPrompt="1"/>
          </p:nvPr>
        </p:nvSpPr>
        <p:spPr>
          <a:xfrm>
            <a:off x="3008494"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6" name="Espace réservé du texte 45">
            <a:extLst>
              <a:ext uri="{FF2B5EF4-FFF2-40B4-BE49-F238E27FC236}">
                <a16:creationId xmlns:a16="http://schemas.microsoft.com/office/drawing/2014/main" id="{A6B76954-1753-4BE1-9815-4ECBA8F8C8F5}"/>
              </a:ext>
            </a:extLst>
          </p:cNvPr>
          <p:cNvSpPr>
            <a:spLocks noGrp="1"/>
          </p:cNvSpPr>
          <p:nvPr>
            <p:ph type="body" sz="quarter" idx="21" hasCustomPrompt="1"/>
          </p:nvPr>
        </p:nvSpPr>
        <p:spPr>
          <a:xfrm>
            <a:off x="4770955"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7" name="Espace réservé du texte 45">
            <a:extLst>
              <a:ext uri="{FF2B5EF4-FFF2-40B4-BE49-F238E27FC236}">
                <a16:creationId xmlns:a16="http://schemas.microsoft.com/office/drawing/2014/main" id="{F972A133-F851-4C7E-BF6A-5A413421A391}"/>
              </a:ext>
            </a:extLst>
          </p:cNvPr>
          <p:cNvSpPr>
            <a:spLocks noGrp="1"/>
          </p:cNvSpPr>
          <p:nvPr>
            <p:ph type="body" sz="quarter" idx="22" hasCustomPrompt="1"/>
          </p:nvPr>
        </p:nvSpPr>
        <p:spPr>
          <a:xfrm>
            <a:off x="6533416"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8" name="Espace réservé du texte 45">
            <a:extLst>
              <a:ext uri="{FF2B5EF4-FFF2-40B4-BE49-F238E27FC236}">
                <a16:creationId xmlns:a16="http://schemas.microsoft.com/office/drawing/2014/main" id="{3BD8C773-971F-4B49-BDFC-3627B901F176}"/>
              </a:ext>
            </a:extLst>
          </p:cNvPr>
          <p:cNvSpPr>
            <a:spLocks noGrp="1"/>
          </p:cNvSpPr>
          <p:nvPr>
            <p:ph type="body" sz="quarter" idx="23" hasCustomPrompt="1"/>
          </p:nvPr>
        </p:nvSpPr>
        <p:spPr>
          <a:xfrm>
            <a:off x="8298114" y="5036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9" name="Espace réservé du texte 45">
            <a:extLst>
              <a:ext uri="{FF2B5EF4-FFF2-40B4-BE49-F238E27FC236}">
                <a16:creationId xmlns:a16="http://schemas.microsoft.com/office/drawing/2014/main" id="{887A850E-DDFB-4B30-A3CC-60839965A4F5}"/>
              </a:ext>
            </a:extLst>
          </p:cNvPr>
          <p:cNvSpPr>
            <a:spLocks noGrp="1"/>
          </p:cNvSpPr>
          <p:nvPr>
            <p:ph type="body" sz="quarter" idx="24" hasCustomPrompt="1"/>
          </p:nvPr>
        </p:nvSpPr>
        <p:spPr>
          <a:xfrm>
            <a:off x="10061770"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70" name="Google Shape;32;p6">
            <a:extLst>
              <a:ext uri="{FF2B5EF4-FFF2-40B4-BE49-F238E27FC236}">
                <a16:creationId xmlns:a16="http://schemas.microsoft.com/office/drawing/2014/main" id="{27811ABC-4B79-468C-85D9-A6B9AEA2E1B2}"/>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46" name="Espace réservé du texte 2">
            <a:extLst>
              <a:ext uri="{FF2B5EF4-FFF2-40B4-BE49-F238E27FC236}">
                <a16:creationId xmlns:a16="http://schemas.microsoft.com/office/drawing/2014/main" id="{02840E39-7C26-4E48-812E-A6A0401AEA5D}"/>
              </a:ext>
            </a:extLst>
          </p:cNvPr>
          <p:cNvSpPr>
            <a:spLocks noGrp="1"/>
          </p:cNvSpPr>
          <p:nvPr>
            <p:ph type="body" sz="quarter" idx="2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3312301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2;p6">
            <a:extLst>
              <a:ext uri="{FF2B5EF4-FFF2-40B4-BE49-F238E27FC236}">
                <a16:creationId xmlns:a16="http://schemas.microsoft.com/office/drawing/2014/main" id="{507F3901-C51F-4B86-A6B3-B6AD8D38DDB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8" name="Espace réservé du texte 2">
            <a:extLst>
              <a:ext uri="{FF2B5EF4-FFF2-40B4-BE49-F238E27FC236}">
                <a16:creationId xmlns:a16="http://schemas.microsoft.com/office/drawing/2014/main" id="{B8F557D0-F906-48E4-9676-2FCF206075ED}"/>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7902315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égende">
    <p:spTree>
      <p:nvGrpSpPr>
        <p:cNvPr id="1" name=""/>
        <p:cNvGrpSpPr/>
        <p:nvPr/>
      </p:nvGrpSpPr>
      <p:grpSpPr>
        <a:xfrm>
          <a:off x="0" y="0"/>
          <a:ext cx="0" cy="0"/>
          <a:chOff x="0" y="0"/>
          <a:chExt cx="0" cy="0"/>
        </a:xfrm>
      </p:grpSpPr>
      <p:sp>
        <p:nvSpPr>
          <p:cNvPr id="4" name="Google Shape;46;p9">
            <a:extLst>
              <a:ext uri="{FF2B5EF4-FFF2-40B4-BE49-F238E27FC236}">
                <a16:creationId xmlns:a16="http://schemas.microsoft.com/office/drawing/2014/main" id="{31D6BDB8-40A4-AB40-9EC0-61074D386A46}"/>
              </a:ext>
            </a:extLst>
          </p:cNvPr>
          <p:cNvSpPr txBox="1">
            <a:spLocks noGrp="1"/>
          </p:cNvSpPr>
          <p:nvPr>
            <p:ph type="body" idx="1" hasCustomPrompt="1"/>
          </p:nvPr>
        </p:nvSpPr>
        <p:spPr>
          <a:xfrm>
            <a:off x="980322" y="5987362"/>
            <a:ext cx="10225522" cy="692800"/>
          </a:xfrm>
          <a:prstGeom prst="rect">
            <a:avLst/>
          </a:prstGeom>
        </p:spPr>
        <p:txBody>
          <a:bodyPr spcFirstLastPara="1" wrap="square" lIns="0" tIns="0" rIns="0" bIns="0" anchor="t" anchorCtr="0">
            <a:noAutofit/>
          </a:bodyPr>
          <a:lstStyle>
            <a:lvl1pPr marL="609585" lvl="0" indent="-304792" rtl="0">
              <a:spcBef>
                <a:spcPts val="0"/>
              </a:spcBef>
              <a:spcAft>
                <a:spcPts val="800"/>
              </a:spcAft>
              <a:buSzPts val="1600"/>
              <a:buNone/>
              <a:defRPr sz="1400">
                <a:solidFill>
                  <a:schemeClr val="tx1">
                    <a:lumMod val="85000"/>
                    <a:lumOff val="15000"/>
                  </a:schemeClr>
                </a:solidFill>
                <a:latin typeface="Barlow"/>
              </a:defRPr>
            </a:lvl1pPr>
          </a:lstStyle>
          <a:p>
            <a:r>
              <a:rPr lang="fr-FR" dirty="0"/>
              <a:t>Cliquez pour ajouter du texte</a:t>
            </a:r>
            <a:endParaRPr dirty="0"/>
          </a:p>
        </p:txBody>
      </p:sp>
      <p:sp>
        <p:nvSpPr>
          <p:cNvPr id="5" name="Google Shape;32;p6">
            <a:extLst>
              <a:ext uri="{FF2B5EF4-FFF2-40B4-BE49-F238E27FC236}">
                <a16:creationId xmlns:a16="http://schemas.microsoft.com/office/drawing/2014/main" id="{F4B6C03F-1988-45C2-A41B-CDD7235AA36B}"/>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8648422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
        <p:nvSpPr>
          <p:cNvPr id="5" name="Google Shape;32;p6">
            <a:extLst>
              <a:ext uri="{FF2B5EF4-FFF2-40B4-BE49-F238E27FC236}">
                <a16:creationId xmlns:a16="http://schemas.microsoft.com/office/drawing/2014/main" id="{833FC38E-CCC0-435B-94EC-EE892C21532A}"/>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782797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19027699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ND BLANC">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16357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SOMMAIRE">
    <p:spTree>
      <p:nvGrpSpPr>
        <p:cNvPr id="1" name=""/>
        <p:cNvGrpSpPr/>
        <p:nvPr/>
      </p:nvGrpSpPr>
      <p:grpSpPr>
        <a:xfrm>
          <a:off x="0" y="0"/>
          <a:ext cx="0" cy="0"/>
          <a:chOff x="0" y="0"/>
          <a:chExt cx="0" cy="0"/>
        </a:xfrm>
      </p:grpSpPr>
      <p:sp>
        <p:nvSpPr>
          <p:cNvPr id="7" name="Google Shape;25;p5">
            <a:extLst>
              <a:ext uri="{FF2B5EF4-FFF2-40B4-BE49-F238E27FC236}">
                <a16:creationId xmlns:a16="http://schemas.microsoft.com/office/drawing/2014/main" id="{E5E4396F-4D98-4AE2-A6D3-37B80851AB9A}"/>
              </a:ext>
            </a:extLst>
          </p:cNvPr>
          <p:cNvSpPr txBox="1">
            <a:spLocks noGrp="1"/>
          </p:cNvSpPr>
          <p:nvPr>
            <p:ph type="body" idx="1" hasCustomPrompt="1"/>
          </p:nvPr>
        </p:nvSpPr>
        <p:spPr>
          <a:xfrm>
            <a:off x="5440823" y="2054715"/>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9" name="Espace réservé pour une image  5">
            <a:extLst>
              <a:ext uri="{FF2B5EF4-FFF2-40B4-BE49-F238E27FC236}">
                <a16:creationId xmlns:a16="http://schemas.microsoft.com/office/drawing/2014/main" id="{9213FE85-ACEC-446A-A027-DE766253360F}"/>
              </a:ext>
            </a:extLst>
          </p:cNvPr>
          <p:cNvSpPr>
            <a:spLocks noGrp="1"/>
          </p:cNvSpPr>
          <p:nvPr>
            <p:ph type="pic" sz="quarter" idx="15" hasCustomPrompt="1"/>
          </p:nvPr>
        </p:nvSpPr>
        <p:spPr>
          <a:xfrm>
            <a:off x="0" y="0"/>
            <a:ext cx="2876204"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4" name="Google Shape;24;p5">
            <a:extLst>
              <a:ext uri="{FF2B5EF4-FFF2-40B4-BE49-F238E27FC236}">
                <a16:creationId xmlns:a16="http://schemas.microsoft.com/office/drawing/2014/main" id="{7D9DA230-F9F6-41CA-8C2D-CC2C5689895C}"/>
              </a:ext>
            </a:extLst>
          </p:cNvPr>
          <p:cNvSpPr txBox="1">
            <a:spLocks/>
          </p:cNvSpPr>
          <p:nvPr userDrawn="1"/>
        </p:nvSpPr>
        <p:spPr>
          <a:xfrm rot="16200000">
            <a:off x="72248" y="2596101"/>
            <a:ext cx="6858000" cy="1665803"/>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kern="1200">
                <a:ln>
                  <a:noFill/>
                </a:ln>
                <a:solidFill>
                  <a:srgbClr val="5190CC"/>
                </a:solidFill>
                <a:latin typeface="Montserrat" panose="00000800000000000000" pitchFamily="2" charset="0"/>
                <a:ea typeface="+mj-ea"/>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pPr algn="ctr"/>
            <a:r>
              <a:rPr lang="fr-FR" sz="8500" dirty="0">
                <a:solidFill>
                  <a:schemeClr val="bg1">
                    <a:lumMod val="75000"/>
                  </a:schemeClr>
                </a:solidFill>
              </a:rPr>
              <a:t>SOMMAIRE</a:t>
            </a:r>
          </a:p>
        </p:txBody>
      </p:sp>
      <p:sp>
        <p:nvSpPr>
          <p:cNvPr id="15" name="Google Shape;25;p5">
            <a:extLst>
              <a:ext uri="{FF2B5EF4-FFF2-40B4-BE49-F238E27FC236}">
                <a16:creationId xmlns:a16="http://schemas.microsoft.com/office/drawing/2014/main" id="{ED770C59-BB9B-4F2E-9610-C178A1871226}"/>
              </a:ext>
            </a:extLst>
          </p:cNvPr>
          <p:cNvSpPr txBox="1">
            <a:spLocks noGrp="1"/>
          </p:cNvSpPr>
          <p:nvPr>
            <p:ph type="body" idx="16" hasCustomPrompt="1"/>
          </p:nvPr>
        </p:nvSpPr>
        <p:spPr>
          <a:xfrm>
            <a:off x="4518111" y="2054715"/>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01</a:t>
            </a:r>
            <a:endParaRPr dirty="0"/>
          </a:p>
        </p:txBody>
      </p:sp>
      <p:sp>
        <p:nvSpPr>
          <p:cNvPr id="21" name="Google Shape;25;p5">
            <a:extLst>
              <a:ext uri="{FF2B5EF4-FFF2-40B4-BE49-F238E27FC236}">
                <a16:creationId xmlns:a16="http://schemas.microsoft.com/office/drawing/2014/main" id="{2DCC4B1F-0E59-4DCB-AAA6-0EEB6EBAF0FA}"/>
              </a:ext>
            </a:extLst>
          </p:cNvPr>
          <p:cNvSpPr txBox="1">
            <a:spLocks noGrp="1"/>
          </p:cNvSpPr>
          <p:nvPr>
            <p:ph type="body" idx="17" hasCustomPrompt="1"/>
          </p:nvPr>
        </p:nvSpPr>
        <p:spPr>
          <a:xfrm>
            <a:off x="5434648" y="2779076"/>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2" name="Google Shape;25;p5">
            <a:extLst>
              <a:ext uri="{FF2B5EF4-FFF2-40B4-BE49-F238E27FC236}">
                <a16:creationId xmlns:a16="http://schemas.microsoft.com/office/drawing/2014/main" id="{C72BD9A8-DEA7-4FC4-80B4-7AD4402DFD9C}"/>
              </a:ext>
            </a:extLst>
          </p:cNvPr>
          <p:cNvSpPr txBox="1">
            <a:spLocks noGrp="1"/>
          </p:cNvSpPr>
          <p:nvPr>
            <p:ph type="body" idx="18" hasCustomPrompt="1"/>
          </p:nvPr>
        </p:nvSpPr>
        <p:spPr>
          <a:xfrm>
            <a:off x="4511936" y="2779076"/>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02</a:t>
            </a:r>
            <a:endParaRPr dirty="0"/>
          </a:p>
        </p:txBody>
      </p:sp>
      <p:sp>
        <p:nvSpPr>
          <p:cNvPr id="25" name="Google Shape;25;p5">
            <a:extLst>
              <a:ext uri="{FF2B5EF4-FFF2-40B4-BE49-F238E27FC236}">
                <a16:creationId xmlns:a16="http://schemas.microsoft.com/office/drawing/2014/main" id="{15BC5ED5-FD2E-4FB2-AA69-1B8202059E2A}"/>
              </a:ext>
            </a:extLst>
          </p:cNvPr>
          <p:cNvSpPr txBox="1">
            <a:spLocks noGrp="1"/>
          </p:cNvSpPr>
          <p:nvPr>
            <p:ph type="body" idx="19" hasCustomPrompt="1"/>
          </p:nvPr>
        </p:nvSpPr>
        <p:spPr>
          <a:xfrm>
            <a:off x="5440823" y="3503437"/>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6" name="Google Shape;25;p5">
            <a:extLst>
              <a:ext uri="{FF2B5EF4-FFF2-40B4-BE49-F238E27FC236}">
                <a16:creationId xmlns:a16="http://schemas.microsoft.com/office/drawing/2014/main" id="{00BE4F92-AE87-48C5-92DE-C3526520E167}"/>
              </a:ext>
            </a:extLst>
          </p:cNvPr>
          <p:cNvSpPr txBox="1">
            <a:spLocks noGrp="1"/>
          </p:cNvSpPr>
          <p:nvPr>
            <p:ph type="body" idx="20" hasCustomPrompt="1"/>
          </p:nvPr>
        </p:nvSpPr>
        <p:spPr>
          <a:xfrm>
            <a:off x="4518111" y="3503437"/>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03</a:t>
            </a:r>
            <a:endParaRPr dirty="0"/>
          </a:p>
        </p:txBody>
      </p:sp>
      <p:sp>
        <p:nvSpPr>
          <p:cNvPr id="27" name="Google Shape;25;p5">
            <a:extLst>
              <a:ext uri="{FF2B5EF4-FFF2-40B4-BE49-F238E27FC236}">
                <a16:creationId xmlns:a16="http://schemas.microsoft.com/office/drawing/2014/main" id="{67159D45-09CC-4226-A53E-14DF91985069}"/>
              </a:ext>
            </a:extLst>
          </p:cNvPr>
          <p:cNvSpPr txBox="1">
            <a:spLocks noGrp="1"/>
          </p:cNvSpPr>
          <p:nvPr>
            <p:ph type="body" idx="21" hasCustomPrompt="1"/>
          </p:nvPr>
        </p:nvSpPr>
        <p:spPr>
          <a:xfrm>
            <a:off x="5434648" y="4227798"/>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8" name="Google Shape;25;p5">
            <a:extLst>
              <a:ext uri="{FF2B5EF4-FFF2-40B4-BE49-F238E27FC236}">
                <a16:creationId xmlns:a16="http://schemas.microsoft.com/office/drawing/2014/main" id="{F176A760-EFC1-4E26-83CD-DAB258C0D87A}"/>
              </a:ext>
            </a:extLst>
          </p:cNvPr>
          <p:cNvSpPr txBox="1">
            <a:spLocks noGrp="1"/>
          </p:cNvSpPr>
          <p:nvPr>
            <p:ph type="body" idx="22" hasCustomPrompt="1"/>
          </p:nvPr>
        </p:nvSpPr>
        <p:spPr>
          <a:xfrm>
            <a:off x="4511936" y="4227798"/>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04</a:t>
            </a:r>
            <a:endParaRPr dirty="0"/>
          </a:p>
        </p:txBody>
      </p:sp>
    </p:spTree>
    <p:extLst>
      <p:ext uri="{BB962C8B-B14F-4D97-AF65-F5344CB8AC3E}">
        <p14:creationId xmlns:p14="http://schemas.microsoft.com/office/powerpoint/2010/main" val="2915060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842" b="-842"/>
          <a:stretch/>
        </p:blipFill>
        <p:spPr>
          <a:xfrm>
            <a:off x="5485626" y="2363986"/>
            <a:ext cx="1220749" cy="1997020"/>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dirty="0">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latin typeface="Barlow"/>
              </a:defRPr>
            </a:lvl1pPr>
          </a:lstStyle>
          <a:p>
            <a:pPr algn="ctr"/>
            <a:r>
              <a:rPr lang="fr-FR" sz="1200" dirty="0"/>
              <a:t>CONTACT </a:t>
            </a:r>
          </a:p>
          <a:p>
            <a:pPr algn="ctr"/>
            <a:r>
              <a:rPr lang="fr-FR" sz="1200" dirty="0"/>
              <a:t>Prénom Nom</a:t>
            </a:r>
          </a:p>
          <a:p>
            <a:pPr algn="ctr"/>
            <a:r>
              <a:rPr lang="fr-FR" sz="1200" dirty="0"/>
              <a:t>Adresse, tél</a:t>
            </a:r>
            <a:endParaRPr lang="fr-FR" sz="1600" dirty="0"/>
          </a:p>
          <a:p>
            <a:pPr lvl="0"/>
            <a:endParaRPr lang="fr-FR" dirty="0"/>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5">
            <a:extLst>
              <a:ext uri="{FF2B5EF4-FFF2-40B4-BE49-F238E27FC236}">
                <a16:creationId xmlns:a16="http://schemas.microsoft.com/office/drawing/2014/main" id="{C71D668A-FB4E-D142-8FE7-4DCB8545F5AB}"/>
              </a:ext>
            </a:extLst>
          </p:cNvPr>
          <p:cNvPicPr>
            <a:picLocks noChangeAspect="1"/>
          </p:cNvPicPr>
          <p:nvPr userDrawn="1"/>
        </p:nvPicPr>
        <p:blipFill>
          <a:blip r:embed="rId4" cstate="print">
            <a:extLst>
              <a:ext uri="{28A0092B-C50C-407E-A947-70E740481C1C}">
                <a14:useLocalDpi xmlns:a14="http://schemas.microsoft.com/office/drawing/2010/main" val="0"/>
              </a:ext>
            </a:extLst>
          </a:blip>
          <a:srcRect l="9091" r="9091"/>
          <a:stretch/>
        </p:blipFill>
        <p:spPr>
          <a:xfrm>
            <a:off x="3566909" y="1385794"/>
            <a:ext cx="5041556" cy="3142583"/>
          </a:xfrm>
          <a:prstGeom prst="rect">
            <a:avLst/>
          </a:prstGeom>
        </p:spPr>
      </p:pic>
    </p:spTree>
    <p:extLst>
      <p:ext uri="{BB962C8B-B14F-4D97-AF65-F5344CB8AC3E}">
        <p14:creationId xmlns:p14="http://schemas.microsoft.com/office/powerpoint/2010/main" val="2387847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2892971"/>
            <a:ext cx="8426369" cy="597913"/>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3605357"/>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2" name="Google Shape;14;p3">
            <a:extLst>
              <a:ext uri="{FF2B5EF4-FFF2-40B4-BE49-F238E27FC236}">
                <a16:creationId xmlns:a16="http://schemas.microsoft.com/office/drawing/2014/main" id="{CA8D2623-81DF-6942-AB15-784C5CEC08DD}"/>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708661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42742340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nnonc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1873930"/>
            <a:ext cx="8426369" cy="597913"/>
          </a:xfrm>
          <a:prstGeom prst="rect">
            <a:avLst/>
          </a:prstGeom>
          <a:noFill/>
        </p:spPr>
        <p:txBody>
          <a:bodyPr>
            <a:noAutofit/>
          </a:bodyPr>
          <a:lstStyle>
            <a:lvl1pPr algn="ctr">
              <a:defRPr sz="10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4852265"/>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Tree>
    <p:extLst>
      <p:ext uri="{BB962C8B-B14F-4D97-AF65-F5344CB8AC3E}">
        <p14:creationId xmlns:p14="http://schemas.microsoft.com/office/powerpoint/2010/main" val="32224485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re + 2 colonnes ">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32147"/>
            <a:ext cx="4806351"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15" name="Google Shape;32;p6">
            <a:extLst>
              <a:ext uri="{FF2B5EF4-FFF2-40B4-BE49-F238E27FC236}">
                <a16:creationId xmlns:a16="http://schemas.microsoft.com/office/drawing/2014/main" id="{1694EB44-9E14-4F2A-BECC-0B0403384AA4}"/>
              </a:ext>
            </a:extLst>
          </p:cNvPr>
          <p:cNvSpPr txBox="1">
            <a:spLocks noGrp="1"/>
          </p:cNvSpPr>
          <p:nvPr>
            <p:ph type="sldNum" idx="12"/>
          </p:nvPr>
        </p:nvSpPr>
        <p:spPr>
          <a:xfrm>
            <a:off x="11205845" y="6082680"/>
            <a:ext cx="731600" cy="524800"/>
          </a:xfrm>
          <a:prstGeom prst="rect">
            <a:avLst/>
          </a:prstGeom>
        </p:spPr>
        <p:txBody>
          <a:bodyPr spcFirstLastPara="1" wrap="square" lIns="0" tIns="0" rIns="0" bIns="0" anchor="ctr" anchorCtr="0">
            <a:noAutofit/>
          </a:bodyPr>
          <a:lstStyle>
            <a:lvl1pPr lvl="0" rtl="0">
              <a:buNone/>
              <a:defRPr>
                <a:solidFill>
                  <a:schemeClr val="bg1"/>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7" name="Google Shape;25;p5">
            <a:extLst>
              <a:ext uri="{FF2B5EF4-FFF2-40B4-BE49-F238E27FC236}">
                <a16:creationId xmlns:a16="http://schemas.microsoft.com/office/drawing/2014/main" id="{8F91B836-7C3E-49A2-9849-8A3698623EBB}"/>
              </a:ext>
            </a:extLst>
          </p:cNvPr>
          <p:cNvSpPr txBox="1">
            <a:spLocks noGrp="1"/>
          </p:cNvSpPr>
          <p:nvPr>
            <p:ph type="body" idx="14" hasCustomPrompt="1"/>
          </p:nvPr>
        </p:nvSpPr>
        <p:spPr>
          <a:xfrm>
            <a:off x="6772826" y="1240623"/>
            <a:ext cx="4433019" cy="5011385"/>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20" name="Espace réservé du texte 2">
            <a:extLst>
              <a:ext uri="{FF2B5EF4-FFF2-40B4-BE49-F238E27FC236}">
                <a16:creationId xmlns:a16="http://schemas.microsoft.com/office/drawing/2014/main" id="{9FBFBF23-B3A9-4224-AA2C-7A19A4C691EC}"/>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solidFill>
                  <a:schemeClr val="bg1"/>
                </a:solidFill>
                <a:latin typeface="Barlow"/>
              </a:defRPr>
            </a:lvl1pPr>
          </a:lstStyle>
          <a:p>
            <a:pPr lvl="0"/>
            <a:r>
              <a:rPr lang="fr-FR" dirty="0"/>
              <a:t>Cliquez ici pour du texte</a:t>
            </a:r>
          </a:p>
        </p:txBody>
      </p:sp>
      <p:sp>
        <p:nvSpPr>
          <p:cNvPr id="24" name="Google Shape;24;p5">
            <a:extLst>
              <a:ext uri="{FF2B5EF4-FFF2-40B4-BE49-F238E27FC236}">
                <a16:creationId xmlns:a16="http://schemas.microsoft.com/office/drawing/2014/main" id="{F5B4B604-7A44-4DAD-8B90-3B1ACFFE4058}"/>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25" name="Connecteur droit 24">
            <a:extLst>
              <a:ext uri="{FF2B5EF4-FFF2-40B4-BE49-F238E27FC236}">
                <a16:creationId xmlns:a16="http://schemas.microsoft.com/office/drawing/2014/main" id="{32B17A13-D5F3-4AD3-B0F6-2F767FA6A699}"/>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81498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2855955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02032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9025" r="9156"/>
          <a:stretch/>
        </p:blipFill>
        <p:spPr>
          <a:xfrm>
            <a:off x="3566909" y="1385794"/>
            <a:ext cx="5041556" cy="3142583"/>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a:solidFill>
                  <a:schemeClr val="bg1"/>
                </a:solidFill>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solidFill>
                  <a:schemeClr val="bg1"/>
                </a:solidFill>
                <a:latin typeface="Barlow"/>
              </a:defRPr>
            </a:lvl1pPr>
          </a:lstStyle>
          <a:p>
            <a:pPr algn="ctr"/>
            <a:r>
              <a:rPr lang="fr-FR" sz="1200"/>
              <a:t>CONTACT </a:t>
            </a:r>
          </a:p>
          <a:p>
            <a:pPr algn="ctr"/>
            <a:r>
              <a:rPr lang="fr-FR" sz="1200"/>
              <a:t>Prénom Nom</a:t>
            </a:r>
          </a:p>
          <a:p>
            <a:pPr algn="ctr"/>
            <a:r>
              <a:rPr lang="fr-FR" sz="1200"/>
              <a:t>Adresse, tél</a:t>
            </a:r>
            <a:endParaRPr lang="fr-FR" sz="1600"/>
          </a:p>
          <a:p>
            <a:pPr lvl="0"/>
            <a:endParaRPr lang="fr-FR"/>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018355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slideLayout" Target="../slideLayouts/slideLayout16.xml"/><Relationship Id="rId1" Type="http://schemas.openxmlformats.org/officeDocument/2006/relationships/slideLayout" Target="../slideLayouts/slideLayout15.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20.xml"/><Relationship Id="rId7" Type="http://schemas.openxmlformats.org/officeDocument/2006/relationships/image" Target="../media/image5.png"/><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theme" Target="../theme/theme3.xml"/><Relationship Id="rId5" Type="http://schemas.openxmlformats.org/officeDocument/2006/relationships/slideLayout" Target="../slideLayouts/slideLayout22.xml"/><Relationship Id="rId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24.xml"/><Relationship Id="rId1"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97500AB-525E-E34C-820E-370900AC2016}"/>
              </a:ext>
            </a:extLst>
          </p:cNvPr>
          <p:cNvSpPr/>
          <p:nvPr userDrawn="1"/>
        </p:nvSpPr>
        <p:spPr>
          <a:xfrm>
            <a:off x="1" y="6595969"/>
            <a:ext cx="12192000" cy="262031"/>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7" name="Google Shape;32;p6">
            <a:extLst>
              <a:ext uri="{FF2B5EF4-FFF2-40B4-BE49-F238E27FC236}">
                <a16:creationId xmlns:a16="http://schemas.microsoft.com/office/drawing/2014/main" id="{B4891CD4-3824-4F17-BDC6-B3EE5D1F3D6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pic>
        <p:nvPicPr>
          <p:cNvPr id="10" name="Picture 2">
            <a:extLst>
              <a:ext uri="{FF2B5EF4-FFF2-40B4-BE49-F238E27FC236}">
                <a16:creationId xmlns:a16="http://schemas.microsoft.com/office/drawing/2014/main" id="{B1244A78-D027-704D-B511-597D4F32011A}"/>
              </a:ext>
            </a:extLst>
          </p:cNvPr>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p:blipFill>
        <p:spPr bwMode="auto">
          <a:xfrm>
            <a:off x="10309190" y="122549"/>
            <a:ext cx="1757935" cy="896547"/>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D7ACA563-1C77-9192-3A1B-BF09E1CD941A}"/>
              </a:ext>
            </a:extLst>
          </p:cNvPr>
          <p:cNvSpPr txBox="1"/>
          <p:nvPr userDrawn="1"/>
        </p:nvSpPr>
        <p:spPr>
          <a:xfrm>
            <a:off x="-26161" y="6588484"/>
            <a:ext cx="6079298" cy="276999"/>
          </a:xfrm>
          <a:prstGeom prst="rect">
            <a:avLst/>
          </a:prstGeom>
          <a:noFill/>
        </p:spPr>
        <p:txBody>
          <a:bodyPr wrap="square">
            <a:spAutoFit/>
          </a:bodyPr>
          <a:lstStyle/>
          <a:p>
            <a:r>
              <a:rPr lang="fr-FR" sz="1200" i="1" dirty="0">
                <a:solidFill>
                  <a:schemeClr val="bg1"/>
                </a:solidFill>
                <a:latin typeface="Montserrat" panose="00000800000000000000" pitchFamily="2" charset="0"/>
              </a:rPr>
              <a:t>v1.2.1.0 – 20/04/2024 </a:t>
            </a:r>
          </a:p>
        </p:txBody>
      </p:sp>
    </p:spTree>
    <p:extLst>
      <p:ext uri="{BB962C8B-B14F-4D97-AF65-F5344CB8AC3E}">
        <p14:creationId xmlns:p14="http://schemas.microsoft.com/office/powerpoint/2010/main" val="545781281"/>
      </p:ext>
    </p:extLst>
  </p:cSld>
  <p:clrMap bg1="lt1" tx1="dk1" bg2="lt2" tx2="dk2" accent1="accent1" accent2="accent2" accent3="accent3" accent4="accent4" accent5="accent5" accent6="accent6" hlink="hlink" folHlink="folHlink"/>
  <p:sldLayoutIdLst>
    <p:sldLayoutId id="2147483764" r:id="rId1"/>
    <p:sldLayoutId id="2147483753" r:id="rId2"/>
    <p:sldLayoutId id="2147483754" r:id="rId3"/>
    <p:sldLayoutId id="2147483763" r:id="rId4"/>
    <p:sldLayoutId id="2147483765" r:id="rId5"/>
    <p:sldLayoutId id="2147483755" r:id="rId6"/>
    <p:sldLayoutId id="2147483756" r:id="rId7"/>
    <p:sldLayoutId id="2147483757" r:id="rId8"/>
    <p:sldLayoutId id="2147483766" r:id="rId9"/>
    <p:sldLayoutId id="2147483767" r:id="rId10"/>
    <p:sldLayoutId id="2147483758" r:id="rId11"/>
    <p:sldLayoutId id="2147483759" r:id="rId12"/>
    <p:sldLayoutId id="2147483760" r:id="rId13"/>
    <p:sldLayoutId id="2147483816" r:id="rId14"/>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982791"/>
      </p:ext>
    </p:extLst>
  </p:cSld>
  <p:clrMap bg1="lt1" tx1="dk1" bg2="lt2" tx2="dk2" accent1="accent1" accent2="accent2" accent3="accent3" accent4="accent4" accent5="accent5" accent6="accent6" hlink="hlink" folHlink="folHlink"/>
  <p:sldLayoutIdLst>
    <p:sldLayoutId id="2147483779" r:id="rId1"/>
    <p:sldLayoutId id="2147483778" r:id="rId2"/>
    <p:sldLayoutId id="2147483775"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5" name="Picture 2">
            <a:extLst>
              <a:ext uri="{FF2B5EF4-FFF2-40B4-BE49-F238E27FC236}">
                <a16:creationId xmlns:a16="http://schemas.microsoft.com/office/drawing/2014/main" id="{37D6C13C-99EB-5443-AA85-B2461218A8F0}"/>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p:blipFill>
        <p:spPr bwMode="auto">
          <a:xfrm>
            <a:off x="10309189" y="122549"/>
            <a:ext cx="1757937" cy="8965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2094030"/>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77" r:id="rId3"/>
    <p:sldLayoutId id="2147483761" r:id="rId4"/>
    <p:sldLayoutId id="2147483817" r:id="rId5"/>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496652231"/>
      </p:ext>
    </p:extLst>
  </p:cSld>
  <p:clrMap bg1="lt1" tx1="dk1" bg2="lt2" tx2="dk2" accent1="accent1" accent2="accent2" accent3="accent3" accent4="accent4" accent5="accent5" accent6="accent6" hlink="hlink" folHlink="folHlink"/>
  <p:sldLayoutIdLst>
    <p:sldLayoutId id="2147483814" r:id="rId1"/>
    <p:sldLayoutId id="2147483815" r:id="rId2"/>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jpg"/><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jpeg"/><Relationship Id="rId5" Type="http://schemas.openxmlformats.org/officeDocument/2006/relationships/image" Target="../media/image16.pn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Espace réservé pour une image  32" descr="Une image contenant ciel nocturne&#10;&#10;Description générée automatiquement">
            <a:extLst>
              <a:ext uri="{FF2B5EF4-FFF2-40B4-BE49-F238E27FC236}">
                <a16:creationId xmlns:a16="http://schemas.microsoft.com/office/drawing/2014/main" id="{C1CD9785-FA38-4882-AC5F-57F169D12DC2}"/>
              </a:ext>
            </a:extLst>
          </p:cNvPr>
          <p:cNvPicPr>
            <a:picLocks noGrp="1" noChangeAspect="1"/>
          </p:cNvPicPr>
          <p:nvPr>
            <p:ph type="pic" sz="quarter" idx="4294967295"/>
          </p:nvPr>
        </p:nvPicPr>
        <p:blipFill>
          <a:blip r:embed="rId2" cstate="print">
            <a:extLst>
              <a:ext uri="{28A0092B-C50C-407E-A947-70E740481C1C}">
                <a14:useLocalDpi xmlns:a14="http://schemas.microsoft.com/office/drawing/2010/main" val="0"/>
              </a:ext>
            </a:extLst>
          </a:blip>
          <a:srcRect t="7813" b="7813"/>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D32FE82-AEA6-4A55-856E-579EDD1B10D4}"/>
              </a:ext>
            </a:extLst>
          </p:cNvPr>
          <p:cNvSpPr/>
          <p:nvPr/>
        </p:nvSpPr>
        <p:spPr>
          <a:xfrm>
            <a:off x="1882816" y="2723609"/>
            <a:ext cx="8426369" cy="1533099"/>
          </a:xfrm>
          <a:prstGeom prst="rect">
            <a:avLst/>
          </a:prstGeom>
          <a:solidFill>
            <a:srgbClr val="FFFFFF">
              <a:alpha val="69804"/>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Titre 1">
            <a:extLst>
              <a:ext uri="{FF2B5EF4-FFF2-40B4-BE49-F238E27FC236}">
                <a16:creationId xmlns:a16="http://schemas.microsoft.com/office/drawing/2014/main" id="{2C288DE0-F2FB-40D1-8E75-A68B7E38637B}"/>
              </a:ext>
            </a:extLst>
          </p:cNvPr>
          <p:cNvSpPr txBox="1">
            <a:spLocks/>
          </p:cNvSpPr>
          <p:nvPr/>
        </p:nvSpPr>
        <p:spPr>
          <a:xfrm>
            <a:off x="1882815" y="2747751"/>
            <a:ext cx="8426369" cy="1533099"/>
          </a:xfrm>
          <a:prstGeom prst="rect">
            <a:avLst/>
          </a:prstGeom>
          <a:noFill/>
        </p:spPr>
        <p:txBody>
          <a:bodyPr>
            <a:noAutofit/>
          </a:bodyPr>
          <a:lstStyle>
            <a:lvl1pPr algn="ctr" defTabSz="914400" rtl="0" eaLnBrk="1" latinLnBrk="0" hangingPunct="1">
              <a:lnSpc>
                <a:spcPct val="90000"/>
              </a:lnSpc>
              <a:spcBef>
                <a:spcPct val="0"/>
              </a:spcBef>
              <a:buNone/>
              <a:defRPr sz="4400" b="1" kern="1200">
                <a:ln>
                  <a:noFill/>
                </a:ln>
                <a:solidFill>
                  <a:schemeClr val="bg1"/>
                </a:solidFill>
                <a:latin typeface="+mn-lt"/>
                <a:ea typeface="+mj-ea"/>
                <a:cs typeface="+mj-cs"/>
              </a:defRPr>
            </a:lvl1pPr>
          </a:lstStyle>
          <a:p>
            <a:r>
              <a:rPr lang="fr-FR" sz="4000" dirty="0">
                <a:solidFill>
                  <a:srgbClr val="0A0096"/>
                </a:solidFill>
                <a:latin typeface="Montserrat" panose="00000800000000000000" pitchFamily="2" charset="0"/>
              </a:rPr>
              <a:t>Publication Suivi Compétition</a:t>
            </a:r>
          </a:p>
          <a:p>
            <a:r>
              <a:rPr lang="fr-FR" sz="3200" i="1" dirty="0">
                <a:solidFill>
                  <a:srgbClr val="0A0096"/>
                </a:solidFill>
                <a:latin typeface="Montserrat" panose="00000800000000000000" pitchFamily="2" charset="0"/>
              </a:rPr>
              <a:t>Manuel d’utilisation</a:t>
            </a:r>
          </a:p>
          <a:p>
            <a:r>
              <a:rPr lang="fr-FR" sz="2400" i="1" dirty="0">
                <a:solidFill>
                  <a:srgbClr val="0A0096"/>
                </a:solidFill>
                <a:latin typeface="Montserrat" panose="00000800000000000000" pitchFamily="2" charset="0"/>
              </a:rPr>
              <a:t>v1.2.1.0 – 20/04/2024 </a:t>
            </a:r>
          </a:p>
        </p:txBody>
      </p:sp>
      <p:pic>
        <p:nvPicPr>
          <p:cNvPr id="6" name="Picture 2">
            <a:extLst>
              <a:ext uri="{FF2B5EF4-FFF2-40B4-BE49-F238E27FC236}">
                <a16:creationId xmlns:a16="http://schemas.microsoft.com/office/drawing/2014/main" id="{7078E40A-6D3C-F947-AB65-EDFB398C34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p:blipFill>
        <p:spPr bwMode="auto">
          <a:xfrm>
            <a:off x="10309189" y="122549"/>
            <a:ext cx="1757937" cy="896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7540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a:extLst>
              <a:ext uri="{FF2B5EF4-FFF2-40B4-BE49-F238E27FC236}">
                <a16:creationId xmlns:a16="http://schemas.microsoft.com/office/drawing/2014/main" id="{B6C45F69-FDBB-463E-9DE0-1A12DDC8F185}"/>
              </a:ext>
            </a:extLst>
          </p:cNvPr>
          <p:cNvPicPr>
            <a:picLocks noGrp="1" noChangeAspect="1"/>
          </p:cNvPicPr>
          <p:nvPr>
            <p:ph type="pic" sz="quarter" idx="15"/>
          </p:nvPr>
        </p:nvPicPr>
        <p:blipFill rotWithShape="1">
          <a:blip r:embed="rId2" cstate="print">
            <a:extLst>
              <a:ext uri="{28A0092B-C50C-407E-A947-70E740481C1C}">
                <a14:useLocalDpi xmlns:a14="http://schemas.microsoft.com/office/drawing/2010/main" val="0"/>
              </a:ext>
            </a:extLst>
          </a:blip>
          <a:srcRect l="12711" r="12711"/>
          <a:stretch/>
        </p:blipFill>
        <p:spPr/>
      </p:pic>
      <p:sp>
        <p:nvSpPr>
          <p:cNvPr id="12" name="Espace réservé du texte 11">
            <a:extLst>
              <a:ext uri="{FF2B5EF4-FFF2-40B4-BE49-F238E27FC236}">
                <a16:creationId xmlns:a16="http://schemas.microsoft.com/office/drawing/2014/main" id="{8EB29456-1DEE-495F-8839-B430D09DFC5F}"/>
              </a:ext>
            </a:extLst>
          </p:cNvPr>
          <p:cNvSpPr>
            <a:spLocks noGrp="1"/>
          </p:cNvSpPr>
          <p:nvPr>
            <p:ph type="body" idx="16"/>
          </p:nvPr>
        </p:nvSpPr>
        <p:spPr/>
        <p:txBody>
          <a:bodyPr/>
          <a:lstStyle/>
          <a:p>
            <a:r>
              <a:rPr lang="fr-FR" dirty="0"/>
              <a:t>01</a:t>
            </a:r>
          </a:p>
        </p:txBody>
      </p:sp>
      <p:sp>
        <p:nvSpPr>
          <p:cNvPr id="13" name="Espace réservé du texte 12">
            <a:extLst>
              <a:ext uri="{FF2B5EF4-FFF2-40B4-BE49-F238E27FC236}">
                <a16:creationId xmlns:a16="http://schemas.microsoft.com/office/drawing/2014/main" id="{3F4D0747-7C2F-42CD-AE36-42F3281DE445}"/>
              </a:ext>
            </a:extLst>
          </p:cNvPr>
          <p:cNvSpPr>
            <a:spLocks noGrp="1"/>
          </p:cNvSpPr>
          <p:nvPr>
            <p:ph type="body" idx="17"/>
          </p:nvPr>
        </p:nvSpPr>
        <p:spPr/>
        <p:txBody>
          <a:bodyPr/>
          <a:lstStyle/>
          <a:p>
            <a:r>
              <a:rPr lang="fr-FR" dirty="0"/>
              <a:t>Ecrans &amp; fonctionnalités</a:t>
            </a:r>
          </a:p>
          <a:p>
            <a:r>
              <a:rPr lang="fr-FR" sz="1400" b="0" dirty="0"/>
              <a:t>Description des différents écrans et fonctions</a:t>
            </a:r>
          </a:p>
        </p:txBody>
      </p:sp>
      <p:sp>
        <p:nvSpPr>
          <p:cNvPr id="14" name="Espace réservé du texte 13">
            <a:extLst>
              <a:ext uri="{FF2B5EF4-FFF2-40B4-BE49-F238E27FC236}">
                <a16:creationId xmlns:a16="http://schemas.microsoft.com/office/drawing/2014/main" id="{02FB8E2F-FE0C-48C3-B556-BB42CC135670}"/>
              </a:ext>
            </a:extLst>
          </p:cNvPr>
          <p:cNvSpPr>
            <a:spLocks noGrp="1"/>
          </p:cNvSpPr>
          <p:nvPr>
            <p:ph type="body" idx="18"/>
          </p:nvPr>
        </p:nvSpPr>
        <p:spPr/>
        <p:txBody>
          <a:bodyPr/>
          <a:lstStyle/>
          <a:p>
            <a:r>
              <a:rPr lang="fr-FR" dirty="0"/>
              <a:t>02</a:t>
            </a:r>
          </a:p>
        </p:txBody>
      </p:sp>
      <p:sp>
        <p:nvSpPr>
          <p:cNvPr id="15" name="Espace réservé du texte 14">
            <a:extLst>
              <a:ext uri="{FF2B5EF4-FFF2-40B4-BE49-F238E27FC236}">
                <a16:creationId xmlns:a16="http://schemas.microsoft.com/office/drawing/2014/main" id="{12917C18-BFCF-4CCA-8469-51D9CFA4FE44}"/>
              </a:ext>
            </a:extLst>
          </p:cNvPr>
          <p:cNvSpPr>
            <a:spLocks noGrp="1"/>
          </p:cNvSpPr>
          <p:nvPr>
            <p:ph type="body" idx="19"/>
          </p:nvPr>
        </p:nvSpPr>
        <p:spPr/>
        <p:txBody>
          <a:bodyPr/>
          <a:lstStyle/>
          <a:p>
            <a:r>
              <a:rPr lang="fr-FR" dirty="0"/>
              <a:t>Mise en œuvre</a:t>
            </a:r>
          </a:p>
          <a:p>
            <a:r>
              <a:rPr lang="fr-FR" sz="1400" b="0" dirty="0"/>
              <a:t>Mise en œuvre des cas d’usage simple</a:t>
            </a:r>
          </a:p>
        </p:txBody>
      </p:sp>
      <p:sp>
        <p:nvSpPr>
          <p:cNvPr id="16" name="Espace réservé du texte 15">
            <a:extLst>
              <a:ext uri="{FF2B5EF4-FFF2-40B4-BE49-F238E27FC236}">
                <a16:creationId xmlns:a16="http://schemas.microsoft.com/office/drawing/2014/main" id="{05DEB939-C60C-4A5D-B993-E4AB1732A3D7}"/>
              </a:ext>
            </a:extLst>
          </p:cNvPr>
          <p:cNvSpPr>
            <a:spLocks noGrp="1"/>
          </p:cNvSpPr>
          <p:nvPr>
            <p:ph type="body" idx="20"/>
          </p:nvPr>
        </p:nvSpPr>
        <p:spPr/>
        <p:txBody>
          <a:bodyPr/>
          <a:lstStyle/>
          <a:p>
            <a:r>
              <a:rPr lang="fr-FR" dirty="0"/>
              <a:t>03</a:t>
            </a:r>
          </a:p>
        </p:txBody>
      </p:sp>
      <p:sp>
        <p:nvSpPr>
          <p:cNvPr id="17" name="Espace réservé du texte 16">
            <a:extLst>
              <a:ext uri="{FF2B5EF4-FFF2-40B4-BE49-F238E27FC236}">
                <a16:creationId xmlns:a16="http://schemas.microsoft.com/office/drawing/2014/main" id="{E68B9AFF-69F1-42FC-8E73-EE80452757E1}"/>
              </a:ext>
            </a:extLst>
          </p:cNvPr>
          <p:cNvSpPr>
            <a:spLocks noGrp="1"/>
          </p:cNvSpPr>
          <p:nvPr>
            <p:ph type="body" idx="21"/>
          </p:nvPr>
        </p:nvSpPr>
        <p:spPr/>
        <p:txBody>
          <a:bodyPr/>
          <a:lstStyle/>
          <a:p>
            <a:r>
              <a:rPr lang="fr-FR" dirty="0"/>
              <a:t>Dépannage</a:t>
            </a:r>
          </a:p>
          <a:p>
            <a:r>
              <a:rPr lang="fr-FR" sz="1400" b="0" dirty="0"/>
              <a:t>Aide au diagnostique et à la résolution des problèmes courants</a:t>
            </a:r>
          </a:p>
        </p:txBody>
      </p:sp>
      <p:sp>
        <p:nvSpPr>
          <p:cNvPr id="18" name="Espace réservé du texte 17">
            <a:extLst>
              <a:ext uri="{FF2B5EF4-FFF2-40B4-BE49-F238E27FC236}">
                <a16:creationId xmlns:a16="http://schemas.microsoft.com/office/drawing/2014/main" id="{8ED88D73-8A43-4E2A-B753-71F5F6D56CA9}"/>
              </a:ext>
            </a:extLst>
          </p:cNvPr>
          <p:cNvSpPr>
            <a:spLocks noGrp="1"/>
          </p:cNvSpPr>
          <p:nvPr>
            <p:ph type="body" idx="22"/>
          </p:nvPr>
        </p:nvSpPr>
        <p:spPr/>
        <p:txBody>
          <a:bodyPr/>
          <a:lstStyle/>
          <a:p>
            <a:r>
              <a:rPr lang="fr-FR" dirty="0"/>
              <a:t>04</a:t>
            </a:r>
          </a:p>
        </p:txBody>
      </p:sp>
      <p:sp>
        <p:nvSpPr>
          <p:cNvPr id="11" name="Rectangle 10">
            <a:extLst>
              <a:ext uri="{FF2B5EF4-FFF2-40B4-BE49-F238E27FC236}">
                <a16:creationId xmlns:a16="http://schemas.microsoft.com/office/drawing/2014/main" id="{17913BD2-1629-4C37-B849-A93B697D5949}"/>
              </a:ext>
            </a:extLst>
          </p:cNvPr>
          <p:cNvSpPr/>
          <p:nvPr/>
        </p:nvSpPr>
        <p:spPr>
          <a:xfrm>
            <a:off x="2832983" y="0"/>
            <a:ext cx="86441" cy="2146157"/>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space réservé du texte 19">
            <a:extLst>
              <a:ext uri="{FF2B5EF4-FFF2-40B4-BE49-F238E27FC236}">
                <a16:creationId xmlns:a16="http://schemas.microsoft.com/office/drawing/2014/main" id="{16671DCD-C41D-45AE-B02D-B07B1855705D}"/>
              </a:ext>
            </a:extLst>
          </p:cNvPr>
          <p:cNvSpPr>
            <a:spLocks noGrp="1"/>
          </p:cNvSpPr>
          <p:nvPr>
            <p:ph type="body" idx="1"/>
          </p:nvPr>
        </p:nvSpPr>
        <p:spPr/>
        <p:txBody>
          <a:bodyPr/>
          <a:lstStyle/>
          <a:p>
            <a:r>
              <a:rPr lang="fr-FR" dirty="0"/>
              <a:t>Description générale</a:t>
            </a:r>
          </a:p>
          <a:p>
            <a:r>
              <a:rPr lang="fr-FR" sz="1400" b="0" dirty="0"/>
              <a:t>Description du logiciel et des ses fonctionnalités</a:t>
            </a:r>
          </a:p>
        </p:txBody>
      </p:sp>
    </p:spTree>
    <p:extLst>
      <p:ext uri="{BB962C8B-B14F-4D97-AF65-F5344CB8AC3E}">
        <p14:creationId xmlns:p14="http://schemas.microsoft.com/office/powerpoint/2010/main" val="371067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Description générale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b="0" dirty="0"/>
              <a:t>Description du logiciel et des ses fonctionnalités</a:t>
            </a:r>
          </a:p>
        </p:txBody>
      </p:sp>
      <p:sp>
        <p:nvSpPr>
          <p:cNvPr id="2" name="Espace réservé du texte 1"/>
          <p:cNvSpPr>
            <a:spLocks noGrp="1"/>
          </p:cNvSpPr>
          <p:nvPr>
            <p:ph type="body" sz="quarter" idx="10"/>
          </p:nvPr>
        </p:nvSpPr>
        <p:spPr/>
        <p:txBody>
          <a:bodyPr/>
          <a:lstStyle/>
          <a:p>
            <a:r>
              <a:rPr lang="fr-FR" dirty="0"/>
              <a:t>1</a:t>
            </a:r>
          </a:p>
        </p:txBody>
      </p:sp>
    </p:spTree>
    <p:extLst>
      <p:ext uri="{BB962C8B-B14F-4D97-AF65-F5344CB8AC3E}">
        <p14:creationId xmlns:p14="http://schemas.microsoft.com/office/powerpoint/2010/main" val="3615854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D8815-1B88-49CE-A8D4-493301311559}"/>
              </a:ext>
            </a:extLst>
          </p:cNvPr>
          <p:cNvSpPr>
            <a:spLocks noGrp="1"/>
          </p:cNvSpPr>
          <p:nvPr>
            <p:ph type="title"/>
          </p:nvPr>
        </p:nvSpPr>
        <p:spPr/>
        <p:txBody>
          <a:bodyPr/>
          <a:lstStyle/>
          <a:p>
            <a:r>
              <a:rPr lang="fr-FR" dirty="0"/>
              <a:t>Aperçu du logiciel</a:t>
            </a:r>
          </a:p>
        </p:txBody>
      </p:sp>
      <p:sp>
        <p:nvSpPr>
          <p:cNvPr id="3" name="Espace réservé du texte 2">
            <a:extLst>
              <a:ext uri="{FF2B5EF4-FFF2-40B4-BE49-F238E27FC236}">
                <a16:creationId xmlns:a16="http://schemas.microsoft.com/office/drawing/2014/main" id="{A6981134-79F2-4F1B-B9B0-7A097FBC5689}"/>
              </a:ext>
            </a:extLst>
          </p:cNvPr>
          <p:cNvSpPr>
            <a:spLocks noGrp="1"/>
          </p:cNvSpPr>
          <p:nvPr>
            <p:ph type="body" idx="1"/>
          </p:nvPr>
        </p:nvSpPr>
        <p:spPr/>
        <p:txBody>
          <a:bodyPr/>
          <a:lstStyle/>
          <a:p>
            <a:r>
              <a:rPr lang="fr-FR" sz="1600" dirty="0"/>
              <a:t>Le logiciel est un composant de la solution de gestion de compétition « Gestion de compétition 2.0 » de France Judo. Il permet de générer un site web permettant au public, aux coachs de suivre le déroulement d’une compétition gérée par « Gestion de compétition 2.0 » depuis un Smartphone, une tablette ou un ordinateur.</a:t>
            </a:r>
          </a:p>
          <a:p>
            <a:r>
              <a:rPr lang="fr-FR" sz="1600" dirty="0"/>
              <a:t>Le site web peut être publié sur le réseau local du site de la compétition (s’il est disponible) ou sur Internet.</a:t>
            </a:r>
          </a:p>
          <a:p>
            <a:r>
              <a:rPr lang="fr-FR" sz="1600" dirty="0"/>
              <a:t>« </a:t>
            </a:r>
            <a:r>
              <a:rPr lang="fr-FR" sz="1600" dirty="0" err="1"/>
              <a:t>PublicationSuiviCompetition</a:t>
            </a:r>
            <a:r>
              <a:rPr lang="fr-FR" sz="1600" dirty="0"/>
              <a:t> » supporte différents types de compétitions (Equipe, Individuelle, Shiai) et différentes formules de rencontres (Tableaux, Poules).</a:t>
            </a:r>
          </a:p>
          <a:p>
            <a:pPr marL="101598" indent="0">
              <a:buNone/>
            </a:pPr>
            <a:endParaRPr lang="fr-FR" sz="1600" b="1" dirty="0"/>
          </a:p>
          <a:p>
            <a:pPr marL="101598" indent="0">
              <a:buNone/>
            </a:pPr>
            <a:r>
              <a:rPr lang="fr-FR" sz="1600" b="1" dirty="0"/>
              <a:t>Notes</a:t>
            </a:r>
            <a:r>
              <a:rPr lang="fr-FR" sz="1600" dirty="0"/>
              <a:t>:</a:t>
            </a:r>
          </a:p>
          <a:p>
            <a:r>
              <a:rPr lang="fr-FR" sz="1600" i="1" dirty="0"/>
              <a:t>« </a:t>
            </a:r>
            <a:r>
              <a:rPr lang="fr-FR" sz="1600" i="1" dirty="0" err="1"/>
              <a:t>PublicationSuiviCompetition</a:t>
            </a:r>
            <a:r>
              <a:rPr lang="fr-FR" sz="1600" i="1" dirty="0"/>
              <a:t> » nécessite d’être connecté à une instance de « Gestion de compétition 2.0 » exécutant le déroulement de la compétition.</a:t>
            </a:r>
          </a:p>
          <a:p>
            <a:r>
              <a:rPr lang="fr-FR" sz="1600" i="1" dirty="0"/>
              <a:t>La publication sur Internet nécessite de disposer d’un compte auprès d’un hébergeur comme Free, Orange, etc.</a:t>
            </a:r>
          </a:p>
          <a:p>
            <a:endParaRPr lang="fr-FR" sz="1800" dirty="0"/>
          </a:p>
          <a:p>
            <a:pPr lvl="1"/>
            <a:endParaRPr lang="fr-FR" dirty="0"/>
          </a:p>
        </p:txBody>
      </p:sp>
      <p:sp>
        <p:nvSpPr>
          <p:cNvPr id="4" name="Espace réservé du texte 3">
            <a:extLst>
              <a:ext uri="{FF2B5EF4-FFF2-40B4-BE49-F238E27FC236}">
                <a16:creationId xmlns:a16="http://schemas.microsoft.com/office/drawing/2014/main" id="{B0B6AACD-756F-43A0-96F5-4F25AEF45CB2}"/>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102001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Configuration nécessaire</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6"/>
            <a:ext cx="11369615" cy="3887116"/>
          </a:xfrm>
        </p:spPr>
        <p:txBody>
          <a:bodyPr/>
          <a:lstStyle/>
          <a:p>
            <a:r>
              <a:rPr lang="fr-FR" dirty="0"/>
              <a:t>Un poste de type PC équipé de Windows 10 ou supérieur avec au moins 6Go de RAM, un processeur i5 ou supérieur et aux moins 5Go d’espace disque disponible</a:t>
            </a:r>
            <a:r>
              <a:rPr lang="fr-FR" baseline="30000" dirty="0"/>
              <a:t>(*)</a:t>
            </a:r>
            <a:r>
              <a:rPr lang="fr-FR" dirty="0"/>
              <a:t>.</a:t>
            </a:r>
          </a:p>
          <a:p>
            <a:r>
              <a:rPr lang="fr-FR" dirty="0"/>
              <a:t>Le logiciel « Gestion de compétition 2.0 » doit être installé soit sur le même PC soit sur un autre PC mais joignable par le réseau, avec une version compatible.</a:t>
            </a:r>
          </a:p>
          <a:p>
            <a:r>
              <a:rPr lang="fr-FR" dirty="0"/>
              <a:t>Pour utiliser la fonction de publication locale, le PC exécutant « </a:t>
            </a:r>
            <a:r>
              <a:rPr lang="fr-FR" dirty="0" err="1"/>
              <a:t>PublicationSuiviCompetition</a:t>
            </a:r>
            <a:r>
              <a:rPr lang="fr-FR" dirty="0"/>
              <a:t> » doit être connecté au réseau local du site de la compétition.</a:t>
            </a:r>
          </a:p>
          <a:p>
            <a:r>
              <a:rPr lang="fr-FR" dirty="0"/>
              <a:t>Pour utiliser la fonction de publication à distance:</a:t>
            </a:r>
          </a:p>
          <a:p>
            <a:pPr lvl="1"/>
            <a:r>
              <a:rPr lang="fr-FR" sz="1800" dirty="0">
                <a:latin typeface="Barlow" panose="00000500000000000000" pitchFamily="2" charset="0"/>
              </a:rPr>
              <a:t>le PC exécutant « </a:t>
            </a:r>
            <a:r>
              <a:rPr lang="fr-FR" sz="1800" dirty="0" err="1">
                <a:latin typeface="Barlow" panose="00000500000000000000" pitchFamily="2" charset="0"/>
              </a:rPr>
              <a:t>PublicationSuiviCompetition</a:t>
            </a:r>
            <a:r>
              <a:rPr lang="fr-FR" sz="1800" dirty="0">
                <a:latin typeface="Barlow" panose="00000500000000000000" pitchFamily="2" charset="0"/>
              </a:rPr>
              <a:t> » doit être avoir accès à Internet.</a:t>
            </a:r>
          </a:p>
          <a:p>
            <a:pPr lvl="1"/>
            <a:r>
              <a:rPr lang="fr-FR" sz="1800" dirty="0">
                <a:latin typeface="Barlow" panose="00000500000000000000" pitchFamily="2" charset="0"/>
              </a:rPr>
              <a:t>Vous devez disposer d’un compte avec accès FTP auprès de votre fournisseur Internet.</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
        <p:nvSpPr>
          <p:cNvPr id="5" name="Espace réservé du texte 2">
            <a:extLst>
              <a:ext uri="{FF2B5EF4-FFF2-40B4-BE49-F238E27FC236}">
                <a16:creationId xmlns:a16="http://schemas.microsoft.com/office/drawing/2014/main" id="{7EC21768-606A-3380-D673-5D5D70E3C60D}"/>
              </a:ext>
            </a:extLst>
          </p:cNvPr>
          <p:cNvSpPr txBox="1">
            <a:spLocks/>
          </p:cNvSpPr>
          <p:nvPr/>
        </p:nvSpPr>
        <p:spPr>
          <a:xfrm>
            <a:off x="-1" y="6015354"/>
            <a:ext cx="12042475" cy="57797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r>
              <a:rPr lang="fr-FR" sz="1600" i="1" dirty="0"/>
              <a:t>(*) Si « Gestion de compétition 2.0 » et « </a:t>
            </a:r>
            <a:r>
              <a:rPr lang="fr-FR" sz="1600" i="1" dirty="0" err="1"/>
              <a:t>PublicationSuiviCompetition</a:t>
            </a:r>
            <a:r>
              <a:rPr lang="fr-FR" sz="1600" i="1" dirty="0"/>
              <a:t> » sont installés sur le même PC, les besoins indiqués doivent être ajoutés à ceux de « Gestion de compétition 2.0 »</a:t>
            </a:r>
          </a:p>
        </p:txBody>
      </p:sp>
    </p:spTree>
    <p:extLst>
      <p:ext uri="{BB962C8B-B14F-4D97-AF65-F5344CB8AC3E}">
        <p14:creationId xmlns:p14="http://schemas.microsoft.com/office/powerpoint/2010/main" val="3212235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5"/>
            <a:ext cx="11369615" cy="4552249"/>
          </a:xfrm>
        </p:spPr>
        <p:txBody>
          <a:bodyPr/>
          <a:lstStyle/>
          <a:p>
            <a:r>
              <a:rPr lang="fr-FR" sz="1800" dirty="0"/>
              <a:t>Le logiciel « Gestion de compétition 2.0  » assure le suivi de la compétition (pesées, déroulement des combats, etc.) et transmet ces informations aux clients qui lui sont connectés.</a:t>
            </a:r>
          </a:p>
          <a:p>
            <a:r>
              <a:rPr lang="fr-FR" sz="1800" dirty="0">
                <a:latin typeface="Barlow" panose="00000500000000000000" pitchFamily="2" charset="0"/>
              </a:rPr>
              <a:t>Le logiciel « </a:t>
            </a:r>
            <a:r>
              <a:rPr lang="fr-FR" sz="1800" dirty="0" err="1">
                <a:latin typeface="Barlow" panose="00000500000000000000" pitchFamily="2" charset="0"/>
              </a:rPr>
              <a:t>PublicationSuiviCompetition</a:t>
            </a:r>
            <a:r>
              <a:rPr lang="fr-FR" sz="1800" dirty="0">
                <a:latin typeface="Barlow" panose="00000500000000000000" pitchFamily="2" charset="0"/>
              </a:rPr>
              <a:t> » reçoit et stocke les informations de déroulement.</a:t>
            </a:r>
          </a:p>
          <a:p>
            <a:r>
              <a:rPr lang="fr-FR" sz="1800" dirty="0">
                <a:latin typeface="Barlow" panose="00000500000000000000" pitchFamily="2" charset="0"/>
              </a:rPr>
              <a:t>Régulièrement, « </a:t>
            </a:r>
            <a:r>
              <a:rPr lang="fr-FR" sz="1800" dirty="0" err="1">
                <a:latin typeface="Barlow" panose="00000500000000000000" pitchFamily="2" charset="0"/>
              </a:rPr>
              <a:t>PublicationSuiviCompetition</a:t>
            </a:r>
            <a:r>
              <a:rPr lang="fr-FR" sz="1800" dirty="0">
                <a:latin typeface="Barlow" panose="00000500000000000000" pitchFamily="2" charset="0"/>
              </a:rPr>
              <a:t> » génère le contenu du site web de suivi sur la base des dernières informations de déroulement dont il dispose.</a:t>
            </a:r>
          </a:p>
          <a:p>
            <a:r>
              <a:rPr lang="fr-FR" sz="1800" dirty="0">
                <a:latin typeface="Barlow" panose="00000500000000000000" pitchFamily="2" charset="0"/>
              </a:rPr>
              <a:t>Si la publication  locale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donne accès directement par une adresse web locale à la dernière version généré du site de suivi.</a:t>
            </a:r>
          </a:p>
          <a:p>
            <a:r>
              <a:rPr lang="fr-FR" sz="1800" dirty="0">
                <a:latin typeface="Barlow" panose="00000500000000000000" pitchFamily="2" charset="0"/>
              </a:rPr>
              <a:t>Si la publication distante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copie par FTP sur le site de l’hébergeur distant la dernière version généré du site de suivi. La 1</a:t>
            </a:r>
            <a:r>
              <a:rPr lang="fr-FR" sz="1800" baseline="30000" dirty="0">
                <a:latin typeface="Barlow" panose="00000500000000000000" pitchFamily="2" charset="0"/>
              </a:rPr>
              <a:t>ère</a:t>
            </a:r>
            <a:r>
              <a:rPr lang="fr-FR" sz="1800" dirty="0">
                <a:latin typeface="Barlow" panose="00000500000000000000" pitchFamily="2" charset="0"/>
              </a:rPr>
              <a:t> copie transmet tous le fichiers du site. Les copies suivantes peuvent se faire soit en transmettant tous les fichiers du site, soit en transmettant uniquement les fichiers modifiés.</a:t>
            </a:r>
          </a:p>
          <a:p>
            <a:endParaRPr lang="fr-FR" sz="1800" dirty="0"/>
          </a:p>
          <a:p>
            <a:pPr marL="101598" indent="0">
              <a:buNone/>
            </a:pPr>
            <a:r>
              <a:rPr lang="fr-FR" sz="1800" b="1" i="1" dirty="0"/>
              <a:t>Note</a:t>
            </a:r>
            <a:r>
              <a:rPr lang="fr-FR" sz="1800" i="1" dirty="0"/>
              <a:t>: En cas de publication distante, l’accès des utilisateurs se fait via l’adresse distante de l’hébergeur. Il n’y a pas de lien direct avec </a:t>
            </a:r>
            <a:r>
              <a:rPr lang="fr-FR" sz="1800" i="1" dirty="0">
                <a:latin typeface="Barlow" panose="00000500000000000000" pitchFamily="2" charset="0"/>
              </a:rPr>
              <a:t>« </a:t>
            </a:r>
            <a:r>
              <a:rPr lang="fr-FR" sz="1800" i="1" dirty="0" err="1">
                <a:latin typeface="Barlow" panose="00000500000000000000" pitchFamily="2" charset="0"/>
              </a:rPr>
              <a:t>PublicationSuiviCompetition</a:t>
            </a:r>
            <a:r>
              <a:rPr lang="fr-FR" sz="1800" i="1" dirty="0">
                <a:latin typeface="Barlow" panose="00000500000000000000" pitchFamily="2" charset="0"/>
              </a:rPr>
              <a:t> ».</a:t>
            </a:r>
            <a:endParaRPr lang="fr-FR" sz="1800" i="1"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40017068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Ecrans &amp; fonctionnalités</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Description des différents écrans et fonctions</a:t>
            </a:r>
          </a:p>
        </p:txBody>
      </p:sp>
      <p:sp>
        <p:nvSpPr>
          <p:cNvPr id="2" name="Espace réservé du texte 1"/>
          <p:cNvSpPr>
            <a:spLocks noGrp="1"/>
          </p:cNvSpPr>
          <p:nvPr>
            <p:ph type="body" sz="quarter" idx="10"/>
          </p:nvPr>
        </p:nvSpPr>
        <p:spPr/>
        <p:txBody>
          <a:bodyPr/>
          <a:lstStyle/>
          <a:p>
            <a:r>
              <a:rPr lang="fr-FR" dirty="0"/>
              <a:t>2</a:t>
            </a:r>
          </a:p>
        </p:txBody>
      </p:sp>
    </p:spTree>
    <p:extLst>
      <p:ext uri="{BB962C8B-B14F-4D97-AF65-F5344CB8AC3E}">
        <p14:creationId xmlns:p14="http://schemas.microsoft.com/office/powerpoint/2010/main" val="19600002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8" name="Image 7">
            <a:extLst>
              <a:ext uri="{FF2B5EF4-FFF2-40B4-BE49-F238E27FC236}">
                <a16:creationId xmlns:a16="http://schemas.microsoft.com/office/drawing/2014/main" id="{BD73F828-99E4-A271-AFA1-9ABFDCBF9076}"/>
              </a:ext>
            </a:extLst>
          </p:cNvPr>
          <p:cNvPicPr>
            <a:picLocks noChangeAspect="1"/>
          </p:cNvPicPr>
          <p:nvPr/>
        </p:nvPicPr>
        <p:blipFill>
          <a:blip r:embed="rId2"/>
          <a:stretch>
            <a:fillRect/>
          </a:stretch>
        </p:blipFill>
        <p:spPr>
          <a:xfrm>
            <a:off x="3618919" y="1536773"/>
            <a:ext cx="8040262" cy="4767566"/>
          </a:xfrm>
          <a:prstGeom prst="rect">
            <a:avLst/>
          </a:prstGeom>
        </p:spPr>
      </p:pic>
      <p:sp>
        <p:nvSpPr>
          <p:cNvPr id="9" name="Rectangle 8">
            <a:extLst>
              <a:ext uri="{FF2B5EF4-FFF2-40B4-BE49-F238E27FC236}">
                <a16:creationId xmlns:a16="http://schemas.microsoft.com/office/drawing/2014/main" id="{3EF85812-DC0E-5DF2-05BA-E6781244FF00}"/>
              </a:ext>
            </a:extLst>
          </p:cNvPr>
          <p:cNvSpPr/>
          <p:nvPr/>
        </p:nvSpPr>
        <p:spPr>
          <a:xfrm>
            <a:off x="3680351" y="1738092"/>
            <a:ext cx="7917398" cy="91817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34BC05A-1046-B62B-BF55-075C40F57369}"/>
              </a:ext>
            </a:extLst>
          </p:cNvPr>
          <p:cNvSpPr/>
          <p:nvPr/>
        </p:nvSpPr>
        <p:spPr>
          <a:xfrm>
            <a:off x="3680351" y="2656264"/>
            <a:ext cx="3958699" cy="357066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86D6A123-4204-B6B1-FD80-1AC8B7B8668E}"/>
              </a:ext>
            </a:extLst>
          </p:cNvPr>
          <p:cNvSpPr/>
          <p:nvPr/>
        </p:nvSpPr>
        <p:spPr>
          <a:xfrm>
            <a:off x="7639050" y="2656264"/>
            <a:ext cx="3958699" cy="357066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B03627CF-F515-1173-1A6A-C1F81960D57E}"/>
              </a:ext>
            </a:extLst>
          </p:cNvPr>
          <p:cNvSpPr txBox="1"/>
          <p:nvPr/>
        </p:nvSpPr>
        <p:spPr>
          <a:xfrm>
            <a:off x="9365766" y="404314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0A1DF1AB-91CE-6F54-59B6-B286510A1DBD}"/>
              </a:ext>
            </a:extLst>
          </p:cNvPr>
          <p:cNvSpPr txBox="1"/>
          <p:nvPr/>
        </p:nvSpPr>
        <p:spPr>
          <a:xfrm>
            <a:off x="303259" y="2489395"/>
            <a:ext cx="3254228" cy="2862322"/>
          </a:xfrm>
          <a:prstGeom prst="rect">
            <a:avLst/>
          </a:prstGeom>
          <a:noFill/>
        </p:spPr>
        <p:txBody>
          <a:bodyPr wrap="square" rtlCol="0">
            <a:spAutoFit/>
          </a:bodyPr>
          <a:lstStyle/>
          <a:p>
            <a:r>
              <a:rPr lang="fr-FR" dirty="0">
                <a:sym typeface="Wingdings" panose="05000000000000000000" pitchFamily="2" charset="2"/>
              </a:rPr>
              <a:t>: Panneau de commande principal (génération, etc.)</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locale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à distance</a:t>
            </a:r>
            <a:endParaRPr lang="fr-FR" dirty="0"/>
          </a:p>
        </p:txBody>
      </p:sp>
      <p:sp>
        <p:nvSpPr>
          <p:cNvPr id="15" name="ZoneTexte 14">
            <a:extLst>
              <a:ext uri="{FF2B5EF4-FFF2-40B4-BE49-F238E27FC236}">
                <a16:creationId xmlns:a16="http://schemas.microsoft.com/office/drawing/2014/main" id="{7D581123-3D62-C575-C2C3-952DBEE99940}"/>
              </a:ext>
            </a:extLst>
          </p:cNvPr>
          <p:cNvSpPr txBox="1"/>
          <p:nvPr/>
        </p:nvSpPr>
        <p:spPr>
          <a:xfrm>
            <a:off x="5407066" y="505279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6" name="ZoneTexte 15">
            <a:extLst>
              <a:ext uri="{FF2B5EF4-FFF2-40B4-BE49-F238E27FC236}">
                <a16:creationId xmlns:a16="http://schemas.microsoft.com/office/drawing/2014/main" id="{1F77CE8F-4882-8C73-2E0F-71F5AF9C74D4}"/>
              </a:ext>
            </a:extLst>
          </p:cNvPr>
          <p:cNvSpPr txBox="1"/>
          <p:nvPr/>
        </p:nvSpPr>
        <p:spPr>
          <a:xfrm>
            <a:off x="7386416" y="1910140"/>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Tree>
    <p:extLst>
      <p:ext uri="{BB962C8B-B14F-4D97-AF65-F5344CB8AC3E}">
        <p14:creationId xmlns:p14="http://schemas.microsoft.com/office/powerpoint/2010/main" val="2673592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853446" cy="528400"/>
          </a:xfrm>
        </p:spPr>
        <p:txBody>
          <a:bodyPr/>
          <a:lstStyle/>
          <a:p>
            <a:r>
              <a:rPr lang="fr-FR" dirty="0"/>
              <a:t>Ecran Principal – </a:t>
            </a:r>
            <a:r>
              <a:rPr lang="fr-FR" dirty="0">
                <a:sym typeface="Wingdings" panose="05000000000000000000" pitchFamily="2" charset="2"/>
              </a:rPr>
              <a:t>Panneau de commande principal</a:t>
            </a:r>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8" name="Image 7">
            <a:extLst>
              <a:ext uri="{FF2B5EF4-FFF2-40B4-BE49-F238E27FC236}">
                <a16:creationId xmlns:a16="http://schemas.microsoft.com/office/drawing/2014/main" id="{BD73F828-99E4-A271-AFA1-9ABFDCBF9076}"/>
              </a:ext>
            </a:extLst>
          </p:cNvPr>
          <p:cNvPicPr>
            <a:picLocks noChangeAspect="1"/>
          </p:cNvPicPr>
          <p:nvPr/>
        </p:nvPicPr>
        <p:blipFill rotWithShape="1">
          <a:blip r:embed="rId2"/>
          <a:srcRect t="3833" b="76064"/>
          <a:stretch/>
        </p:blipFill>
        <p:spPr>
          <a:xfrm>
            <a:off x="706029" y="3257550"/>
            <a:ext cx="10779941" cy="1284974"/>
          </a:xfrm>
          <a:prstGeom prst="rect">
            <a:avLst/>
          </a:prstGeom>
        </p:spPr>
      </p:pic>
      <p:sp>
        <p:nvSpPr>
          <p:cNvPr id="3" name="Rectangle 2">
            <a:extLst>
              <a:ext uri="{FF2B5EF4-FFF2-40B4-BE49-F238E27FC236}">
                <a16:creationId xmlns:a16="http://schemas.microsoft.com/office/drawing/2014/main" id="{18E7FD4D-8C04-4974-5239-B39E2BC9BCF2}"/>
              </a:ext>
            </a:extLst>
          </p:cNvPr>
          <p:cNvSpPr/>
          <p:nvPr/>
        </p:nvSpPr>
        <p:spPr>
          <a:xfrm>
            <a:off x="868103" y="3289842"/>
            <a:ext cx="272297" cy="32968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Légende : double flèche courbée encadrée à une bordure 4">
            <a:extLst>
              <a:ext uri="{FF2B5EF4-FFF2-40B4-BE49-F238E27FC236}">
                <a16:creationId xmlns:a16="http://schemas.microsoft.com/office/drawing/2014/main" id="{8DA20678-2478-FA4B-8880-0A055A87EDFA}"/>
              </a:ext>
            </a:extLst>
          </p:cNvPr>
          <p:cNvSpPr/>
          <p:nvPr/>
        </p:nvSpPr>
        <p:spPr>
          <a:xfrm>
            <a:off x="706029" y="1614230"/>
            <a:ext cx="6018621" cy="294278"/>
          </a:xfrm>
          <a:prstGeom prst="accentBorderCallout3">
            <a:avLst>
              <a:gd name="adj1" fmla="val 31413"/>
              <a:gd name="adj2" fmla="val -2489"/>
              <a:gd name="adj3" fmla="val 31413"/>
              <a:gd name="adj4" fmla="val -4514"/>
              <a:gd name="adj5" fmla="val 294316"/>
              <a:gd name="adj6" fmla="val -4357"/>
              <a:gd name="adj7" fmla="val 616020"/>
              <a:gd name="adj8" fmla="val 252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la connexion au serveur de compétition (vert si connecté, rouge sinon)</a:t>
            </a:r>
          </a:p>
        </p:txBody>
      </p:sp>
      <p:sp>
        <p:nvSpPr>
          <p:cNvPr id="6" name="Rectangle 5">
            <a:extLst>
              <a:ext uri="{FF2B5EF4-FFF2-40B4-BE49-F238E27FC236}">
                <a16:creationId xmlns:a16="http://schemas.microsoft.com/office/drawing/2014/main" id="{FF9B5AAC-BD8A-10ED-4879-E75C4EA89365}"/>
              </a:ext>
            </a:extLst>
          </p:cNvPr>
          <p:cNvSpPr/>
          <p:nvPr/>
        </p:nvSpPr>
        <p:spPr>
          <a:xfrm>
            <a:off x="1175321" y="3283232"/>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double flèche courbée encadrée à une bordure 6">
            <a:extLst>
              <a:ext uri="{FF2B5EF4-FFF2-40B4-BE49-F238E27FC236}">
                <a16:creationId xmlns:a16="http://schemas.microsoft.com/office/drawing/2014/main" id="{5D1872B0-6286-1BE5-3A3C-F5CEDE7FF81A}"/>
              </a:ext>
            </a:extLst>
          </p:cNvPr>
          <p:cNvSpPr/>
          <p:nvPr/>
        </p:nvSpPr>
        <p:spPr>
          <a:xfrm>
            <a:off x="1175321" y="2024084"/>
            <a:ext cx="3650980" cy="365366"/>
          </a:xfrm>
          <a:prstGeom prst="accentBorderCallout3">
            <a:avLst>
              <a:gd name="adj1" fmla="val 22921"/>
              <a:gd name="adj2" fmla="val -2698"/>
              <a:gd name="adj3" fmla="val 20836"/>
              <a:gd name="adj4" fmla="val -11867"/>
              <a:gd name="adj5" fmla="val 181338"/>
              <a:gd name="adj6" fmla="val -11658"/>
              <a:gd name="adj7" fmla="val 344462"/>
              <a:gd name="adj8" fmla="val 105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connexion à une compétition</a:t>
            </a:r>
          </a:p>
        </p:txBody>
      </p:sp>
      <p:sp>
        <p:nvSpPr>
          <p:cNvPr id="14" name="Rectangle 13">
            <a:extLst>
              <a:ext uri="{FF2B5EF4-FFF2-40B4-BE49-F238E27FC236}">
                <a16:creationId xmlns:a16="http://schemas.microsoft.com/office/drawing/2014/main" id="{7E1F7A3F-9C16-0CE5-8C7A-B350FA4D4104}"/>
              </a:ext>
            </a:extLst>
          </p:cNvPr>
          <p:cNvSpPr/>
          <p:nvPr/>
        </p:nvSpPr>
        <p:spPr>
          <a:xfrm>
            <a:off x="1609692"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E0D1162E-16A1-8275-BFD1-818755ABE7C3}"/>
              </a:ext>
            </a:extLst>
          </p:cNvPr>
          <p:cNvSpPr/>
          <p:nvPr/>
        </p:nvSpPr>
        <p:spPr>
          <a:xfrm>
            <a:off x="1921595"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E78E4C6-8987-ECEE-AF0D-E09C264CE9AD}"/>
              </a:ext>
            </a:extLst>
          </p:cNvPr>
          <p:cNvSpPr/>
          <p:nvPr/>
        </p:nvSpPr>
        <p:spPr>
          <a:xfrm>
            <a:off x="2355966"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Légende : encadrée à une bordure 18">
            <a:extLst>
              <a:ext uri="{FF2B5EF4-FFF2-40B4-BE49-F238E27FC236}">
                <a16:creationId xmlns:a16="http://schemas.microsoft.com/office/drawing/2014/main" id="{572BC67F-1F9F-919B-178B-E0DA288D977F}"/>
              </a:ext>
            </a:extLst>
          </p:cNvPr>
          <p:cNvSpPr/>
          <p:nvPr/>
        </p:nvSpPr>
        <p:spPr>
          <a:xfrm>
            <a:off x="3750680" y="2904197"/>
            <a:ext cx="2573978" cy="237777"/>
          </a:xfrm>
          <a:prstGeom prst="accentBorderCallout1">
            <a:avLst>
              <a:gd name="adj1" fmla="val 18750"/>
              <a:gd name="adj2" fmla="val -8333"/>
              <a:gd name="adj3" fmla="val 161997"/>
              <a:gd name="adj4" fmla="val -4632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des statistiques</a:t>
            </a:r>
          </a:p>
        </p:txBody>
      </p:sp>
      <p:sp>
        <p:nvSpPr>
          <p:cNvPr id="20" name="Légende : double flèche courbée encadrée à une bordure 19">
            <a:extLst>
              <a:ext uri="{FF2B5EF4-FFF2-40B4-BE49-F238E27FC236}">
                <a16:creationId xmlns:a16="http://schemas.microsoft.com/office/drawing/2014/main" id="{BB413D56-A6C2-A1BC-420C-6FFDAA9D32B8}"/>
              </a:ext>
            </a:extLst>
          </p:cNvPr>
          <p:cNvSpPr/>
          <p:nvPr/>
        </p:nvSpPr>
        <p:spPr>
          <a:xfrm>
            <a:off x="1452303" y="2485704"/>
            <a:ext cx="1668048" cy="294277"/>
          </a:xfrm>
          <a:prstGeom prst="accentBorderCallout3">
            <a:avLst>
              <a:gd name="adj1" fmla="val 18750"/>
              <a:gd name="adj2" fmla="val -8333"/>
              <a:gd name="adj3" fmla="val 18750"/>
              <a:gd name="adj4" fmla="val -16667"/>
              <a:gd name="adj5" fmla="val 100000"/>
              <a:gd name="adj6" fmla="val -16667"/>
              <a:gd name="adj7" fmla="val 278684"/>
              <a:gd name="adj8" fmla="val 126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local</a:t>
            </a:r>
          </a:p>
        </p:txBody>
      </p:sp>
      <p:sp>
        <p:nvSpPr>
          <p:cNvPr id="21" name="Légende : encadrée à une bordure 20">
            <a:extLst>
              <a:ext uri="{FF2B5EF4-FFF2-40B4-BE49-F238E27FC236}">
                <a16:creationId xmlns:a16="http://schemas.microsoft.com/office/drawing/2014/main" id="{BD3746F1-EC0A-ED91-C764-20FFD3B0B40F}"/>
              </a:ext>
            </a:extLst>
          </p:cNvPr>
          <p:cNvSpPr/>
          <p:nvPr/>
        </p:nvSpPr>
        <p:spPr>
          <a:xfrm>
            <a:off x="3685059" y="2485704"/>
            <a:ext cx="1668048" cy="294277"/>
          </a:xfrm>
          <a:prstGeom prst="accentBorderCallout1">
            <a:avLst>
              <a:gd name="adj1" fmla="val 73127"/>
              <a:gd name="adj2" fmla="val -5135"/>
              <a:gd name="adj3" fmla="val 271097"/>
              <a:gd name="adj4" fmla="val -8853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distant</a:t>
            </a:r>
          </a:p>
        </p:txBody>
      </p:sp>
      <p:sp>
        <p:nvSpPr>
          <p:cNvPr id="23" name="Rectangle 22">
            <a:extLst>
              <a:ext uri="{FF2B5EF4-FFF2-40B4-BE49-F238E27FC236}">
                <a16:creationId xmlns:a16="http://schemas.microsoft.com/office/drawing/2014/main" id="{6FE0C285-0046-0D8C-79B0-4E7B8EA57031}"/>
              </a:ext>
            </a:extLst>
          </p:cNvPr>
          <p:cNvSpPr/>
          <p:nvPr/>
        </p:nvSpPr>
        <p:spPr>
          <a:xfrm>
            <a:off x="928428" y="4138277"/>
            <a:ext cx="779722"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9A6D7C0C-DA98-0954-9FB7-5173A943958E}"/>
              </a:ext>
            </a:extLst>
          </p:cNvPr>
          <p:cNvSpPr/>
          <p:nvPr/>
        </p:nvSpPr>
        <p:spPr>
          <a:xfrm>
            <a:off x="1886673" y="4138277"/>
            <a:ext cx="1602651"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496C745A-3333-A663-49C5-54EFC482B851}"/>
              </a:ext>
            </a:extLst>
          </p:cNvPr>
          <p:cNvSpPr/>
          <p:nvPr/>
        </p:nvSpPr>
        <p:spPr>
          <a:xfrm>
            <a:off x="3667847" y="4138277"/>
            <a:ext cx="2263053"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Rectangle 29">
            <a:extLst>
              <a:ext uri="{FF2B5EF4-FFF2-40B4-BE49-F238E27FC236}">
                <a16:creationId xmlns:a16="http://schemas.microsoft.com/office/drawing/2014/main" id="{36DAE6F7-1C58-71D8-56B8-DF982FA18C3C}"/>
              </a:ext>
            </a:extLst>
          </p:cNvPr>
          <p:cNvSpPr/>
          <p:nvPr/>
        </p:nvSpPr>
        <p:spPr>
          <a:xfrm>
            <a:off x="8331033" y="4095048"/>
            <a:ext cx="100029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Rectangle 30">
            <a:extLst>
              <a:ext uri="{FF2B5EF4-FFF2-40B4-BE49-F238E27FC236}">
                <a16:creationId xmlns:a16="http://schemas.microsoft.com/office/drawing/2014/main" id="{50908D09-8BC3-5D43-5A7D-62251E1B5BC7}"/>
              </a:ext>
            </a:extLst>
          </p:cNvPr>
          <p:cNvSpPr/>
          <p:nvPr/>
        </p:nvSpPr>
        <p:spPr>
          <a:xfrm>
            <a:off x="9658183" y="4095048"/>
            <a:ext cx="825667"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18E80608-5F05-5F4A-450D-44D3541AC136}"/>
              </a:ext>
            </a:extLst>
          </p:cNvPr>
          <p:cNvSpPr/>
          <p:nvPr/>
        </p:nvSpPr>
        <p:spPr>
          <a:xfrm>
            <a:off x="10607675" y="4095048"/>
            <a:ext cx="708026"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Légende : encadrée à une bordure 32">
            <a:extLst>
              <a:ext uri="{FF2B5EF4-FFF2-40B4-BE49-F238E27FC236}">
                <a16:creationId xmlns:a16="http://schemas.microsoft.com/office/drawing/2014/main" id="{1DB118D8-FC86-47B4-0DC9-E1853D0FCB9E}"/>
              </a:ext>
            </a:extLst>
          </p:cNvPr>
          <p:cNvSpPr/>
          <p:nvPr/>
        </p:nvSpPr>
        <p:spPr>
          <a:xfrm>
            <a:off x="4230280" y="4596524"/>
            <a:ext cx="3989796" cy="294278"/>
          </a:xfrm>
          <a:prstGeom prst="accentBorderCallout1">
            <a:avLst>
              <a:gd name="adj1" fmla="val 18750"/>
              <a:gd name="adj2" fmla="val -8333"/>
              <a:gd name="adj3" fmla="val -75231"/>
              <a:gd name="adj4" fmla="val -125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génération réalisée</a:t>
            </a:r>
          </a:p>
        </p:txBody>
      </p:sp>
      <p:sp>
        <p:nvSpPr>
          <p:cNvPr id="34" name="Légende : encadrée à une bordure 33">
            <a:extLst>
              <a:ext uri="{FF2B5EF4-FFF2-40B4-BE49-F238E27FC236}">
                <a16:creationId xmlns:a16="http://schemas.microsoft.com/office/drawing/2014/main" id="{782AE494-7FCE-18B8-1156-EB8F4CC349B3}"/>
              </a:ext>
            </a:extLst>
          </p:cNvPr>
          <p:cNvSpPr/>
          <p:nvPr/>
        </p:nvSpPr>
        <p:spPr>
          <a:xfrm>
            <a:off x="3685059" y="5020093"/>
            <a:ext cx="3989796" cy="294278"/>
          </a:xfrm>
          <a:prstGeom prst="accentBorderCallout1">
            <a:avLst>
              <a:gd name="adj1" fmla="val 18750"/>
              <a:gd name="adj2" fmla="val -8333"/>
              <a:gd name="adj3" fmla="val -211174"/>
              <a:gd name="adj4" fmla="val -2257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génération</a:t>
            </a:r>
          </a:p>
        </p:txBody>
      </p:sp>
      <p:sp>
        <p:nvSpPr>
          <p:cNvPr id="35" name="Légende : encadrée à une bordure 34">
            <a:extLst>
              <a:ext uri="{FF2B5EF4-FFF2-40B4-BE49-F238E27FC236}">
                <a16:creationId xmlns:a16="http://schemas.microsoft.com/office/drawing/2014/main" id="{15C8248F-0553-89EF-D3B5-3B878CF08246}"/>
              </a:ext>
            </a:extLst>
          </p:cNvPr>
          <p:cNvSpPr/>
          <p:nvPr/>
        </p:nvSpPr>
        <p:spPr>
          <a:xfrm>
            <a:off x="1438420" y="5523248"/>
            <a:ext cx="2312260" cy="708859"/>
          </a:xfrm>
          <a:prstGeom prst="accentBorderCallout1">
            <a:avLst>
              <a:gd name="adj1" fmla="val 18750"/>
              <a:gd name="adj2" fmla="val -8333"/>
              <a:gd name="adj3" fmla="val -160113"/>
              <a:gd name="adj4" fmla="val -1969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génération (arrêtée ou démarrée)</a:t>
            </a:r>
          </a:p>
        </p:txBody>
      </p:sp>
      <p:sp>
        <p:nvSpPr>
          <p:cNvPr id="36" name="Légende : encadrée à une bordure 35">
            <a:extLst>
              <a:ext uri="{FF2B5EF4-FFF2-40B4-BE49-F238E27FC236}">
                <a16:creationId xmlns:a16="http://schemas.microsoft.com/office/drawing/2014/main" id="{BF178A12-A0A2-F3CB-8EAE-08A20E2432B8}"/>
              </a:ext>
            </a:extLst>
          </p:cNvPr>
          <p:cNvSpPr/>
          <p:nvPr/>
        </p:nvSpPr>
        <p:spPr>
          <a:xfrm>
            <a:off x="9182643" y="2035155"/>
            <a:ext cx="2651125" cy="728647"/>
          </a:xfrm>
          <a:prstGeom prst="accentBorderCallout1">
            <a:avLst>
              <a:gd name="adj1" fmla="val 18750"/>
              <a:gd name="adj2" fmla="val -8333"/>
              <a:gd name="adj3" fmla="val 286512"/>
              <a:gd name="adj4" fmla="val -2795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configuration (uniquement si la génération est arrêtée)</a:t>
            </a:r>
          </a:p>
        </p:txBody>
      </p:sp>
      <p:sp>
        <p:nvSpPr>
          <p:cNvPr id="37" name="Légende : encadrée à une bordure 36">
            <a:extLst>
              <a:ext uri="{FF2B5EF4-FFF2-40B4-BE49-F238E27FC236}">
                <a16:creationId xmlns:a16="http://schemas.microsoft.com/office/drawing/2014/main" id="{86741583-7C7A-DBC6-0298-25DE6CDD5796}"/>
              </a:ext>
            </a:extLst>
          </p:cNvPr>
          <p:cNvSpPr/>
          <p:nvPr/>
        </p:nvSpPr>
        <p:spPr>
          <a:xfrm flipH="1">
            <a:off x="6000750" y="5410624"/>
            <a:ext cx="2938936" cy="436361"/>
          </a:xfrm>
          <a:prstGeom prst="accentBorderCallout1">
            <a:avLst>
              <a:gd name="adj1" fmla="val 18750"/>
              <a:gd name="adj2" fmla="val -8333"/>
              <a:gd name="adj3" fmla="val -219996"/>
              <a:gd name="adj4" fmla="val -4731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génération (uniquement si connecté et arrêtée)</a:t>
            </a:r>
          </a:p>
        </p:txBody>
      </p:sp>
      <p:sp>
        <p:nvSpPr>
          <p:cNvPr id="38" name="Légende : encadrée à une bordure 37">
            <a:extLst>
              <a:ext uri="{FF2B5EF4-FFF2-40B4-BE49-F238E27FC236}">
                <a16:creationId xmlns:a16="http://schemas.microsoft.com/office/drawing/2014/main" id="{D87E87A9-DB41-87CF-2E7B-39D597A14269}"/>
              </a:ext>
            </a:extLst>
          </p:cNvPr>
          <p:cNvSpPr/>
          <p:nvPr/>
        </p:nvSpPr>
        <p:spPr>
          <a:xfrm flipH="1">
            <a:off x="7353300" y="6013926"/>
            <a:ext cx="2840580" cy="436362"/>
          </a:xfrm>
          <a:prstGeom prst="accentBorderCallout1">
            <a:avLst>
              <a:gd name="adj1" fmla="val 18750"/>
              <a:gd name="adj2" fmla="val -8333"/>
              <a:gd name="adj3" fmla="val -366244"/>
              <a:gd name="adj4" fmla="val -357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génération (uniquement si connecté et démarrée)</a:t>
            </a:r>
          </a:p>
        </p:txBody>
      </p:sp>
    </p:spTree>
    <p:extLst>
      <p:ext uri="{BB962C8B-B14F-4D97-AF65-F5344CB8AC3E}">
        <p14:creationId xmlns:p14="http://schemas.microsoft.com/office/powerpoint/2010/main" val="10767670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locale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8" name="Image 7">
            <a:extLst>
              <a:ext uri="{FF2B5EF4-FFF2-40B4-BE49-F238E27FC236}">
                <a16:creationId xmlns:a16="http://schemas.microsoft.com/office/drawing/2014/main" id="{BD73F828-99E4-A271-AFA1-9ABFDCBF9076}"/>
              </a:ext>
            </a:extLst>
          </p:cNvPr>
          <p:cNvPicPr>
            <a:picLocks noChangeAspect="1"/>
          </p:cNvPicPr>
          <p:nvPr/>
        </p:nvPicPr>
        <p:blipFill rotWithShape="1">
          <a:blip r:embed="rId2"/>
          <a:srcRect l="765" t="24306" r="50118" b="2133"/>
          <a:stretch/>
        </p:blipFill>
        <p:spPr>
          <a:xfrm>
            <a:off x="4236719" y="2014758"/>
            <a:ext cx="3949065" cy="3507105"/>
          </a:xfrm>
          <a:prstGeom prst="rect">
            <a:avLst/>
          </a:prstGeom>
        </p:spPr>
      </p:pic>
      <p:sp>
        <p:nvSpPr>
          <p:cNvPr id="3" name="Rectangle 2">
            <a:extLst>
              <a:ext uri="{FF2B5EF4-FFF2-40B4-BE49-F238E27FC236}">
                <a16:creationId xmlns:a16="http://schemas.microsoft.com/office/drawing/2014/main" id="{BABECE64-1973-30B8-8BA8-85E8DFAD91F1}"/>
              </a:ext>
            </a:extLst>
          </p:cNvPr>
          <p:cNvSpPr/>
          <p:nvPr/>
        </p:nvSpPr>
        <p:spPr>
          <a:xfrm>
            <a:off x="4586288" y="2573141"/>
            <a:ext cx="776286" cy="76060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Rectangle 4">
            <a:extLst>
              <a:ext uri="{FF2B5EF4-FFF2-40B4-BE49-F238E27FC236}">
                <a16:creationId xmlns:a16="http://schemas.microsoft.com/office/drawing/2014/main" id="{395005D2-76BB-3074-76F8-D1E48C360CCD}"/>
              </a:ext>
            </a:extLst>
          </p:cNvPr>
          <p:cNvSpPr/>
          <p:nvPr/>
        </p:nvSpPr>
        <p:spPr>
          <a:xfrm>
            <a:off x="5404820" y="2527532"/>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Légende : encadrée à une bordure 5">
            <a:extLst>
              <a:ext uri="{FF2B5EF4-FFF2-40B4-BE49-F238E27FC236}">
                <a16:creationId xmlns:a16="http://schemas.microsoft.com/office/drawing/2014/main" id="{6CCC1849-A415-202A-0C34-FCF17F0F7B9F}"/>
              </a:ext>
            </a:extLst>
          </p:cNvPr>
          <p:cNvSpPr/>
          <p:nvPr/>
        </p:nvSpPr>
        <p:spPr>
          <a:xfrm flipH="1">
            <a:off x="1128367" y="3762522"/>
            <a:ext cx="2608296" cy="708859"/>
          </a:xfrm>
          <a:prstGeom prst="accentBorderCallout1">
            <a:avLst>
              <a:gd name="adj1" fmla="val 18750"/>
              <a:gd name="adj2" fmla="val -8333"/>
              <a:gd name="adj3" fmla="val -37567"/>
              <a:gd name="adj4" fmla="val -2378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7" name="Légende : encadrée à une bordure 6">
            <a:extLst>
              <a:ext uri="{FF2B5EF4-FFF2-40B4-BE49-F238E27FC236}">
                <a16:creationId xmlns:a16="http://schemas.microsoft.com/office/drawing/2014/main" id="{59208C1D-522D-3CF4-0DB4-C8C129A46416}"/>
              </a:ext>
            </a:extLst>
          </p:cNvPr>
          <p:cNvSpPr/>
          <p:nvPr/>
        </p:nvSpPr>
        <p:spPr>
          <a:xfrm>
            <a:off x="8685840" y="4494460"/>
            <a:ext cx="3093177" cy="728647"/>
          </a:xfrm>
          <a:prstGeom prst="accentBorderCallout1">
            <a:avLst>
              <a:gd name="adj1" fmla="val 18750"/>
              <a:gd name="adj2" fmla="val -8333"/>
              <a:gd name="adj3" fmla="val -53727"/>
              <a:gd name="adj4" fmla="val -7256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l’interface réseau sur laquelle se fait la publication (uniquement la publication est arrêtée)</a:t>
            </a:r>
          </a:p>
        </p:txBody>
      </p:sp>
      <p:sp>
        <p:nvSpPr>
          <p:cNvPr id="14" name="Rectangle 13">
            <a:extLst>
              <a:ext uri="{FF2B5EF4-FFF2-40B4-BE49-F238E27FC236}">
                <a16:creationId xmlns:a16="http://schemas.microsoft.com/office/drawing/2014/main" id="{4417BE45-5776-678C-886E-B30AF6338DB5}"/>
              </a:ext>
            </a:extLst>
          </p:cNvPr>
          <p:cNvSpPr/>
          <p:nvPr/>
        </p:nvSpPr>
        <p:spPr>
          <a:xfrm>
            <a:off x="5581032" y="5223107"/>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78FA8705-3EE6-B863-051A-C0EACFFD37D6}"/>
              </a:ext>
            </a:extLst>
          </p:cNvPr>
          <p:cNvSpPr/>
          <p:nvPr/>
        </p:nvSpPr>
        <p:spPr>
          <a:xfrm>
            <a:off x="6333507" y="5225489"/>
            <a:ext cx="5578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73F52DC7-A2F8-A7FD-1DF7-4DEF03BC1ACE}"/>
              </a:ext>
            </a:extLst>
          </p:cNvPr>
          <p:cNvSpPr/>
          <p:nvPr/>
        </p:nvSpPr>
        <p:spPr>
          <a:xfrm>
            <a:off x="4338638" y="3388005"/>
            <a:ext cx="56435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E24A82F3-1AC6-950F-058A-1585E07E3363}"/>
              </a:ext>
            </a:extLst>
          </p:cNvPr>
          <p:cNvSpPr/>
          <p:nvPr/>
        </p:nvSpPr>
        <p:spPr>
          <a:xfrm>
            <a:off x="5057774" y="3388005"/>
            <a:ext cx="1071563"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CB8F585F-D411-1838-ED6A-320FD56372B5}"/>
              </a:ext>
            </a:extLst>
          </p:cNvPr>
          <p:cNvSpPr/>
          <p:nvPr/>
        </p:nvSpPr>
        <p:spPr>
          <a:xfrm>
            <a:off x="5404820" y="2776023"/>
            <a:ext cx="2693811"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99432E0-FB67-7B6C-A419-8470C2B69BDE}"/>
              </a:ext>
            </a:extLst>
          </p:cNvPr>
          <p:cNvSpPr/>
          <p:nvPr/>
        </p:nvSpPr>
        <p:spPr>
          <a:xfrm>
            <a:off x="5283200" y="3929868"/>
            <a:ext cx="1149350"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Légende : encadrée à une bordure 21">
            <a:extLst>
              <a:ext uri="{FF2B5EF4-FFF2-40B4-BE49-F238E27FC236}">
                <a16:creationId xmlns:a16="http://schemas.microsoft.com/office/drawing/2014/main" id="{43C37784-6A64-22FE-527F-F90DFBFB77AA}"/>
              </a:ext>
            </a:extLst>
          </p:cNvPr>
          <p:cNvSpPr/>
          <p:nvPr/>
        </p:nvSpPr>
        <p:spPr>
          <a:xfrm flipH="1">
            <a:off x="2076450" y="5936580"/>
            <a:ext cx="2981324" cy="436361"/>
          </a:xfrm>
          <a:prstGeom prst="accentBorderCallout1">
            <a:avLst>
              <a:gd name="adj1" fmla="val 18750"/>
              <a:gd name="adj2" fmla="val -8333"/>
              <a:gd name="adj3" fmla="val -108235"/>
              <a:gd name="adj4" fmla="val -3355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23" name="Légende : encadrée à une bordure 22">
            <a:extLst>
              <a:ext uri="{FF2B5EF4-FFF2-40B4-BE49-F238E27FC236}">
                <a16:creationId xmlns:a16="http://schemas.microsoft.com/office/drawing/2014/main" id="{3C6CC558-66AD-0A1E-CE1F-CB2A19073262}"/>
              </a:ext>
            </a:extLst>
          </p:cNvPr>
          <p:cNvSpPr/>
          <p:nvPr/>
        </p:nvSpPr>
        <p:spPr>
          <a:xfrm>
            <a:off x="7549502" y="5936579"/>
            <a:ext cx="3093099" cy="436362"/>
          </a:xfrm>
          <a:prstGeom prst="accentBorderCallout1">
            <a:avLst>
              <a:gd name="adj1" fmla="val 18750"/>
              <a:gd name="adj2" fmla="val -8333"/>
              <a:gd name="adj3" fmla="val -102559"/>
              <a:gd name="adj4" fmla="val -3469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24" name="Légende : encadrée à une bordure 23">
            <a:extLst>
              <a:ext uri="{FF2B5EF4-FFF2-40B4-BE49-F238E27FC236}">
                <a16:creationId xmlns:a16="http://schemas.microsoft.com/office/drawing/2014/main" id="{C956C3BA-6C73-CCF2-A04C-8C94086C7B7C}"/>
              </a:ext>
            </a:extLst>
          </p:cNvPr>
          <p:cNvSpPr/>
          <p:nvPr/>
        </p:nvSpPr>
        <p:spPr>
          <a:xfrm>
            <a:off x="6333507" y="1516089"/>
            <a:ext cx="3093177" cy="283867"/>
          </a:xfrm>
          <a:prstGeom prst="accentBorderCallout1">
            <a:avLst>
              <a:gd name="adj1" fmla="val 18750"/>
              <a:gd name="adj2" fmla="val -8333"/>
              <a:gd name="adj3" fmla="val 337422"/>
              <a:gd name="adj4" fmla="val -236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9" name="Légende : encadrée à une bordure 8">
            <a:extLst>
              <a:ext uri="{FF2B5EF4-FFF2-40B4-BE49-F238E27FC236}">
                <a16:creationId xmlns:a16="http://schemas.microsoft.com/office/drawing/2014/main" id="{B7FEAA23-6085-2E30-8572-FE73AB82590C}"/>
              </a:ext>
            </a:extLst>
          </p:cNvPr>
          <p:cNvSpPr/>
          <p:nvPr/>
        </p:nvSpPr>
        <p:spPr>
          <a:xfrm>
            <a:off x="8600315" y="3443661"/>
            <a:ext cx="2443727" cy="528400"/>
          </a:xfrm>
          <a:prstGeom prst="accentBorderCallout1">
            <a:avLst>
              <a:gd name="adj1" fmla="val 18750"/>
              <a:gd name="adj2" fmla="val -8333"/>
              <a:gd name="adj3" fmla="val 4257"/>
              <a:gd name="adj4" fmla="val -9894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publication</a:t>
            </a:r>
          </a:p>
        </p:txBody>
      </p:sp>
      <p:sp>
        <p:nvSpPr>
          <p:cNvPr id="10" name="Légende : encadrée à une bordure 9">
            <a:extLst>
              <a:ext uri="{FF2B5EF4-FFF2-40B4-BE49-F238E27FC236}">
                <a16:creationId xmlns:a16="http://schemas.microsoft.com/office/drawing/2014/main" id="{B52EF86D-49EF-1F5A-5F8A-29D543E6A124}"/>
              </a:ext>
            </a:extLst>
          </p:cNvPr>
          <p:cNvSpPr/>
          <p:nvPr/>
        </p:nvSpPr>
        <p:spPr>
          <a:xfrm>
            <a:off x="8600315" y="2543784"/>
            <a:ext cx="2042286" cy="528400"/>
          </a:xfrm>
          <a:prstGeom prst="accentBorderCallout1">
            <a:avLst>
              <a:gd name="adj1" fmla="val 18750"/>
              <a:gd name="adj2" fmla="val -8333"/>
              <a:gd name="adj3" fmla="val 66748"/>
              <a:gd name="adj4" fmla="val -2072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local</a:t>
            </a:r>
          </a:p>
        </p:txBody>
      </p:sp>
      <p:sp>
        <p:nvSpPr>
          <p:cNvPr id="11" name="Légende : encadrée à une bordure 10">
            <a:extLst>
              <a:ext uri="{FF2B5EF4-FFF2-40B4-BE49-F238E27FC236}">
                <a16:creationId xmlns:a16="http://schemas.microsoft.com/office/drawing/2014/main" id="{899B5126-BD57-A47D-E10C-B59B778D74C6}"/>
              </a:ext>
            </a:extLst>
          </p:cNvPr>
          <p:cNvSpPr/>
          <p:nvPr/>
        </p:nvSpPr>
        <p:spPr>
          <a:xfrm flipH="1">
            <a:off x="1626623" y="2602727"/>
            <a:ext cx="1725982" cy="528400"/>
          </a:xfrm>
          <a:prstGeom prst="accentBorderCallout1">
            <a:avLst>
              <a:gd name="adj1" fmla="val 18750"/>
              <a:gd name="adj2" fmla="val -8333"/>
              <a:gd name="adj3" fmla="val 75160"/>
              <a:gd name="adj4" fmla="val -674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local</a:t>
            </a:r>
          </a:p>
        </p:txBody>
      </p:sp>
    </p:spTree>
    <p:extLst>
      <p:ext uri="{BB962C8B-B14F-4D97-AF65-F5344CB8AC3E}">
        <p14:creationId xmlns:p14="http://schemas.microsoft.com/office/powerpoint/2010/main" val="21243479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distante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8" name="Image 7">
            <a:extLst>
              <a:ext uri="{FF2B5EF4-FFF2-40B4-BE49-F238E27FC236}">
                <a16:creationId xmlns:a16="http://schemas.microsoft.com/office/drawing/2014/main" id="{BD73F828-99E4-A271-AFA1-9ABFDCBF9076}"/>
              </a:ext>
            </a:extLst>
          </p:cNvPr>
          <p:cNvPicPr>
            <a:picLocks noChangeAspect="1"/>
          </p:cNvPicPr>
          <p:nvPr/>
        </p:nvPicPr>
        <p:blipFill rotWithShape="1">
          <a:blip r:embed="rId2"/>
          <a:srcRect l="50846" t="24719" r="878" b="2281"/>
          <a:stretch/>
        </p:blipFill>
        <p:spPr>
          <a:xfrm>
            <a:off x="3995154" y="1719483"/>
            <a:ext cx="3881536" cy="3480319"/>
          </a:xfrm>
          <a:prstGeom prst="rect">
            <a:avLst/>
          </a:prstGeom>
        </p:spPr>
      </p:pic>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22" y="2750783"/>
            <a:ext cx="3181935" cy="528401"/>
          </a:xfrm>
          <a:prstGeom prst="accentBorderCallout1">
            <a:avLst>
              <a:gd name="adj1" fmla="val 18750"/>
              <a:gd name="adj2" fmla="val -8333"/>
              <a:gd name="adj3" fmla="val 47992"/>
              <a:gd name="adj4" fmla="val -199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390650" y="5425059"/>
            <a:ext cx="2890838" cy="436361"/>
          </a:xfrm>
          <a:prstGeom prst="accentBorderCallout1">
            <a:avLst>
              <a:gd name="adj1" fmla="val 18750"/>
              <a:gd name="adj2" fmla="val -8333"/>
              <a:gd name="adj3" fmla="val -61086"/>
              <a:gd name="adj4" fmla="val -321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295515" y="2741552"/>
            <a:ext cx="3553585" cy="318133"/>
          </a:xfrm>
          <a:prstGeom prst="accentBorderCallout1">
            <a:avLst>
              <a:gd name="adj1" fmla="val 18750"/>
              <a:gd name="adj2" fmla="val -8333"/>
              <a:gd name="adj3" fmla="val 131228"/>
              <a:gd name="adj4" fmla="val -1882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3995154" y="3070133"/>
            <a:ext cx="64669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5230815" y="3642455"/>
            <a:ext cx="2489197"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734426" y="3070133"/>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252076" y="3070133"/>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5093670" y="2213207"/>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a:off x="8267483" y="1669065"/>
            <a:ext cx="3093177" cy="283867"/>
          </a:xfrm>
          <a:prstGeom prst="accentBorderCallout1">
            <a:avLst>
              <a:gd name="adj1" fmla="val 18750"/>
              <a:gd name="adj2" fmla="val -8333"/>
              <a:gd name="adj3" fmla="val 223337"/>
              <a:gd name="adj4" fmla="val -939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281488" y="2252466"/>
            <a:ext cx="776286" cy="76060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5100020" y="2455348"/>
            <a:ext cx="2693811"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295515" y="2301362"/>
            <a:ext cx="2667954" cy="310492"/>
          </a:xfrm>
          <a:prstGeom prst="accentBorderCallout1">
            <a:avLst>
              <a:gd name="adj1" fmla="val 18750"/>
              <a:gd name="adj2" fmla="val -8333"/>
              <a:gd name="adj3" fmla="val 81773"/>
              <a:gd name="adj4" fmla="val -1792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1845" y="2282052"/>
            <a:ext cx="2515960" cy="329802"/>
          </a:xfrm>
          <a:prstGeom prst="accentBorderCallout1">
            <a:avLst>
              <a:gd name="adj1" fmla="val 18750"/>
              <a:gd name="adj2" fmla="val -8333"/>
              <a:gd name="adj3" fmla="val 106280"/>
              <a:gd name="adj4" fmla="val -463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21" y="3374102"/>
            <a:ext cx="3181935" cy="346586"/>
          </a:xfrm>
          <a:prstGeom prst="accentBorderCallout1">
            <a:avLst>
              <a:gd name="adj1" fmla="val 18750"/>
              <a:gd name="adj2" fmla="val -8333"/>
              <a:gd name="adj3" fmla="val -40179"/>
              <a:gd name="adj4" fmla="val -458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298833" y="4919681"/>
            <a:ext cx="590124"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938094" y="4919681"/>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717381" y="4919680"/>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486025" y="6005501"/>
            <a:ext cx="2721229" cy="436362"/>
          </a:xfrm>
          <a:prstGeom prst="accentBorderCallout1">
            <a:avLst>
              <a:gd name="adj1" fmla="val 18750"/>
              <a:gd name="adj2" fmla="val -8333"/>
              <a:gd name="adj3" fmla="val -198603"/>
              <a:gd name="adj4" fmla="val -3437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6984748" y="6012222"/>
            <a:ext cx="3816602" cy="436362"/>
          </a:xfrm>
          <a:prstGeom prst="accentBorderCallout1">
            <a:avLst>
              <a:gd name="adj1" fmla="val 18750"/>
              <a:gd name="adj2" fmla="val -8333"/>
              <a:gd name="adj3" fmla="val -202448"/>
              <a:gd name="adj4" fmla="val -1519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racine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5230814" y="3901447"/>
            <a:ext cx="2489197"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523E849-AA1F-9C4D-38EE-EA679E5C1042}"/>
              </a:ext>
            </a:extLst>
          </p:cNvPr>
          <p:cNvSpPr/>
          <p:nvPr/>
        </p:nvSpPr>
        <p:spPr>
          <a:xfrm>
            <a:off x="5223739" y="4161661"/>
            <a:ext cx="1610449"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5217132" y="4687733"/>
            <a:ext cx="1610449"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84FAD669-AF4E-1526-D7A1-6A66B7265B89}"/>
              </a:ext>
            </a:extLst>
          </p:cNvPr>
          <p:cNvSpPr/>
          <p:nvPr/>
        </p:nvSpPr>
        <p:spPr>
          <a:xfrm>
            <a:off x="5230814" y="4423133"/>
            <a:ext cx="1596767"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E5B5F181-801B-3B8F-63B5-76314004EE25}"/>
              </a:ext>
            </a:extLst>
          </p:cNvPr>
          <p:cNvSpPr/>
          <p:nvPr/>
        </p:nvSpPr>
        <p:spPr>
          <a:xfrm>
            <a:off x="6866803" y="4160439"/>
            <a:ext cx="88654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9397FA4A-8612-C2D8-2919-71C58DB14ADD}"/>
              </a:ext>
            </a:extLst>
          </p:cNvPr>
          <p:cNvSpPr/>
          <p:nvPr/>
        </p:nvSpPr>
        <p:spPr>
          <a:xfrm>
            <a:off x="6863438" y="4423132"/>
            <a:ext cx="88654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Rectangle 41">
            <a:extLst>
              <a:ext uri="{FF2B5EF4-FFF2-40B4-BE49-F238E27FC236}">
                <a16:creationId xmlns:a16="http://schemas.microsoft.com/office/drawing/2014/main" id="{10695851-CDF2-6522-418A-538B9BECA5CB}"/>
              </a:ext>
            </a:extLst>
          </p:cNvPr>
          <p:cNvSpPr/>
          <p:nvPr/>
        </p:nvSpPr>
        <p:spPr>
          <a:xfrm>
            <a:off x="6863438" y="4678423"/>
            <a:ext cx="88654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3" name="Légende : encadrée à une bordure 42">
            <a:extLst>
              <a:ext uri="{FF2B5EF4-FFF2-40B4-BE49-F238E27FC236}">
                <a16:creationId xmlns:a16="http://schemas.microsoft.com/office/drawing/2014/main" id="{B897D5A8-96FD-305C-3145-ADC884742E13}"/>
              </a:ext>
            </a:extLst>
          </p:cNvPr>
          <p:cNvSpPr/>
          <p:nvPr/>
        </p:nvSpPr>
        <p:spPr>
          <a:xfrm>
            <a:off x="8267485" y="5441969"/>
            <a:ext cx="3716125" cy="343173"/>
          </a:xfrm>
          <a:prstGeom prst="accentBorderCallout1">
            <a:avLst>
              <a:gd name="adj1" fmla="val 18750"/>
              <a:gd name="adj2" fmla="val -8333"/>
              <a:gd name="adj3" fmla="val -172710"/>
              <a:gd name="adj4" fmla="val -2310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synchronisation des différences</a:t>
            </a:r>
          </a:p>
        </p:txBody>
      </p:sp>
      <p:sp>
        <p:nvSpPr>
          <p:cNvPr id="44" name="Légende : encadrée à une bordure 43">
            <a:extLst>
              <a:ext uri="{FF2B5EF4-FFF2-40B4-BE49-F238E27FC236}">
                <a16:creationId xmlns:a16="http://schemas.microsoft.com/office/drawing/2014/main" id="{BE9B544B-86F3-306E-4995-BC137530A2CC}"/>
              </a:ext>
            </a:extLst>
          </p:cNvPr>
          <p:cNvSpPr/>
          <p:nvPr/>
        </p:nvSpPr>
        <p:spPr>
          <a:xfrm flipH="1">
            <a:off x="198202" y="4003644"/>
            <a:ext cx="3141431" cy="293700"/>
          </a:xfrm>
          <a:prstGeom prst="accentBorderCallout1">
            <a:avLst>
              <a:gd name="adj1" fmla="val 18750"/>
              <a:gd name="adj2" fmla="val -8333"/>
              <a:gd name="adj3" fmla="val 84104"/>
              <a:gd name="adj4" fmla="val -5966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Répertoire FTP racine sur le site distant</a:t>
            </a:r>
          </a:p>
        </p:txBody>
      </p:sp>
      <p:sp>
        <p:nvSpPr>
          <p:cNvPr id="46" name="Légende : encadrée à une bordure 45">
            <a:extLst>
              <a:ext uri="{FF2B5EF4-FFF2-40B4-BE49-F238E27FC236}">
                <a16:creationId xmlns:a16="http://schemas.microsoft.com/office/drawing/2014/main" id="{6F9A59D6-3EE8-C265-7A50-210783F5FDCE}"/>
              </a:ext>
            </a:extLst>
          </p:cNvPr>
          <p:cNvSpPr/>
          <p:nvPr/>
        </p:nvSpPr>
        <p:spPr>
          <a:xfrm flipH="1">
            <a:off x="198202" y="4441425"/>
            <a:ext cx="3141431" cy="286471"/>
          </a:xfrm>
          <a:prstGeom prst="accentBorderCallout1">
            <a:avLst>
              <a:gd name="adj1" fmla="val 18750"/>
              <a:gd name="adj2" fmla="val -8333"/>
              <a:gd name="adj3" fmla="val 25057"/>
              <a:gd name="adj4" fmla="val -604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Identifiant de connexion FTP</a:t>
            </a:r>
          </a:p>
        </p:txBody>
      </p:sp>
      <p:sp>
        <p:nvSpPr>
          <p:cNvPr id="47" name="Légende : encadrée à une bordure 46">
            <a:extLst>
              <a:ext uri="{FF2B5EF4-FFF2-40B4-BE49-F238E27FC236}">
                <a16:creationId xmlns:a16="http://schemas.microsoft.com/office/drawing/2014/main" id="{CE16F0FA-0C08-37B6-F383-CEFEE8C20DA7}"/>
              </a:ext>
            </a:extLst>
          </p:cNvPr>
          <p:cNvSpPr/>
          <p:nvPr/>
        </p:nvSpPr>
        <p:spPr>
          <a:xfrm>
            <a:off x="8267484" y="4972190"/>
            <a:ext cx="3716125" cy="343173"/>
          </a:xfrm>
          <a:prstGeom prst="accentBorderCallout1">
            <a:avLst>
              <a:gd name="adj1" fmla="val 18750"/>
              <a:gd name="adj2" fmla="val -8333"/>
              <a:gd name="adj3" fmla="val -132927"/>
              <a:gd name="adj4" fmla="val -1396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le mode FTP Actif (selon fournisseur)</a:t>
            </a: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a:off x="8267483" y="4452174"/>
            <a:ext cx="3716125" cy="343173"/>
          </a:xfrm>
          <a:prstGeom prst="accentBorderCallout1">
            <a:avLst>
              <a:gd name="adj1" fmla="val 18750"/>
              <a:gd name="adj2" fmla="val -8333"/>
              <a:gd name="adj3" fmla="val -57986"/>
              <a:gd name="adj4" fmla="val -138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a:off x="8299259" y="3190823"/>
            <a:ext cx="3550562" cy="436361"/>
          </a:xfrm>
          <a:prstGeom prst="accentBorderCallout1">
            <a:avLst>
              <a:gd name="adj1" fmla="val 18750"/>
              <a:gd name="adj2" fmla="val -8333"/>
              <a:gd name="adj3" fmla="val 123726"/>
              <a:gd name="adj4" fmla="val -1547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Racine de l’adresse web du site distant (Selon fournisseur)</a:t>
            </a:r>
          </a:p>
        </p:txBody>
      </p:sp>
      <p:sp>
        <p:nvSpPr>
          <p:cNvPr id="50" name="Légende : encadrée à une bordure 49">
            <a:extLst>
              <a:ext uri="{FF2B5EF4-FFF2-40B4-BE49-F238E27FC236}">
                <a16:creationId xmlns:a16="http://schemas.microsoft.com/office/drawing/2014/main" id="{B145271E-6C6B-2F49-0B41-B09D717414D0}"/>
              </a:ext>
            </a:extLst>
          </p:cNvPr>
          <p:cNvSpPr/>
          <p:nvPr/>
        </p:nvSpPr>
        <p:spPr>
          <a:xfrm>
            <a:off x="8302427" y="3731842"/>
            <a:ext cx="3550562" cy="436361"/>
          </a:xfrm>
          <a:prstGeom prst="accentBorderCallout1">
            <a:avLst>
              <a:gd name="adj1" fmla="val 18750"/>
              <a:gd name="adj2" fmla="val -8333"/>
              <a:gd name="adj3" fmla="val 57514"/>
              <a:gd name="adj4" fmla="val -1621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FTP pour copie les fichiers sur le site distant (Selon fournisseur)</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flipH="1">
            <a:off x="198202" y="4871977"/>
            <a:ext cx="3141431" cy="286471"/>
          </a:xfrm>
          <a:prstGeom prst="accentBorderCallout1">
            <a:avLst>
              <a:gd name="adj1" fmla="val 18750"/>
              <a:gd name="adj2" fmla="val -8333"/>
              <a:gd name="adj3" fmla="val -41442"/>
              <a:gd name="adj4" fmla="val -5926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Tree>
    <p:extLst>
      <p:ext uri="{BB962C8B-B14F-4D97-AF65-F5344CB8AC3E}">
        <p14:creationId xmlns:p14="http://schemas.microsoft.com/office/powerpoint/2010/main" val="24252407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Compléments</a:t>
            </a:r>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1"/>
            <a:ext cx="11259303" cy="4045200"/>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br>
              <a:rPr lang="fr-FR" sz="2000" dirty="0"/>
            </a:br>
            <a:endParaRPr lang="fr-FR" dirty="0"/>
          </a:p>
          <a:p>
            <a:r>
              <a:rPr lang="fr-FR" sz="2000" b="1" dirty="0"/>
              <a:t>synchronisation des différences</a:t>
            </a:r>
            <a:r>
              <a:rPr lang="fr-FR" sz="2000" dirty="0"/>
              <a:t> – Lorsque cette option est activée, le logiciel « </a:t>
            </a:r>
            <a:r>
              <a:rPr lang="fr-FR" sz="2000" dirty="0" err="1"/>
              <a:t>PublicationSuiviCompetition</a:t>
            </a:r>
            <a:r>
              <a:rPr lang="fr-FR" sz="2000" dirty="0"/>
              <a:t> » ne copie sur le site distant que les fichiers modifiés depuis la dernière synchronisation. Ceci permet d’optimiser le temps de transfert notamment si la connexion vers Internet est faible.</a:t>
            </a:r>
            <a:br>
              <a:rPr lang="fr-FR" sz="2000" dirty="0"/>
            </a:br>
            <a:endParaRPr lang="fr-FR" sz="2000" dirty="0"/>
          </a:p>
          <a:p>
            <a:r>
              <a:rPr lang="fr-FR" sz="2000" b="1" dirty="0"/>
              <a:t>Adresse du site web distant</a:t>
            </a:r>
            <a:r>
              <a:rPr lang="fr-FR" sz="2000" dirty="0"/>
              <a:t> - L</a:t>
            </a:r>
            <a:r>
              <a:rPr lang="fr-FR" dirty="0"/>
              <a:t>’adresse complète est calculée comme:</a:t>
            </a:r>
          </a:p>
          <a:p>
            <a:pPr lvl="1"/>
            <a:r>
              <a:rPr lang="fr-FR" sz="1800" dirty="0">
                <a:latin typeface="Barlow" panose="00000500000000000000" pitchFamily="2" charset="0"/>
              </a:rPr>
              <a:t>Avec isolation: {Racine de l’adresse web }/{ID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 {Racine de l’adresse web }/courante/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3048447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connexion à une compétition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7" name="Image 6">
            <a:extLst>
              <a:ext uri="{FF2B5EF4-FFF2-40B4-BE49-F238E27FC236}">
                <a16:creationId xmlns:a16="http://schemas.microsoft.com/office/drawing/2014/main" id="{E1B9E928-1B5F-C80F-9EBF-D027A9052282}"/>
              </a:ext>
            </a:extLst>
          </p:cNvPr>
          <p:cNvPicPr>
            <a:picLocks noChangeAspect="1"/>
          </p:cNvPicPr>
          <p:nvPr/>
        </p:nvPicPr>
        <p:blipFill>
          <a:blip r:embed="rId2"/>
          <a:stretch>
            <a:fillRect/>
          </a:stretch>
        </p:blipFill>
        <p:spPr>
          <a:xfrm>
            <a:off x="3505200" y="2205790"/>
            <a:ext cx="4895850" cy="3671888"/>
          </a:xfrm>
          <a:prstGeom prst="rect">
            <a:avLst/>
          </a:prstGeom>
        </p:spPr>
      </p:pic>
      <p:sp>
        <p:nvSpPr>
          <p:cNvPr id="8" name="Rectangle 7">
            <a:extLst>
              <a:ext uri="{FF2B5EF4-FFF2-40B4-BE49-F238E27FC236}">
                <a16:creationId xmlns:a16="http://schemas.microsoft.com/office/drawing/2014/main" id="{000424AE-1C82-C6DA-CE47-52D2FAC46BCC}"/>
              </a:ext>
            </a:extLst>
          </p:cNvPr>
          <p:cNvSpPr/>
          <p:nvPr/>
        </p:nvSpPr>
        <p:spPr>
          <a:xfrm>
            <a:off x="6315075" y="2619375"/>
            <a:ext cx="1162050" cy="2571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Légende : encadrée à une bordure 8">
            <a:extLst>
              <a:ext uri="{FF2B5EF4-FFF2-40B4-BE49-F238E27FC236}">
                <a16:creationId xmlns:a16="http://schemas.microsoft.com/office/drawing/2014/main" id="{396C6FE9-9445-E42D-3C93-E6FCAD642CD7}"/>
              </a:ext>
            </a:extLst>
          </p:cNvPr>
          <p:cNvSpPr/>
          <p:nvPr/>
        </p:nvSpPr>
        <p:spPr>
          <a:xfrm>
            <a:off x="8753475" y="2106739"/>
            <a:ext cx="2724150" cy="636461"/>
          </a:xfrm>
          <a:prstGeom prst="accentBorderCallout1">
            <a:avLst>
              <a:gd name="adj1" fmla="val 18750"/>
              <a:gd name="adj2" fmla="val -8333"/>
              <a:gd name="adj3" fmla="val 107778"/>
              <a:gd name="adj4" fmla="val -46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la recherche des compétitions sur le réseau local</a:t>
            </a:r>
          </a:p>
        </p:txBody>
      </p:sp>
      <p:sp>
        <p:nvSpPr>
          <p:cNvPr id="10" name="Rectangle 9">
            <a:extLst>
              <a:ext uri="{FF2B5EF4-FFF2-40B4-BE49-F238E27FC236}">
                <a16:creationId xmlns:a16="http://schemas.microsoft.com/office/drawing/2014/main" id="{CB8E593F-E2A3-09CD-6672-99AB38C2A276}"/>
              </a:ext>
            </a:extLst>
          </p:cNvPr>
          <p:cNvSpPr/>
          <p:nvPr/>
        </p:nvSpPr>
        <p:spPr>
          <a:xfrm>
            <a:off x="3571875" y="2876550"/>
            <a:ext cx="4762500" cy="291465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Légende : encadrée à une bordure 10">
            <a:extLst>
              <a:ext uri="{FF2B5EF4-FFF2-40B4-BE49-F238E27FC236}">
                <a16:creationId xmlns:a16="http://schemas.microsoft.com/office/drawing/2014/main" id="{B4A986D4-7FFA-FC52-3615-F6DAEDEA7F3B}"/>
              </a:ext>
            </a:extLst>
          </p:cNvPr>
          <p:cNvSpPr/>
          <p:nvPr/>
        </p:nvSpPr>
        <p:spPr>
          <a:xfrm>
            <a:off x="9039225" y="3916489"/>
            <a:ext cx="2438400" cy="636461"/>
          </a:xfrm>
          <a:prstGeom prst="accentBorderCallout1">
            <a:avLst>
              <a:gd name="adj1" fmla="val 18750"/>
              <a:gd name="adj2" fmla="val -8333"/>
              <a:gd name="adj3" fmla="val 109274"/>
              <a:gd name="adj4" fmla="val -2580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Affiche la liste des compétitions trouvées</a:t>
            </a:r>
          </a:p>
        </p:txBody>
      </p:sp>
      <p:sp>
        <p:nvSpPr>
          <p:cNvPr id="12" name="Rectangle 11">
            <a:extLst>
              <a:ext uri="{FF2B5EF4-FFF2-40B4-BE49-F238E27FC236}">
                <a16:creationId xmlns:a16="http://schemas.microsoft.com/office/drawing/2014/main" id="{AA731DDC-9506-E769-D48D-2E0DCBEB56E1}"/>
              </a:ext>
            </a:extLst>
          </p:cNvPr>
          <p:cNvSpPr/>
          <p:nvPr/>
        </p:nvSpPr>
        <p:spPr>
          <a:xfrm>
            <a:off x="5219699" y="2662238"/>
            <a:ext cx="1052513" cy="17859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8FDFAE3A-3A6C-DE60-721E-AD2DB7234D0C}"/>
              </a:ext>
            </a:extLst>
          </p:cNvPr>
          <p:cNvSpPr/>
          <p:nvPr/>
        </p:nvSpPr>
        <p:spPr>
          <a:xfrm flipH="1">
            <a:off x="214266" y="2202862"/>
            <a:ext cx="2809875" cy="636461"/>
          </a:xfrm>
          <a:prstGeom prst="accentBorderCallout1">
            <a:avLst>
              <a:gd name="adj1" fmla="val 18750"/>
              <a:gd name="adj2" fmla="val -8333"/>
              <a:gd name="adj3" fmla="val 74302"/>
              <a:gd name="adj4" fmla="val -7711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IP pour recherche un serveur de compétition spécifique (optionnelle)</a:t>
            </a:r>
          </a:p>
        </p:txBody>
      </p:sp>
    </p:spTree>
    <p:extLst>
      <p:ext uri="{BB962C8B-B14F-4D97-AF65-F5344CB8AC3E}">
        <p14:creationId xmlns:p14="http://schemas.microsoft.com/office/powerpoint/2010/main" val="17637637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84CC962D-3DBE-400A-60DA-11F73D3CE8A8}"/>
              </a:ext>
            </a:extLst>
          </p:cNvPr>
          <p:cNvPicPr>
            <a:picLocks noChangeAspect="1"/>
          </p:cNvPicPr>
          <p:nvPr/>
        </p:nvPicPr>
        <p:blipFill>
          <a:blip r:embed="rId2"/>
          <a:stretch>
            <a:fillRect/>
          </a:stretch>
        </p:blipFill>
        <p:spPr>
          <a:xfrm>
            <a:off x="3574496" y="1982866"/>
            <a:ext cx="7772400" cy="3743325"/>
          </a:xfrm>
          <a:prstGeom prst="rect">
            <a:avLst/>
          </a:prstGeom>
        </p:spPr>
      </p:pic>
      <p:sp>
        <p:nvSpPr>
          <p:cNvPr id="9" name="Rectangle 8">
            <a:extLst>
              <a:ext uri="{FF2B5EF4-FFF2-40B4-BE49-F238E27FC236}">
                <a16:creationId xmlns:a16="http://schemas.microsoft.com/office/drawing/2014/main" id="{DF88C5BE-8A7D-7692-F037-2C25DA6FD90A}"/>
              </a:ext>
            </a:extLst>
          </p:cNvPr>
          <p:cNvSpPr/>
          <p:nvPr/>
        </p:nvSpPr>
        <p:spPr>
          <a:xfrm>
            <a:off x="3727005" y="2307014"/>
            <a:ext cx="3933055" cy="290879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C8E3516E-B308-263B-9C32-A7D8928EE329}"/>
              </a:ext>
            </a:extLst>
          </p:cNvPr>
          <p:cNvSpPr/>
          <p:nvPr/>
        </p:nvSpPr>
        <p:spPr>
          <a:xfrm>
            <a:off x="7744905" y="2307014"/>
            <a:ext cx="3470491" cy="290879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02F22DC4-07A8-E70F-12BE-52BB9F29079F}"/>
              </a:ext>
            </a:extLst>
          </p:cNvPr>
          <p:cNvSpPr txBox="1"/>
          <p:nvPr/>
        </p:nvSpPr>
        <p:spPr>
          <a:xfrm>
            <a:off x="164657" y="2977365"/>
            <a:ext cx="3254228" cy="1754326"/>
          </a:xfrm>
          <a:prstGeom prst="rect">
            <a:avLst/>
          </a:prstGeom>
          <a:noFill/>
        </p:spPr>
        <p:txBody>
          <a:bodyPr wrap="square" rtlCol="0">
            <a:spAutoFit/>
          </a:bodyPr>
          <a:lstStyle/>
          <a:p>
            <a:r>
              <a:rPr lang="fr-FR" dirty="0">
                <a:sym typeface="Wingdings" panose="05000000000000000000" pitchFamily="2" charset="2"/>
              </a:rPr>
              <a:t>: Panneau de configuration du contenu du site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configuration technique de la génération</a:t>
            </a:r>
          </a:p>
        </p:txBody>
      </p:sp>
      <p:sp>
        <p:nvSpPr>
          <p:cNvPr id="12" name="ZoneTexte 11">
            <a:extLst>
              <a:ext uri="{FF2B5EF4-FFF2-40B4-BE49-F238E27FC236}">
                <a16:creationId xmlns:a16="http://schemas.microsoft.com/office/drawing/2014/main" id="{FBAB07F8-FD11-726F-9B83-2F510506E61F}"/>
              </a:ext>
            </a:extLst>
          </p:cNvPr>
          <p:cNvSpPr txBox="1"/>
          <p:nvPr/>
        </p:nvSpPr>
        <p:spPr>
          <a:xfrm>
            <a:off x="9298272" y="3678517"/>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2ACFD3E4-ACF2-1F6B-16C4-0AAE1D1AA967}"/>
              </a:ext>
            </a:extLst>
          </p:cNvPr>
          <p:cNvSpPr txBox="1"/>
          <p:nvPr/>
        </p:nvSpPr>
        <p:spPr>
          <a:xfrm>
            <a:off x="5372068" y="3592918"/>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n’est accessible que si la génération est arrêtée.</a:t>
            </a:r>
          </a:p>
        </p:txBody>
      </p:sp>
    </p:spTree>
    <p:extLst>
      <p:ext uri="{BB962C8B-B14F-4D97-AF65-F5344CB8AC3E}">
        <p14:creationId xmlns:p14="http://schemas.microsoft.com/office/powerpoint/2010/main" val="15334817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 – Contenu du site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84CC962D-3DBE-400A-60DA-11F73D3CE8A8}"/>
              </a:ext>
            </a:extLst>
          </p:cNvPr>
          <p:cNvPicPr>
            <a:picLocks noChangeAspect="1"/>
          </p:cNvPicPr>
          <p:nvPr/>
        </p:nvPicPr>
        <p:blipFill rotWithShape="1">
          <a:blip r:embed="rId2"/>
          <a:srcRect l="2049" t="9116" r="47338" b="13785"/>
          <a:stretch/>
        </p:blipFill>
        <p:spPr>
          <a:xfrm>
            <a:off x="4000500" y="2352675"/>
            <a:ext cx="3933825" cy="2886075"/>
          </a:xfrm>
          <a:prstGeom prst="rect">
            <a:avLst/>
          </a:prstGeom>
        </p:spPr>
      </p:pic>
      <p:sp>
        <p:nvSpPr>
          <p:cNvPr id="7" name="Légende : encadrée à une bordure 6">
            <a:extLst>
              <a:ext uri="{FF2B5EF4-FFF2-40B4-BE49-F238E27FC236}">
                <a16:creationId xmlns:a16="http://schemas.microsoft.com/office/drawing/2014/main" id="{51F91BE3-E67F-3200-59BB-8DE3A9DA7856}"/>
              </a:ext>
            </a:extLst>
          </p:cNvPr>
          <p:cNvSpPr/>
          <p:nvPr/>
        </p:nvSpPr>
        <p:spPr>
          <a:xfrm flipH="1">
            <a:off x="142547" y="2146346"/>
            <a:ext cx="3181935" cy="528401"/>
          </a:xfrm>
          <a:prstGeom prst="accentBorderCallout1">
            <a:avLst>
              <a:gd name="adj1" fmla="val 18750"/>
              <a:gd name="adj2" fmla="val -8333"/>
              <a:gd name="adj3" fmla="val 160638"/>
              <a:gd name="adj4" fmla="val -2295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Active la publication des pages « Prochaines combats » et « Se Prépare »</a:t>
            </a:r>
          </a:p>
        </p:txBody>
      </p:sp>
      <p:sp>
        <p:nvSpPr>
          <p:cNvPr id="8" name="Rectangle 7">
            <a:extLst>
              <a:ext uri="{FF2B5EF4-FFF2-40B4-BE49-F238E27FC236}">
                <a16:creationId xmlns:a16="http://schemas.microsoft.com/office/drawing/2014/main" id="{C3439464-4227-042B-FE8E-D5D3BCA0611B}"/>
              </a:ext>
            </a:extLst>
          </p:cNvPr>
          <p:cNvSpPr/>
          <p:nvPr/>
        </p:nvSpPr>
        <p:spPr>
          <a:xfrm>
            <a:off x="4086224" y="2889158"/>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Légende : encadrée à une bordure 16">
            <a:extLst>
              <a:ext uri="{FF2B5EF4-FFF2-40B4-BE49-F238E27FC236}">
                <a16:creationId xmlns:a16="http://schemas.microsoft.com/office/drawing/2014/main" id="{C04BD2F9-C9BA-CC83-E0B0-EC07180D1137}"/>
              </a:ext>
            </a:extLst>
          </p:cNvPr>
          <p:cNvSpPr/>
          <p:nvPr/>
        </p:nvSpPr>
        <p:spPr>
          <a:xfrm>
            <a:off x="8515093" y="2352675"/>
            <a:ext cx="3439110" cy="775123"/>
          </a:xfrm>
          <a:prstGeom prst="accentBorderCallout1">
            <a:avLst>
              <a:gd name="adj1" fmla="val 18750"/>
              <a:gd name="adj2" fmla="val -8333"/>
              <a:gd name="adj3" fmla="val 108615"/>
              <a:gd name="adj4" fmla="val -2218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Nombre maximum de combats à afficher dans la chambre d’appel (uniquement si Publier Prochains Combats)</a:t>
            </a:r>
          </a:p>
        </p:txBody>
      </p:sp>
      <p:sp>
        <p:nvSpPr>
          <p:cNvPr id="18" name="Légende : encadrée à une bordure 17">
            <a:extLst>
              <a:ext uri="{FF2B5EF4-FFF2-40B4-BE49-F238E27FC236}">
                <a16:creationId xmlns:a16="http://schemas.microsoft.com/office/drawing/2014/main" id="{23FCA8CF-D867-EB41-544A-4B183204DC29}"/>
              </a:ext>
            </a:extLst>
          </p:cNvPr>
          <p:cNvSpPr/>
          <p:nvPr/>
        </p:nvSpPr>
        <p:spPr>
          <a:xfrm>
            <a:off x="8524874" y="3584189"/>
            <a:ext cx="3439110" cy="775123"/>
          </a:xfrm>
          <a:prstGeom prst="accentBorderCallout1">
            <a:avLst>
              <a:gd name="adj1" fmla="val 18750"/>
              <a:gd name="adj2" fmla="val -8333"/>
              <a:gd name="adj3" fmla="val 43077"/>
              <a:gd name="adj4" fmla="val -2246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Message d’avertissement afficher en entête des pages de la chambre d’appel (uniquement si Publier Prochains Combats)</a:t>
            </a:r>
          </a:p>
        </p:txBody>
      </p:sp>
      <p:sp>
        <p:nvSpPr>
          <p:cNvPr id="19" name="Légende : encadrée à une bordure 18">
            <a:extLst>
              <a:ext uri="{FF2B5EF4-FFF2-40B4-BE49-F238E27FC236}">
                <a16:creationId xmlns:a16="http://schemas.microsoft.com/office/drawing/2014/main" id="{6C6B9492-1BFA-D19B-F8ED-5F509FEDFDE0}"/>
              </a:ext>
            </a:extLst>
          </p:cNvPr>
          <p:cNvSpPr/>
          <p:nvPr/>
        </p:nvSpPr>
        <p:spPr>
          <a:xfrm>
            <a:off x="8515093" y="5009598"/>
            <a:ext cx="3439110" cy="985760"/>
          </a:xfrm>
          <a:prstGeom prst="accentBorderCallout1">
            <a:avLst>
              <a:gd name="adj1" fmla="val 18750"/>
              <a:gd name="adj2" fmla="val -8333"/>
              <a:gd name="adj3" fmla="val -18365"/>
              <a:gd name="adj4" fmla="val -2329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Taille maximum pour qu’une poule soit affichée en colonnes (uniquement si Afficher les poules en colonnes et affichage selon la taille)</a:t>
            </a:r>
          </a:p>
        </p:txBody>
      </p:sp>
      <p:sp>
        <p:nvSpPr>
          <p:cNvPr id="20" name="Rectangle 19">
            <a:extLst>
              <a:ext uri="{FF2B5EF4-FFF2-40B4-BE49-F238E27FC236}">
                <a16:creationId xmlns:a16="http://schemas.microsoft.com/office/drawing/2014/main" id="{B6E012AE-D1BE-4C32-3DBA-9DA6F9682D66}"/>
              </a:ext>
            </a:extLst>
          </p:cNvPr>
          <p:cNvSpPr/>
          <p:nvPr/>
        </p:nvSpPr>
        <p:spPr>
          <a:xfrm>
            <a:off x="4086224" y="4203608"/>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B3C2CECC-E6F2-5A96-2CF9-D71AF5EA3447}"/>
              </a:ext>
            </a:extLst>
          </p:cNvPr>
          <p:cNvSpPr/>
          <p:nvPr/>
        </p:nvSpPr>
        <p:spPr>
          <a:xfrm>
            <a:off x="4086223" y="4476612"/>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F3253003-C0BE-664C-97EE-0099A75F0657}"/>
              </a:ext>
            </a:extLst>
          </p:cNvPr>
          <p:cNvSpPr/>
          <p:nvPr/>
        </p:nvSpPr>
        <p:spPr>
          <a:xfrm>
            <a:off x="4591049" y="3733801"/>
            <a:ext cx="3124201" cy="431844"/>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7DD8DC5B-F36C-2A33-B7C1-B60D2C0E1110}"/>
              </a:ext>
            </a:extLst>
          </p:cNvPr>
          <p:cNvSpPr/>
          <p:nvPr/>
        </p:nvSpPr>
        <p:spPr>
          <a:xfrm>
            <a:off x="6921500" y="3174839"/>
            <a:ext cx="793750"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CAE22278-E213-96AD-FBEC-95F7140E743C}"/>
              </a:ext>
            </a:extLst>
          </p:cNvPr>
          <p:cNvSpPr/>
          <p:nvPr/>
        </p:nvSpPr>
        <p:spPr>
          <a:xfrm>
            <a:off x="6921500" y="4774556"/>
            <a:ext cx="793750"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Rectangle 24">
            <a:extLst>
              <a:ext uri="{FF2B5EF4-FFF2-40B4-BE49-F238E27FC236}">
                <a16:creationId xmlns:a16="http://schemas.microsoft.com/office/drawing/2014/main" id="{F00BC9DA-2CE2-F53B-1218-E994A92EBF0A}"/>
              </a:ext>
            </a:extLst>
          </p:cNvPr>
          <p:cNvSpPr/>
          <p:nvPr/>
        </p:nvSpPr>
        <p:spPr>
          <a:xfrm>
            <a:off x="4476750" y="4761764"/>
            <a:ext cx="2165349"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Légende : encadrée à une bordure 25">
            <a:extLst>
              <a:ext uri="{FF2B5EF4-FFF2-40B4-BE49-F238E27FC236}">
                <a16:creationId xmlns:a16="http://schemas.microsoft.com/office/drawing/2014/main" id="{B19605DF-529D-844F-A45A-57A7D7D28250}"/>
              </a:ext>
            </a:extLst>
          </p:cNvPr>
          <p:cNvSpPr/>
          <p:nvPr/>
        </p:nvSpPr>
        <p:spPr>
          <a:xfrm flipH="1">
            <a:off x="142547" y="3267311"/>
            <a:ext cx="3181935" cy="528401"/>
          </a:xfrm>
          <a:prstGeom prst="accentBorderCallout1">
            <a:avLst>
              <a:gd name="adj1" fmla="val 18750"/>
              <a:gd name="adj2" fmla="val -8333"/>
              <a:gd name="adj3" fmla="val 188391"/>
              <a:gd name="adj4" fmla="val -2403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Active la publication de la page d’affectation des tapis</a:t>
            </a:r>
          </a:p>
        </p:txBody>
      </p:sp>
      <p:sp>
        <p:nvSpPr>
          <p:cNvPr id="27" name="Légende : encadrée à une bordure 26">
            <a:extLst>
              <a:ext uri="{FF2B5EF4-FFF2-40B4-BE49-F238E27FC236}">
                <a16:creationId xmlns:a16="http://schemas.microsoft.com/office/drawing/2014/main" id="{49BBCFC1-D248-97E9-F639-DFC30825C324}"/>
              </a:ext>
            </a:extLst>
          </p:cNvPr>
          <p:cNvSpPr/>
          <p:nvPr/>
        </p:nvSpPr>
        <p:spPr>
          <a:xfrm flipH="1">
            <a:off x="121407" y="4321129"/>
            <a:ext cx="3181935" cy="528401"/>
          </a:xfrm>
          <a:prstGeom prst="accentBorderCallout1">
            <a:avLst>
              <a:gd name="adj1" fmla="val 18750"/>
              <a:gd name="adj2" fmla="val -8333"/>
              <a:gd name="adj3" fmla="val 65950"/>
              <a:gd name="adj4" fmla="val -24309"/>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Active l’affichage des poules en colonnes (diagonales sinon)</a:t>
            </a:r>
          </a:p>
        </p:txBody>
      </p:sp>
      <p:sp>
        <p:nvSpPr>
          <p:cNvPr id="28" name="Légende : encadrée à une bordure 27">
            <a:extLst>
              <a:ext uri="{FF2B5EF4-FFF2-40B4-BE49-F238E27FC236}">
                <a16:creationId xmlns:a16="http://schemas.microsoft.com/office/drawing/2014/main" id="{7960BD14-3931-F369-C513-60E60FF51E4B}"/>
              </a:ext>
            </a:extLst>
          </p:cNvPr>
          <p:cNvSpPr/>
          <p:nvPr/>
        </p:nvSpPr>
        <p:spPr>
          <a:xfrm flipH="1">
            <a:off x="91746" y="5397159"/>
            <a:ext cx="3181935" cy="775123"/>
          </a:xfrm>
          <a:prstGeom prst="accentBorderCallout1">
            <a:avLst>
              <a:gd name="adj1" fmla="val 18750"/>
              <a:gd name="adj2" fmla="val -8333"/>
              <a:gd name="adj3" fmla="val -49944"/>
              <a:gd name="adj4" fmla="val -3840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Active la sélection de l’affichage des poules en colonnes selon la taille de la poule</a:t>
            </a:r>
          </a:p>
        </p:txBody>
      </p:sp>
    </p:spTree>
    <p:extLst>
      <p:ext uri="{BB962C8B-B14F-4D97-AF65-F5344CB8AC3E}">
        <p14:creationId xmlns:p14="http://schemas.microsoft.com/office/powerpoint/2010/main" val="37025131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563978" cy="528400"/>
          </a:xfrm>
        </p:spPr>
        <p:txBody>
          <a:bodyPr/>
          <a:lstStyle/>
          <a:p>
            <a:r>
              <a:rPr lang="fr-FR" dirty="0"/>
              <a:t>Ecran de Configuration – Configuration technique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84CC962D-3DBE-400A-60DA-11F73D3CE8A8}"/>
              </a:ext>
            </a:extLst>
          </p:cNvPr>
          <p:cNvPicPr>
            <a:picLocks noChangeAspect="1"/>
          </p:cNvPicPr>
          <p:nvPr/>
        </p:nvPicPr>
        <p:blipFill rotWithShape="1">
          <a:blip r:embed="rId2"/>
          <a:srcRect l="53520" t="8353" r="1749" b="13785"/>
          <a:stretch/>
        </p:blipFill>
        <p:spPr>
          <a:xfrm>
            <a:off x="4086224" y="2328593"/>
            <a:ext cx="3476625" cy="2914650"/>
          </a:xfrm>
          <a:prstGeom prst="rect">
            <a:avLst/>
          </a:prstGeom>
        </p:spPr>
      </p:pic>
      <p:sp>
        <p:nvSpPr>
          <p:cNvPr id="7" name="Légende : encadrée à une bordure 6">
            <a:extLst>
              <a:ext uri="{FF2B5EF4-FFF2-40B4-BE49-F238E27FC236}">
                <a16:creationId xmlns:a16="http://schemas.microsoft.com/office/drawing/2014/main" id="{373F3982-EA07-55DA-0039-F75B4A13ADCF}"/>
              </a:ext>
            </a:extLst>
          </p:cNvPr>
          <p:cNvSpPr/>
          <p:nvPr/>
        </p:nvSpPr>
        <p:spPr>
          <a:xfrm flipH="1">
            <a:off x="323702" y="3249449"/>
            <a:ext cx="3181935" cy="528401"/>
          </a:xfrm>
          <a:prstGeom prst="accentBorderCallout1">
            <a:avLst>
              <a:gd name="adj1" fmla="val 18750"/>
              <a:gd name="adj2" fmla="val -8333"/>
              <a:gd name="adj3" fmla="val 160638"/>
              <a:gd name="adj4" fmla="val -2295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Sélectionne le logo affiché en entête</a:t>
            </a:r>
          </a:p>
        </p:txBody>
      </p:sp>
      <p:sp>
        <p:nvSpPr>
          <p:cNvPr id="8" name="Rectangle 7">
            <a:extLst>
              <a:ext uri="{FF2B5EF4-FFF2-40B4-BE49-F238E27FC236}">
                <a16:creationId xmlns:a16="http://schemas.microsoft.com/office/drawing/2014/main" id="{9472EA27-B2D3-CDF4-99E3-817A65089C68}"/>
              </a:ext>
            </a:extLst>
          </p:cNvPr>
          <p:cNvSpPr/>
          <p:nvPr/>
        </p:nvSpPr>
        <p:spPr>
          <a:xfrm>
            <a:off x="4241501" y="4036471"/>
            <a:ext cx="1592082"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26B49485-7BC6-6F10-5232-6F61478DB371}"/>
              </a:ext>
            </a:extLst>
          </p:cNvPr>
          <p:cNvSpPr/>
          <p:nvPr/>
        </p:nvSpPr>
        <p:spPr>
          <a:xfrm>
            <a:off x="6096000" y="3621926"/>
            <a:ext cx="1132936" cy="64958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1E33C24-0AE3-72E0-29CB-5EF18D674F79}"/>
              </a:ext>
            </a:extLst>
          </p:cNvPr>
          <p:cNvSpPr/>
          <p:nvPr/>
        </p:nvSpPr>
        <p:spPr>
          <a:xfrm>
            <a:off x="8143436" y="3997576"/>
            <a:ext cx="3093177" cy="283867"/>
          </a:xfrm>
          <a:prstGeom prst="accentBorderCallout1">
            <a:avLst>
              <a:gd name="adj1" fmla="val 18750"/>
              <a:gd name="adj2" fmla="val -8333"/>
              <a:gd name="adj3" fmla="val -23117"/>
              <a:gd name="adj4" fmla="val -2947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Prévisualisation du logo sélectionné</a:t>
            </a:r>
          </a:p>
        </p:txBody>
      </p:sp>
      <p:sp>
        <p:nvSpPr>
          <p:cNvPr id="17" name="Rectangle 16">
            <a:extLst>
              <a:ext uri="{FF2B5EF4-FFF2-40B4-BE49-F238E27FC236}">
                <a16:creationId xmlns:a16="http://schemas.microsoft.com/office/drawing/2014/main" id="{DC0F730F-9019-F9ED-5E5B-934349C181D9}"/>
              </a:ext>
            </a:extLst>
          </p:cNvPr>
          <p:cNvSpPr/>
          <p:nvPr/>
        </p:nvSpPr>
        <p:spPr>
          <a:xfrm>
            <a:off x="4203879" y="4668990"/>
            <a:ext cx="3257372"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6610CA9C-D428-8F88-8568-1277889DA891}"/>
              </a:ext>
            </a:extLst>
          </p:cNvPr>
          <p:cNvSpPr/>
          <p:nvPr/>
        </p:nvSpPr>
        <p:spPr>
          <a:xfrm flipH="1">
            <a:off x="323699" y="5040349"/>
            <a:ext cx="3181937" cy="283867"/>
          </a:xfrm>
          <a:prstGeom prst="accentBorderCallout1">
            <a:avLst>
              <a:gd name="adj1" fmla="val 18750"/>
              <a:gd name="adj2" fmla="val -8333"/>
              <a:gd name="adj3" fmla="val -74626"/>
              <a:gd name="adj4" fmla="val -2158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Répertoire de travail de l’application</a:t>
            </a:r>
          </a:p>
        </p:txBody>
      </p:sp>
      <p:sp>
        <p:nvSpPr>
          <p:cNvPr id="19" name="Légende : encadrée à une bordure 18">
            <a:extLst>
              <a:ext uri="{FF2B5EF4-FFF2-40B4-BE49-F238E27FC236}">
                <a16:creationId xmlns:a16="http://schemas.microsoft.com/office/drawing/2014/main" id="{BCDCB479-EFDF-194D-1CBD-42B9F7A668CA}"/>
              </a:ext>
            </a:extLst>
          </p:cNvPr>
          <p:cNvSpPr/>
          <p:nvPr/>
        </p:nvSpPr>
        <p:spPr>
          <a:xfrm>
            <a:off x="8143436" y="2328593"/>
            <a:ext cx="2974144" cy="322765"/>
          </a:xfrm>
          <a:prstGeom prst="accentBorderCallout1">
            <a:avLst>
              <a:gd name="adj1" fmla="val 18750"/>
              <a:gd name="adj2" fmla="val -8333"/>
              <a:gd name="adj3" fmla="val 243268"/>
              <a:gd name="adj4" fmla="val -4165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Délai en seconde entre 2 générations</a:t>
            </a:r>
          </a:p>
        </p:txBody>
      </p:sp>
      <p:sp>
        <p:nvSpPr>
          <p:cNvPr id="20" name="Rectangle 19">
            <a:extLst>
              <a:ext uri="{FF2B5EF4-FFF2-40B4-BE49-F238E27FC236}">
                <a16:creationId xmlns:a16="http://schemas.microsoft.com/office/drawing/2014/main" id="{0061C9EA-91E8-100F-45B3-6EF6020CF3A5}"/>
              </a:ext>
            </a:extLst>
          </p:cNvPr>
          <p:cNvSpPr/>
          <p:nvPr/>
        </p:nvSpPr>
        <p:spPr>
          <a:xfrm>
            <a:off x="5911236" y="2950547"/>
            <a:ext cx="984864"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9C093B0B-756A-2503-D230-63E8584C3B36}"/>
              </a:ext>
            </a:extLst>
          </p:cNvPr>
          <p:cNvSpPr/>
          <p:nvPr/>
        </p:nvSpPr>
        <p:spPr>
          <a:xfrm>
            <a:off x="8143436" y="2950547"/>
            <a:ext cx="2974144" cy="671379"/>
          </a:xfrm>
          <a:prstGeom prst="accentBorderCallout1">
            <a:avLst>
              <a:gd name="adj1" fmla="val 18750"/>
              <a:gd name="adj2" fmla="val -8333"/>
              <a:gd name="adj3" fmla="val 66934"/>
              <a:gd name="adj4" fmla="val -4191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Délai en seconde entre 2 actualisations automatique pour les utilisateurs</a:t>
            </a:r>
          </a:p>
        </p:txBody>
      </p:sp>
      <p:sp>
        <p:nvSpPr>
          <p:cNvPr id="22" name="Rectangle 21">
            <a:extLst>
              <a:ext uri="{FF2B5EF4-FFF2-40B4-BE49-F238E27FC236}">
                <a16:creationId xmlns:a16="http://schemas.microsoft.com/office/drawing/2014/main" id="{0CAF02E3-789A-F6AE-D6B8-4AEAA56C6F61}"/>
              </a:ext>
            </a:extLst>
          </p:cNvPr>
          <p:cNvSpPr/>
          <p:nvPr/>
        </p:nvSpPr>
        <p:spPr>
          <a:xfrm>
            <a:off x="5911236" y="3311479"/>
            <a:ext cx="984864"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Légende : encadrée à une bordure 22">
            <a:extLst>
              <a:ext uri="{FF2B5EF4-FFF2-40B4-BE49-F238E27FC236}">
                <a16:creationId xmlns:a16="http://schemas.microsoft.com/office/drawing/2014/main" id="{D7363339-5944-CE99-EA93-78C581C69F9A}"/>
              </a:ext>
            </a:extLst>
          </p:cNvPr>
          <p:cNvSpPr/>
          <p:nvPr/>
        </p:nvSpPr>
        <p:spPr>
          <a:xfrm>
            <a:off x="8143436" y="4657093"/>
            <a:ext cx="2974144" cy="483119"/>
          </a:xfrm>
          <a:prstGeom prst="accentBorderCallout1">
            <a:avLst>
              <a:gd name="adj1" fmla="val 18750"/>
              <a:gd name="adj2" fmla="val -8333"/>
              <a:gd name="adj3" fmla="val -48523"/>
              <a:gd name="adj4" fmla="val -3493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Sélectionne le répertoire de travail de l’application</a:t>
            </a:r>
          </a:p>
        </p:txBody>
      </p:sp>
      <p:sp>
        <p:nvSpPr>
          <p:cNvPr id="24" name="Rectangle 23">
            <a:extLst>
              <a:ext uri="{FF2B5EF4-FFF2-40B4-BE49-F238E27FC236}">
                <a16:creationId xmlns:a16="http://schemas.microsoft.com/office/drawing/2014/main" id="{C282BC4B-5C5F-B6E8-2259-9EDB31EC06AC}"/>
              </a:ext>
            </a:extLst>
          </p:cNvPr>
          <p:cNvSpPr/>
          <p:nvPr/>
        </p:nvSpPr>
        <p:spPr>
          <a:xfrm>
            <a:off x="6206511" y="4322312"/>
            <a:ext cx="899139" cy="28302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9467429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des statistiques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B86E7361-FF86-741B-77FD-BFA13AC59593}"/>
              </a:ext>
            </a:extLst>
          </p:cNvPr>
          <p:cNvPicPr>
            <a:picLocks noChangeAspect="1"/>
          </p:cNvPicPr>
          <p:nvPr/>
        </p:nvPicPr>
        <p:blipFill>
          <a:blip r:embed="rId2"/>
          <a:stretch>
            <a:fillRect/>
          </a:stretch>
        </p:blipFill>
        <p:spPr>
          <a:xfrm>
            <a:off x="2541738" y="1595886"/>
            <a:ext cx="6852608" cy="4111565"/>
          </a:xfrm>
          <a:prstGeom prst="rect">
            <a:avLst/>
          </a:prstGeom>
        </p:spPr>
      </p:pic>
      <p:sp>
        <p:nvSpPr>
          <p:cNvPr id="6" name="Rectangle 5">
            <a:extLst>
              <a:ext uri="{FF2B5EF4-FFF2-40B4-BE49-F238E27FC236}">
                <a16:creationId xmlns:a16="http://schemas.microsoft.com/office/drawing/2014/main" id="{985D6089-7A25-3467-1A11-EB17E5E06885}"/>
              </a:ext>
            </a:extLst>
          </p:cNvPr>
          <p:cNvSpPr/>
          <p:nvPr/>
        </p:nvSpPr>
        <p:spPr>
          <a:xfrm>
            <a:off x="2622969" y="1875886"/>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9A4B764B-B252-CB40-E956-144836DCFE39}"/>
              </a:ext>
            </a:extLst>
          </p:cNvPr>
          <p:cNvSpPr/>
          <p:nvPr/>
        </p:nvSpPr>
        <p:spPr>
          <a:xfrm flipH="1">
            <a:off x="129397" y="2015701"/>
            <a:ext cx="2078966" cy="636461"/>
          </a:xfrm>
          <a:prstGeom prst="accentBorderCallout1">
            <a:avLst>
              <a:gd name="adj1" fmla="val 18750"/>
              <a:gd name="adj2" fmla="val -8333"/>
              <a:gd name="adj3" fmla="val 114695"/>
              <a:gd name="adj4" fmla="val -2068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 génération</a:t>
            </a:r>
          </a:p>
        </p:txBody>
      </p:sp>
      <p:sp>
        <p:nvSpPr>
          <p:cNvPr id="9" name="Rectangle 8">
            <a:extLst>
              <a:ext uri="{FF2B5EF4-FFF2-40B4-BE49-F238E27FC236}">
                <a16:creationId xmlns:a16="http://schemas.microsoft.com/office/drawing/2014/main" id="{08270597-BE85-DE57-3442-B8D7305DECBD}"/>
              </a:ext>
            </a:extLst>
          </p:cNvPr>
          <p:cNvSpPr/>
          <p:nvPr/>
        </p:nvSpPr>
        <p:spPr>
          <a:xfrm>
            <a:off x="6016205" y="2213429"/>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Légende : encadrée à une bordure 9">
            <a:extLst>
              <a:ext uri="{FF2B5EF4-FFF2-40B4-BE49-F238E27FC236}">
                <a16:creationId xmlns:a16="http://schemas.microsoft.com/office/drawing/2014/main" id="{02848745-633A-9681-061D-58C42EEA84E9}"/>
              </a:ext>
            </a:extLst>
          </p:cNvPr>
          <p:cNvSpPr/>
          <p:nvPr/>
        </p:nvSpPr>
        <p:spPr>
          <a:xfrm>
            <a:off x="9727721" y="2333931"/>
            <a:ext cx="2279710" cy="636461"/>
          </a:xfrm>
          <a:prstGeom prst="accentBorderCallout1">
            <a:avLst>
              <a:gd name="adj1" fmla="val 18750"/>
              <a:gd name="adj2" fmla="val -8333"/>
              <a:gd name="adj3" fmla="val 105208"/>
              <a:gd name="adj4" fmla="val -1596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complet du site vers le serveur distant </a:t>
            </a:r>
          </a:p>
        </p:txBody>
      </p:sp>
      <p:sp>
        <p:nvSpPr>
          <p:cNvPr id="11" name="Rectangle 10">
            <a:extLst>
              <a:ext uri="{FF2B5EF4-FFF2-40B4-BE49-F238E27FC236}">
                <a16:creationId xmlns:a16="http://schemas.microsoft.com/office/drawing/2014/main" id="{664E4F95-16ED-56DD-365A-95311BF21DA6}"/>
              </a:ext>
            </a:extLst>
          </p:cNvPr>
          <p:cNvSpPr/>
          <p:nvPr/>
        </p:nvSpPr>
        <p:spPr>
          <a:xfrm>
            <a:off x="6016205" y="3954313"/>
            <a:ext cx="3312005" cy="14458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Légende : encadrée à une bordure 11">
            <a:extLst>
              <a:ext uri="{FF2B5EF4-FFF2-40B4-BE49-F238E27FC236}">
                <a16:creationId xmlns:a16="http://schemas.microsoft.com/office/drawing/2014/main" id="{E949497C-CD0A-19E6-1C77-62AFD8BAE3CF}"/>
              </a:ext>
            </a:extLst>
          </p:cNvPr>
          <p:cNvSpPr/>
          <p:nvPr/>
        </p:nvSpPr>
        <p:spPr>
          <a:xfrm>
            <a:off x="9727719" y="3954313"/>
            <a:ext cx="2279711" cy="1078205"/>
          </a:xfrm>
          <a:prstGeom prst="accentBorderCallout1">
            <a:avLst>
              <a:gd name="adj1" fmla="val 18750"/>
              <a:gd name="adj2" fmla="val -8333"/>
              <a:gd name="adj3" fmla="val 81271"/>
              <a:gd name="adj4" fmla="val -1747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uniquement des fichiers modifiés du site vers le serveur distant </a:t>
            </a:r>
          </a:p>
        </p:txBody>
      </p:sp>
      <p:sp>
        <p:nvSpPr>
          <p:cNvPr id="13" name="Espace réservé du texte 2">
            <a:extLst>
              <a:ext uri="{FF2B5EF4-FFF2-40B4-BE49-F238E27FC236}">
                <a16:creationId xmlns:a16="http://schemas.microsoft.com/office/drawing/2014/main" id="{1C1F426F-D783-A1FE-B636-46DF3E62F8AE}"/>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peut rester ouvert en même temps que l’écran principal sans gêner le fonctionnement.</a:t>
            </a:r>
          </a:p>
        </p:txBody>
      </p:sp>
    </p:spTree>
    <p:extLst>
      <p:ext uri="{BB962C8B-B14F-4D97-AF65-F5344CB8AC3E}">
        <p14:creationId xmlns:p14="http://schemas.microsoft.com/office/powerpoint/2010/main" val="5521528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Mise en œuvre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Mise en œuvre des cas d’usage simple</a:t>
            </a:r>
          </a:p>
        </p:txBody>
      </p:sp>
      <p:sp>
        <p:nvSpPr>
          <p:cNvPr id="2" name="Espace réservé du texte 1"/>
          <p:cNvSpPr>
            <a:spLocks noGrp="1"/>
          </p:cNvSpPr>
          <p:nvPr>
            <p:ph type="body" sz="quarter" idx="10"/>
          </p:nvPr>
        </p:nvSpPr>
        <p:spPr/>
        <p:txBody>
          <a:bodyPr/>
          <a:lstStyle/>
          <a:p>
            <a:r>
              <a:rPr lang="fr-FR" dirty="0"/>
              <a:t>3</a:t>
            </a:r>
          </a:p>
        </p:txBody>
      </p:sp>
    </p:spTree>
    <p:extLst>
      <p:ext uri="{BB962C8B-B14F-4D97-AF65-F5344CB8AC3E}">
        <p14:creationId xmlns:p14="http://schemas.microsoft.com/office/powerpoint/2010/main" val="8377408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Installation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8" name="Image 7">
            <a:extLst>
              <a:ext uri="{FF2B5EF4-FFF2-40B4-BE49-F238E27FC236}">
                <a16:creationId xmlns:a16="http://schemas.microsoft.com/office/drawing/2014/main" id="{0B0C767B-974F-E959-6140-4938A52F8449}"/>
              </a:ext>
            </a:extLst>
          </p:cNvPr>
          <p:cNvPicPr>
            <a:picLocks noChangeAspect="1"/>
          </p:cNvPicPr>
          <p:nvPr/>
        </p:nvPicPr>
        <p:blipFill>
          <a:blip r:embed="rId2"/>
          <a:stretch>
            <a:fillRect/>
          </a:stretch>
        </p:blipFill>
        <p:spPr>
          <a:xfrm>
            <a:off x="691212" y="1404765"/>
            <a:ext cx="823183" cy="913733"/>
          </a:xfrm>
          <a:prstGeom prst="rect">
            <a:avLst/>
          </a:prstGeom>
        </p:spPr>
      </p:pic>
      <p:pic>
        <p:nvPicPr>
          <p:cNvPr id="12" name="Image 11">
            <a:extLst>
              <a:ext uri="{FF2B5EF4-FFF2-40B4-BE49-F238E27FC236}">
                <a16:creationId xmlns:a16="http://schemas.microsoft.com/office/drawing/2014/main" id="{6CC45401-B294-C0D5-5779-1E7BA73F24E3}"/>
              </a:ext>
            </a:extLst>
          </p:cNvPr>
          <p:cNvPicPr>
            <a:picLocks noChangeAspect="1"/>
          </p:cNvPicPr>
          <p:nvPr/>
        </p:nvPicPr>
        <p:blipFill>
          <a:blip r:embed="rId3"/>
          <a:stretch>
            <a:fillRect/>
          </a:stretch>
        </p:blipFill>
        <p:spPr>
          <a:xfrm>
            <a:off x="110237" y="3349315"/>
            <a:ext cx="2078129" cy="1612461"/>
          </a:xfrm>
          <a:prstGeom prst="rect">
            <a:avLst/>
          </a:prstGeom>
        </p:spPr>
      </p:pic>
      <p:pic>
        <p:nvPicPr>
          <p:cNvPr id="14" name="Image 13">
            <a:extLst>
              <a:ext uri="{FF2B5EF4-FFF2-40B4-BE49-F238E27FC236}">
                <a16:creationId xmlns:a16="http://schemas.microsoft.com/office/drawing/2014/main" id="{2951444F-7147-9475-3A27-2FA4B3AC7B0C}"/>
              </a:ext>
            </a:extLst>
          </p:cNvPr>
          <p:cNvPicPr>
            <a:picLocks noChangeAspect="1"/>
          </p:cNvPicPr>
          <p:nvPr/>
        </p:nvPicPr>
        <p:blipFill>
          <a:blip r:embed="rId4"/>
          <a:stretch>
            <a:fillRect/>
          </a:stretch>
        </p:blipFill>
        <p:spPr>
          <a:xfrm>
            <a:off x="110236" y="5034190"/>
            <a:ext cx="2078129" cy="1612462"/>
          </a:xfrm>
          <a:prstGeom prst="rect">
            <a:avLst/>
          </a:prstGeom>
        </p:spPr>
      </p:pic>
      <p:pic>
        <p:nvPicPr>
          <p:cNvPr id="16" name="Image 15">
            <a:extLst>
              <a:ext uri="{FF2B5EF4-FFF2-40B4-BE49-F238E27FC236}">
                <a16:creationId xmlns:a16="http://schemas.microsoft.com/office/drawing/2014/main" id="{E5E05F2A-E7DF-257F-308E-1A8CF41AD3C0}"/>
              </a:ext>
            </a:extLst>
          </p:cNvPr>
          <p:cNvPicPr>
            <a:picLocks noChangeAspect="1"/>
          </p:cNvPicPr>
          <p:nvPr/>
        </p:nvPicPr>
        <p:blipFill>
          <a:blip r:embed="rId5"/>
          <a:stretch>
            <a:fillRect/>
          </a:stretch>
        </p:blipFill>
        <p:spPr>
          <a:xfrm>
            <a:off x="7873573" y="995567"/>
            <a:ext cx="2581308" cy="1991909"/>
          </a:xfrm>
          <a:prstGeom prst="rect">
            <a:avLst/>
          </a:prstGeom>
        </p:spPr>
      </p:pic>
      <p:pic>
        <p:nvPicPr>
          <p:cNvPr id="18" name="Image 17">
            <a:extLst>
              <a:ext uri="{FF2B5EF4-FFF2-40B4-BE49-F238E27FC236}">
                <a16:creationId xmlns:a16="http://schemas.microsoft.com/office/drawing/2014/main" id="{BC02C3AC-E04F-B414-5E71-8BE3185F2B7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9683" y="2166510"/>
            <a:ext cx="1166240" cy="1094157"/>
          </a:xfrm>
          <a:prstGeom prst="rect">
            <a:avLst/>
          </a:prstGeom>
        </p:spPr>
      </p:pic>
      <p:sp>
        <p:nvSpPr>
          <p:cNvPr id="19" name="ZoneTexte 18">
            <a:extLst>
              <a:ext uri="{FF2B5EF4-FFF2-40B4-BE49-F238E27FC236}">
                <a16:creationId xmlns:a16="http://schemas.microsoft.com/office/drawing/2014/main" id="{5C13711E-8445-48B0-1C8E-DFFF516CDC60}"/>
              </a:ext>
            </a:extLst>
          </p:cNvPr>
          <p:cNvSpPr txBox="1"/>
          <p:nvPr/>
        </p:nvSpPr>
        <p:spPr>
          <a:xfrm>
            <a:off x="2414588" y="1742407"/>
            <a:ext cx="3033882" cy="4801314"/>
          </a:xfrm>
          <a:prstGeom prst="rect">
            <a:avLst/>
          </a:prstGeom>
          <a:noFill/>
        </p:spPr>
        <p:txBody>
          <a:bodyPr wrap="square" rtlCol="0">
            <a:spAutoFit/>
          </a:bodyPr>
          <a:lstStyle/>
          <a:p>
            <a:r>
              <a:rPr lang="fr-FR" dirty="0"/>
              <a:t>1 – Lancer l’installeur en double cliquant sur l’icone.</a:t>
            </a:r>
          </a:p>
          <a:p>
            <a:endParaRPr lang="fr-FR" dirty="0"/>
          </a:p>
          <a:p>
            <a:r>
              <a:rPr lang="fr-FR" dirty="0"/>
              <a:t>2 – Autoriser l’installation de l’application</a:t>
            </a:r>
          </a:p>
          <a:p>
            <a:endParaRPr lang="fr-FR" dirty="0"/>
          </a:p>
          <a:p>
            <a:endParaRPr lang="fr-FR" dirty="0"/>
          </a:p>
          <a:p>
            <a:endParaRPr lang="fr-FR" dirty="0"/>
          </a:p>
          <a:p>
            <a:r>
              <a:rPr lang="fr-FR" dirty="0"/>
              <a:t>3 – Cliquer sur Suivant</a:t>
            </a:r>
          </a:p>
          <a:p>
            <a:endParaRPr lang="fr-FR" dirty="0"/>
          </a:p>
          <a:p>
            <a:endParaRPr lang="fr-FR" dirty="0"/>
          </a:p>
          <a:p>
            <a:endParaRPr lang="fr-FR" dirty="0"/>
          </a:p>
          <a:p>
            <a:endParaRPr lang="fr-FR" dirty="0"/>
          </a:p>
          <a:p>
            <a:endParaRPr lang="fr-FR" dirty="0"/>
          </a:p>
          <a:p>
            <a:r>
              <a:rPr lang="fr-FR" dirty="0"/>
              <a:t>4 – Lancer l’installation</a:t>
            </a:r>
          </a:p>
          <a:p>
            <a:endParaRPr lang="fr-FR" dirty="0"/>
          </a:p>
          <a:p>
            <a:endParaRPr lang="fr-FR" dirty="0"/>
          </a:p>
        </p:txBody>
      </p:sp>
      <p:sp>
        <p:nvSpPr>
          <p:cNvPr id="20" name="Rectangle : coins arrondis 19">
            <a:extLst>
              <a:ext uri="{FF2B5EF4-FFF2-40B4-BE49-F238E27FC236}">
                <a16:creationId xmlns:a16="http://schemas.microsoft.com/office/drawing/2014/main" id="{60F54B69-1716-B667-18A0-0641A47ECF64}"/>
              </a:ext>
            </a:extLst>
          </p:cNvPr>
          <p:cNvSpPr/>
          <p:nvPr/>
        </p:nvSpPr>
        <p:spPr>
          <a:xfrm>
            <a:off x="432020" y="3023103"/>
            <a:ext cx="823183" cy="23756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 coins arrondis 20">
            <a:extLst>
              <a:ext uri="{FF2B5EF4-FFF2-40B4-BE49-F238E27FC236}">
                <a16:creationId xmlns:a16="http://schemas.microsoft.com/office/drawing/2014/main" id="{9DED1198-CC09-A70D-6806-9F540BF394BB}"/>
              </a:ext>
            </a:extLst>
          </p:cNvPr>
          <p:cNvSpPr/>
          <p:nvPr/>
        </p:nvSpPr>
        <p:spPr>
          <a:xfrm>
            <a:off x="1552495" y="6508503"/>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 coins arrondis 21">
            <a:extLst>
              <a:ext uri="{FF2B5EF4-FFF2-40B4-BE49-F238E27FC236}">
                <a16:creationId xmlns:a16="http://schemas.microsoft.com/office/drawing/2014/main" id="{5AD23E91-712A-90D5-13DA-9D47E7B49CAB}"/>
              </a:ext>
            </a:extLst>
          </p:cNvPr>
          <p:cNvSpPr/>
          <p:nvPr/>
        </p:nvSpPr>
        <p:spPr>
          <a:xfrm>
            <a:off x="1542438" y="481856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9F06C21A-28E0-3C09-D778-6C6F64E9ABDC}"/>
              </a:ext>
            </a:extLst>
          </p:cNvPr>
          <p:cNvSpPr txBox="1"/>
          <p:nvPr/>
        </p:nvSpPr>
        <p:spPr>
          <a:xfrm>
            <a:off x="6747580" y="3083267"/>
            <a:ext cx="4720998" cy="923330"/>
          </a:xfrm>
          <a:prstGeom prst="rect">
            <a:avLst/>
          </a:prstGeom>
          <a:noFill/>
        </p:spPr>
        <p:txBody>
          <a:bodyPr wrap="square" rtlCol="0">
            <a:spAutoFit/>
          </a:bodyPr>
          <a:lstStyle/>
          <a:p>
            <a:r>
              <a:rPr lang="fr-FR" dirty="0"/>
              <a:t>5 – Une fois l’installation terminée, cliquer sur Terminer (laisser la case cochée si vous souhaitez lancer l’application immédiatement)</a:t>
            </a:r>
          </a:p>
        </p:txBody>
      </p:sp>
      <p:pic>
        <p:nvPicPr>
          <p:cNvPr id="27" name="Image 26">
            <a:extLst>
              <a:ext uri="{FF2B5EF4-FFF2-40B4-BE49-F238E27FC236}">
                <a16:creationId xmlns:a16="http://schemas.microsoft.com/office/drawing/2014/main" id="{5676C6D7-4F8C-E132-EBFF-FE4964CAA918}"/>
              </a:ext>
            </a:extLst>
          </p:cNvPr>
          <p:cNvPicPr>
            <a:picLocks noChangeAspect="1"/>
          </p:cNvPicPr>
          <p:nvPr/>
        </p:nvPicPr>
        <p:blipFill>
          <a:blip r:embed="rId7"/>
          <a:stretch>
            <a:fillRect/>
          </a:stretch>
        </p:blipFill>
        <p:spPr>
          <a:xfrm>
            <a:off x="7443869" y="4815076"/>
            <a:ext cx="990600" cy="923925"/>
          </a:xfrm>
          <a:prstGeom prst="rect">
            <a:avLst/>
          </a:prstGeom>
        </p:spPr>
      </p:pic>
      <p:sp>
        <p:nvSpPr>
          <p:cNvPr id="28" name="ZoneTexte 27">
            <a:extLst>
              <a:ext uri="{FF2B5EF4-FFF2-40B4-BE49-F238E27FC236}">
                <a16:creationId xmlns:a16="http://schemas.microsoft.com/office/drawing/2014/main" id="{C271D5E0-8555-283C-16B6-6A747620EFD2}"/>
              </a:ext>
            </a:extLst>
          </p:cNvPr>
          <p:cNvSpPr txBox="1"/>
          <p:nvPr/>
        </p:nvSpPr>
        <p:spPr>
          <a:xfrm>
            <a:off x="8693661" y="4880485"/>
            <a:ext cx="3033882" cy="923330"/>
          </a:xfrm>
          <a:prstGeom prst="rect">
            <a:avLst/>
          </a:prstGeom>
          <a:noFill/>
        </p:spPr>
        <p:txBody>
          <a:bodyPr wrap="square" rtlCol="0">
            <a:spAutoFit/>
          </a:bodyPr>
          <a:lstStyle/>
          <a:p>
            <a:r>
              <a:rPr lang="fr-FR" dirty="0"/>
              <a:t>6 – Pour lancer l’application, double-cliquez sur l’icone qui a été ajoutée sur le bureau</a:t>
            </a:r>
          </a:p>
        </p:txBody>
      </p:sp>
      <p:cxnSp>
        <p:nvCxnSpPr>
          <p:cNvPr id="30" name="Connecteur droit 29">
            <a:extLst>
              <a:ext uri="{FF2B5EF4-FFF2-40B4-BE49-F238E27FC236}">
                <a16:creationId xmlns:a16="http://schemas.microsoft.com/office/drawing/2014/main" id="{E3D19940-7302-D2FD-192E-E5478E656AB2}"/>
              </a:ext>
            </a:extLst>
          </p:cNvPr>
          <p:cNvCxnSpPr/>
          <p:nvPr/>
        </p:nvCxnSpPr>
        <p:spPr>
          <a:xfrm flipV="1">
            <a:off x="5986733" y="980322"/>
            <a:ext cx="0" cy="5489536"/>
          </a:xfrm>
          <a:prstGeom prst="line">
            <a:avLst/>
          </a:prstGeom>
        </p:spPr>
        <p:style>
          <a:lnRef idx="3">
            <a:schemeClr val="accent1"/>
          </a:lnRef>
          <a:fillRef idx="0">
            <a:schemeClr val="accent1"/>
          </a:fillRef>
          <a:effectRef idx="2">
            <a:schemeClr val="accent1"/>
          </a:effectRef>
          <a:fontRef idx="minor">
            <a:schemeClr val="tx1"/>
          </a:fontRef>
        </p:style>
      </p:cxnSp>
      <p:sp>
        <p:nvSpPr>
          <p:cNvPr id="31" name="Rectangle : coins arrondis 30">
            <a:extLst>
              <a:ext uri="{FF2B5EF4-FFF2-40B4-BE49-F238E27FC236}">
                <a16:creationId xmlns:a16="http://schemas.microsoft.com/office/drawing/2014/main" id="{1F682B0C-804A-3137-E057-E1E755FE25BA}"/>
              </a:ext>
            </a:extLst>
          </p:cNvPr>
          <p:cNvSpPr/>
          <p:nvPr/>
        </p:nvSpPr>
        <p:spPr>
          <a:xfrm>
            <a:off x="9703431" y="283489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1468051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 Publier une compétition sur un site distant</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de votre hébergeur</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distant</a:t>
            </a:r>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612083" y="2882054"/>
            <a:ext cx="486209" cy="436596"/>
          </a:xfrm>
          <a:prstGeom prst="rect">
            <a:avLst/>
          </a:prstGeom>
        </p:spPr>
      </p:pic>
      <p:grpSp>
        <p:nvGrpSpPr>
          <p:cNvPr id="43" name="Groupe 42">
            <a:extLst>
              <a:ext uri="{FF2B5EF4-FFF2-40B4-BE49-F238E27FC236}">
                <a16:creationId xmlns:a16="http://schemas.microsoft.com/office/drawing/2014/main" id="{E22A634B-7E62-8772-3741-B10B9A8EC392}"/>
              </a:ext>
            </a:extLst>
          </p:cNvPr>
          <p:cNvGrpSpPr/>
          <p:nvPr/>
        </p:nvGrpSpPr>
        <p:grpSpPr>
          <a:xfrm>
            <a:off x="4588674" y="3410043"/>
            <a:ext cx="1882449" cy="484186"/>
            <a:chOff x="4623180" y="3263681"/>
            <a:chExt cx="1882449" cy="484186"/>
          </a:xfrm>
        </p:grpSpPr>
        <p:pic>
          <p:nvPicPr>
            <p:cNvPr id="7" name="Image 6">
              <a:extLst>
                <a:ext uri="{FF2B5EF4-FFF2-40B4-BE49-F238E27FC236}">
                  <a16:creationId xmlns:a16="http://schemas.microsoft.com/office/drawing/2014/main" id="{003B1883-BAA3-B346-CC8B-1C92143C03D7}"/>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527FC6BF-6E56-A344-BD6E-9129ECBDA695}"/>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B2161F7C-7AB9-A9B0-A2AC-EF73E06F9C7F}"/>
              </a:ext>
            </a:extLst>
          </p:cNvPr>
          <p:cNvGrpSpPr/>
          <p:nvPr/>
        </p:nvGrpSpPr>
        <p:grpSpPr>
          <a:xfrm>
            <a:off x="5642280" y="4571228"/>
            <a:ext cx="2590800" cy="384079"/>
            <a:chOff x="4623180" y="4236875"/>
            <a:chExt cx="2590800" cy="384079"/>
          </a:xfrm>
        </p:grpSpPr>
        <p:pic>
          <p:nvPicPr>
            <p:cNvPr id="26" name="Image 25">
              <a:extLst>
                <a:ext uri="{FF2B5EF4-FFF2-40B4-BE49-F238E27FC236}">
                  <a16:creationId xmlns:a16="http://schemas.microsoft.com/office/drawing/2014/main" id="{BE4A45A8-D3A0-393D-077F-67D5914270D4}"/>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17F9B2D3-2532-E702-8C2E-FA16AF946378}"/>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pic>
        <p:nvPicPr>
          <p:cNvPr id="17" name="Image 16">
            <a:extLst>
              <a:ext uri="{FF2B5EF4-FFF2-40B4-BE49-F238E27FC236}">
                <a16:creationId xmlns:a16="http://schemas.microsoft.com/office/drawing/2014/main" id="{5ECC501E-AA0F-07DF-73B1-570273A81892}"/>
              </a:ext>
            </a:extLst>
          </p:cNvPr>
          <p:cNvPicPr>
            <a:picLocks noChangeAspect="1"/>
          </p:cNvPicPr>
          <p:nvPr/>
        </p:nvPicPr>
        <p:blipFill rotWithShape="1">
          <a:blip r:embed="rId3"/>
          <a:srcRect l="50846" t="59178" r="878" b="8456"/>
          <a:stretch/>
        </p:blipFill>
        <p:spPr>
          <a:xfrm>
            <a:off x="9496606" y="4854353"/>
            <a:ext cx="1882449" cy="748341"/>
          </a:xfrm>
          <a:prstGeom prst="rect">
            <a:avLst/>
          </a:prstGeom>
        </p:spPr>
      </p:pic>
      <p:grpSp>
        <p:nvGrpSpPr>
          <p:cNvPr id="42" name="Groupe 41">
            <a:extLst>
              <a:ext uri="{FF2B5EF4-FFF2-40B4-BE49-F238E27FC236}">
                <a16:creationId xmlns:a16="http://schemas.microsoft.com/office/drawing/2014/main" id="{442CE8BC-E5D1-6AA2-4D02-B1388BCB72CD}"/>
              </a:ext>
            </a:extLst>
          </p:cNvPr>
          <p:cNvGrpSpPr/>
          <p:nvPr/>
        </p:nvGrpSpPr>
        <p:grpSpPr>
          <a:xfrm>
            <a:off x="6598255" y="3927767"/>
            <a:ext cx="2660650" cy="394434"/>
            <a:chOff x="4623180" y="3804829"/>
            <a:chExt cx="2660650" cy="394434"/>
          </a:xfrm>
        </p:grpSpPr>
        <p:pic>
          <p:nvPicPr>
            <p:cNvPr id="29" name="Image 28">
              <a:extLst>
                <a:ext uri="{FF2B5EF4-FFF2-40B4-BE49-F238E27FC236}">
                  <a16:creationId xmlns:a16="http://schemas.microsoft.com/office/drawing/2014/main" id="{03C644DA-4AB6-7B76-8F93-E1A1177DFFB1}"/>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D448A0C7-60B9-0957-0714-AA01E6613043}"/>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0" name="Groupe 39">
            <a:extLst>
              <a:ext uri="{FF2B5EF4-FFF2-40B4-BE49-F238E27FC236}">
                <a16:creationId xmlns:a16="http://schemas.microsoft.com/office/drawing/2014/main" id="{4317B6E0-15B8-0408-0D84-592B5FE4EA72}"/>
              </a:ext>
            </a:extLst>
          </p:cNvPr>
          <p:cNvGrpSpPr/>
          <p:nvPr/>
        </p:nvGrpSpPr>
        <p:grpSpPr>
          <a:xfrm>
            <a:off x="5777067" y="5628686"/>
            <a:ext cx="2321226" cy="402827"/>
            <a:chOff x="4623180" y="5087268"/>
            <a:chExt cx="2321226" cy="402827"/>
          </a:xfrm>
        </p:grpSpPr>
        <p:pic>
          <p:nvPicPr>
            <p:cNvPr id="35" name="Image 34">
              <a:extLst>
                <a:ext uri="{FF2B5EF4-FFF2-40B4-BE49-F238E27FC236}">
                  <a16:creationId xmlns:a16="http://schemas.microsoft.com/office/drawing/2014/main" id="{E67EC40D-2CBE-66A6-D242-B0D6BF72680B}"/>
                </a:ext>
              </a:extLst>
            </p:cNvPr>
            <p:cNvPicPr>
              <a:picLocks noChangeAspect="1"/>
            </p:cNvPicPr>
            <p:nvPr/>
          </p:nvPicPr>
          <p:blipFill rotWithShape="1">
            <a:blip r:embed="rId4"/>
            <a:srcRect l="62630" t="91065" r="12693" b="1713"/>
            <a:stretch/>
          </p:blipFill>
          <p:spPr>
            <a:xfrm>
              <a:off x="4623180" y="5087268"/>
              <a:ext cx="2321226" cy="402827"/>
            </a:xfrm>
            <a:prstGeom prst="rect">
              <a:avLst/>
            </a:prstGeom>
          </p:spPr>
        </p:pic>
        <p:sp>
          <p:nvSpPr>
            <p:cNvPr id="37" name="Rectangle 36">
              <a:extLst>
                <a:ext uri="{FF2B5EF4-FFF2-40B4-BE49-F238E27FC236}">
                  <a16:creationId xmlns:a16="http://schemas.microsoft.com/office/drawing/2014/main" id="{FA65EF1F-19C5-5EF0-F9DB-A9E95ED28F8D}"/>
                </a:ext>
              </a:extLst>
            </p:cNvPr>
            <p:cNvSpPr/>
            <p:nvPr/>
          </p:nvSpPr>
          <p:spPr>
            <a:xfrm>
              <a:off x="6206820" y="5146890"/>
              <a:ext cx="678794" cy="22474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3843FC2B-704E-8432-944E-B839F5231EFD}"/>
              </a:ext>
            </a:extLst>
          </p:cNvPr>
          <p:cNvGrpSpPr/>
          <p:nvPr/>
        </p:nvGrpSpPr>
        <p:grpSpPr>
          <a:xfrm>
            <a:off x="6937680" y="6135133"/>
            <a:ext cx="2321225" cy="402827"/>
            <a:chOff x="4623257" y="5588250"/>
            <a:chExt cx="2321225" cy="402827"/>
          </a:xfrm>
        </p:grpSpPr>
        <p:pic>
          <p:nvPicPr>
            <p:cNvPr id="36" name="Image 35">
              <a:extLst>
                <a:ext uri="{FF2B5EF4-FFF2-40B4-BE49-F238E27FC236}">
                  <a16:creationId xmlns:a16="http://schemas.microsoft.com/office/drawing/2014/main" id="{C1D3162D-FE47-37A9-BBDB-B4F56551663A}"/>
                </a:ext>
              </a:extLst>
            </p:cNvPr>
            <p:cNvPicPr>
              <a:picLocks noChangeAspect="1"/>
            </p:cNvPicPr>
            <p:nvPr/>
          </p:nvPicPr>
          <p:blipFill rotWithShape="1">
            <a:blip r:embed="rId4"/>
            <a:srcRect l="62630" t="91065" r="12693" b="1713"/>
            <a:stretch/>
          </p:blipFill>
          <p:spPr>
            <a:xfrm>
              <a:off x="4623257" y="5588250"/>
              <a:ext cx="2321225" cy="402827"/>
            </a:xfrm>
            <a:prstGeom prst="rect">
              <a:avLst/>
            </a:prstGeom>
          </p:spPr>
        </p:pic>
        <p:sp>
          <p:nvSpPr>
            <p:cNvPr id="38" name="Rectangle 37">
              <a:extLst>
                <a:ext uri="{FF2B5EF4-FFF2-40B4-BE49-F238E27FC236}">
                  <a16:creationId xmlns:a16="http://schemas.microsoft.com/office/drawing/2014/main" id="{1E7F572B-FF81-1984-8760-EFDB5600D0A7}"/>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13624DF1-99AA-9572-ED62-9F3F98814159}"/>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15EDADCE-CB2D-50AC-FC54-EFAEBE209B13}"/>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86123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 Publier une compétition sur le site local</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Sélectionner l’interface du réseau local à utiliser</a:t>
            </a:r>
          </a:p>
          <a:p>
            <a:pPr>
              <a:lnSpc>
                <a:spcPct val="250000"/>
              </a:lnSpc>
            </a:pPr>
            <a:r>
              <a:rPr lang="fr-FR" sz="1400" dirty="0"/>
              <a:t>Lancer la publication locale</a:t>
            </a:r>
          </a:p>
          <a:p>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514771" y="2690416"/>
            <a:ext cx="486209" cy="436596"/>
          </a:xfrm>
          <a:prstGeom prst="rect">
            <a:avLst/>
          </a:prstGeom>
        </p:spPr>
      </p:pic>
      <p:grpSp>
        <p:nvGrpSpPr>
          <p:cNvPr id="43" name="Groupe 42">
            <a:extLst>
              <a:ext uri="{FF2B5EF4-FFF2-40B4-BE49-F238E27FC236}">
                <a16:creationId xmlns:a16="http://schemas.microsoft.com/office/drawing/2014/main" id="{E22A634B-7E62-8772-3741-B10B9A8EC392}"/>
              </a:ext>
            </a:extLst>
          </p:cNvPr>
          <p:cNvGrpSpPr/>
          <p:nvPr/>
        </p:nvGrpSpPr>
        <p:grpSpPr>
          <a:xfrm>
            <a:off x="4614424" y="3192672"/>
            <a:ext cx="1882449" cy="484186"/>
            <a:chOff x="4623180" y="3263681"/>
            <a:chExt cx="1882449" cy="484186"/>
          </a:xfrm>
        </p:grpSpPr>
        <p:pic>
          <p:nvPicPr>
            <p:cNvPr id="7" name="Image 6">
              <a:extLst>
                <a:ext uri="{FF2B5EF4-FFF2-40B4-BE49-F238E27FC236}">
                  <a16:creationId xmlns:a16="http://schemas.microsoft.com/office/drawing/2014/main" id="{003B1883-BAA3-B346-CC8B-1C92143C03D7}"/>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527FC6BF-6E56-A344-BD6E-9129ECBDA695}"/>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B2161F7C-7AB9-A9B0-A2AC-EF73E06F9C7F}"/>
              </a:ext>
            </a:extLst>
          </p:cNvPr>
          <p:cNvGrpSpPr/>
          <p:nvPr/>
        </p:nvGrpSpPr>
        <p:grpSpPr>
          <a:xfrm>
            <a:off x="5682292" y="4337174"/>
            <a:ext cx="2590800" cy="384079"/>
            <a:chOff x="4623180" y="4236875"/>
            <a:chExt cx="2590800" cy="384079"/>
          </a:xfrm>
        </p:grpSpPr>
        <p:pic>
          <p:nvPicPr>
            <p:cNvPr id="26" name="Image 25">
              <a:extLst>
                <a:ext uri="{FF2B5EF4-FFF2-40B4-BE49-F238E27FC236}">
                  <a16:creationId xmlns:a16="http://schemas.microsoft.com/office/drawing/2014/main" id="{BE4A45A8-D3A0-393D-077F-67D5914270D4}"/>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17F9B2D3-2532-E702-8C2E-FA16AF946378}"/>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2" name="Groupe 41">
            <a:extLst>
              <a:ext uri="{FF2B5EF4-FFF2-40B4-BE49-F238E27FC236}">
                <a16:creationId xmlns:a16="http://schemas.microsoft.com/office/drawing/2014/main" id="{442CE8BC-E5D1-6AA2-4D02-B1388BCB72CD}"/>
              </a:ext>
            </a:extLst>
          </p:cNvPr>
          <p:cNvGrpSpPr/>
          <p:nvPr/>
        </p:nvGrpSpPr>
        <p:grpSpPr>
          <a:xfrm>
            <a:off x="6707637" y="3770696"/>
            <a:ext cx="2660650" cy="394434"/>
            <a:chOff x="4623180" y="3804829"/>
            <a:chExt cx="2660650" cy="394434"/>
          </a:xfrm>
        </p:grpSpPr>
        <p:pic>
          <p:nvPicPr>
            <p:cNvPr id="29" name="Image 28">
              <a:extLst>
                <a:ext uri="{FF2B5EF4-FFF2-40B4-BE49-F238E27FC236}">
                  <a16:creationId xmlns:a16="http://schemas.microsoft.com/office/drawing/2014/main" id="{03C644DA-4AB6-7B76-8F93-E1A1177DFFB1}"/>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D448A0C7-60B9-0957-0714-AA01E6613043}"/>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3843FC2B-704E-8432-944E-B839F5231EFD}"/>
              </a:ext>
            </a:extLst>
          </p:cNvPr>
          <p:cNvGrpSpPr/>
          <p:nvPr/>
        </p:nvGrpSpPr>
        <p:grpSpPr>
          <a:xfrm>
            <a:off x="5336261" y="5437558"/>
            <a:ext cx="1619636" cy="321942"/>
            <a:chOff x="4623258" y="5588251"/>
            <a:chExt cx="1619636" cy="321942"/>
          </a:xfrm>
        </p:grpSpPr>
        <p:pic>
          <p:nvPicPr>
            <p:cNvPr id="36" name="Image 35">
              <a:extLst>
                <a:ext uri="{FF2B5EF4-FFF2-40B4-BE49-F238E27FC236}">
                  <a16:creationId xmlns:a16="http://schemas.microsoft.com/office/drawing/2014/main" id="{C1D3162D-FE47-37A9-BBDB-B4F56551663A}"/>
                </a:ext>
              </a:extLst>
            </p:cNvPr>
            <p:cNvPicPr>
              <a:picLocks noChangeAspect="1"/>
            </p:cNvPicPr>
            <p:nvPr/>
          </p:nvPicPr>
          <p:blipFill rotWithShape="1">
            <a:blip r:embed="rId4"/>
            <a:srcRect l="62630" t="91065" r="20152" b="3163"/>
            <a:stretch/>
          </p:blipFill>
          <p:spPr>
            <a:xfrm>
              <a:off x="4623258" y="5588251"/>
              <a:ext cx="1619636" cy="321942"/>
            </a:xfrm>
            <a:prstGeom prst="rect">
              <a:avLst/>
            </a:prstGeom>
          </p:spPr>
        </p:pic>
        <p:sp>
          <p:nvSpPr>
            <p:cNvPr id="38" name="Rectangle 37">
              <a:extLst>
                <a:ext uri="{FF2B5EF4-FFF2-40B4-BE49-F238E27FC236}">
                  <a16:creationId xmlns:a16="http://schemas.microsoft.com/office/drawing/2014/main" id="{1E7F572B-FF81-1984-8760-EFDB5600D0A7}"/>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13624DF1-99AA-9572-ED62-9F3F98814159}"/>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812996" y="4020461"/>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3409564" y="5611876"/>
            <a:ext cx="16196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0FE57090-1ADB-C7CB-B36C-276B6DC83054}"/>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3C209CE0-F4C6-95C5-9C30-6B98F9D27901}"/>
                </a:ext>
              </a:extLst>
            </p:cNvPr>
            <p:cNvPicPr>
              <a:picLocks noChangeAspect="1"/>
            </p:cNvPicPr>
            <p:nvPr/>
          </p:nvPicPr>
          <p:blipFill>
            <a:blip r:embed="rId5"/>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0D82EDA3-EA5B-6CAE-2196-0EEB43253C21}"/>
                </a:ext>
              </a:extLst>
            </p:cNvPr>
            <p:cNvSpPr/>
            <p:nvPr/>
          </p:nvSpPr>
          <p:spPr>
            <a:xfrm>
              <a:off x="10236519" y="5082051"/>
              <a:ext cx="1955481"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spTree>
    <p:extLst>
      <p:ext uri="{BB962C8B-B14F-4D97-AF65-F5344CB8AC3E}">
        <p14:creationId xmlns:p14="http://schemas.microsoft.com/office/powerpoint/2010/main" val="11757461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Dépannage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Aide au diagnostique et à la résolution des problèmes courants</a:t>
            </a:r>
          </a:p>
        </p:txBody>
      </p:sp>
      <p:sp>
        <p:nvSpPr>
          <p:cNvPr id="2" name="Espace réservé du texte 1"/>
          <p:cNvSpPr>
            <a:spLocks noGrp="1"/>
          </p:cNvSpPr>
          <p:nvPr>
            <p:ph type="body" sz="quarter" idx="10"/>
          </p:nvPr>
        </p:nvSpPr>
        <p:spPr/>
        <p:txBody>
          <a:bodyPr/>
          <a:lstStyle/>
          <a:p>
            <a:r>
              <a:rPr lang="fr-FR" dirty="0"/>
              <a:t>4</a:t>
            </a:r>
          </a:p>
        </p:txBody>
      </p:sp>
    </p:spTree>
    <p:extLst>
      <p:ext uri="{BB962C8B-B14F-4D97-AF65-F5344CB8AC3E}">
        <p14:creationId xmlns:p14="http://schemas.microsoft.com/office/powerpoint/2010/main" val="41882594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Génération</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les données ne sont pas publiées ou ne sont pas actualisées,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615822682"/>
              </p:ext>
            </p:extLst>
          </p:nvPr>
        </p:nvGraphicFramePr>
        <p:xfrm>
          <a:off x="270763" y="2017468"/>
          <a:ext cx="11549762" cy="3768017"/>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720770">
                <a:tc>
                  <a:txBody>
                    <a:bodyPr/>
                    <a:lstStyle/>
                    <a:p>
                      <a:r>
                        <a:rPr lang="fr-FR" dirty="0"/>
                        <a:t>L’application est connecté au serveur de compétition (icone verte             )</a:t>
                      </a:r>
                    </a:p>
                  </a:txBody>
                  <a:tcPr anchor="ctr"/>
                </a:tc>
                <a:tc>
                  <a:txBody>
                    <a:bodyPr/>
                    <a:lstStyle/>
                    <a:p>
                      <a:r>
                        <a:rPr lang="fr-FR" dirty="0"/>
                        <a:t>Reconnectez l’application au serveur</a:t>
                      </a:r>
                    </a:p>
                  </a:txBody>
                  <a:tcPr anchor="ctr"/>
                </a:tc>
                <a:extLst>
                  <a:ext uri="{0D108BD9-81ED-4DB2-BD59-A6C34878D82A}">
                    <a16:rowId xmlns:a16="http://schemas.microsoft.com/office/drawing/2014/main" val="2586581298"/>
                  </a:ext>
                </a:extLst>
              </a:tr>
              <a:tr h="481847">
                <a:tc>
                  <a:txBody>
                    <a:bodyPr/>
                    <a:lstStyle/>
                    <a:p>
                      <a:r>
                        <a:rPr lang="fr-FR" dirty="0"/>
                        <a:t>La génération est démarrée</a:t>
                      </a:r>
                    </a:p>
                  </a:txBody>
                  <a:tcPr anchor="ctr"/>
                </a:tc>
                <a:tc>
                  <a:txBody>
                    <a:bodyPr/>
                    <a:lstStyle/>
                    <a:p>
                      <a:r>
                        <a:rPr lang="fr-FR" dirty="0"/>
                        <a:t>Démarrez la génération</a:t>
                      </a:r>
                    </a:p>
                  </a:txBody>
                  <a:tcPr anchor="ctr"/>
                </a:tc>
                <a:extLst>
                  <a:ext uri="{0D108BD9-81ED-4DB2-BD59-A6C34878D82A}">
                    <a16:rowId xmlns:a16="http://schemas.microsoft.com/office/drawing/2014/main" val="2578065560"/>
                  </a:ext>
                </a:extLst>
              </a:tr>
              <a:tr h="370840">
                <a:tc>
                  <a:txBody>
                    <a:bodyPr/>
                    <a:lstStyle/>
                    <a:p>
                      <a:r>
                        <a:rPr lang="fr-FR" dirty="0"/>
                        <a:t>Absence de message d’erreur</a:t>
                      </a:r>
                    </a:p>
                  </a:txBody>
                  <a:tcPr anchor="ctr"/>
                </a:tc>
                <a:tc>
                  <a:txBody>
                    <a:bodyPr/>
                    <a:lstStyle/>
                    <a:p>
                      <a:r>
                        <a:rPr lang="fr-FR" dirty="0"/>
                        <a:t>Fermez la fenêtre d’erreur. Si l’erreur persiste ou si l’application ne fonctionne pas correctement, relancez cette dernière</a:t>
                      </a:r>
                    </a:p>
                  </a:txBody>
                  <a:tcPr anchor="ctr"/>
                </a:tc>
                <a:extLst>
                  <a:ext uri="{0D108BD9-81ED-4DB2-BD59-A6C34878D82A}">
                    <a16:rowId xmlns:a16="http://schemas.microsoft.com/office/drawing/2014/main" val="2675461195"/>
                  </a:ext>
                </a:extLst>
              </a:tr>
              <a:tr h="370840">
                <a:tc>
                  <a:txBody>
                    <a:bodyPr/>
                    <a:lstStyle/>
                    <a:p>
                      <a:r>
                        <a:rPr lang="fr-FR" dirty="0"/>
                        <a:t>La fréquence de mise à jour est trop faible</a:t>
                      </a:r>
                    </a:p>
                  </a:txBody>
                  <a:tcPr anchor="ctr"/>
                </a:tc>
                <a:tc>
                  <a:txBody>
                    <a:bodyPr/>
                    <a:lstStyle/>
                    <a:p>
                      <a:r>
                        <a:rPr lang="fr-FR" dirty="0"/>
                        <a:t>Arrêtez la génération, modifiez le délai de génération et redémarrez la génération.</a:t>
                      </a:r>
                    </a:p>
                  </a:txBody>
                  <a:tcPr anchor="ctr"/>
                </a:tc>
                <a:extLst>
                  <a:ext uri="{0D108BD9-81ED-4DB2-BD59-A6C34878D82A}">
                    <a16:rowId xmlns:a16="http://schemas.microsoft.com/office/drawing/2014/main" val="2306318331"/>
                  </a:ext>
                </a:extLst>
              </a:tr>
              <a:tr h="370840">
                <a:tc>
                  <a:txBody>
                    <a:bodyPr/>
                    <a:lstStyle/>
                    <a:p>
                      <a:r>
                        <a:rPr lang="fr-FR" dirty="0"/>
                        <a:t>Le répertoire de travail est inaccessible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Arrêtez la génération, modifiez le répertoire de travail et redémarrez la génération.</a:t>
                      </a:r>
                    </a:p>
                  </a:txBody>
                  <a:tcPr anchor="ctr"/>
                </a:tc>
                <a:extLst>
                  <a:ext uri="{0D108BD9-81ED-4DB2-BD59-A6C34878D82A}">
                    <a16:rowId xmlns:a16="http://schemas.microsoft.com/office/drawing/2014/main" val="1667609265"/>
                  </a:ext>
                </a:extLst>
              </a:tr>
            </a:tbl>
          </a:graphicData>
        </a:graphic>
      </p:graphicFrame>
      <p:pic>
        <p:nvPicPr>
          <p:cNvPr id="9" name="Image 8">
            <a:extLst>
              <a:ext uri="{FF2B5EF4-FFF2-40B4-BE49-F238E27FC236}">
                <a16:creationId xmlns:a16="http://schemas.microsoft.com/office/drawing/2014/main" id="{A4B598AD-7E9B-2B25-9A4A-511376C52C7B}"/>
              </a:ext>
            </a:extLst>
          </p:cNvPr>
          <p:cNvPicPr>
            <a:picLocks noChangeAspect="1"/>
          </p:cNvPicPr>
          <p:nvPr/>
        </p:nvPicPr>
        <p:blipFill>
          <a:blip r:embed="rId2"/>
          <a:stretch>
            <a:fillRect/>
          </a:stretch>
        </p:blipFill>
        <p:spPr>
          <a:xfrm>
            <a:off x="1504302" y="2726533"/>
            <a:ext cx="592155" cy="361526"/>
          </a:xfrm>
          <a:prstGeom prst="rect">
            <a:avLst/>
          </a:prstGeom>
        </p:spPr>
      </p:pic>
      <p:pic>
        <p:nvPicPr>
          <p:cNvPr id="14" name="Image 13">
            <a:extLst>
              <a:ext uri="{FF2B5EF4-FFF2-40B4-BE49-F238E27FC236}">
                <a16:creationId xmlns:a16="http://schemas.microsoft.com/office/drawing/2014/main" id="{F0EEA465-103F-046F-E098-6AF471671979}"/>
              </a:ext>
            </a:extLst>
          </p:cNvPr>
          <p:cNvPicPr>
            <a:picLocks noChangeAspect="1"/>
          </p:cNvPicPr>
          <p:nvPr/>
        </p:nvPicPr>
        <p:blipFill>
          <a:blip r:embed="rId3"/>
          <a:stretch>
            <a:fillRect/>
          </a:stretch>
        </p:blipFill>
        <p:spPr>
          <a:xfrm>
            <a:off x="3071812" y="3179148"/>
            <a:ext cx="1161403" cy="354627"/>
          </a:xfrm>
          <a:prstGeom prst="rect">
            <a:avLst/>
          </a:prstGeom>
        </p:spPr>
      </p:pic>
    </p:spTree>
    <p:extLst>
      <p:ext uri="{BB962C8B-B14F-4D97-AF65-F5344CB8AC3E}">
        <p14:creationId xmlns:p14="http://schemas.microsoft.com/office/powerpoint/2010/main" val="24673633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Publication locale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 site n’est pas accessible localement,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2456733157"/>
              </p:ext>
            </p:extLst>
          </p:nvPr>
        </p:nvGraphicFramePr>
        <p:xfrm>
          <a:off x="270763" y="2017468"/>
          <a:ext cx="11549762" cy="194620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locale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La publication se fait sur la bonne interface réseau</a:t>
                      </a:r>
                    </a:p>
                  </a:txBody>
                  <a:tcPr anchor="ctr"/>
                </a:tc>
                <a:tc>
                  <a:txBody>
                    <a:bodyPr/>
                    <a:lstStyle/>
                    <a:p>
                      <a:r>
                        <a:rPr lang="fr-FR" dirty="0"/>
                        <a:t>Arrêtez la publication locale, sélectionnez la bonne interface réseau et démarrez la publication locale</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l’accès Web</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633787" y="2466060"/>
            <a:ext cx="1247775" cy="381000"/>
          </a:xfrm>
          <a:prstGeom prst="rect">
            <a:avLst/>
          </a:prstGeom>
        </p:spPr>
      </p:pic>
    </p:spTree>
    <p:extLst>
      <p:ext uri="{BB962C8B-B14F-4D97-AF65-F5344CB8AC3E}">
        <p14:creationId xmlns:p14="http://schemas.microsoft.com/office/powerpoint/2010/main" val="21003332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Publication distante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 site n’est pas accessible à distance,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874116875"/>
              </p:ext>
            </p:extLst>
          </p:nvPr>
        </p:nvGraphicFramePr>
        <p:xfrm>
          <a:off x="270763" y="2017468"/>
          <a:ext cx="11549762" cy="258628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distante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Les paramètres de connexion FTP sont valides (compte, mot de passe répertoire)</a:t>
                      </a:r>
                    </a:p>
                  </a:txBody>
                  <a:tcPr anchor="ctr"/>
                </a:tc>
                <a:tc>
                  <a:txBody>
                    <a:bodyPr/>
                    <a:lstStyle/>
                    <a:p>
                      <a:r>
                        <a:rPr lang="fr-FR" dirty="0"/>
                        <a:t>Arrêtez la publication distante, configurer les bons paramètres et démarrez la publication distante</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connexion FTP</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dirty="0"/>
                        <a:t>Le mode FTP est approprié (Actif/Passif)</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Arrêtez la publication distante, sélectionnez le mode adéquat et démarrez la publication distante</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28243005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0A28920A-A4B1-1B98-5CB7-04341E9FF976}"/>
              </a:ext>
            </a:extLst>
          </p:cNvPr>
          <p:cNvSpPr>
            <a:spLocks noGrp="1"/>
          </p:cNvSpPr>
          <p:nvPr>
            <p:ph type="title"/>
          </p:nvPr>
        </p:nvSpPr>
        <p:spPr/>
        <p:txBody>
          <a:bodyPr/>
          <a:lstStyle/>
          <a:p>
            <a:r>
              <a:rPr lang="fr-FR" dirty="0"/>
              <a:t>Annexe</a:t>
            </a:r>
          </a:p>
        </p:txBody>
      </p:sp>
      <p:sp>
        <p:nvSpPr>
          <p:cNvPr id="9" name="Espace réservé du contenu 8">
            <a:extLst>
              <a:ext uri="{FF2B5EF4-FFF2-40B4-BE49-F238E27FC236}">
                <a16:creationId xmlns:a16="http://schemas.microsoft.com/office/drawing/2014/main" id="{48CE4D4E-D1F7-3BE0-7833-9EB1BD2A30C8}"/>
              </a:ext>
            </a:extLst>
          </p:cNvPr>
          <p:cNvSpPr>
            <a:spLocks noGrp="1"/>
          </p:cNvSpPr>
          <p:nvPr>
            <p:ph sz="half" idx="1"/>
          </p:nvPr>
        </p:nvSpPr>
        <p:spPr/>
        <p:txBody>
          <a:bodyPr/>
          <a:lstStyle/>
          <a:p>
            <a:endParaRPr lang="fr-FR"/>
          </a:p>
        </p:txBody>
      </p:sp>
    </p:spTree>
    <p:extLst>
      <p:ext uri="{BB962C8B-B14F-4D97-AF65-F5344CB8AC3E}">
        <p14:creationId xmlns:p14="http://schemas.microsoft.com/office/powerpoint/2010/main" val="4026041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Matrice de compatibilité</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graphicFrame>
        <p:nvGraphicFramePr>
          <p:cNvPr id="8" name="Tableau 7">
            <a:extLst>
              <a:ext uri="{FF2B5EF4-FFF2-40B4-BE49-F238E27FC236}">
                <a16:creationId xmlns:a16="http://schemas.microsoft.com/office/drawing/2014/main" id="{21CD416E-0666-5DE4-0469-3CA38CF7889B}"/>
              </a:ext>
            </a:extLst>
          </p:cNvPr>
          <p:cNvGraphicFramePr>
            <a:graphicFrameLocks noGrp="1"/>
          </p:cNvGraphicFramePr>
          <p:nvPr>
            <p:extLst>
              <p:ext uri="{D42A27DB-BD31-4B8C-83A1-F6EECF244321}">
                <p14:modId xmlns:p14="http://schemas.microsoft.com/office/powerpoint/2010/main" val="2374285132"/>
              </p:ext>
            </p:extLst>
          </p:nvPr>
        </p:nvGraphicFramePr>
        <p:xfrm>
          <a:off x="1697420" y="1912088"/>
          <a:ext cx="8484808" cy="3561782"/>
        </p:xfrm>
        <a:graphic>
          <a:graphicData uri="http://schemas.openxmlformats.org/drawingml/2006/table">
            <a:tbl>
              <a:tblPr>
                <a:tableStyleId>{7DF18680-E054-41AD-8BC1-D1AEF772440D}</a:tableStyleId>
              </a:tblPr>
              <a:tblGrid>
                <a:gridCol w="453311">
                  <a:extLst>
                    <a:ext uri="{9D8B030D-6E8A-4147-A177-3AD203B41FA5}">
                      <a16:colId xmlns:a16="http://schemas.microsoft.com/office/drawing/2014/main" val="3736857135"/>
                    </a:ext>
                  </a:extLst>
                </a:gridCol>
                <a:gridCol w="1034482">
                  <a:extLst>
                    <a:ext uri="{9D8B030D-6E8A-4147-A177-3AD203B41FA5}">
                      <a16:colId xmlns:a16="http://schemas.microsoft.com/office/drawing/2014/main" val="3696878891"/>
                    </a:ext>
                  </a:extLst>
                </a:gridCol>
                <a:gridCol w="831928">
                  <a:extLst>
                    <a:ext uri="{9D8B030D-6E8A-4147-A177-3AD203B41FA5}">
                      <a16:colId xmlns:a16="http://schemas.microsoft.com/office/drawing/2014/main" val="2257898591"/>
                    </a:ext>
                  </a:extLst>
                </a:gridCol>
                <a:gridCol w="831928">
                  <a:extLst>
                    <a:ext uri="{9D8B030D-6E8A-4147-A177-3AD203B41FA5}">
                      <a16:colId xmlns:a16="http://schemas.microsoft.com/office/drawing/2014/main" val="2384296798"/>
                    </a:ext>
                  </a:extLst>
                </a:gridCol>
                <a:gridCol w="831928">
                  <a:extLst>
                    <a:ext uri="{9D8B030D-6E8A-4147-A177-3AD203B41FA5}">
                      <a16:colId xmlns:a16="http://schemas.microsoft.com/office/drawing/2014/main" val="618733032"/>
                    </a:ext>
                  </a:extLst>
                </a:gridCol>
                <a:gridCol w="831928">
                  <a:extLst>
                    <a:ext uri="{9D8B030D-6E8A-4147-A177-3AD203B41FA5}">
                      <a16:colId xmlns:a16="http://schemas.microsoft.com/office/drawing/2014/main" val="3964921429"/>
                    </a:ext>
                  </a:extLst>
                </a:gridCol>
                <a:gridCol w="831928">
                  <a:extLst>
                    <a:ext uri="{9D8B030D-6E8A-4147-A177-3AD203B41FA5}">
                      <a16:colId xmlns:a16="http://schemas.microsoft.com/office/drawing/2014/main" val="2528599786"/>
                    </a:ext>
                  </a:extLst>
                </a:gridCol>
                <a:gridCol w="831928">
                  <a:extLst>
                    <a:ext uri="{9D8B030D-6E8A-4147-A177-3AD203B41FA5}">
                      <a16:colId xmlns:a16="http://schemas.microsoft.com/office/drawing/2014/main" val="2631112101"/>
                    </a:ext>
                  </a:extLst>
                </a:gridCol>
                <a:gridCol w="831928">
                  <a:extLst>
                    <a:ext uri="{9D8B030D-6E8A-4147-A177-3AD203B41FA5}">
                      <a16:colId xmlns:a16="http://schemas.microsoft.com/office/drawing/2014/main" val="1640724778"/>
                    </a:ext>
                  </a:extLst>
                </a:gridCol>
                <a:gridCol w="1173519">
                  <a:extLst>
                    <a:ext uri="{9D8B030D-6E8A-4147-A177-3AD203B41FA5}">
                      <a16:colId xmlns:a16="http://schemas.microsoft.com/office/drawing/2014/main" val="2824390373"/>
                    </a:ext>
                  </a:extLst>
                </a:gridCol>
              </a:tblGrid>
              <a:tr h="727366">
                <a:tc>
                  <a:txBody>
                    <a:bodyPr/>
                    <a:lstStyle/>
                    <a:p>
                      <a:endParaRPr lang="fr-FR" dirty="0"/>
                    </a:p>
                  </a:txBody>
                  <a:tcPr anchor="ctr"/>
                </a:tc>
                <a:tc>
                  <a:txBody>
                    <a:bodyPr/>
                    <a:lstStyle/>
                    <a:p>
                      <a:endParaRPr lang="fr-FR" dirty="0"/>
                    </a:p>
                  </a:txBody>
                  <a:tcPr anchor="ctr"/>
                </a:tc>
                <a:tc gridSpan="8">
                  <a:txBody>
                    <a:bodyPr/>
                    <a:lstStyle/>
                    <a:p>
                      <a:pPr algn="ctr"/>
                      <a:r>
                        <a:rPr lang="fr-FR" sz="1800" dirty="0" err="1">
                          <a:solidFill>
                            <a:schemeClr val="bg1"/>
                          </a:solidFill>
                        </a:rPr>
                        <a:t>PublicationSuiviCompetition</a:t>
                      </a:r>
                      <a:endParaRPr lang="fr-FR" dirty="0">
                        <a:solidFill>
                          <a:schemeClr val="bg1"/>
                        </a:solidFill>
                      </a:endParaRPr>
                    </a:p>
                  </a:txBody>
                  <a:tcPr anchor="ctr">
                    <a:solidFill>
                      <a:schemeClr val="accent1"/>
                    </a:solidFill>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pPr algn="ctr"/>
                      <a:endParaRPr lang="fr-FR" dirty="0">
                        <a:solidFill>
                          <a:schemeClr val="bg1"/>
                        </a:solidFill>
                      </a:endParaRPr>
                    </a:p>
                  </a:txBody>
                  <a:tcPr anchor="ctr">
                    <a:solidFill>
                      <a:schemeClr val="accent1"/>
                    </a:solidFill>
                  </a:tcPr>
                </a:tc>
                <a:extLst>
                  <a:ext uri="{0D108BD9-81ED-4DB2-BD59-A6C34878D82A}">
                    <a16:rowId xmlns:a16="http://schemas.microsoft.com/office/drawing/2014/main" val="1913834373"/>
                  </a:ext>
                </a:extLst>
              </a:tr>
              <a:tr h="727366">
                <a:tc>
                  <a:txBody>
                    <a:bodyPr/>
                    <a:lstStyle/>
                    <a:p>
                      <a:endParaRPr lang="fr-FR" dirty="0"/>
                    </a:p>
                  </a:txBody>
                  <a:tcPr anchor="ctr"/>
                </a:tc>
                <a:tc>
                  <a:txBody>
                    <a:bodyPr/>
                    <a:lstStyle/>
                    <a:p>
                      <a:endParaRPr lang="fr-FR" dirty="0"/>
                    </a:p>
                  </a:txBody>
                  <a:tcPr anchor="ctr"/>
                </a:tc>
                <a:tc>
                  <a:txBody>
                    <a:bodyPr/>
                    <a:lstStyle/>
                    <a:p>
                      <a:r>
                        <a:rPr lang="fr-FR" dirty="0">
                          <a:solidFill>
                            <a:schemeClr val="bg1"/>
                          </a:solidFill>
                        </a:rPr>
                        <a:t>1.0.0.0</a:t>
                      </a:r>
                    </a:p>
                  </a:txBody>
                  <a:tcPr anchor="ctr">
                    <a:solidFill>
                      <a:schemeClr val="accent1"/>
                    </a:solidFill>
                  </a:tcPr>
                </a:tc>
                <a:tc>
                  <a:txBody>
                    <a:bodyPr/>
                    <a:lstStyle/>
                    <a:p>
                      <a:r>
                        <a:rPr lang="fr-FR" dirty="0">
                          <a:solidFill>
                            <a:schemeClr val="bg1"/>
                          </a:solidFill>
                        </a:rPr>
                        <a:t>1.1.0.0</a:t>
                      </a:r>
                    </a:p>
                  </a:txBody>
                  <a:tcPr anchor="ctr">
                    <a:solidFill>
                      <a:schemeClr val="accent1"/>
                    </a:solidFill>
                  </a:tcPr>
                </a:tc>
                <a:tc>
                  <a:txBody>
                    <a:bodyPr/>
                    <a:lstStyle/>
                    <a:p>
                      <a:r>
                        <a:rPr lang="fr-FR" dirty="0">
                          <a:solidFill>
                            <a:schemeClr val="bg1"/>
                          </a:solidFill>
                        </a:rPr>
                        <a:t>1.1.1.0</a:t>
                      </a:r>
                    </a:p>
                  </a:txBody>
                  <a:tcPr anchor="ctr">
                    <a:solidFill>
                      <a:schemeClr val="accent1"/>
                    </a:solidFill>
                  </a:tcPr>
                </a:tc>
                <a:tc>
                  <a:txBody>
                    <a:bodyPr/>
                    <a:lstStyle/>
                    <a:p>
                      <a:r>
                        <a:rPr lang="fr-FR" dirty="0">
                          <a:solidFill>
                            <a:schemeClr val="bg1"/>
                          </a:solidFill>
                        </a:rPr>
                        <a:t>1.1.1.1</a:t>
                      </a:r>
                    </a:p>
                  </a:txBody>
                  <a:tcPr anchor="ctr">
                    <a:solidFill>
                      <a:schemeClr val="accent1"/>
                    </a:solidFill>
                  </a:tcPr>
                </a:tc>
                <a:tc>
                  <a:txBody>
                    <a:bodyPr/>
                    <a:lstStyle/>
                    <a:p>
                      <a:r>
                        <a:rPr lang="fr-FR" dirty="0">
                          <a:solidFill>
                            <a:schemeClr val="bg1"/>
                          </a:solidFill>
                        </a:rPr>
                        <a:t>1.1.1.2</a:t>
                      </a:r>
                    </a:p>
                  </a:txBody>
                  <a:tcPr anchor="ctr">
                    <a:solidFill>
                      <a:schemeClr val="accent1"/>
                    </a:solidFill>
                  </a:tcPr>
                </a:tc>
                <a:tc>
                  <a:txBody>
                    <a:bodyPr/>
                    <a:lstStyle/>
                    <a:p>
                      <a:r>
                        <a:rPr lang="fr-FR" dirty="0">
                          <a:solidFill>
                            <a:schemeClr val="bg1"/>
                          </a:solidFill>
                        </a:rPr>
                        <a:t>1.1.1.3</a:t>
                      </a:r>
                    </a:p>
                  </a:txBody>
                  <a:tcPr anchor="ctr">
                    <a:solidFill>
                      <a:schemeClr val="accent1"/>
                    </a:solidFill>
                  </a:tcPr>
                </a:tc>
                <a:tc>
                  <a:txBody>
                    <a:bodyPr/>
                    <a:lstStyle/>
                    <a:p>
                      <a:r>
                        <a:rPr lang="fr-FR" dirty="0">
                          <a:solidFill>
                            <a:schemeClr val="bg1"/>
                          </a:solidFill>
                        </a:rPr>
                        <a:t>1.2.0.0</a:t>
                      </a:r>
                    </a:p>
                  </a:txBody>
                  <a:tcPr anchor="ctr">
                    <a:solidFill>
                      <a:schemeClr val="accent1"/>
                    </a:solidFill>
                  </a:tcPr>
                </a:tc>
                <a:tc>
                  <a:txBody>
                    <a:bodyPr/>
                    <a:lstStyle/>
                    <a:p>
                      <a:r>
                        <a:rPr lang="fr-FR" dirty="0">
                          <a:solidFill>
                            <a:schemeClr val="bg1"/>
                          </a:solidFill>
                        </a:rPr>
                        <a:t>1.2.1.0</a:t>
                      </a:r>
                    </a:p>
                  </a:txBody>
                  <a:tcPr anchor="ctr">
                    <a:solidFill>
                      <a:schemeClr val="accent1"/>
                    </a:solidFill>
                  </a:tcPr>
                </a:tc>
                <a:extLst>
                  <a:ext uri="{0D108BD9-81ED-4DB2-BD59-A6C34878D82A}">
                    <a16:rowId xmlns:a16="http://schemas.microsoft.com/office/drawing/2014/main" val="407517425"/>
                  </a:ext>
                </a:extLst>
              </a:tr>
              <a:tr h="421410">
                <a:tc rowSpan="5">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Gestion de compétition 2.0</a:t>
                      </a:r>
                    </a:p>
                  </a:txBody>
                  <a:tcPr vert="vert270" anchor="ctr">
                    <a:solidFill>
                      <a:schemeClr val="accent1"/>
                    </a:solidFill>
                  </a:tcPr>
                </a:tc>
                <a:tc>
                  <a:txBody>
                    <a:bodyPr/>
                    <a:lstStyle/>
                    <a:p>
                      <a:r>
                        <a:rPr lang="fr-FR" dirty="0">
                          <a:solidFill>
                            <a:schemeClr val="bg1"/>
                          </a:solidFill>
                        </a:rPr>
                        <a:t>1.2.5.1</a:t>
                      </a:r>
                    </a:p>
                  </a:txBody>
                  <a:tcPr anchor="ctr">
                    <a:solidFill>
                      <a:schemeClr val="accent1"/>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extLst>
                  <a:ext uri="{0D108BD9-81ED-4DB2-BD59-A6C34878D82A}">
                    <a16:rowId xmlns:a16="http://schemas.microsoft.com/office/drawing/2014/main" val="1939122409"/>
                  </a:ext>
                </a:extLst>
              </a:tr>
              <a:tr h="421410">
                <a:tc vMerge="1">
                  <a:txBody>
                    <a:bodyPr/>
                    <a:lstStyle/>
                    <a:p>
                      <a:endParaRPr lang="fr-FR" dirty="0"/>
                    </a:p>
                  </a:txBody>
                  <a:tcPr/>
                </a:tc>
                <a:tc>
                  <a:txBody>
                    <a:bodyPr/>
                    <a:lstStyle/>
                    <a:p>
                      <a:r>
                        <a:rPr lang="fr-FR" dirty="0">
                          <a:solidFill>
                            <a:schemeClr val="bg1"/>
                          </a:solidFill>
                        </a:rPr>
                        <a:t>1.2.6.0</a:t>
                      </a:r>
                    </a:p>
                  </a:txBody>
                  <a:tcPr anchor="ctr">
                    <a:solidFill>
                      <a:schemeClr val="accent1"/>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3964935851"/>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1.2.6.1</a:t>
                      </a:r>
                    </a:p>
                  </a:txBody>
                  <a:tcPr anchor="ctr">
                    <a:solidFill>
                      <a:schemeClr val="accent1"/>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2246006590"/>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1.2.6.3</a:t>
                      </a:r>
                    </a:p>
                  </a:txBody>
                  <a:tcPr anchor="ctr">
                    <a:solidFill>
                      <a:schemeClr val="accent1"/>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836719246"/>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1.2.6.5</a:t>
                      </a:r>
                    </a:p>
                  </a:txBody>
                  <a:tcPr anchor="ctr">
                    <a:solidFill>
                      <a:schemeClr val="accent1"/>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1191909874"/>
                  </a:ext>
                </a:extLst>
              </a:tr>
            </a:tbl>
          </a:graphicData>
        </a:graphic>
      </p:graphicFrame>
      <p:graphicFrame>
        <p:nvGraphicFramePr>
          <p:cNvPr id="9" name="Tableau 8">
            <a:extLst>
              <a:ext uri="{FF2B5EF4-FFF2-40B4-BE49-F238E27FC236}">
                <a16:creationId xmlns:a16="http://schemas.microsoft.com/office/drawing/2014/main" id="{4E2F8476-1D9B-F59F-3B36-E33FE3A033BD}"/>
              </a:ext>
            </a:extLst>
          </p:cNvPr>
          <p:cNvGraphicFramePr>
            <a:graphicFrameLocks noGrp="1"/>
          </p:cNvGraphicFramePr>
          <p:nvPr>
            <p:extLst>
              <p:ext uri="{D42A27DB-BD31-4B8C-83A1-F6EECF244321}">
                <p14:modId xmlns:p14="http://schemas.microsoft.com/office/powerpoint/2010/main" val="3205101607"/>
              </p:ext>
            </p:extLst>
          </p:nvPr>
        </p:nvGraphicFramePr>
        <p:xfrm>
          <a:off x="1505207" y="5963403"/>
          <a:ext cx="8861428" cy="528202"/>
        </p:xfrm>
        <a:graphic>
          <a:graphicData uri="http://schemas.openxmlformats.org/drawingml/2006/table">
            <a:tbl>
              <a:tblPr firstCol="1" bandRow="1">
                <a:tableStyleId>{5C22544A-7EE6-4342-B048-85BDC9FD1C3A}</a:tableStyleId>
              </a:tblPr>
              <a:tblGrid>
                <a:gridCol w="1028700">
                  <a:extLst>
                    <a:ext uri="{9D8B030D-6E8A-4147-A177-3AD203B41FA5}">
                      <a16:colId xmlns:a16="http://schemas.microsoft.com/office/drawing/2014/main" val="3592222856"/>
                    </a:ext>
                  </a:extLst>
                </a:gridCol>
                <a:gridCol w="1219200">
                  <a:extLst>
                    <a:ext uri="{9D8B030D-6E8A-4147-A177-3AD203B41FA5}">
                      <a16:colId xmlns:a16="http://schemas.microsoft.com/office/drawing/2014/main" val="765939601"/>
                    </a:ext>
                  </a:extLst>
                </a:gridCol>
                <a:gridCol w="4962525">
                  <a:extLst>
                    <a:ext uri="{9D8B030D-6E8A-4147-A177-3AD203B41FA5}">
                      <a16:colId xmlns:a16="http://schemas.microsoft.com/office/drawing/2014/main" val="3432360843"/>
                    </a:ext>
                  </a:extLst>
                </a:gridCol>
                <a:gridCol w="1651003">
                  <a:extLst>
                    <a:ext uri="{9D8B030D-6E8A-4147-A177-3AD203B41FA5}">
                      <a16:colId xmlns:a16="http://schemas.microsoft.com/office/drawing/2014/main" val="317854955"/>
                    </a:ext>
                  </a:extLst>
                </a:gridCol>
              </a:tblGrid>
              <a:tr h="528202">
                <a:tc>
                  <a:txBody>
                    <a:bodyPr/>
                    <a:lstStyle/>
                    <a:p>
                      <a:pPr algn="r"/>
                      <a:r>
                        <a:rPr lang="fr-FR" sz="1400" i="1" dirty="0"/>
                        <a:t>Légende:</a:t>
                      </a:r>
                    </a:p>
                  </a:txBody>
                  <a:tcPr anchor="ctr"/>
                </a:tc>
                <a:tc>
                  <a:txBody>
                    <a:bodyPr/>
                    <a:lstStyle/>
                    <a:p>
                      <a:r>
                        <a:rPr lang="fr-FR" sz="1400" i="1" dirty="0"/>
                        <a:t>Compatible</a:t>
                      </a:r>
                    </a:p>
                  </a:txBody>
                  <a:tcPr anchor="ctr">
                    <a:solidFill>
                      <a:schemeClr val="accent6"/>
                    </a:solidFill>
                  </a:tcPr>
                </a:tc>
                <a:tc>
                  <a:txBody>
                    <a:bodyPr/>
                    <a:lstStyle/>
                    <a:p>
                      <a:r>
                        <a:rPr lang="fr-FR" sz="1400" i="1" dirty="0"/>
                        <a:t>Utilisable mais certaines données peuvent ne pas s’afficher correctement</a:t>
                      </a:r>
                    </a:p>
                  </a:txBody>
                  <a:tcPr anchor="ctr">
                    <a:solidFill>
                      <a:schemeClr val="accent4"/>
                    </a:solidFill>
                  </a:tcPr>
                </a:tc>
                <a:tc>
                  <a:txBody>
                    <a:bodyPr/>
                    <a:lstStyle/>
                    <a:p>
                      <a:r>
                        <a:rPr lang="fr-FR" sz="1400" i="1" dirty="0"/>
                        <a:t>Incompatible</a:t>
                      </a:r>
                    </a:p>
                  </a:txBody>
                  <a:tcPr anchor="ctr">
                    <a:solidFill>
                      <a:srgbClr val="FF0000"/>
                    </a:solidFill>
                  </a:tcPr>
                </a:tc>
                <a:extLst>
                  <a:ext uri="{0D108BD9-81ED-4DB2-BD59-A6C34878D82A}">
                    <a16:rowId xmlns:a16="http://schemas.microsoft.com/office/drawing/2014/main" val="3053299885"/>
                  </a:ext>
                </a:extLst>
              </a:tr>
            </a:tbl>
          </a:graphicData>
        </a:graphic>
      </p:graphicFrame>
    </p:spTree>
    <p:extLst>
      <p:ext uri="{BB962C8B-B14F-4D97-AF65-F5344CB8AC3E}">
        <p14:creationId xmlns:p14="http://schemas.microsoft.com/office/powerpoint/2010/main" val="40796302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Historique des versions</a:t>
            </a:r>
          </a:p>
        </p:txBody>
      </p:sp>
      <p:sp>
        <p:nvSpPr>
          <p:cNvPr id="2" name="Espace réservé du texte 1">
            <a:extLst>
              <a:ext uri="{FF2B5EF4-FFF2-40B4-BE49-F238E27FC236}">
                <a16:creationId xmlns:a16="http://schemas.microsoft.com/office/drawing/2014/main" id="{413A7101-73A3-9752-1C42-D8A61847139A}"/>
              </a:ext>
            </a:extLst>
          </p:cNvPr>
          <p:cNvSpPr>
            <a:spLocks noGrp="1"/>
          </p:cNvSpPr>
          <p:nvPr>
            <p:ph type="body" idx="1"/>
          </p:nvPr>
        </p:nvSpPr>
        <p:spPr>
          <a:xfrm>
            <a:off x="339901" y="2090500"/>
            <a:ext cx="5153779" cy="1785717"/>
          </a:xfrm>
        </p:spPr>
        <p:txBody>
          <a:bodyPr/>
          <a:lstStyle/>
          <a:p>
            <a:r>
              <a:rPr lang="fr-FR" sz="1200" b="1" dirty="0">
                <a:latin typeface="Barlow" panose="00000500000000000000" pitchFamily="2" charset="0"/>
              </a:rPr>
              <a:t>v1.2.1.0 – 20/04/2024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pPr marL="101598" indent="0">
              <a:buNone/>
            </a:pPr>
            <a:endParaRPr lang="fr-FR" sz="1200" b="1" dirty="0">
              <a:latin typeface="Barlow" panose="00000500000000000000" pitchFamily="2" charset="0"/>
            </a:endParaRPr>
          </a:p>
          <a:p>
            <a:r>
              <a:rPr lang="fr-FR" sz="1200" b="1" dirty="0">
                <a:latin typeface="Barlow" panose="00000500000000000000" pitchFamily="2" charset="0"/>
              </a:rPr>
              <a:t>1.2.0.0 – 06/02/2024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pPr marL="101598" indent="0">
              <a:buNone/>
            </a:pPr>
            <a:endParaRPr lang="fr-FR" sz="1200" b="1" dirty="0">
              <a:latin typeface="Barlow" panose="00000500000000000000" pitchFamily="2" charset="0"/>
            </a:endParaRP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sp>
        <p:nvSpPr>
          <p:cNvPr id="3" name="Espace réservé du texte 1">
            <a:extLst>
              <a:ext uri="{FF2B5EF4-FFF2-40B4-BE49-F238E27FC236}">
                <a16:creationId xmlns:a16="http://schemas.microsoft.com/office/drawing/2014/main" id="{B3EE5219-3DA4-F35F-1D3D-92C34915FD0A}"/>
              </a:ext>
            </a:extLst>
          </p:cNvPr>
          <p:cNvSpPr txBox="1">
            <a:spLocks/>
          </p:cNvSpPr>
          <p:nvPr/>
        </p:nvSpPr>
        <p:spPr>
          <a:xfrm>
            <a:off x="5833582" y="2090500"/>
            <a:ext cx="6277729" cy="3787178"/>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sz="1200" b="1" dirty="0">
                <a:latin typeface="Barlow" panose="00000500000000000000" pitchFamily="2" charset="0"/>
              </a:rPr>
              <a:t>v1.1.1.3 – 06/12/2023</a:t>
            </a:r>
          </a:p>
          <a:p>
            <a:pPr lvl="1">
              <a:spcBef>
                <a:spcPts val="0"/>
              </a:spcBef>
            </a:pPr>
            <a:r>
              <a:rPr lang="fr-FR" sz="1200" dirty="0">
                <a:latin typeface="Barlow" panose="00000500000000000000" pitchFamily="2" charset="0"/>
              </a:rPr>
              <a:t>Correction du non affichage du </a:t>
            </a:r>
            <a:r>
              <a:rPr lang="fr-FR" sz="1200" dirty="0" err="1">
                <a:latin typeface="Barlow" panose="00000500000000000000" pitchFamily="2" charset="0"/>
              </a:rPr>
              <a:t>status</a:t>
            </a:r>
            <a:r>
              <a:rPr lang="fr-FR" sz="1200" dirty="0">
                <a:latin typeface="Barlow" panose="00000500000000000000" pitchFamily="2" charset="0"/>
              </a:rPr>
              <a:t> FTP en cas de nettoyage</a:t>
            </a:r>
          </a:p>
          <a:p>
            <a:pPr lvl="1">
              <a:spcBef>
                <a:spcPts val="0"/>
              </a:spcBef>
            </a:pPr>
            <a:r>
              <a:rPr lang="fr-FR" sz="1200" dirty="0">
                <a:latin typeface="Barlow" panose="00000500000000000000" pitchFamily="2" charset="0"/>
              </a:rPr>
              <a:t>Correction d'un bug FTP Not a Regular File en </a:t>
            </a:r>
            <a:r>
              <a:rPr lang="fr-FR" sz="1200" dirty="0" err="1">
                <a:latin typeface="Barlow" panose="00000500000000000000" pitchFamily="2" charset="0"/>
              </a:rPr>
              <a:t>debut</a:t>
            </a:r>
            <a:r>
              <a:rPr lang="fr-FR" sz="1200" dirty="0">
                <a:latin typeface="Barlow" panose="00000500000000000000" pitchFamily="2" charset="0"/>
              </a:rPr>
              <a:t> de </a:t>
            </a:r>
            <a:r>
              <a:rPr lang="fr-FR" sz="1200" dirty="0" err="1">
                <a:latin typeface="Barlow" panose="00000500000000000000" pitchFamily="2" charset="0"/>
              </a:rPr>
              <a:t>competition</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v1.1.1.2 – 25/11/2023</a:t>
            </a:r>
          </a:p>
          <a:p>
            <a:pPr lvl="1">
              <a:spcBef>
                <a:spcPts val="0"/>
              </a:spcBef>
            </a:pPr>
            <a:r>
              <a:rPr lang="fr-FR" sz="1200" dirty="0">
                <a:latin typeface="Barlow" panose="00000500000000000000" pitchFamily="2" charset="0"/>
              </a:rPr>
              <a:t>Correction anomalie en cas d'écartement Ligue</a:t>
            </a:r>
          </a:p>
          <a:p>
            <a:endParaRPr lang="fr-FR" sz="1200" b="1" dirty="0">
              <a:latin typeface="Barlow" panose="00000500000000000000" pitchFamily="2" charset="0"/>
            </a:endParaRPr>
          </a:p>
          <a:p>
            <a:r>
              <a:rPr lang="fr-FR" sz="1200" b="1" dirty="0">
                <a:latin typeface="Barlow" panose="00000500000000000000" pitchFamily="2" charset="0"/>
              </a:rPr>
              <a:t>v1.1.1.1 – 23/11/2023</a:t>
            </a:r>
          </a:p>
          <a:p>
            <a:pPr lvl="1">
              <a:spcBef>
                <a:spcPts val="0"/>
              </a:spcBef>
            </a:pPr>
            <a:r>
              <a:rPr lang="fr-FR" sz="1200" dirty="0">
                <a:latin typeface="Barlow" panose="00000500000000000000" pitchFamily="2" charset="0"/>
              </a:rPr>
              <a:t>Prise en compte des certificats serveurs auto approuvés</a:t>
            </a:r>
          </a:p>
          <a:p>
            <a:endParaRPr lang="fr-FR" sz="1200" b="1" dirty="0">
              <a:latin typeface="Barlow" panose="00000500000000000000" pitchFamily="2" charset="0"/>
            </a:endParaRPr>
          </a:p>
          <a:p>
            <a:r>
              <a:rPr lang="fr-FR" sz="1200" b="1" dirty="0">
                <a:latin typeface="Barlow" panose="00000500000000000000" pitchFamily="2" charset="0"/>
              </a:rPr>
              <a:t>v1.1.1.0 – 22/10/2023</a:t>
            </a:r>
          </a:p>
          <a:p>
            <a:pPr lvl="1">
              <a:spcBef>
                <a:spcPts val="0"/>
              </a:spcBef>
            </a:pPr>
            <a:r>
              <a:rPr lang="fr-FR" sz="1200" dirty="0">
                <a:latin typeface="Barlow" panose="00000500000000000000" pitchFamily="2" charset="0"/>
              </a:rPr>
              <a:t>Migration vers Installeur </a:t>
            </a:r>
            <a:r>
              <a:rPr lang="fr-FR" sz="1200" dirty="0" err="1">
                <a:latin typeface="Barlow" panose="00000500000000000000" pitchFamily="2" charset="0"/>
              </a:rPr>
              <a:t>innoSetup</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v1.1.0.0 – 19/09/2023</a:t>
            </a:r>
          </a:p>
          <a:p>
            <a:pPr lvl="1">
              <a:spcBef>
                <a:spcPts val="0"/>
              </a:spcBef>
            </a:pPr>
            <a:r>
              <a:rPr lang="fr-FR" sz="1200" dirty="0">
                <a:latin typeface="Barlow" panose="00000500000000000000" pitchFamily="2" charset="0"/>
              </a:rPr>
              <a:t>Modernisation du design du site web (changement de librairie vers W3.CSS).</a:t>
            </a:r>
          </a:p>
          <a:p>
            <a:pPr lvl="1">
              <a:spcBef>
                <a:spcPts val="0"/>
              </a:spcBef>
            </a:pPr>
            <a:r>
              <a:rPr lang="fr-FR" sz="1200" dirty="0">
                <a:latin typeface="Barlow" panose="00000500000000000000" pitchFamily="2" charset="0"/>
              </a:rPr>
              <a:t>Amélioration de la gestion FTP</a:t>
            </a:r>
          </a:p>
          <a:p>
            <a:endParaRPr lang="fr-FR" sz="1200" b="1" dirty="0">
              <a:latin typeface="Barlow" panose="00000500000000000000" pitchFamily="2" charset="0"/>
            </a:endParaRPr>
          </a:p>
          <a:p>
            <a:r>
              <a:rPr lang="fr-FR" sz="1200" b="1" dirty="0">
                <a:latin typeface="Barlow" panose="00000500000000000000" pitchFamily="2" charset="0"/>
              </a:rPr>
              <a:t>v1.0.0.0 – 25/04/2023</a:t>
            </a:r>
          </a:p>
          <a:p>
            <a:pPr lvl="1">
              <a:spcBef>
                <a:spcPts val="0"/>
              </a:spcBef>
            </a:pPr>
            <a:r>
              <a:rPr lang="fr-FR" sz="1200" dirty="0">
                <a:latin typeface="Barlow" panose="00000500000000000000" pitchFamily="2" charset="0"/>
              </a:rPr>
              <a:t>Version initiale</a:t>
            </a:r>
          </a:p>
        </p:txBody>
      </p:sp>
    </p:spTree>
    <p:extLst>
      <p:ext uri="{BB962C8B-B14F-4D97-AF65-F5344CB8AC3E}">
        <p14:creationId xmlns:p14="http://schemas.microsoft.com/office/powerpoint/2010/main" val="21024270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96" name="Espace réservé du texte 95">
            <a:extLst>
              <a:ext uri="{FF2B5EF4-FFF2-40B4-BE49-F238E27FC236}">
                <a16:creationId xmlns:a16="http://schemas.microsoft.com/office/drawing/2014/main" id="{632EA303-8082-81B4-4011-C47156776500}"/>
              </a:ext>
            </a:extLst>
          </p:cNvPr>
          <p:cNvSpPr>
            <a:spLocks noGrp="1"/>
          </p:cNvSpPr>
          <p:nvPr>
            <p:ph type="body" idx="1"/>
          </p:nvPr>
        </p:nvSpPr>
        <p:spPr>
          <a:xfrm>
            <a:off x="294171" y="2705491"/>
            <a:ext cx="5648329" cy="2692716"/>
          </a:xfrm>
        </p:spPr>
        <p:txBody>
          <a:bodyPr/>
          <a:lstStyle/>
          <a:p>
            <a:pPr marL="101598" indent="0">
              <a:buNone/>
            </a:pPr>
            <a:r>
              <a:rPr lang="fr-FR" b="1" dirty="0"/>
              <a:t>Icones communs</a:t>
            </a:r>
          </a:p>
          <a:p>
            <a:pPr lvl="1">
              <a:lnSpc>
                <a:spcPct val="150000"/>
              </a:lnSpc>
            </a:pPr>
            <a:r>
              <a:rPr lang="fr-FR" sz="2000" dirty="0"/>
              <a:t>Ouvre le panneau de navigation</a:t>
            </a:r>
          </a:p>
          <a:p>
            <a:pPr lvl="1">
              <a:lnSpc>
                <a:spcPct val="150000"/>
              </a:lnSpc>
            </a:pPr>
            <a:r>
              <a:rPr lang="fr-FR" sz="2000" dirty="0"/>
              <a:t>Déplie une zone d’affichage masquée</a:t>
            </a:r>
          </a:p>
          <a:p>
            <a:pPr lvl="1">
              <a:lnSpc>
                <a:spcPct val="150000"/>
              </a:lnSpc>
            </a:pPr>
            <a:r>
              <a:rPr lang="fr-FR" sz="2000" dirty="0"/>
              <a:t>Replie une zone d’affichage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2"/>
          <a:srcRect r="93167" b="81568"/>
          <a:stretch/>
        </p:blipFill>
        <p:spPr>
          <a:xfrm>
            <a:off x="582477" y="3207350"/>
            <a:ext cx="390526" cy="423110"/>
          </a:xfrm>
          <a:prstGeom prst="rect">
            <a:avLst/>
          </a:prstGeom>
        </p:spPr>
      </p:pic>
      <p:pic>
        <p:nvPicPr>
          <p:cNvPr id="93" name="Image 92">
            <a:extLst>
              <a:ext uri="{FF2B5EF4-FFF2-40B4-BE49-F238E27FC236}">
                <a16:creationId xmlns:a16="http://schemas.microsoft.com/office/drawing/2014/main" id="{5CA17C80-E623-1F6D-0B3B-1C4BAB12603F}"/>
              </a:ext>
            </a:extLst>
          </p:cNvPr>
          <p:cNvPicPr>
            <a:picLocks noChangeAspect="1"/>
          </p:cNvPicPr>
          <p:nvPr/>
        </p:nvPicPr>
        <p:blipFill rotWithShape="1">
          <a:blip r:embed="rId3"/>
          <a:srcRect l="4066" t="28114" r="92396" b="66858"/>
          <a:stretch/>
        </p:blipFill>
        <p:spPr>
          <a:xfrm>
            <a:off x="607243" y="4298044"/>
            <a:ext cx="375825" cy="423110"/>
          </a:xfrm>
          <a:prstGeom prst="rect">
            <a:avLst/>
          </a:prstGeom>
        </p:spPr>
      </p:pic>
      <p:pic>
        <p:nvPicPr>
          <p:cNvPr id="95" name="Image 94">
            <a:extLst>
              <a:ext uri="{FF2B5EF4-FFF2-40B4-BE49-F238E27FC236}">
                <a16:creationId xmlns:a16="http://schemas.microsoft.com/office/drawing/2014/main" id="{984867CE-3E59-9C52-93FB-A0A9C0CD7583}"/>
              </a:ext>
            </a:extLst>
          </p:cNvPr>
          <p:cNvPicPr>
            <a:picLocks noChangeAspect="1"/>
          </p:cNvPicPr>
          <p:nvPr/>
        </p:nvPicPr>
        <p:blipFill rotWithShape="1">
          <a:blip r:embed="rId4"/>
          <a:srcRect l="4114" t="72819" r="92274" b="17419"/>
          <a:stretch/>
        </p:blipFill>
        <p:spPr>
          <a:xfrm>
            <a:off x="607243" y="3779112"/>
            <a:ext cx="365760" cy="370280"/>
          </a:xfrm>
          <a:prstGeom prst="rect">
            <a:avLst/>
          </a:prstGeom>
        </p:spPr>
      </p:pic>
      <p:pic>
        <p:nvPicPr>
          <p:cNvPr id="97" name="Image 96">
            <a:extLst>
              <a:ext uri="{FF2B5EF4-FFF2-40B4-BE49-F238E27FC236}">
                <a16:creationId xmlns:a16="http://schemas.microsoft.com/office/drawing/2014/main" id="{2AEA0DFA-979E-1831-3CDF-EB998F1592C7}"/>
              </a:ext>
            </a:extLst>
          </p:cNvPr>
          <p:cNvPicPr>
            <a:picLocks noChangeAspect="1"/>
          </p:cNvPicPr>
          <p:nvPr/>
        </p:nvPicPr>
        <p:blipFill>
          <a:blip r:embed="rId5"/>
          <a:stretch>
            <a:fillRect/>
          </a:stretch>
        </p:blipFill>
        <p:spPr>
          <a:xfrm>
            <a:off x="6547450" y="1065770"/>
            <a:ext cx="5125529" cy="5383094"/>
          </a:xfrm>
          <a:prstGeom prst="rect">
            <a:avLst/>
          </a:prstGeom>
        </p:spPr>
      </p:pic>
      <p:sp>
        <p:nvSpPr>
          <p:cNvPr id="98" name="Rectangle 97">
            <a:extLst>
              <a:ext uri="{FF2B5EF4-FFF2-40B4-BE49-F238E27FC236}">
                <a16:creationId xmlns:a16="http://schemas.microsoft.com/office/drawing/2014/main" id="{C1D59BD6-8545-5BFA-DC66-AF87077CEC4E}"/>
              </a:ext>
            </a:extLst>
          </p:cNvPr>
          <p:cNvSpPr/>
          <p:nvPr/>
        </p:nvSpPr>
        <p:spPr>
          <a:xfrm>
            <a:off x="6547450" y="1520147"/>
            <a:ext cx="5125528" cy="4588254"/>
          </a:xfrm>
          <a:prstGeom prst="rect">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solidFill>
                  <a:schemeClr val="lt1"/>
                </a:solidFill>
              </a:rPr>
              <a:t>Affichage des informations</a:t>
            </a:r>
          </a:p>
        </p:txBody>
      </p:sp>
      <p:sp>
        <p:nvSpPr>
          <p:cNvPr id="99" name="Légende : encadrée à une bordure 98">
            <a:extLst>
              <a:ext uri="{FF2B5EF4-FFF2-40B4-BE49-F238E27FC236}">
                <a16:creationId xmlns:a16="http://schemas.microsoft.com/office/drawing/2014/main" id="{3C9B238E-A3E8-0741-3EC5-FFAFFCE4A2F9}"/>
              </a:ext>
            </a:extLst>
          </p:cNvPr>
          <p:cNvSpPr/>
          <p:nvPr/>
        </p:nvSpPr>
        <p:spPr>
          <a:xfrm flipH="1">
            <a:off x="3873260" y="5804245"/>
            <a:ext cx="2309004" cy="436961"/>
          </a:xfrm>
          <a:prstGeom prst="accentBorderCallout1">
            <a:avLst>
              <a:gd name="adj1" fmla="val 18750"/>
              <a:gd name="adj2" fmla="val -8333"/>
              <a:gd name="adj3" fmla="val 116381"/>
              <a:gd name="adj4" fmla="val -9052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Date et heure de génération de la page</a:t>
            </a:r>
          </a:p>
        </p:txBody>
      </p:sp>
      <p:sp>
        <p:nvSpPr>
          <p:cNvPr id="100" name="Rectangle 99">
            <a:extLst>
              <a:ext uri="{FF2B5EF4-FFF2-40B4-BE49-F238E27FC236}">
                <a16:creationId xmlns:a16="http://schemas.microsoft.com/office/drawing/2014/main" id="{2EAF2B2D-282C-03B6-9184-4DF717E359C8}"/>
              </a:ext>
            </a:extLst>
          </p:cNvPr>
          <p:cNvSpPr/>
          <p:nvPr/>
        </p:nvSpPr>
        <p:spPr>
          <a:xfrm>
            <a:off x="8285555" y="6193764"/>
            <a:ext cx="1634822" cy="2103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2" name="Rectangle 101">
            <a:extLst>
              <a:ext uri="{FF2B5EF4-FFF2-40B4-BE49-F238E27FC236}">
                <a16:creationId xmlns:a16="http://schemas.microsoft.com/office/drawing/2014/main" id="{E97E29FF-67E6-A642-B9C3-A853D238957C}"/>
              </a:ext>
            </a:extLst>
          </p:cNvPr>
          <p:cNvSpPr/>
          <p:nvPr/>
        </p:nvSpPr>
        <p:spPr>
          <a:xfrm>
            <a:off x="6532750" y="1090193"/>
            <a:ext cx="390526" cy="3331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3" name="Légende : encadrée à une bordure 102">
            <a:extLst>
              <a:ext uri="{FF2B5EF4-FFF2-40B4-BE49-F238E27FC236}">
                <a16:creationId xmlns:a16="http://schemas.microsoft.com/office/drawing/2014/main" id="{F64F9F6D-CE22-254B-E61B-658E501A5F75}"/>
              </a:ext>
            </a:extLst>
          </p:cNvPr>
          <p:cNvSpPr/>
          <p:nvPr/>
        </p:nvSpPr>
        <p:spPr>
          <a:xfrm flipH="1">
            <a:off x="4386639" y="1719483"/>
            <a:ext cx="1709361" cy="579970"/>
          </a:xfrm>
          <a:prstGeom prst="accentBorderCallout1">
            <a:avLst>
              <a:gd name="adj1" fmla="val 18750"/>
              <a:gd name="adj2" fmla="val -8333"/>
              <a:gd name="adj3" fmla="val -42724"/>
              <a:gd name="adj4" fmla="val -306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104" name="Légende : encadrée à une bordure 103">
            <a:extLst>
              <a:ext uri="{FF2B5EF4-FFF2-40B4-BE49-F238E27FC236}">
                <a16:creationId xmlns:a16="http://schemas.microsoft.com/office/drawing/2014/main" id="{5A54C490-7140-FC0A-C192-022E3030A5F2}"/>
              </a:ext>
            </a:extLst>
          </p:cNvPr>
          <p:cNvSpPr/>
          <p:nvPr/>
        </p:nvSpPr>
        <p:spPr>
          <a:xfrm flipH="1">
            <a:off x="6923276" y="506826"/>
            <a:ext cx="2309004" cy="436961"/>
          </a:xfrm>
          <a:prstGeom prst="accentBorderCallout1">
            <a:avLst>
              <a:gd name="adj1" fmla="val 18750"/>
              <a:gd name="adj2" fmla="val -8333"/>
              <a:gd name="adj3" fmla="val 181529"/>
              <a:gd name="adj4" fmla="val -79312"/>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Logo sélectionné</a:t>
            </a:r>
          </a:p>
        </p:txBody>
      </p:sp>
      <p:sp>
        <p:nvSpPr>
          <p:cNvPr id="105" name="Rectangle 104">
            <a:extLst>
              <a:ext uri="{FF2B5EF4-FFF2-40B4-BE49-F238E27FC236}">
                <a16:creationId xmlns:a16="http://schemas.microsoft.com/office/drawing/2014/main" id="{9F20B463-53F3-1023-B35D-CD0F36B08443}"/>
              </a:ext>
            </a:extLst>
          </p:cNvPr>
          <p:cNvSpPr/>
          <p:nvPr/>
        </p:nvSpPr>
        <p:spPr>
          <a:xfrm>
            <a:off x="11084943" y="1082569"/>
            <a:ext cx="408316" cy="3407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2158388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2433261" y="2229973"/>
            <a:ext cx="2114550" cy="3152674"/>
          </a:xfrm>
          <a:prstGeom prst="roundRect">
            <a:avLst>
              <a:gd name="adj" fmla="val 5969"/>
            </a:avLst>
          </a:prstGeom>
        </p:spPr>
        <p:style>
          <a:lnRef idx="2">
            <a:schemeClr val="accent5"/>
          </a:lnRef>
          <a:fillRef idx="1">
            <a:schemeClr val="lt1"/>
          </a:fillRef>
          <a:effectRef idx="0">
            <a:schemeClr val="accent5"/>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D90452C1-256C-09A6-C01D-DC1678FCD034}"/>
              </a:ext>
            </a:extLst>
          </p:cNvPr>
          <p:cNvSpPr/>
          <p:nvPr/>
        </p:nvSpPr>
        <p:spPr>
          <a:xfrm>
            <a:off x="6098858" y="4633252"/>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 (choix de catégorie)</a:t>
            </a:r>
          </a:p>
        </p:txBody>
      </p:sp>
      <p:sp>
        <p:nvSpPr>
          <p:cNvPr id="5" name="Rectangle : coins arrondis 4">
            <a:extLst>
              <a:ext uri="{FF2B5EF4-FFF2-40B4-BE49-F238E27FC236}">
                <a16:creationId xmlns:a16="http://schemas.microsoft.com/office/drawing/2014/main" id="{D9CAF4C6-5999-859E-C196-29EBBE376E89}"/>
              </a:ext>
            </a:extLst>
          </p:cNvPr>
          <p:cNvSpPr/>
          <p:nvPr/>
        </p:nvSpPr>
        <p:spPr>
          <a:xfrm>
            <a:off x="9307832" y="3972752"/>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Tableaux de catégorie</a:t>
            </a:r>
          </a:p>
        </p:txBody>
      </p:sp>
      <p:sp>
        <p:nvSpPr>
          <p:cNvPr id="7" name="Rectangle : coins arrondis 6">
            <a:extLst>
              <a:ext uri="{FF2B5EF4-FFF2-40B4-BE49-F238E27FC236}">
                <a16:creationId xmlns:a16="http://schemas.microsoft.com/office/drawing/2014/main" id="{7087A589-9FC2-FD64-65CC-811A39D1A8CA}"/>
              </a:ext>
            </a:extLst>
          </p:cNvPr>
          <p:cNvSpPr/>
          <p:nvPr/>
        </p:nvSpPr>
        <p:spPr>
          <a:xfrm>
            <a:off x="9307833" y="4830745"/>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cxnSp>
        <p:nvCxnSpPr>
          <p:cNvPr id="11" name="Connecteur : en angle 10">
            <a:extLst>
              <a:ext uri="{FF2B5EF4-FFF2-40B4-BE49-F238E27FC236}">
                <a16:creationId xmlns:a16="http://schemas.microsoft.com/office/drawing/2014/main" id="{FFA146B2-0AD5-25A5-27D4-F4F7A616D96B}"/>
              </a:ext>
            </a:extLst>
          </p:cNvPr>
          <p:cNvCxnSpPr>
            <a:stCxn id="3" idx="3"/>
            <a:endCxn id="5" idx="1"/>
          </p:cNvCxnSpPr>
          <p:nvPr/>
        </p:nvCxnSpPr>
        <p:spPr>
          <a:xfrm flipV="1">
            <a:off x="7727634" y="4236952"/>
            <a:ext cx="1580198" cy="66050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Connecteur : en angle 10">
            <a:extLst>
              <a:ext uri="{FF2B5EF4-FFF2-40B4-BE49-F238E27FC236}">
                <a16:creationId xmlns:a16="http://schemas.microsoft.com/office/drawing/2014/main" id="{F6AEDAB8-958C-A269-370A-EBE3EDB20C7B}"/>
              </a:ext>
            </a:extLst>
          </p:cNvPr>
          <p:cNvCxnSpPr>
            <a:cxnSpLocks/>
            <a:stCxn id="3" idx="3"/>
            <a:endCxn id="7" idx="1"/>
          </p:cNvCxnSpPr>
          <p:nvPr/>
        </p:nvCxnSpPr>
        <p:spPr>
          <a:xfrm>
            <a:off x="7727634" y="4897452"/>
            <a:ext cx="1580199" cy="197493"/>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Rectangle : coins arrondis 18">
            <a:extLst>
              <a:ext uri="{FF2B5EF4-FFF2-40B4-BE49-F238E27FC236}">
                <a16:creationId xmlns:a16="http://schemas.microsoft.com/office/drawing/2014/main" id="{769E8D03-59A6-5087-F0D8-84B291608D41}"/>
              </a:ext>
            </a:extLst>
          </p:cNvPr>
          <p:cNvSpPr/>
          <p:nvPr/>
        </p:nvSpPr>
        <p:spPr>
          <a:xfrm>
            <a:off x="2433261" y="2229973"/>
            <a:ext cx="2114550" cy="6336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r"/>
            <a:r>
              <a:rPr lang="fr-FR" dirty="0"/>
              <a:t>Panneau de navigation</a:t>
            </a:r>
          </a:p>
        </p:txBody>
      </p:sp>
      <p:sp>
        <p:nvSpPr>
          <p:cNvPr id="25" name="Rectangle : coins arrondis 24">
            <a:extLst>
              <a:ext uri="{FF2B5EF4-FFF2-40B4-BE49-F238E27FC236}">
                <a16:creationId xmlns:a16="http://schemas.microsoft.com/office/drawing/2014/main" id="{0C6E0737-9FE9-FC29-31A7-48016C78A949}"/>
              </a:ext>
            </a:extLst>
          </p:cNvPr>
          <p:cNvSpPr/>
          <p:nvPr/>
        </p:nvSpPr>
        <p:spPr>
          <a:xfrm>
            <a:off x="6098858" y="5615884"/>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 (choix de catégorie)</a:t>
            </a:r>
          </a:p>
        </p:txBody>
      </p:sp>
      <p:sp>
        <p:nvSpPr>
          <p:cNvPr id="27" name="Rectangle : coins arrondis 26">
            <a:extLst>
              <a:ext uri="{FF2B5EF4-FFF2-40B4-BE49-F238E27FC236}">
                <a16:creationId xmlns:a16="http://schemas.microsoft.com/office/drawing/2014/main" id="{DBDE66BA-AC85-87E6-72A1-F65241124F0A}"/>
              </a:ext>
            </a:extLst>
          </p:cNvPr>
          <p:cNvSpPr/>
          <p:nvPr/>
        </p:nvSpPr>
        <p:spPr>
          <a:xfrm>
            <a:off x="9107808" y="5821313"/>
            <a:ext cx="2028825"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cxnSp>
        <p:nvCxnSpPr>
          <p:cNvPr id="28" name="Connecteur : en angle 10">
            <a:extLst>
              <a:ext uri="{FF2B5EF4-FFF2-40B4-BE49-F238E27FC236}">
                <a16:creationId xmlns:a16="http://schemas.microsoft.com/office/drawing/2014/main" id="{BE64697A-1A40-BDC4-E8D6-AD8CD65F48AA}"/>
              </a:ext>
            </a:extLst>
          </p:cNvPr>
          <p:cNvCxnSpPr>
            <a:cxnSpLocks/>
            <a:stCxn id="25" idx="3"/>
            <a:endCxn id="27" idx="1"/>
          </p:cNvCxnSpPr>
          <p:nvPr/>
        </p:nvCxnSpPr>
        <p:spPr>
          <a:xfrm>
            <a:off x="7727634" y="5880084"/>
            <a:ext cx="1380174" cy="205429"/>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Rectangle : coins arrondis 33">
            <a:extLst>
              <a:ext uri="{FF2B5EF4-FFF2-40B4-BE49-F238E27FC236}">
                <a16:creationId xmlns:a16="http://schemas.microsoft.com/office/drawing/2014/main" id="{2A9E8854-3740-AEB4-DA1E-41A230566829}"/>
              </a:ext>
            </a:extLst>
          </p:cNvPr>
          <p:cNvSpPr/>
          <p:nvPr/>
        </p:nvSpPr>
        <p:spPr>
          <a:xfrm>
            <a:off x="6098858" y="1685358"/>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sp>
        <p:nvSpPr>
          <p:cNvPr id="36" name="Rectangle : coins arrondis 35">
            <a:extLst>
              <a:ext uri="{FF2B5EF4-FFF2-40B4-BE49-F238E27FC236}">
                <a16:creationId xmlns:a16="http://schemas.microsoft.com/office/drawing/2014/main" id="{1C05EB99-8F3D-FB84-32E4-476022E4C2CD}"/>
              </a:ext>
            </a:extLst>
          </p:cNvPr>
          <p:cNvSpPr/>
          <p:nvPr/>
        </p:nvSpPr>
        <p:spPr>
          <a:xfrm>
            <a:off x="5985982" y="2667989"/>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37" name="Rectangle : coins arrondis 36">
            <a:extLst>
              <a:ext uri="{FF2B5EF4-FFF2-40B4-BE49-F238E27FC236}">
                <a16:creationId xmlns:a16="http://schemas.microsoft.com/office/drawing/2014/main" id="{5D15D911-2337-C4AF-9F0A-FEF9DEA4E2D8}"/>
              </a:ext>
            </a:extLst>
          </p:cNvPr>
          <p:cNvSpPr/>
          <p:nvPr/>
        </p:nvSpPr>
        <p:spPr>
          <a:xfrm>
            <a:off x="9184007" y="2300831"/>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38" name="Image 37">
            <a:extLst>
              <a:ext uri="{FF2B5EF4-FFF2-40B4-BE49-F238E27FC236}">
                <a16:creationId xmlns:a16="http://schemas.microsoft.com/office/drawing/2014/main" id="{F27717C4-85AF-F32E-A5B5-CA748D196B86}"/>
              </a:ext>
            </a:extLst>
          </p:cNvPr>
          <p:cNvPicPr>
            <a:picLocks noChangeAspect="1"/>
          </p:cNvPicPr>
          <p:nvPr/>
        </p:nvPicPr>
        <p:blipFill>
          <a:blip r:embed="rId2"/>
          <a:stretch>
            <a:fillRect/>
          </a:stretch>
        </p:blipFill>
        <p:spPr>
          <a:xfrm>
            <a:off x="2795211" y="2966790"/>
            <a:ext cx="1390650" cy="2295525"/>
          </a:xfrm>
          <a:prstGeom prst="rect">
            <a:avLst/>
          </a:prstGeom>
        </p:spPr>
      </p:pic>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3"/>
          <a:srcRect r="93167" b="81568"/>
          <a:stretch/>
        </p:blipFill>
        <p:spPr>
          <a:xfrm>
            <a:off x="2527757" y="2335243"/>
            <a:ext cx="390526" cy="423110"/>
          </a:xfrm>
          <a:prstGeom prst="rect">
            <a:avLst/>
          </a:prstGeom>
        </p:spPr>
      </p:pic>
      <p:sp>
        <p:nvSpPr>
          <p:cNvPr id="41" name="Rectangle 40">
            <a:extLst>
              <a:ext uri="{FF2B5EF4-FFF2-40B4-BE49-F238E27FC236}">
                <a16:creationId xmlns:a16="http://schemas.microsoft.com/office/drawing/2014/main" id="{5891178D-4FE8-B5B9-12D6-443C5C6AE7BE}"/>
              </a:ext>
            </a:extLst>
          </p:cNvPr>
          <p:cNvSpPr/>
          <p:nvPr/>
        </p:nvSpPr>
        <p:spPr>
          <a:xfrm>
            <a:off x="2527757" y="2319223"/>
            <a:ext cx="390526" cy="43913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Légende : encadrée à une bordure 41">
            <a:extLst>
              <a:ext uri="{FF2B5EF4-FFF2-40B4-BE49-F238E27FC236}">
                <a16:creationId xmlns:a16="http://schemas.microsoft.com/office/drawing/2014/main" id="{7550A1AB-563A-55C2-7F20-8E0C0D19C8FA}"/>
              </a:ext>
            </a:extLst>
          </p:cNvPr>
          <p:cNvSpPr/>
          <p:nvPr/>
        </p:nvSpPr>
        <p:spPr>
          <a:xfrm flipH="1">
            <a:off x="285747" y="1667041"/>
            <a:ext cx="1709361" cy="579970"/>
          </a:xfrm>
          <a:prstGeom prst="accentBorderCallout1">
            <a:avLst>
              <a:gd name="adj1" fmla="val 18750"/>
              <a:gd name="adj2" fmla="val -8333"/>
              <a:gd name="adj3" fmla="val 114939"/>
              <a:gd name="adj4" fmla="val -4877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43" name="Légende : encadrée à une bordure 42">
            <a:extLst>
              <a:ext uri="{FF2B5EF4-FFF2-40B4-BE49-F238E27FC236}">
                <a16:creationId xmlns:a16="http://schemas.microsoft.com/office/drawing/2014/main" id="{641B8D95-C47E-7E6A-F7D3-91CFC57DD04F}"/>
              </a:ext>
            </a:extLst>
          </p:cNvPr>
          <p:cNvSpPr/>
          <p:nvPr/>
        </p:nvSpPr>
        <p:spPr>
          <a:xfrm flipH="1">
            <a:off x="228598" y="2597337"/>
            <a:ext cx="1725000" cy="579970"/>
          </a:xfrm>
          <a:prstGeom prst="accentBorderCallout1">
            <a:avLst>
              <a:gd name="adj1" fmla="val 18750"/>
              <a:gd name="adj2" fmla="val -8333"/>
              <a:gd name="adj3" fmla="val 79037"/>
              <a:gd name="adj4" fmla="val -5000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Ferme le panneau de navigation</a:t>
            </a:r>
          </a:p>
        </p:txBody>
      </p:sp>
      <p:sp>
        <p:nvSpPr>
          <p:cNvPr id="45" name="Rectangle 44">
            <a:extLst>
              <a:ext uri="{FF2B5EF4-FFF2-40B4-BE49-F238E27FC236}">
                <a16:creationId xmlns:a16="http://schemas.microsoft.com/office/drawing/2014/main" id="{0202075A-7D15-48B2-A463-A3EB0139ECFF}"/>
              </a:ext>
            </a:extLst>
          </p:cNvPr>
          <p:cNvSpPr/>
          <p:nvPr/>
        </p:nvSpPr>
        <p:spPr>
          <a:xfrm>
            <a:off x="2816827" y="295473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6" name="Légende : encadrée à une bordure 45">
            <a:extLst>
              <a:ext uri="{FF2B5EF4-FFF2-40B4-BE49-F238E27FC236}">
                <a16:creationId xmlns:a16="http://schemas.microsoft.com/office/drawing/2014/main" id="{C09CB9CA-8341-9FBB-C112-D91E388B9806}"/>
              </a:ext>
            </a:extLst>
          </p:cNvPr>
          <p:cNvSpPr/>
          <p:nvPr/>
        </p:nvSpPr>
        <p:spPr>
          <a:xfrm flipH="1">
            <a:off x="228598" y="3532043"/>
            <a:ext cx="1725000" cy="710686"/>
          </a:xfrm>
          <a:prstGeom prst="accentBorderCallout1">
            <a:avLst>
              <a:gd name="adj1" fmla="val 18750"/>
              <a:gd name="adj2" fmla="val -8333"/>
              <a:gd name="adj3" fmla="val -13837"/>
              <a:gd name="adj4" fmla="val -501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Actualisation automatique de la page</a:t>
            </a:r>
          </a:p>
        </p:txBody>
      </p:sp>
      <p:sp>
        <p:nvSpPr>
          <p:cNvPr id="47" name="Rectangle 46">
            <a:extLst>
              <a:ext uri="{FF2B5EF4-FFF2-40B4-BE49-F238E27FC236}">
                <a16:creationId xmlns:a16="http://schemas.microsoft.com/office/drawing/2014/main" id="{0BDE8FF6-9B91-F39C-0C0B-F633F52AAA78}"/>
              </a:ext>
            </a:extLst>
          </p:cNvPr>
          <p:cNvSpPr/>
          <p:nvPr/>
        </p:nvSpPr>
        <p:spPr>
          <a:xfrm>
            <a:off x="2828921" y="330651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F213951C-A8F3-F5A3-AF7B-CBBAFFB38DF4}"/>
              </a:ext>
            </a:extLst>
          </p:cNvPr>
          <p:cNvSpPr/>
          <p:nvPr/>
        </p:nvSpPr>
        <p:spPr>
          <a:xfrm flipH="1">
            <a:off x="228594" y="5877678"/>
            <a:ext cx="1680033" cy="436961"/>
          </a:xfrm>
          <a:prstGeom prst="accentBorderCallout1">
            <a:avLst>
              <a:gd name="adj1" fmla="val 18750"/>
              <a:gd name="adj2" fmla="val -8333"/>
              <a:gd name="adj3" fmla="val -268585"/>
              <a:gd name="adj4" fmla="val -595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Position courante</a:t>
            </a:r>
          </a:p>
        </p:txBody>
      </p:sp>
      <p:sp>
        <p:nvSpPr>
          <p:cNvPr id="49" name="Rectangle 48">
            <a:extLst>
              <a:ext uri="{FF2B5EF4-FFF2-40B4-BE49-F238E27FC236}">
                <a16:creationId xmlns:a16="http://schemas.microsoft.com/office/drawing/2014/main" id="{299BFEDB-DFFE-B803-9C49-A866E55786A6}"/>
              </a:ext>
            </a:extLst>
          </p:cNvPr>
          <p:cNvSpPr/>
          <p:nvPr/>
        </p:nvSpPr>
        <p:spPr>
          <a:xfrm>
            <a:off x="2795211" y="4398492"/>
            <a:ext cx="1402743" cy="303048"/>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Rectangle 49">
            <a:extLst>
              <a:ext uri="{FF2B5EF4-FFF2-40B4-BE49-F238E27FC236}">
                <a16:creationId xmlns:a16="http://schemas.microsoft.com/office/drawing/2014/main" id="{7EE7FD7E-D306-41D7-20DA-41609D50084B}"/>
              </a:ext>
            </a:extLst>
          </p:cNvPr>
          <p:cNvSpPr/>
          <p:nvPr/>
        </p:nvSpPr>
        <p:spPr>
          <a:xfrm>
            <a:off x="2828921" y="3675397"/>
            <a:ext cx="1356940" cy="426863"/>
          </a:xfrm>
          <a:custGeom>
            <a:avLst/>
            <a:gdLst>
              <a:gd name="connsiteX0" fmla="*/ 0 w 1356940"/>
              <a:gd name="connsiteY0" fmla="*/ 0 h 426863"/>
              <a:gd name="connsiteX1" fmla="*/ 479452 w 1356940"/>
              <a:gd name="connsiteY1" fmla="*/ 0 h 426863"/>
              <a:gd name="connsiteX2" fmla="*/ 904627 w 1356940"/>
              <a:gd name="connsiteY2" fmla="*/ 0 h 426863"/>
              <a:gd name="connsiteX3" fmla="*/ 1356940 w 1356940"/>
              <a:gd name="connsiteY3" fmla="*/ 0 h 426863"/>
              <a:gd name="connsiteX4" fmla="*/ 1356940 w 1356940"/>
              <a:gd name="connsiteY4" fmla="*/ 426863 h 426863"/>
              <a:gd name="connsiteX5" fmla="*/ 918196 w 1356940"/>
              <a:gd name="connsiteY5" fmla="*/ 426863 h 426863"/>
              <a:gd name="connsiteX6" fmla="*/ 438744 w 1356940"/>
              <a:gd name="connsiteY6" fmla="*/ 426863 h 426863"/>
              <a:gd name="connsiteX7" fmla="*/ 0 w 1356940"/>
              <a:gd name="connsiteY7" fmla="*/ 426863 h 426863"/>
              <a:gd name="connsiteX8" fmla="*/ 0 w 1356940"/>
              <a:gd name="connsiteY8" fmla="*/ 0 h 4268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940" h="426863"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66126" y="209487"/>
                  <a:pt x="1334543" y="217832"/>
                  <a:pt x="1356940" y="426863"/>
                </a:cubicBezTo>
                <a:cubicBezTo>
                  <a:pt x="1209653" y="451297"/>
                  <a:pt x="1042371" y="401582"/>
                  <a:pt x="918196" y="426863"/>
                </a:cubicBezTo>
                <a:cubicBezTo>
                  <a:pt x="794021" y="452144"/>
                  <a:pt x="535676" y="374443"/>
                  <a:pt x="438744" y="426863"/>
                </a:cubicBezTo>
                <a:cubicBezTo>
                  <a:pt x="341812" y="479283"/>
                  <a:pt x="148450" y="403986"/>
                  <a:pt x="0" y="426863"/>
                </a:cubicBezTo>
                <a:cubicBezTo>
                  <a:pt x="-33977" y="334677"/>
                  <a:pt x="3569" y="193072"/>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1" name="Rectangle 50">
            <a:extLst>
              <a:ext uri="{FF2B5EF4-FFF2-40B4-BE49-F238E27FC236}">
                <a16:creationId xmlns:a16="http://schemas.microsoft.com/office/drawing/2014/main" id="{8622F010-432B-653D-F3E2-E1ED13D4ADE6}"/>
              </a:ext>
            </a:extLst>
          </p:cNvPr>
          <p:cNvSpPr/>
          <p:nvPr/>
        </p:nvSpPr>
        <p:spPr>
          <a:xfrm>
            <a:off x="2816827" y="4143636"/>
            <a:ext cx="1369033" cy="213100"/>
          </a:xfrm>
          <a:custGeom>
            <a:avLst/>
            <a:gdLst>
              <a:gd name="connsiteX0" fmla="*/ 0 w 1369033"/>
              <a:gd name="connsiteY0" fmla="*/ 0 h 213100"/>
              <a:gd name="connsiteX1" fmla="*/ 483725 w 1369033"/>
              <a:gd name="connsiteY1" fmla="*/ 0 h 213100"/>
              <a:gd name="connsiteX2" fmla="*/ 912689 w 1369033"/>
              <a:gd name="connsiteY2" fmla="*/ 0 h 213100"/>
              <a:gd name="connsiteX3" fmla="*/ 1369033 w 1369033"/>
              <a:gd name="connsiteY3" fmla="*/ 0 h 213100"/>
              <a:gd name="connsiteX4" fmla="*/ 1369033 w 1369033"/>
              <a:gd name="connsiteY4" fmla="*/ 213100 h 213100"/>
              <a:gd name="connsiteX5" fmla="*/ 926379 w 1369033"/>
              <a:gd name="connsiteY5" fmla="*/ 213100 h 213100"/>
              <a:gd name="connsiteX6" fmla="*/ 442654 w 1369033"/>
              <a:gd name="connsiteY6" fmla="*/ 213100 h 213100"/>
              <a:gd name="connsiteX7" fmla="*/ 0 w 1369033"/>
              <a:gd name="connsiteY7" fmla="*/ 213100 h 213100"/>
              <a:gd name="connsiteX8" fmla="*/ 0 w 1369033"/>
              <a:gd name="connsiteY8" fmla="*/ 0 h 213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2" name="Légende : encadrée à une bordure 51">
            <a:extLst>
              <a:ext uri="{FF2B5EF4-FFF2-40B4-BE49-F238E27FC236}">
                <a16:creationId xmlns:a16="http://schemas.microsoft.com/office/drawing/2014/main" id="{4AB16756-4BA0-5875-5639-5011EC2AAE19}"/>
              </a:ext>
            </a:extLst>
          </p:cNvPr>
          <p:cNvSpPr/>
          <p:nvPr/>
        </p:nvSpPr>
        <p:spPr>
          <a:xfrm flipH="1">
            <a:off x="202213" y="4497937"/>
            <a:ext cx="1751385" cy="454039"/>
          </a:xfrm>
          <a:prstGeom prst="accentBorderCallout1">
            <a:avLst>
              <a:gd name="adj1" fmla="val 18750"/>
              <a:gd name="adj2" fmla="val -8333"/>
              <a:gd name="adj3" fmla="val -139623"/>
              <a:gd name="adj4" fmla="val -5156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Prochains Combats »</a:t>
            </a:r>
          </a:p>
        </p:txBody>
      </p:sp>
      <p:sp>
        <p:nvSpPr>
          <p:cNvPr id="53" name="Légende : encadrée à une bordure 52">
            <a:extLst>
              <a:ext uri="{FF2B5EF4-FFF2-40B4-BE49-F238E27FC236}">
                <a16:creationId xmlns:a16="http://schemas.microsoft.com/office/drawing/2014/main" id="{09BCE489-1688-8FFE-E92F-EA2159D7E7B8}"/>
              </a:ext>
            </a:extLst>
          </p:cNvPr>
          <p:cNvSpPr/>
          <p:nvPr/>
        </p:nvSpPr>
        <p:spPr>
          <a:xfrm flipH="1">
            <a:off x="228594" y="5161652"/>
            <a:ext cx="1766513" cy="461694"/>
          </a:xfrm>
          <a:prstGeom prst="accentBorderCallout1">
            <a:avLst>
              <a:gd name="adj1" fmla="val 18750"/>
              <a:gd name="adj2" fmla="val -8333"/>
              <a:gd name="adj3" fmla="val -199779"/>
              <a:gd name="adj4" fmla="val -48290"/>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Affectations »</a:t>
            </a:r>
          </a:p>
        </p:txBody>
      </p:sp>
      <p:sp>
        <p:nvSpPr>
          <p:cNvPr id="62" name="Rectangle : coins arrondis 61">
            <a:extLst>
              <a:ext uri="{FF2B5EF4-FFF2-40B4-BE49-F238E27FC236}">
                <a16:creationId xmlns:a16="http://schemas.microsoft.com/office/drawing/2014/main" id="{953607BB-9442-2079-0C90-254B1DC90A98}"/>
              </a:ext>
            </a:extLst>
          </p:cNvPr>
          <p:cNvSpPr/>
          <p:nvPr/>
        </p:nvSpPr>
        <p:spPr>
          <a:xfrm>
            <a:off x="5975033" y="3650620"/>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cxnSp>
        <p:nvCxnSpPr>
          <p:cNvPr id="68" name="Connecteur : en angle 10">
            <a:extLst>
              <a:ext uri="{FF2B5EF4-FFF2-40B4-BE49-F238E27FC236}">
                <a16:creationId xmlns:a16="http://schemas.microsoft.com/office/drawing/2014/main" id="{878B3B8F-E63F-BD2D-6EBD-CB8B0166520A}"/>
              </a:ext>
            </a:extLst>
          </p:cNvPr>
          <p:cNvCxnSpPr>
            <a:cxnSpLocks/>
            <a:stCxn id="36" idx="3"/>
            <a:endCxn id="37" idx="1"/>
          </p:cNvCxnSpPr>
          <p:nvPr/>
        </p:nvCxnSpPr>
        <p:spPr>
          <a:xfrm flipV="1">
            <a:off x="7862408" y="2565031"/>
            <a:ext cx="1321599" cy="367158"/>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necteur : en angle 10">
            <a:extLst>
              <a:ext uri="{FF2B5EF4-FFF2-40B4-BE49-F238E27FC236}">
                <a16:creationId xmlns:a16="http://schemas.microsoft.com/office/drawing/2014/main" id="{C2E4F956-B629-5C36-EC78-0293767FC156}"/>
              </a:ext>
            </a:extLst>
          </p:cNvPr>
          <p:cNvCxnSpPr>
            <a:cxnSpLocks/>
            <a:endCxn id="34" idx="1"/>
          </p:cNvCxnSpPr>
          <p:nvPr/>
        </p:nvCxnSpPr>
        <p:spPr>
          <a:xfrm flipV="1">
            <a:off x="4061940" y="1949558"/>
            <a:ext cx="2036918" cy="182804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5" name="Connecteur : en angle 10">
            <a:extLst>
              <a:ext uri="{FF2B5EF4-FFF2-40B4-BE49-F238E27FC236}">
                <a16:creationId xmlns:a16="http://schemas.microsoft.com/office/drawing/2014/main" id="{9D254EBC-91AD-48DA-5DE1-786E96CC1645}"/>
              </a:ext>
            </a:extLst>
          </p:cNvPr>
          <p:cNvCxnSpPr>
            <a:cxnSpLocks/>
            <a:endCxn id="36" idx="1"/>
          </p:cNvCxnSpPr>
          <p:nvPr/>
        </p:nvCxnSpPr>
        <p:spPr>
          <a:xfrm flipV="1">
            <a:off x="4053467" y="2932189"/>
            <a:ext cx="1932515" cy="1088666"/>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Connecteur : en angle 10">
            <a:extLst>
              <a:ext uri="{FF2B5EF4-FFF2-40B4-BE49-F238E27FC236}">
                <a16:creationId xmlns:a16="http://schemas.microsoft.com/office/drawing/2014/main" id="{7B514031-19A2-FF6C-2BA9-D74A5193D717}"/>
              </a:ext>
            </a:extLst>
          </p:cNvPr>
          <p:cNvCxnSpPr>
            <a:cxnSpLocks/>
            <a:endCxn id="62" idx="1"/>
          </p:cNvCxnSpPr>
          <p:nvPr/>
        </p:nvCxnSpPr>
        <p:spPr>
          <a:xfrm flipV="1">
            <a:off x="4053466" y="3914820"/>
            <a:ext cx="1921567" cy="343465"/>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Connecteur : en angle 10">
            <a:extLst>
              <a:ext uri="{FF2B5EF4-FFF2-40B4-BE49-F238E27FC236}">
                <a16:creationId xmlns:a16="http://schemas.microsoft.com/office/drawing/2014/main" id="{046CCF46-7C12-8E11-2DBC-C29BFBB1EC66}"/>
              </a:ext>
            </a:extLst>
          </p:cNvPr>
          <p:cNvCxnSpPr>
            <a:cxnSpLocks/>
            <a:endCxn id="3" idx="1"/>
          </p:cNvCxnSpPr>
          <p:nvPr/>
        </p:nvCxnSpPr>
        <p:spPr>
          <a:xfrm>
            <a:off x="4061940" y="4533141"/>
            <a:ext cx="2036918" cy="364311"/>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1" name="Connecteur : en angle 10">
            <a:extLst>
              <a:ext uri="{FF2B5EF4-FFF2-40B4-BE49-F238E27FC236}">
                <a16:creationId xmlns:a16="http://schemas.microsoft.com/office/drawing/2014/main" id="{F2B107B0-4656-2769-D7B9-D6E375032273}"/>
              </a:ext>
            </a:extLst>
          </p:cNvPr>
          <p:cNvCxnSpPr>
            <a:cxnSpLocks/>
            <a:endCxn id="25" idx="1"/>
          </p:cNvCxnSpPr>
          <p:nvPr/>
        </p:nvCxnSpPr>
        <p:spPr>
          <a:xfrm>
            <a:off x="4053466" y="4818463"/>
            <a:ext cx="2045392" cy="1061621"/>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45272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Se Prépare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pic>
        <p:nvPicPr>
          <p:cNvPr id="12" name="Image 11">
            <a:extLst>
              <a:ext uri="{FF2B5EF4-FFF2-40B4-BE49-F238E27FC236}">
                <a16:creationId xmlns:a16="http://schemas.microsoft.com/office/drawing/2014/main" id="{076E39A2-B229-FE49-FA7D-5687E8153840}"/>
              </a:ext>
            </a:extLst>
          </p:cNvPr>
          <p:cNvPicPr>
            <a:picLocks noChangeAspect="1"/>
          </p:cNvPicPr>
          <p:nvPr/>
        </p:nvPicPr>
        <p:blipFill>
          <a:blip r:embed="rId2"/>
          <a:stretch>
            <a:fillRect/>
          </a:stretch>
        </p:blipFill>
        <p:spPr>
          <a:xfrm>
            <a:off x="3672840" y="2348120"/>
            <a:ext cx="5060691" cy="4009559"/>
          </a:xfrm>
          <a:prstGeom prst="rect">
            <a:avLst/>
          </a:prstGeom>
        </p:spPr>
      </p:pic>
      <p:sp>
        <p:nvSpPr>
          <p:cNvPr id="6" name="Rectangle 5">
            <a:extLst>
              <a:ext uri="{FF2B5EF4-FFF2-40B4-BE49-F238E27FC236}">
                <a16:creationId xmlns:a16="http://schemas.microsoft.com/office/drawing/2014/main" id="{B927D197-EA8C-364D-F076-81E8BA0C3E97}"/>
              </a:ext>
            </a:extLst>
          </p:cNvPr>
          <p:cNvSpPr/>
          <p:nvPr/>
        </p:nvSpPr>
        <p:spPr>
          <a:xfrm>
            <a:off x="3672840" y="3030229"/>
            <a:ext cx="5096510" cy="346836"/>
          </a:xfrm>
          <a:custGeom>
            <a:avLst/>
            <a:gdLst>
              <a:gd name="connsiteX0" fmla="*/ 0 w 5096510"/>
              <a:gd name="connsiteY0" fmla="*/ 0 h 346836"/>
              <a:gd name="connsiteX1" fmla="*/ 668209 w 5096510"/>
              <a:gd name="connsiteY1" fmla="*/ 0 h 346836"/>
              <a:gd name="connsiteX2" fmla="*/ 1132558 w 5096510"/>
              <a:gd name="connsiteY2" fmla="*/ 0 h 346836"/>
              <a:gd name="connsiteX3" fmla="*/ 1596906 w 5096510"/>
              <a:gd name="connsiteY3" fmla="*/ 0 h 346836"/>
              <a:gd name="connsiteX4" fmla="*/ 2265116 w 5096510"/>
              <a:gd name="connsiteY4" fmla="*/ 0 h 346836"/>
              <a:gd name="connsiteX5" fmla="*/ 2882360 w 5096510"/>
              <a:gd name="connsiteY5" fmla="*/ 0 h 346836"/>
              <a:gd name="connsiteX6" fmla="*/ 3448638 w 5096510"/>
              <a:gd name="connsiteY6" fmla="*/ 0 h 346836"/>
              <a:gd name="connsiteX7" fmla="*/ 4065882 w 5096510"/>
              <a:gd name="connsiteY7" fmla="*/ 0 h 346836"/>
              <a:gd name="connsiteX8" fmla="*/ 4479266 w 5096510"/>
              <a:gd name="connsiteY8" fmla="*/ 0 h 346836"/>
              <a:gd name="connsiteX9" fmla="*/ 5096510 w 5096510"/>
              <a:gd name="connsiteY9" fmla="*/ 0 h 346836"/>
              <a:gd name="connsiteX10" fmla="*/ 5096510 w 5096510"/>
              <a:gd name="connsiteY10" fmla="*/ 346836 h 346836"/>
              <a:gd name="connsiteX11" fmla="*/ 4632161 w 5096510"/>
              <a:gd name="connsiteY11" fmla="*/ 346836 h 346836"/>
              <a:gd name="connsiteX12" fmla="*/ 4116848 w 5096510"/>
              <a:gd name="connsiteY12" fmla="*/ 346836 h 346836"/>
              <a:gd name="connsiteX13" fmla="*/ 3703464 w 5096510"/>
              <a:gd name="connsiteY13" fmla="*/ 346836 h 346836"/>
              <a:gd name="connsiteX14" fmla="*/ 3290080 w 5096510"/>
              <a:gd name="connsiteY14" fmla="*/ 346836 h 346836"/>
              <a:gd name="connsiteX15" fmla="*/ 2621871 w 5096510"/>
              <a:gd name="connsiteY15" fmla="*/ 346836 h 346836"/>
              <a:gd name="connsiteX16" fmla="*/ 2004627 w 5096510"/>
              <a:gd name="connsiteY16" fmla="*/ 346836 h 346836"/>
              <a:gd name="connsiteX17" fmla="*/ 1489313 w 5096510"/>
              <a:gd name="connsiteY17" fmla="*/ 346836 h 346836"/>
              <a:gd name="connsiteX18" fmla="*/ 872069 w 5096510"/>
              <a:gd name="connsiteY18" fmla="*/ 346836 h 346836"/>
              <a:gd name="connsiteX19" fmla="*/ 0 w 5096510"/>
              <a:gd name="connsiteY19" fmla="*/ 346836 h 346836"/>
              <a:gd name="connsiteX20" fmla="*/ 0 w 5096510"/>
              <a:gd name="connsiteY20" fmla="*/ 0 h 346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096510" h="346836" extrusionOk="0">
                <a:moveTo>
                  <a:pt x="0" y="0"/>
                </a:moveTo>
                <a:cubicBezTo>
                  <a:pt x="196707" y="-25070"/>
                  <a:pt x="346106" y="50751"/>
                  <a:pt x="668209" y="0"/>
                </a:cubicBezTo>
                <a:cubicBezTo>
                  <a:pt x="990312" y="-50751"/>
                  <a:pt x="901286" y="8686"/>
                  <a:pt x="1132558" y="0"/>
                </a:cubicBezTo>
                <a:cubicBezTo>
                  <a:pt x="1363830" y="-8686"/>
                  <a:pt x="1402989" y="13372"/>
                  <a:pt x="1596906" y="0"/>
                </a:cubicBezTo>
                <a:cubicBezTo>
                  <a:pt x="1790823" y="-13372"/>
                  <a:pt x="2105387" y="28608"/>
                  <a:pt x="2265116" y="0"/>
                </a:cubicBezTo>
                <a:cubicBezTo>
                  <a:pt x="2424845" y="-28608"/>
                  <a:pt x="2736156" y="71550"/>
                  <a:pt x="2882360" y="0"/>
                </a:cubicBezTo>
                <a:cubicBezTo>
                  <a:pt x="3028564" y="-71550"/>
                  <a:pt x="3301888" y="3338"/>
                  <a:pt x="3448638" y="0"/>
                </a:cubicBezTo>
                <a:cubicBezTo>
                  <a:pt x="3595388" y="-3338"/>
                  <a:pt x="3872299" y="14516"/>
                  <a:pt x="4065882" y="0"/>
                </a:cubicBezTo>
                <a:cubicBezTo>
                  <a:pt x="4259465" y="-14516"/>
                  <a:pt x="4330763" y="15807"/>
                  <a:pt x="4479266" y="0"/>
                </a:cubicBezTo>
                <a:cubicBezTo>
                  <a:pt x="4627769" y="-15807"/>
                  <a:pt x="4941131" y="23507"/>
                  <a:pt x="5096510" y="0"/>
                </a:cubicBezTo>
                <a:cubicBezTo>
                  <a:pt x="5097167" y="129543"/>
                  <a:pt x="5089054" y="229146"/>
                  <a:pt x="5096510" y="346836"/>
                </a:cubicBezTo>
                <a:cubicBezTo>
                  <a:pt x="4888653" y="386448"/>
                  <a:pt x="4788494" y="308270"/>
                  <a:pt x="4632161" y="346836"/>
                </a:cubicBezTo>
                <a:cubicBezTo>
                  <a:pt x="4475828" y="385402"/>
                  <a:pt x="4269740" y="302110"/>
                  <a:pt x="4116848" y="346836"/>
                </a:cubicBezTo>
                <a:cubicBezTo>
                  <a:pt x="3963956" y="391562"/>
                  <a:pt x="3828218" y="302253"/>
                  <a:pt x="3703464" y="346836"/>
                </a:cubicBezTo>
                <a:cubicBezTo>
                  <a:pt x="3578710" y="391419"/>
                  <a:pt x="3464539" y="327657"/>
                  <a:pt x="3290080" y="346836"/>
                </a:cubicBezTo>
                <a:cubicBezTo>
                  <a:pt x="3115621" y="366015"/>
                  <a:pt x="2763112" y="303125"/>
                  <a:pt x="2621871" y="346836"/>
                </a:cubicBezTo>
                <a:cubicBezTo>
                  <a:pt x="2480630" y="390547"/>
                  <a:pt x="2303090" y="344744"/>
                  <a:pt x="2004627" y="346836"/>
                </a:cubicBezTo>
                <a:cubicBezTo>
                  <a:pt x="1706164" y="348928"/>
                  <a:pt x="1678337" y="346321"/>
                  <a:pt x="1489313" y="346836"/>
                </a:cubicBezTo>
                <a:cubicBezTo>
                  <a:pt x="1300289" y="347351"/>
                  <a:pt x="1083075" y="325852"/>
                  <a:pt x="872069" y="346836"/>
                </a:cubicBezTo>
                <a:cubicBezTo>
                  <a:pt x="661063" y="367820"/>
                  <a:pt x="204870" y="325261"/>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8" name="Légende : encadrée à une bordure 7">
            <a:extLst>
              <a:ext uri="{FF2B5EF4-FFF2-40B4-BE49-F238E27FC236}">
                <a16:creationId xmlns:a16="http://schemas.microsoft.com/office/drawing/2014/main" id="{FDF61AF3-6BD7-BCDC-1C11-63E8B43385D2}"/>
              </a:ext>
            </a:extLst>
          </p:cNvPr>
          <p:cNvSpPr/>
          <p:nvPr/>
        </p:nvSpPr>
        <p:spPr>
          <a:xfrm>
            <a:off x="9768839" y="3886118"/>
            <a:ext cx="1541031" cy="331600"/>
          </a:xfrm>
          <a:prstGeom prst="accentBorderCallout1">
            <a:avLst>
              <a:gd name="adj1" fmla="val 18750"/>
              <a:gd name="adj2" fmla="val -8333"/>
              <a:gd name="adj3" fmla="val -185008"/>
              <a:gd name="adj4" fmla="val -63428"/>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5916464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518396" y="1624662"/>
            <a:ext cx="4305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Prochains Combats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518394" y="1616978"/>
            <a:ext cx="4305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8" name="Rectangle : coins arrondis 7">
            <a:extLst>
              <a:ext uri="{FF2B5EF4-FFF2-40B4-BE49-F238E27FC236}">
                <a16:creationId xmlns:a16="http://schemas.microsoft.com/office/drawing/2014/main" id="{8D289D98-F1FC-01AC-62A2-BB0FAE3B2911}"/>
              </a:ext>
            </a:extLst>
          </p:cNvPr>
          <p:cNvSpPr/>
          <p:nvPr/>
        </p:nvSpPr>
        <p:spPr>
          <a:xfrm>
            <a:off x="5558554" y="1624662"/>
            <a:ext cx="5829064" cy="326737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9" name="Rectangle : coins arrondis 8">
            <a:extLst>
              <a:ext uri="{FF2B5EF4-FFF2-40B4-BE49-F238E27FC236}">
                <a16:creationId xmlns:a16="http://schemas.microsoft.com/office/drawing/2014/main" id="{C70205A8-BD08-727A-A9E4-60EFAAFFB706}"/>
              </a:ext>
            </a:extLst>
          </p:cNvPr>
          <p:cNvSpPr/>
          <p:nvPr/>
        </p:nvSpPr>
        <p:spPr>
          <a:xfrm>
            <a:off x="5558552" y="1624662"/>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13" name="Image 12">
            <a:extLst>
              <a:ext uri="{FF2B5EF4-FFF2-40B4-BE49-F238E27FC236}">
                <a16:creationId xmlns:a16="http://schemas.microsoft.com/office/drawing/2014/main" id="{21E655E8-D480-2178-BCEE-19DFBF76740F}"/>
              </a:ext>
            </a:extLst>
          </p:cNvPr>
          <p:cNvPicPr>
            <a:picLocks noChangeAspect="1"/>
          </p:cNvPicPr>
          <p:nvPr/>
        </p:nvPicPr>
        <p:blipFill>
          <a:blip r:embed="rId2"/>
          <a:stretch>
            <a:fillRect/>
          </a:stretch>
        </p:blipFill>
        <p:spPr>
          <a:xfrm>
            <a:off x="6077877" y="2334641"/>
            <a:ext cx="4790416" cy="2351659"/>
          </a:xfrm>
          <a:prstGeom prst="rect">
            <a:avLst/>
          </a:prstGeom>
        </p:spPr>
      </p:pic>
      <p:pic>
        <p:nvPicPr>
          <p:cNvPr id="16" name="Image 15">
            <a:extLst>
              <a:ext uri="{FF2B5EF4-FFF2-40B4-BE49-F238E27FC236}">
                <a16:creationId xmlns:a16="http://schemas.microsoft.com/office/drawing/2014/main" id="{F7983609-72B1-7B27-A0EC-604BE6F89884}"/>
              </a:ext>
            </a:extLst>
          </p:cNvPr>
          <p:cNvPicPr>
            <a:picLocks noChangeAspect="1"/>
          </p:cNvPicPr>
          <p:nvPr/>
        </p:nvPicPr>
        <p:blipFill>
          <a:blip r:embed="rId3"/>
          <a:stretch>
            <a:fillRect/>
          </a:stretch>
        </p:blipFill>
        <p:spPr>
          <a:xfrm>
            <a:off x="804382" y="2202179"/>
            <a:ext cx="3691418" cy="3876917"/>
          </a:xfrm>
          <a:prstGeom prst="rect">
            <a:avLst/>
          </a:prstGeom>
        </p:spPr>
      </p:pic>
      <p:cxnSp>
        <p:nvCxnSpPr>
          <p:cNvPr id="7" name="Connecteur : en angle 10">
            <a:extLst>
              <a:ext uri="{FF2B5EF4-FFF2-40B4-BE49-F238E27FC236}">
                <a16:creationId xmlns:a16="http://schemas.microsoft.com/office/drawing/2014/main" id="{D226306E-9C5C-372A-32EA-E2690F0737FE}"/>
              </a:ext>
            </a:extLst>
          </p:cNvPr>
          <p:cNvCxnSpPr>
            <a:cxnSpLocks/>
            <a:endCxn id="13" idx="1"/>
          </p:cNvCxnSpPr>
          <p:nvPr/>
        </p:nvCxnSpPr>
        <p:spPr>
          <a:xfrm flipV="1">
            <a:off x="3758103" y="3510471"/>
            <a:ext cx="2319774" cy="2212149"/>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B095DB24-31A9-B718-B21D-77EA54A0D806}"/>
              </a:ext>
            </a:extLst>
          </p:cNvPr>
          <p:cNvSpPr/>
          <p:nvPr/>
        </p:nvSpPr>
        <p:spPr>
          <a:xfrm>
            <a:off x="6019800" y="3202815"/>
            <a:ext cx="4918075" cy="346836"/>
          </a:xfrm>
          <a:custGeom>
            <a:avLst/>
            <a:gdLst>
              <a:gd name="connsiteX0" fmla="*/ 0 w 4918075"/>
              <a:gd name="connsiteY0" fmla="*/ 0 h 346836"/>
              <a:gd name="connsiteX1" fmla="*/ 644814 w 4918075"/>
              <a:gd name="connsiteY1" fmla="*/ 0 h 346836"/>
              <a:gd name="connsiteX2" fmla="*/ 1092906 w 4918075"/>
              <a:gd name="connsiteY2" fmla="*/ 0 h 346836"/>
              <a:gd name="connsiteX3" fmla="*/ 1540997 w 4918075"/>
              <a:gd name="connsiteY3" fmla="*/ 0 h 346836"/>
              <a:gd name="connsiteX4" fmla="*/ 2185811 w 4918075"/>
              <a:gd name="connsiteY4" fmla="*/ 0 h 346836"/>
              <a:gd name="connsiteX5" fmla="*/ 2781445 w 4918075"/>
              <a:gd name="connsiteY5" fmla="*/ 0 h 346836"/>
              <a:gd name="connsiteX6" fmla="*/ 3327897 w 4918075"/>
              <a:gd name="connsiteY6" fmla="*/ 0 h 346836"/>
              <a:gd name="connsiteX7" fmla="*/ 3923531 w 4918075"/>
              <a:gd name="connsiteY7" fmla="*/ 0 h 346836"/>
              <a:gd name="connsiteX8" fmla="*/ 4322441 w 4918075"/>
              <a:gd name="connsiteY8" fmla="*/ 0 h 346836"/>
              <a:gd name="connsiteX9" fmla="*/ 4918075 w 4918075"/>
              <a:gd name="connsiteY9" fmla="*/ 0 h 346836"/>
              <a:gd name="connsiteX10" fmla="*/ 4918075 w 4918075"/>
              <a:gd name="connsiteY10" fmla="*/ 346836 h 346836"/>
              <a:gd name="connsiteX11" fmla="*/ 4469984 w 4918075"/>
              <a:gd name="connsiteY11" fmla="*/ 346836 h 346836"/>
              <a:gd name="connsiteX12" fmla="*/ 3972712 w 4918075"/>
              <a:gd name="connsiteY12" fmla="*/ 346836 h 346836"/>
              <a:gd name="connsiteX13" fmla="*/ 3573801 w 4918075"/>
              <a:gd name="connsiteY13" fmla="*/ 346836 h 346836"/>
              <a:gd name="connsiteX14" fmla="*/ 3174891 w 4918075"/>
              <a:gd name="connsiteY14" fmla="*/ 346836 h 346836"/>
              <a:gd name="connsiteX15" fmla="*/ 2530076 w 4918075"/>
              <a:gd name="connsiteY15" fmla="*/ 346836 h 346836"/>
              <a:gd name="connsiteX16" fmla="*/ 1934443 w 4918075"/>
              <a:gd name="connsiteY16" fmla="*/ 346836 h 346836"/>
              <a:gd name="connsiteX17" fmla="*/ 1437171 w 4918075"/>
              <a:gd name="connsiteY17" fmla="*/ 346836 h 346836"/>
              <a:gd name="connsiteX18" fmla="*/ 841537 w 4918075"/>
              <a:gd name="connsiteY18" fmla="*/ 346836 h 346836"/>
              <a:gd name="connsiteX19" fmla="*/ 0 w 4918075"/>
              <a:gd name="connsiteY19" fmla="*/ 346836 h 346836"/>
              <a:gd name="connsiteX20" fmla="*/ 0 w 4918075"/>
              <a:gd name="connsiteY20" fmla="*/ 0 h 346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918075" h="346836" extrusionOk="0">
                <a:moveTo>
                  <a:pt x="0" y="0"/>
                </a:moveTo>
                <a:cubicBezTo>
                  <a:pt x="243569" y="-61730"/>
                  <a:pt x="500601" y="47189"/>
                  <a:pt x="644814" y="0"/>
                </a:cubicBezTo>
                <a:cubicBezTo>
                  <a:pt x="789027" y="-47189"/>
                  <a:pt x="999474" y="22714"/>
                  <a:pt x="1092906" y="0"/>
                </a:cubicBezTo>
                <a:cubicBezTo>
                  <a:pt x="1186338" y="-22714"/>
                  <a:pt x="1439291" y="10609"/>
                  <a:pt x="1540997" y="0"/>
                </a:cubicBezTo>
                <a:cubicBezTo>
                  <a:pt x="1642703" y="-10609"/>
                  <a:pt x="1984201" y="16165"/>
                  <a:pt x="2185811" y="0"/>
                </a:cubicBezTo>
                <a:cubicBezTo>
                  <a:pt x="2387421" y="-16165"/>
                  <a:pt x="2590961" y="65770"/>
                  <a:pt x="2781445" y="0"/>
                </a:cubicBezTo>
                <a:cubicBezTo>
                  <a:pt x="2971929" y="-65770"/>
                  <a:pt x="3079267" y="1932"/>
                  <a:pt x="3327897" y="0"/>
                </a:cubicBezTo>
                <a:cubicBezTo>
                  <a:pt x="3576527" y="-1932"/>
                  <a:pt x="3796734" y="43598"/>
                  <a:pt x="3923531" y="0"/>
                </a:cubicBezTo>
                <a:cubicBezTo>
                  <a:pt x="4050328" y="-43598"/>
                  <a:pt x="4158603" y="33907"/>
                  <a:pt x="4322441" y="0"/>
                </a:cubicBezTo>
                <a:cubicBezTo>
                  <a:pt x="4486279" y="-33907"/>
                  <a:pt x="4683704" y="50004"/>
                  <a:pt x="4918075" y="0"/>
                </a:cubicBezTo>
                <a:cubicBezTo>
                  <a:pt x="4918732" y="129543"/>
                  <a:pt x="4910619" y="229146"/>
                  <a:pt x="4918075" y="346836"/>
                </a:cubicBezTo>
                <a:cubicBezTo>
                  <a:pt x="4793431" y="373995"/>
                  <a:pt x="4569951" y="329243"/>
                  <a:pt x="4469984" y="346836"/>
                </a:cubicBezTo>
                <a:cubicBezTo>
                  <a:pt x="4370017" y="364429"/>
                  <a:pt x="4205040" y="315626"/>
                  <a:pt x="3972712" y="346836"/>
                </a:cubicBezTo>
                <a:cubicBezTo>
                  <a:pt x="3740384" y="378046"/>
                  <a:pt x="3726240" y="300975"/>
                  <a:pt x="3573801" y="346836"/>
                </a:cubicBezTo>
                <a:cubicBezTo>
                  <a:pt x="3421362" y="392697"/>
                  <a:pt x="3331135" y="319478"/>
                  <a:pt x="3174891" y="346836"/>
                </a:cubicBezTo>
                <a:cubicBezTo>
                  <a:pt x="3018647" y="374194"/>
                  <a:pt x="2823637" y="289489"/>
                  <a:pt x="2530076" y="346836"/>
                </a:cubicBezTo>
                <a:cubicBezTo>
                  <a:pt x="2236516" y="404183"/>
                  <a:pt x="2196888" y="313953"/>
                  <a:pt x="1934443" y="346836"/>
                </a:cubicBezTo>
                <a:cubicBezTo>
                  <a:pt x="1671998" y="379719"/>
                  <a:pt x="1628146" y="296229"/>
                  <a:pt x="1437171" y="346836"/>
                </a:cubicBezTo>
                <a:cubicBezTo>
                  <a:pt x="1246196" y="397443"/>
                  <a:pt x="1079065" y="329270"/>
                  <a:pt x="841537" y="346836"/>
                </a:cubicBezTo>
                <a:cubicBezTo>
                  <a:pt x="604009" y="364402"/>
                  <a:pt x="359261" y="257195"/>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610727E6-E79C-CE42-7042-CD66628F55E8}"/>
              </a:ext>
            </a:extLst>
          </p:cNvPr>
          <p:cNvSpPr/>
          <p:nvPr/>
        </p:nvSpPr>
        <p:spPr>
          <a:xfrm>
            <a:off x="10363199" y="5025894"/>
            <a:ext cx="1541031" cy="331600"/>
          </a:xfrm>
          <a:prstGeom prst="accentBorderCallout1">
            <a:avLst>
              <a:gd name="adj1" fmla="val 18750"/>
              <a:gd name="adj2" fmla="val -8333"/>
              <a:gd name="adj3" fmla="val -452144"/>
              <a:gd name="adj4" fmla="val -100514"/>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2825230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Affectations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pic>
        <p:nvPicPr>
          <p:cNvPr id="5" name="Image 4">
            <a:extLst>
              <a:ext uri="{FF2B5EF4-FFF2-40B4-BE49-F238E27FC236}">
                <a16:creationId xmlns:a16="http://schemas.microsoft.com/office/drawing/2014/main" id="{299E2910-1D4D-F715-AB09-C6B0203E31BC}"/>
              </a:ext>
            </a:extLst>
          </p:cNvPr>
          <p:cNvPicPr>
            <a:picLocks noChangeAspect="1"/>
          </p:cNvPicPr>
          <p:nvPr/>
        </p:nvPicPr>
        <p:blipFill>
          <a:blip r:embed="rId2"/>
          <a:stretch>
            <a:fillRect/>
          </a:stretch>
        </p:blipFill>
        <p:spPr>
          <a:xfrm>
            <a:off x="3878697" y="2145295"/>
            <a:ext cx="4533900" cy="4207884"/>
          </a:xfrm>
          <a:prstGeom prst="rect">
            <a:avLst/>
          </a:prstGeom>
        </p:spPr>
      </p:pic>
    </p:spTree>
    <p:extLst>
      <p:ext uri="{BB962C8B-B14F-4D97-AF65-F5344CB8AC3E}">
        <p14:creationId xmlns:p14="http://schemas.microsoft.com/office/powerpoint/2010/main" val="20559792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Avancements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221059"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221057"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4046431" y="1534320"/>
            <a:ext cx="2690096"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4046429" y="1534320"/>
            <a:ext cx="2690098"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571095" y="2515039"/>
            <a:ext cx="2834168" cy="3194967"/>
          </a:xfrm>
          <a:prstGeom prst="rect">
            <a:avLst/>
          </a:prstGeom>
        </p:spPr>
      </p:pic>
      <p:pic>
        <p:nvPicPr>
          <p:cNvPr id="15" name="Image 14">
            <a:extLst>
              <a:ext uri="{FF2B5EF4-FFF2-40B4-BE49-F238E27FC236}">
                <a16:creationId xmlns:a16="http://schemas.microsoft.com/office/drawing/2014/main" id="{E087A879-379E-56AC-1AF7-F653744646ED}"/>
              </a:ext>
            </a:extLst>
          </p:cNvPr>
          <p:cNvPicPr>
            <a:picLocks noChangeAspect="1"/>
          </p:cNvPicPr>
          <p:nvPr/>
        </p:nvPicPr>
        <p:blipFill>
          <a:blip r:embed="rId3"/>
          <a:stretch>
            <a:fillRect/>
          </a:stretch>
        </p:blipFill>
        <p:spPr>
          <a:xfrm>
            <a:off x="4226822" y="2083601"/>
            <a:ext cx="2270163" cy="2826353"/>
          </a:xfrm>
          <a:prstGeom prst="rect">
            <a:avLst/>
          </a:prstGeom>
        </p:spPr>
      </p:pic>
      <p:sp>
        <p:nvSpPr>
          <p:cNvPr id="16" name="Rectangle : coins arrondis 15">
            <a:extLst>
              <a:ext uri="{FF2B5EF4-FFF2-40B4-BE49-F238E27FC236}">
                <a16:creationId xmlns:a16="http://schemas.microsoft.com/office/drawing/2014/main" id="{EFB40968-59E3-B5AA-6426-D47479177ACF}"/>
              </a:ext>
            </a:extLst>
          </p:cNvPr>
          <p:cNvSpPr/>
          <p:nvPr/>
        </p:nvSpPr>
        <p:spPr>
          <a:xfrm>
            <a:off x="7032172" y="2720037"/>
            <a:ext cx="4938769"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17" name="Rectangle : coins arrondis 16">
            <a:extLst>
              <a:ext uri="{FF2B5EF4-FFF2-40B4-BE49-F238E27FC236}">
                <a16:creationId xmlns:a16="http://schemas.microsoft.com/office/drawing/2014/main" id="{27C9924D-127A-4599-64CD-4C4545D933E9}"/>
              </a:ext>
            </a:extLst>
          </p:cNvPr>
          <p:cNvSpPr/>
          <p:nvPr/>
        </p:nvSpPr>
        <p:spPr>
          <a:xfrm>
            <a:off x="7032170" y="2720037"/>
            <a:ext cx="4938769"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pic>
        <p:nvPicPr>
          <p:cNvPr id="18" name="Image 17">
            <a:extLst>
              <a:ext uri="{FF2B5EF4-FFF2-40B4-BE49-F238E27FC236}">
                <a16:creationId xmlns:a16="http://schemas.microsoft.com/office/drawing/2014/main" id="{B16364DA-96FA-F0CD-AE6C-E157B021F957}"/>
              </a:ext>
            </a:extLst>
          </p:cNvPr>
          <p:cNvPicPr>
            <a:picLocks noChangeAspect="1"/>
          </p:cNvPicPr>
          <p:nvPr/>
        </p:nvPicPr>
        <p:blipFill>
          <a:blip r:embed="rId4"/>
          <a:stretch>
            <a:fillRect/>
          </a:stretch>
        </p:blipFill>
        <p:spPr>
          <a:xfrm>
            <a:off x="7204249" y="3288701"/>
            <a:ext cx="2660296" cy="1978623"/>
          </a:xfrm>
          <a:prstGeom prst="rect">
            <a:avLst/>
          </a:prstGeom>
        </p:spPr>
      </p:pic>
      <p:pic>
        <p:nvPicPr>
          <p:cNvPr id="19" name="Image 18">
            <a:extLst>
              <a:ext uri="{FF2B5EF4-FFF2-40B4-BE49-F238E27FC236}">
                <a16:creationId xmlns:a16="http://schemas.microsoft.com/office/drawing/2014/main" id="{0C7124AE-7EA4-DB9F-D8BC-2C87D82F528E}"/>
              </a:ext>
            </a:extLst>
          </p:cNvPr>
          <p:cNvPicPr>
            <a:picLocks noChangeAspect="1"/>
          </p:cNvPicPr>
          <p:nvPr/>
        </p:nvPicPr>
        <p:blipFill>
          <a:blip r:embed="rId5"/>
          <a:stretch>
            <a:fillRect/>
          </a:stretch>
        </p:blipFill>
        <p:spPr>
          <a:xfrm>
            <a:off x="9116679" y="4055692"/>
            <a:ext cx="2656626" cy="2010299"/>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a:endCxn id="15" idx="1"/>
          </p:cNvCxnSpPr>
          <p:nvPr/>
        </p:nvCxnSpPr>
        <p:spPr>
          <a:xfrm flipV="1">
            <a:off x="2916791" y="3496778"/>
            <a:ext cx="1310031" cy="123714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Connecteur : en angle 10">
            <a:extLst>
              <a:ext uri="{FF2B5EF4-FFF2-40B4-BE49-F238E27FC236}">
                <a16:creationId xmlns:a16="http://schemas.microsoft.com/office/drawing/2014/main" id="{49F7FAC1-9236-3A9E-5C30-67587362A919}"/>
              </a:ext>
            </a:extLst>
          </p:cNvPr>
          <p:cNvCxnSpPr>
            <a:cxnSpLocks/>
            <a:endCxn id="18" idx="2"/>
          </p:cNvCxnSpPr>
          <p:nvPr/>
        </p:nvCxnSpPr>
        <p:spPr>
          <a:xfrm>
            <a:off x="2916791" y="4909954"/>
            <a:ext cx="5617606" cy="357370"/>
          </a:xfrm>
          <a:prstGeom prst="curvedConnector4">
            <a:avLst>
              <a:gd name="adj1" fmla="val 20527"/>
              <a:gd name="adj2" fmla="val 163967"/>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Légende : encadrée à une bordure 25">
            <a:extLst>
              <a:ext uri="{FF2B5EF4-FFF2-40B4-BE49-F238E27FC236}">
                <a16:creationId xmlns:a16="http://schemas.microsoft.com/office/drawing/2014/main" id="{6D3D5DAC-84E4-A2D1-6D7D-E05FD8DFE120}"/>
              </a:ext>
            </a:extLst>
          </p:cNvPr>
          <p:cNvSpPr/>
          <p:nvPr/>
        </p:nvSpPr>
        <p:spPr>
          <a:xfrm flipH="1">
            <a:off x="7032170" y="2188659"/>
            <a:ext cx="1806691" cy="331600"/>
          </a:xfrm>
          <a:prstGeom prst="accentBorderCallout1">
            <a:avLst>
              <a:gd name="adj1" fmla="val 18750"/>
              <a:gd name="adj2" fmla="val -8333"/>
              <a:gd name="adj3" fmla="val 535974"/>
              <a:gd name="adj4" fmla="val -72045"/>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Selon la disposition configuré</a:t>
            </a:r>
          </a:p>
        </p:txBody>
      </p:sp>
    </p:spTree>
    <p:extLst>
      <p:ext uri="{BB962C8B-B14F-4D97-AF65-F5344CB8AC3E}">
        <p14:creationId xmlns:p14="http://schemas.microsoft.com/office/powerpoint/2010/main" val="12624137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Classements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1240592"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1240590"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6427681" y="1965098"/>
            <a:ext cx="3678344"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6427679" y="1965098"/>
            <a:ext cx="367834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1590628" y="2515039"/>
            <a:ext cx="2834168" cy="3194967"/>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p:cNvCxnSpPr>
          <p:nvPr/>
        </p:nvCxnSpPr>
        <p:spPr>
          <a:xfrm flipV="1">
            <a:off x="3936324" y="3276600"/>
            <a:ext cx="3135075" cy="1457325"/>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8B2F415D-8326-8A03-AE1D-86DD1719AD63}"/>
              </a:ext>
            </a:extLst>
          </p:cNvPr>
          <p:cNvPicPr>
            <a:picLocks noChangeAspect="1"/>
          </p:cNvPicPr>
          <p:nvPr/>
        </p:nvPicPr>
        <p:blipFill>
          <a:blip r:embed="rId3"/>
          <a:stretch>
            <a:fillRect/>
          </a:stretch>
        </p:blipFill>
        <p:spPr>
          <a:xfrm>
            <a:off x="7071399" y="2602235"/>
            <a:ext cx="2390905" cy="2724520"/>
          </a:xfrm>
          <a:prstGeom prst="rect">
            <a:avLst/>
          </a:prstGeom>
        </p:spPr>
      </p:pic>
    </p:spTree>
    <p:extLst>
      <p:ext uri="{BB962C8B-B14F-4D97-AF65-F5344CB8AC3E}">
        <p14:creationId xmlns:p14="http://schemas.microsoft.com/office/powerpoint/2010/main" val="12909288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29188241"/>
      </p:ext>
    </p:extLst>
  </p:cSld>
  <p:clrMapOvr>
    <a:masterClrMapping/>
  </p:clrMapOvr>
</p:sld>
</file>

<file path=ppt/theme/theme1.xml><?xml version="1.0" encoding="utf-8"?>
<a:theme xmlns:a="http://schemas.openxmlformats.org/drawingml/2006/main" name="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CA8A6674-F4ED-4B61-ABA0-31B973694F17}"/>
    </a:ext>
  </a:extLst>
</a:theme>
</file>

<file path=ppt/theme/theme2.xml><?xml version="1.0" encoding="utf-8"?>
<a:theme xmlns:a="http://schemas.openxmlformats.org/drawingml/2006/main" name="2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3.xml><?xml version="1.0" encoding="utf-8"?>
<a:theme xmlns:a="http://schemas.openxmlformats.org/drawingml/2006/main" name="3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4.xml><?xml version="1.0" encoding="utf-8"?>
<a:theme xmlns:a="http://schemas.openxmlformats.org/drawingml/2006/main" name="4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4D69007D53E474D873D1C4BCA1E8F18" ma:contentTypeVersion="15" ma:contentTypeDescription="Crée un document." ma:contentTypeScope="" ma:versionID="b94b5753296409f7397b66632584fdb0">
  <xsd:schema xmlns:xsd="http://www.w3.org/2001/XMLSchema" xmlns:xs="http://www.w3.org/2001/XMLSchema" xmlns:p="http://schemas.microsoft.com/office/2006/metadata/properties" xmlns:ns2="f9bf1094-3609-4046-a6fd-76c9c0caa714" xmlns:ns3="5d7a3535-6ccc-4381-989f-ae061031b78e" targetNamespace="http://schemas.microsoft.com/office/2006/metadata/properties" ma:root="true" ma:fieldsID="fee6db9217be9a70816f6107f4b0cedb" ns2:_="" ns3:_="">
    <xsd:import namespace="f9bf1094-3609-4046-a6fd-76c9c0caa714"/>
    <xsd:import namespace="5d7a3535-6ccc-4381-989f-ae061031b78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bf1094-3609-4046-a6fd-76c9c0caa7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alises d’images" ma:readOnly="false" ma:fieldId="{5cf76f15-5ced-4ddc-b409-7134ff3c332f}" ma:taxonomyMulti="true" ma:sspId="4ac12db7-0135-45bb-ac12-848fabb1bcf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d7a3535-6ccc-4381-989f-ae061031b78e" elementFormDefault="qualified">
    <xsd:import namespace="http://schemas.microsoft.com/office/2006/documentManagement/types"/>
    <xsd:import namespace="http://schemas.microsoft.com/office/infopath/2007/PartnerControls"/>
    <xsd:element name="SharedWithUsers" ma:index="15"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Partagé avec détails" ma:internalName="SharedWithDetails" ma:readOnly="true">
      <xsd:simpleType>
        <xsd:restriction base="dms:Note">
          <xsd:maxLength value="255"/>
        </xsd:restriction>
      </xsd:simpleType>
    </xsd:element>
    <xsd:element name="TaxCatchAll" ma:index="19" nillable="true" ma:displayName="Taxonomy Catch All Column" ma:hidden="true" ma:list="{7703bd99-27bb-4d1f-985d-473908c9c069}" ma:internalName="TaxCatchAll" ma:showField="CatchAllData" ma:web="5d7a3535-6ccc-4381-989f-ae061031b7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d7a3535-6ccc-4381-989f-ae061031b78e" xsi:nil="true"/>
    <lcf76f155ced4ddcb4097134ff3c332f xmlns="f9bf1094-3609-4046-a6fd-76c9c0caa714">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A23C0DE2-5723-4EBE-BB67-CD0D7BAFEF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bf1094-3609-4046-a6fd-76c9c0caa714"/>
    <ds:schemaRef ds:uri="5d7a3535-6ccc-4381-989f-ae061031b7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7867E26-7D2E-4C08-8937-A5EDA2DC982A}">
  <ds:schemaRefs>
    <ds:schemaRef ds:uri="http://schemas.microsoft.com/sharepoint/v3/contenttype/forms"/>
  </ds:schemaRefs>
</ds:datastoreItem>
</file>

<file path=customXml/itemProps3.xml><?xml version="1.0" encoding="utf-8"?>
<ds:datastoreItem xmlns:ds="http://schemas.openxmlformats.org/officeDocument/2006/customXml" ds:itemID="{A397F285-9F9C-4CEA-8DC8-CF9392934C5A}">
  <ds:schemaRefs>
    <ds:schemaRef ds:uri="http://purl.org/dc/terms/"/>
    <ds:schemaRef ds:uri="http://purl.org/dc/dcmitype/"/>
    <ds:schemaRef ds:uri="http://www.w3.org/XML/1998/namespace"/>
    <ds:schemaRef ds:uri="http://schemas.microsoft.com/office/2006/documentManagement/types"/>
    <ds:schemaRef ds:uri="http://schemas.openxmlformats.org/package/2006/metadata/core-properties"/>
    <ds:schemaRef ds:uri="http://schemas.microsoft.com/office/infopath/2007/PartnerControls"/>
    <ds:schemaRef ds:uri="f9bf1094-3609-4046-a6fd-76c9c0caa714"/>
    <ds:schemaRef ds:uri="http://schemas.microsoft.com/office/2006/metadata/properties"/>
    <ds:schemaRef ds:uri="5d7a3535-6ccc-4381-989f-ae061031b78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MODELE PRESENTATION FFJDA</Template>
  <TotalTime>9836</TotalTime>
  <Words>2268</Words>
  <Application>Microsoft Office PowerPoint</Application>
  <PresentationFormat>Grand écran</PresentationFormat>
  <Paragraphs>334</Paragraphs>
  <Slides>36</Slides>
  <Notes>0</Notes>
  <HiddenSlides>0</HiddenSlides>
  <MMClips>0</MMClips>
  <ScaleCrop>false</ScaleCrop>
  <HeadingPairs>
    <vt:vector size="6" baseType="variant">
      <vt:variant>
        <vt:lpstr>Polices utilisées</vt:lpstr>
      </vt:variant>
      <vt:variant>
        <vt:i4>8</vt:i4>
      </vt:variant>
      <vt:variant>
        <vt:lpstr>Thème</vt:lpstr>
      </vt:variant>
      <vt:variant>
        <vt:i4>4</vt:i4>
      </vt:variant>
      <vt:variant>
        <vt:lpstr>Titres des diapositives</vt:lpstr>
      </vt:variant>
      <vt:variant>
        <vt:i4>36</vt:i4>
      </vt:variant>
    </vt:vector>
  </HeadingPairs>
  <TitlesOfParts>
    <vt:vector size="48" baseType="lpstr">
      <vt:lpstr>Arial</vt:lpstr>
      <vt:lpstr>Barlow</vt:lpstr>
      <vt:lpstr>Calibri</vt:lpstr>
      <vt:lpstr>Inria Sans</vt:lpstr>
      <vt:lpstr>Inria Sans Light</vt:lpstr>
      <vt:lpstr>Inria Serif</vt:lpstr>
      <vt:lpstr>Montserrat</vt:lpstr>
      <vt:lpstr>Wingdings</vt:lpstr>
      <vt:lpstr>Template FFJDA</vt:lpstr>
      <vt:lpstr>2_Template FFJDA</vt:lpstr>
      <vt:lpstr>3_Template FFJDA</vt:lpstr>
      <vt:lpstr>4_Template FFJDA</vt:lpstr>
      <vt:lpstr>Présentation PowerPoint</vt:lpstr>
      <vt:lpstr>Présentation PowerPoint</vt:lpstr>
      <vt:lpstr>Description générale</vt:lpstr>
      <vt:lpstr>Aperçu du logiciel</vt:lpstr>
      <vt:lpstr>Configuration nécessaire</vt:lpstr>
      <vt:lpstr>Principe de fonctionnement</vt:lpstr>
      <vt:lpstr>Ecrans &amp; fonctionnalités</vt:lpstr>
      <vt:lpstr>Ecran Principal</vt:lpstr>
      <vt:lpstr>Ecran Principal – Panneau de commande principal</vt:lpstr>
      <vt:lpstr>Ecran Principal – Publication locale</vt:lpstr>
      <vt:lpstr>Ecran Principal – Publication distante</vt:lpstr>
      <vt:lpstr>Ecran Principal - Compléments</vt:lpstr>
      <vt:lpstr>Ecran de connexion à une compétition</vt:lpstr>
      <vt:lpstr>Ecran de Configuration</vt:lpstr>
      <vt:lpstr>Ecran de Configuration – Contenu du site</vt:lpstr>
      <vt:lpstr>Ecran de Configuration – Configuration technique</vt:lpstr>
      <vt:lpstr>Ecran des statistiques</vt:lpstr>
      <vt:lpstr>Mise en œuvre</vt:lpstr>
      <vt:lpstr>Installation</vt:lpstr>
      <vt:lpstr> Publier une compétition sur un site distant</vt:lpstr>
      <vt:lpstr> Publier une compétition sur le site local</vt:lpstr>
      <vt:lpstr>Dépannage</vt:lpstr>
      <vt:lpstr>Eléments à contrôler - Génération</vt:lpstr>
      <vt:lpstr>Eléments à contrôler – Publication locale</vt:lpstr>
      <vt:lpstr>Eléments à contrôler – Publication distante</vt:lpstr>
      <vt:lpstr>Annexe</vt:lpstr>
      <vt:lpstr>Matrice de compatibilité</vt:lpstr>
      <vt:lpstr>Historique des versions</vt:lpstr>
      <vt:lpstr>Plan du Site utilisateur</vt:lpstr>
      <vt:lpstr>Plan du Site utilisateur</vt:lpstr>
      <vt:lpstr>Plan du Site utilisateur – Se Prépare</vt:lpstr>
      <vt:lpstr>Plan du Site utilisateur – Prochains Combats</vt:lpstr>
      <vt:lpstr>Plan du Site utilisateur – Affectations</vt:lpstr>
      <vt:lpstr>Plan du Site utilisateur – Avancements</vt:lpstr>
      <vt:lpstr>Plan du Site utilisateur – Classements</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Gizem  CANER</dc:creator>
  <cp:lastModifiedBy>Daniel GARRIVIER</cp:lastModifiedBy>
  <cp:revision>74</cp:revision>
  <dcterms:created xsi:type="dcterms:W3CDTF">2021-04-26T15:18:08Z</dcterms:created>
  <dcterms:modified xsi:type="dcterms:W3CDTF">2024-04-18T16:10:10Z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0x01010094D69007D53E474D873D1C4BCA1E8F18</vt:lpwstr>
  </property>
  <property fmtid="{D5CDD505-2E9C-101B-9397-08002B2CF9AE}" pid="3" name="MediaServiceImageTags">
    <vt:lpwstr/>
  </property>
</Properties>
</file>