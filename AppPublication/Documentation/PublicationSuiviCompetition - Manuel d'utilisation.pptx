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3.xml" ContentType="application/vnd.openxmlformats-officedocument.theme+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50" r:id="rId4"/>
    <p:sldMasterId id="2147483772" r:id="rId5"/>
    <p:sldMasterId id="2147483793" r:id="rId6"/>
    <p:sldMasterId id="2147483809" r:id="rId7"/>
  </p:sldMasterIdLst>
  <p:notesMasterIdLst>
    <p:notesMasterId r:id="rId49"/>
  </p:notesMasterIdLst>
  <p:handoutMasterIdLst>
    <p:handoutMasterId r:id="rId50"/>
  </p:handoutMasterIdLst>
  <p:sldIdLst>
    <p:sldId id="293" r:id="rId8"/>
    <p:sldId id="299" r:id="rId9"/>
    <p:sldId id="279" r:id="rId10"/>
    <p:sldId id="300" r:id="rId11"/>
    <p:sldId id="301" r:id="rId12"/>
    <p:sldId id="308" r:id="rId13"/>
    <p:sldId id="307" r:id="rId14"/>
    <p:sldId id="313" r:id="rId15"/>
    <p:sldId id="317" r:id="rId16"/>
    <p:sldId id="318" r:id="rId17"/>
    <p:sldId id="336" r:id="rId18"/>
    <p:sldId id="319" r:id="rId19"/>
    <p:sldId id="337" r:id="rId20"/>
    <p:sldId id="320" r:id="rId21"/>
    <p:sldId id="314" r:id="rId22"/>
    <p:sldId id="315" r:id="rId23"/>
    <p:sldId id="321" r:id="rId24"/>
    <p:sldId id="322" r:id="rId25"/>
    <p:sldId id="316" r:id="rId26"/>
    <p:sldId id="338" r:id="rId27"/>
    <p:sldId id="339" r:id="rId28"/>
    <p:sldId id="309" r:id="rId29"/>
    <p:sldId id="310" r:id="rId30"/>
    <p:sldId id="341" r:id="rId31"/>
    <p:sldId id="323" r:id="rId32"/>
    <p:sldId id="340" r:id="rId33"/>
    <p:sldId id="311" r:id="rId34"/>
    <p:sldId id="312" r:id="rId35"/>
    <p:sldId id="334" r:id="rId36"/>
    <p:sldId id="335" r:id="rId37"/>
    <p:sldId id="303" r:id="rId38"/>
    <p:sldId id="304" r:id="rId39"/>
    <p:sldId id="306" r:id="rId40"/>
    <p:sldId id="326" r:id="rId41"/>
    <p:sldId id="329" r:id="rId42"/>
    <p:sldId id="327" r:id="rId43"/>
    <p:sldId id="328" r:id="rId44"/>
    <p:sldId id="330" r:id="rId45"/>
    <p:sldId id="331" r:id="rId46"/>
    <p:sldId id="332" r:id="rId47"/>
    <p:sldId id="297" r:id="rId48"/>
  </p:sldIdLst>
  <p:sldSz cx="12192000" cy="6858000"/>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384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CF6F9"/>
    <a:srgbClr val="FFFFFF"/>
    <a:srgbClr val="F6F2F3"/>
    <a:srgbClr val="494A4D"/>
    <a:srgbClr val="2349E3"/>
    <a:srgbClr val="1938FF"/>
    <a:srgbClr val="090095"/>
    <a:srgbClr val="1938B3"/>
    <a:srgbClr val="0A0096"/>
    <a:srgbClr val="0A3396"/>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DF18680-E054-41AD-8BC1-D1AEF772440D}" styleName="Style moyen 2 - Accentuation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93296810-A885-4BE3-A3E7-6D5BEEA58F35}" styleName="Style moyen 2 - Accentuation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9457" autoAdjust="0"/>
    <p:restoredTop sz="96005" autoAdjust="0"/>
  </p:normalViewPr>
  <p:slideViewPr>
    <p:cSldViewPr snapToGrid="0">
      <p:cViewPr varScale="1">
        <p:scale>
          <a:sx n="111" d="100"/>
          <a:sy n="111" d="100"/>
        </p:scale>
        <p:origin x="912" y="78"/>
      </p:cViewPr>
      <p:guideLst>
        <p:guide orient="horz" pos="2160"/>
        <p:guide pos="3840"/>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0"/>
    </p:cViewPr>
  </p:sorterViewPr>
  <p:notesViewPr>
    <p:cSldViewPr snapToGrid="0">
      <p:cViewPr varScale="1">
        <p:scale>
          <a:sx n="87" d="100"/>
          <a:sy n="87" d="100"/>
        </p:scale>
        <p:origin x="3840" y="66"/>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6.xml"/><Relationship Id="rId18" Type="http://schemas.openxmlformats.org/officeDocument/2006/relationships/slide" Target="slides/slide11.xml"/><Relationship Id="rId26" Type="http://schemas.openxmlformats.org/officeDocument/2006/relationships/slide" Target="slides/slide19.xml"/><Relationship Id="rId39" Type="http://schemas.openxmlformats.org/officeDocument/2006/relationships/slide" Target="slides/slide32.xml"/><Relationship Id="rId21" Type="http://schemas.openxmlformats.org/officeDocument/2006/relationships/slide" Target="slides/slide14.xml"/><Relationship Id="rId34" Type="http://schemas.openxmlformats.org/officeDocument/2006/relationships/slide" Target="slides/slide27.xml"/><Relationship Id="rId42" Type="http://schemas.openxmlformats.org/officeDocument/2006/relationships/slide" Target="slides/slide35.xml"/><Relationship Id="rId47" Type="http://schemas.openxmlformats.org/officeDocument/2006/relationships/slide" Target="slides/slide40.xml"/><Relationship Id="rId50" Type="http://schemas.openxmlformats.org/officeDocument/2006/relationships/handoutMaster" Target="handoutMasters/handoutMaster1.xml"/><Relationship Id="rId7" Type="http://schemas.openxmlformats.org/officeDocument/2006/relationships/slideMaster" Target="slideMasters/slideMaster4.xml"/><Relationship Id="rId2" Type="http://schemas.openxmlformats.org/officeDocument/2006/relationships/customXml" Target="../customXml/item2.xml"/><Relationship Id="rId16" Type="http://schemas.openxmlformats.org/officeDocument/2006/relationships/slide" Target="slides/slide9.xml"/><Relationship Id="rId29" Type="http://schemas.openxmlformats.org/officeDocument/2006/relationships/slide" Target="slides/slide22.xml"/><Relationship Id="rId11" Type="http://schemas.openxmlformats.org/officeDocument/2006/relationships/slide" Target="slides/slide4.xml"/><Relationship Id="rId24" Type="http://schemas.openxmlformats.org/officeDocument/2006/relationships/slide" Target="slides/slide17.xml"/><Relationship Id="rId32" Type="http://schemas.openxmlformats.org/officeDocument/2006/relationships/slide" Target="slides/slide25.xml"/><Relationship Id="rId37" Type="http://schemas.openxmlformats.org/officeDocument/2006/relationships/slide" Target="slides/slide30.xml"/><Relationship Id="rId40" Type="http://schemas.openxmlformats.org/officeDocument/2006/relationships/slide" Target="slides/slide33.xml"/><Relationship Id="rId45" Type="http://schemas.openxmlformats.org/officeDocument/2006/relationships/slide" Target="slides/slide38.xml"/><Relationship Id="rId53" Type="http://schemas.openxmlformats.org/officeDocument/2006/relationships/theme" Target="theme/theme1.xml"/><Relationship Id="rId5" Type="http://schemas.openxmlformats.org/officeDocument/2006/relationships/slideMaster" Target="slideMasters/slideMaster2.xml"/><Relationship Id="rId10" Type="http://schemas.openxmlformats.org/officeDocument/2006/relationships/slide" Target="slides/slide3.xml"/><Relationship Id="rId19" Type="http://schemas.openxmlformats.org/officeDocument/2006/relationships/slide" Target="slides/slide12.xml"/><Relationship Id="rId31" Type="http://schemas.openxmlformats.org/officeDocument/2006/relationships/slide" Target="slides/slide24.xml"/><Relationship Id="rId44" Type="http://schemas.openxmlformats.org/officeDocument/2006/relationships/slide" Target="slides/slide37.xml"/><Relationship Id="rId52" Type="http://schemas.openxmlformats.org/officeDocument/2006/relationships/viewProps" Target="viewProps.xml"/><Relationship Id="rId4" Type="http://schemas.openxmlformats.org/officeDocument/2006/relationships/slideMaster" Target="slideMasters/slideMaster1.xml"/><Relationship Id="rId9" Type="http://schemas.openxmlformats.org/officeDocument/2006/relationships/slide" Target="slides/slide2.xml"/><Relationship Id="rId14" Type="http://schemas.openxmlformats.org/officeDocument/2006/relationships/slide" Target="slides/slide7.xml"/><Relationship Id="rId22" Type="http://schemas.openxmlformats.org/officeDocument/2006/relationships/slide" Target="slides/slide15.xml"/><Relationship Id="rId27" Type="http://schemas.openxmlformats.org/officeDocument/2006/relationships/slide" Target="slides/slide20.xml"/><Relationship Id="rId30" Type="http://schemas.openxmlformats.org/officeDocument/2006/relationships/slide" Target="slides/slide23.xml"/><Relationship Id="rId35" Type="http://schemas.openxmlformats.org/officeDocument/2006/relationships/slide" Target="slides/slide28.xml"/><Relationship Id="rId43" Type="http://schemas.openxmlformats.org/officeDocument/2006/relationships/slide" Target="slides/slide36.xml"/><Relationship Id="rId48" Type="http://schemas.openxmlformats.org/officeDocument/2006/relationships/slide" Target="slides/slide41.xml"/><Relationship Id="rId8" Type="http://schemas.openxmlformats.org/officeDocument/2006/relationships/slide" Target="slides/slide1.xml"/><Relationship Id="rId51" Type="http://schemas.openxmlformats.org/officeDocument/2006/relationships/presProps" Target="presProps.xml"/><Relationship Id="rId3" Type="http://schemas.openxmlformats.org/officeDocument/2006/relationships/customXml" Target="../customXml/item3.xml"/><Relationship Id="rId12" Type="http://schemas.openxmlformats.org/officeDocument/2006/relationships/slide" Target="slides/slide5.xml"/><Relationship Id="rId17" Type="http://schemas.openxmlformats.org/officeDocument/2006/relationships/slide" Target="slides/slide10.xml"/><Relationship Id="rId25" Type="http://schemas.openxmlformats.org/officeDocument/2006/relationships/slide" Target="slides/slide18.xml"/><Relationship Id="rId33" Type="http://schemas.openxmlformats.org/officeDocument/2006/relationships/slide" Target="slides/slide26.xml"/><Relationship Id="rId38" Type="http://schemas.openxmlformats.org/officeDocument/2006/relationships/slide" Target="slides/slide31.xml"/><Relationship Id="rId46" Type="http://schemas.openxmlformats.org/officeDocument/2006/relationships/slide" Target="slides/slide39.xml"/><Relationship Id="rId20" Type="http://schemas.openxmlformats.org/officeDocument/2006/relationships/slide" Target="slides/slide13.xml"/><Relationship Id="rId41" Type="http://schemas.openxmlformats.org/officeDocument/2006/relationships/slide" Target="slides/slide34.xml"/><Relationship Id="rId54" Type="http://schemas.openxmlformats.org/officeDocument/2006/relationships/tableStyles" Target="tableStyles.xml"/><Relationship Id="rId1" Type="http://schemas.openxmlformats.org/officeDocument/2006/relationships/customXml" Target="../customXml/item1.xml"/><Relationship Id="rId6" Type="http://schemas.openxmlformats.org/officeDocument/2006/relationships/slideMaster" Target="slideMasters/slideMaster3.xml"/><Relationship Id="rId15" Type="http://schemas.openxmlformats.org/officeDocument/2006/relationships/slide" Target="slides/slide8.xml"/><Relationship Id="rId23" Type="http://schemas.openxmlformats.org/officeDocument/2006/relationships/slide" Target="slides/slide16.xml"/><Relationship Id="rId28" Type="http://schemas.openxmlformats.org/officeDocument/2006/relationships/slide" Target="slides/slide21.xml"/><Relationship Id="rId36" Type="http://schemas.openxmlformats.org/officeDocument/2006/relationships/slide" Target="slides/slide29.xml"/><Relationship Id="rId49" Type="http://schemas.openxmlformats.org/officeDocument/2006/relationships/notesMaster" Target="notesMasters/notes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a:extLst>
              <a:ext uri="{FF2B5EF4-FFF2-40B4-BE49-F238E27FC236}">
                <a16:creationId xmlns:a16="http://schemas.microsoft.com/office/drawing/2014/main" id="{C3BF6A08-B74A-44A1-9B6E-638842E0A1BC}"/>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a:p>
        </p:txBody>
      </p:sp>
      <p:sp>
        <p:nvSpPr>
          <p:cNvPr id="3" name="Espace réservé de la date 2">
            <a:extLst>
              <a:ext uri="{FF2B5EF4-FFF2-40B4-BE49-F238E27FC236}">
                <a16:creationId xmlns:a16="http://schemas.microsoft.com/office/drawing/2014/main" id="{B8964490-8121-478B-8E6C-0F40F899632E}"/>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2FC9C06B-3A03-409A-B425-472FC6ED632E}" type="datetimeFigureOut">
              <a:rPr lang="fr-FR" smtClean="0"/>
              <a:t>17/12/2024</a:t>
            </a:fld>
            <a:endParaRPr lang="fr-FR"/>
          </a:p>
        </p:txBody>
      </p:sp>
      <p:sp>
        <p:nvSpPr>
          <p:cNvPr id="4" name="Espace réservé du pied de page 3">
            <a:extLst>
              <a:ext uri="{FF2B5EF4-FFF2-40B4-BE49-F238E27FC236}">
                <a16:creationId xmlns:a16="http://schemas.microsoft.com/office/drawing/2014/main" id="{74ADCB54-6559-417C-B0B0-4A1CC58326B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a:p>
        </p:txBody>
      </p:sp>
      <p:sp>
        <p:nvSpPr>
          <p:cNvPr id="5" name="Espace réservé du numéro de diapositive 4">
            <a:extLst>
              <a:ext uri="{FF2B5EF4-FFF2-40B4-BE49-F238E27FC236}">
                <a16:creationId xmlns:a16="http://schemas.microsoft.com/office/drawing/2014/main" id="{09DC06BD-BA68-43B5-ADD5-0CC16EE49BA7}"/>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4ADFDC2C-F50E-4BF3-9C13-9F892CB323EC}" type="slidenum">
              <a:rPr lang="fr-FR" smtClean="0"/>
              <a:t>‹N°›</a:t>
            </a:fld>
            <a:endParaRPr lang="fr-FR"/>
          </a:p>
        </p:txBody>
      </p:sp>
    </p:spTree>
    <p:extLst>
      <p:ext uri="{BB962C8B-B14F-4D97-AF65-F5344CB8AC3E}">
        <p14:creationId xmlns:p14="http://schemas.microsoft.com/office/powerpoint/2010/main" val="3236254220"/>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BF3F09E-A5E2-4FD2-AA48-324D4F0E8F41}" type="datetimeFigureOut">
              <a:rPr lang="fr"/>
              <a:t>17/12/2024</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7CAC06C-F8C2-46C2-88FF-6CBC2099D08A}" type="slidenum">
              <a:rPr lang="fr"/>
              <a:t>‹N°›</a:t>
            </a:fld>
            <a:endParaRPr lang="en-US"/>
          </a:p>
        </p:txBody>
      </p:sp>
    </p:spTree>
    <p:extLst>
      <p:ext uri="{BB962C8B-B14F-4D97-AF65-F5344CB8AC3E}">
        <p14:creationId xmlns:p14="http://schemas.microsoft.com/office/powerpoint/2010/main" val="175577963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Master" Target="../slideMasters/slideMaster2.xml"/><Relationship Id="rId4" Type="http://schemas.openxmlformats.org/officeDocument/2006/relationships/image" Target="../media/image4.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Couverture 1 photo">
    <p:spTree>
      <p:nvGrpSpPr>
        <p:cNvPr id="1" name=""/>
        <p:cNvGrpSpPr/>
        <p:nvPr/>
      </p:nvGrpSpPr>
      <p:grpSpPr>
        <a:xfrm>
          <a:off x="0" y="0"/>
          <a:ext cx="0" cy="0"/>
          <a:chOff x="0" y="0"/>
          <a:chExt cx="0" cy="0"/>
        </a:xfrm>
      </p:grpSpPr>
      <p:sp>
        <p:nvSpPr>
          <p:cNvPr id="6" name="Espace réservé pour une image  5">
            <a:extLst>
              <a:ext uri="{FF2B5EF4-FFF2-40B4-BE49-F238E27FC236}">
                <a16:creationId xmlns:a16="http://schemas.microsoft.com/office/drawing/2014/main" id="{2A786D32-B8DC-4CF3-A03E-BF4E357A1884}"/>
              </a:ext>
            </a:extLst>
          </p:cNvPr>
          <p:cNvSpPr>
            <a:spLocks noGrp="1"/>
          </p:cNvSpPr>
          <p:nvPr>
            <p:ph type="pic" sz="quarter" idx="15" hasCustomPrompt="1"/>
          </p:nvPr>
        </p:nvSpPr>
        <p:spPr>
          <a:xfrm>
            <a:off x="0" y="0"/>
            <a:ext cx="12191999" cy="6858000"/>
          </a:xfrm>
          <a:prstGeom prst="rect">
            <a:avLst/>
          </a:prstGeom>
        </p:spPr>
        <p:txBody>
          <a:bodyPr/>
          <a:lstStyle>
            <a:lvl1pPr marL="76200" marR="0" indent="0" algn="l" defTabSz="914400" rtl="0" eaLnBrk="1" fontAlgn="auto" latinLnBrk="0" hangingPunct="1">
              <a:lnSpc>
                <a:spcPct val="115000"/>
              </a:lnSpc>
              <a:spcBef>
                <a:spcPts val="0"/>
              </a:spcBef>
              <a:spcAft>
                <a:spcPts val="0"/>
              </a:spcAft>
              <a:buClr>
                <a:schemeClr val="bg2">
                  <a:lumMod val="90000"/>
                </a:schemeClr>
              </a:buClr>
              <a:buSzPts val="2400"/>
              <a:buFont typeface="+mj-lt"/>
              <a:buNone/>
              <a:tabLst/>
              <a:defRPr/>
            </a:lvl1pPr>
          </a:lstStyle>
          <a:p>
            <a:pPr marL="533400" marR="0" lvl="0" indent="-457200" algn="l" defTabSz="914400" rtl="0" eaLnBrk="1" fontAlgn="auto" latinLnBrk="0" hangingPunct="1">
              <a:lnSpc>
                <a:spcPct val="115000"/>
              </a:lnSpc>
              <a:spcBef>
                <a:spcPts val="0"/>
              </a:spcBef>
              <a:spcAft>
                <a:spcPts val="0"/>
              </a:spcAft>
              <a:buClr>
                <a:schemeClr val="bg2">
                  <a:lumMod val="90000"/>
                </a:schemeClr>
              </a:buClr>
              <a:buSzPts val="2400"/>
              <a:buFont typeface="+mj-lt"/>
              <a:buAutoNum type="arabicPeriod"/>
              <a:tabLst/>
              <a:defRPr/>
            </a:pPr>
            <a:r>
              <a:rPr lang="fr-FR" dirty="0"/>
              <a:t>Cliquez. Onglet « Insertion », image.</a:t>
            </a:r>
          </a:p>
          <a:p>
            <a:endParaRPr lang="fr-FR" dirty="0"/>
          </a:p>
          <a:p>
            <a:endParaRPr lang="fr-FR" dirty="0"/>
          </a:p>
        </p:txBody>
      </p:sp>
      <p:sp>
        <p:nvSpPr>
          <p:cNvPr id="5" name="Google Shape;32;p6">
            <a:extLst>
              <a:ext uri="{FF2B5EF4-FFF2-40B4-BE49-F238E27FC236}">
                <a16:creationId xmlns:a16="http://schemas.microsoft.com/office/drawing/2014/main" id="{3C3BCCE2-128B-4D81-8DD0-DB4B9C94D878}"/>
              </a:ext>
            </a:extLst>
          </p:cNvPr>
          <p:cNvSpPr txBox="1">
            <a:spLocks noGrp="1"/>
          </p:cNvSpPr>
          <p:nvPr>
            <p:ph type="sldNum" idx="4"/>
          </p:nvPr>
        </p:nvSpPr>
        <p:spPr>
          <a:xfrm>
            <a:off x="11264174" y="6154296"/>
            <a:ext cx="731600" cy="524800"/>
          </a:xfrm>
          <a:prstGeom prst="rect">
            <a:avLst/>
          </a:prstGeom>
          <a:ln>
            <a:noFill/>
          </a:ln>
        </p:spPr>
        <p:txBody>
          <a:bodyPr spcFirstLastPara="1" wrap="square" lIns="0" tIns="0" rIns="0" bIns="0" anchor="ctr" anchorCtr="0">
            <a:noAutofit/>
          </a:bodyPr>
          <a:lstStyle>
            <a:lvl1pPr lvl="0" algn="r" rtl="0">
              <a:buNone/>
              <a:defRPr>
                <a:solidFill>
                  <a:schemeClr val="bg1">
                    <a:lumMod val="50000"/>
                  </a:schemeClr>
                </a:solidFill>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fr-FR" smtClean="0"/>
              <a:pPr/>
              <a:t>‹N°›</a:t>
            </a:fld>
            <a:endParaRPr lang="fr-FR" dirty="0"/>
          </a:p>
        </p:txBody>
      </p:sp>
    </p:spTree>
    <p:extLst>
      <p:ext uri="{BB962C8B-B14F-4D97-AF65-F5344CB8AC3E}">
        <p14:creationId xmlns:p14="http://schemas.microsoft.com/office/powerpoint/2010/main" val="343693873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re + 1 colonne">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D73C5A96-7E40-4A4F-A9CA-1DD3EE69821E}"/>
              </a:ext>
            </a:extLst>
          </p:cNvPr>
          <p:cNvSpPr/>
          <p:nvPr userDrawn="1"/>
        </p:nvSpPr>
        <p:spPr>
          <a:xfrm>
            <a:off x="2739346" y="1411515"/>
            <a:ext cx="6713308" cy="4034971"/>
          </a:xfrm>
          <a:prstGeom prst="rect">
            <a:avLst/>
          </a:prstGeom>
          <a:noFill/>
          <a:ln w="381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Google Shape;24;p5">
            <a:extLst>
              <a:ext uri="{FF2B5EF4-FFF2-40B4-BE49-F238E27FC236}">
                <a16:creationId xmlns:a16="http://schemas.microsoft.com/office/drawing/2014/main" id="{C284A3EA-7B9F-9548-A79F-56A77020B34B}"/>
              </a:ext>
            </a:extLst>
          </p:cNvPr>
          <p:cNvSpPr txBox="1">
            <a:spLocks noGrp="1"/>
          </p:cNvSpPr>
          <p:nvPr>
            <p:ph type="title" hasCustomPrompt="1"/>
          </p:nvPr>
        </p:nvSpPr>
        <p:spPr>
          <a:xfrm>
            <a:off x="980322" y="980322"/>
            <a:ext cx="9911200" cy="528400"/>
          </a:xfrm>
          <a:prstGeom prst="rect">
            <a:avLst/>
          </a:prstGeom>
        </p:spPr>
        <p:txBody>
          <a:bodyPr spcFirstLastPara="1" wrap="square" lIns="0" tIns="0" rIns="0" bIns="0" anchor="b" anchorCtr="0">
            <a:noAutofit/>
          </a:bodyPr>
          <a:lstStyle>
            <a:lvl1pPr marL="0" marR="0" lvl="0" indent="0" algn="l" defTabSz="914400" rtl="0" eaLnBrk="1" fontAlgn="auto" latinLnBrk="0" hangingPunct="1">
              <a:lnSpc>
                <a:spcPct val="90000"/>
              </a:lnSpc>
              <a:spcBef>
                <a:spcPts val="0"/>
              </a:spcBef>
              <a:spcAft>
                <a:spcPts val="0"/>
              </a:spcAft>
              <a:buClrTx/>
              <a:buSzPts val="3200"/>
              <a:buFontTx/>
              <a:buNone/>
              <a:tabLst/>
              <a:defRPr sz="3000" b="1">
                <a:solidFill>
                  <a:srgbClr val="090095"/>
                </a:solidFill>
                <a:latin typeface="Montserrat" panose="00000800000000000000" pitchFamily="2" charset="0"/>
                <a:cs typeface="Calibri" panose="020F0502020204030204" pitchFamily="34" charset="0"/>
              </a:defRPr>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a:r>
              <a:rPr lang="fr-FR" dirty="0"/>
              <a:t>Cliquez pour ajouter le titre</a:t>
            </a:r>
            <a:endParaRPr dirty="0"/>
          </a:p>
        </p:txBody>
      </p:sp>
      <p:sp>
        <p:nvSpPr>
          <p:cNvPr id="11" name="Google Shape;25;p5">
            <a:extLst>
              <a:ext uri="{FF2B5EF4-FFF2-40B4-BE49-F238E27FC236}">
                <a16:creationId xmlns:a16="http://schemas.microsoft.com/office/drawing/2014/main" id="{2826C7D5-715F-C342-A531-BB29611AD169}"/>
              </a:ext>
            </a:extLst>
          </p:cNvPr>
          <p:cNvSpPr txBox="1">
            <a:spLocks noGrp="1"/>
          </p:cNvSpPr>
          <p:nvPr>
            <p:ph type="body" idx="1" hasCustomPrompt="1"/>
          </p:nvPr>
        </p:nvSpPr>
        <p:spPr>
          <a:xfrm>
            <a:off x="980322" y="1858076"/>
            <a:ext cx="9911200" cy="4045200"/>
          </a:xfrm>
          <a:prstGeom prst="rect">
            <a:avLst/>
          </a:prstGeom>
        </p:spPr>
        <p:txBody>
          <a:bodyPr spcFirstLastPara="1" wrap="square" lIns="0" tIns="0" rIns="0" bIns="0" anchor="t" anchorCtr="0">
            <a:noAutofit/>
          </a:bodyPr>
          <a:lstStyle>
            <a:lvl1pPr marL="609585" lvl="0" indent="-507987" rtl="0">
              <a:spcBef>
                <a:spcPts val="0"/>
              </a:spcBef>
              <a:spcAft>
                <a:spcPts val="0"/>
              </a:spcAft>
              <a:buClr>
                <a:schemeClr val="tx1">
                  <a:lumMod val="50000"/>
                  <a:lumOff val="50000"/>
                </a:schemeClr>
              </a:buClr>
              <a:buSzPts val="2400"/>
              <a:buFont typeface="Inria Sans Light"/>
              <a:buChar char="▸"/>
              <a:defRPr sz="2000">
                <a:solidFill>
                  <a:schemeClr val="tx1">
                    <a:lumMod val="85000"/>
                    <a:lumOff val="15000"/>
                  </a:schemeClr>
                </a:solidFill>
                <a:latin typeface="Barlow"/>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du texte</a:t>
            </a:r>
            <a:endParaRPr dirty="0"/>
          </a:p>
        </p:txBody>
      </p:sp>
      <p:cxnSp>
        <p:nvCxnSpPr>
          <p:cNvPr id="21" name="Connecteur droit 20">
            <a:extLst>
              <a:ext uri="{FF2B5EF4-FFF2-40B4-BE49-F238E27FC236}">
                <a16:creationId xmlns:a16="http://schemas.microsoft.com/office/drawing/2014/main" id="{37AA6426-FF56-5345-B69C-CE78C4C36E1C}"/>
              </a:ext>
            </a:extLst>
          </p:cNvPr>
          <p:cNvCxnSpPr>
            <a:cxnSpLocks/>
          </p:cNvCxnSpPr>
          <p:nvPr userDrawn="1"/>
        </p:nvCxnSpPr>
        <p:spPr>
          <a:xfrm>
            <a:off x="162525" y="1261228"/>
            <a:ext cx="612000" cy="0"/>
          </a:xfrm>
          <a:prstGeom prst="line">
            <a:avLst/>
          </a:prstGeom>
          <a:ln w="76200">
            <a:solidFill>
              <a:srgbClr val="E7302A"/>
            </a:solidFill>
          </a:ln>
        </p:spPr>
        <p:style>
          <a:lnRef idx="1">
            <a:schemeClr val="accent1"/>
          </a:lnRef>
          <a:fillRef idx="0">
            <a:schemeClr val="accent1"/>
          </a:fillRef>
          <a:effectRef idx="0">
            <a:schemeClr val="accent1"/>
          </a:effectRef>
          <a:fontRef idx="minor">
            <a:schemeClr val="tx1"/>
          </a:fontRef>
        </p:style>
      </p:cxnSp>
      <p:sp>
        <p:nvSpPr>
          <p:cNvPr id="7" name="Google Shape;32;p6">
            <a:extLst>
              <a:ext uri="{FF2B5EF4-FFF2-40B4-BE49-F238E27FC236}">
                <a16:creationId xmlns:a16="http://schemas.microsoft.com/office/drawing/2014/main" id="{29785BF0-08BC-462A-855B-5755C4E6591D}"/>
              </a:ext>
            </a:extLst>
          </p:cNvPr>
          <p:cNvSpPr txBox="1">
            <a:spLocks noGrp="1"/>
          </p:cNvSpPr>
          <p:nvPr>
            <p:ph type="sldNum" idx="4"/>
          </p:nvPr>
        </p:nvSpPr>
        <p:spPr>
          <a:xfrm>
            <a:off x="11264174" y="6154296"/>
            <a:ext cx="731600" cy="524800"/>
          </a:xfrm>
          <a:prstGeom prst="rect">
            <a:avLst/>
          </a:prstGeom>
          <a:ln>
            <a:noFill/>
          </a:ln>
        </p:spPr>
        <p:txBody>
          <a:bodyPr spcFirstLastPara="1" wrap="square" lIns="0" tIns="0" rIns="0" bIns="0" anchor="ctr" anchorCtr="0">
            <a:noAutofit/>
          </a:bodyPr>
          <a:lstStyle>
            <a:lvl1pPr lvl="0" algn="r" rtl="0">
              <a:buNone/>
              <a:defRPr>
                <a:solidFill>
                  <a:schemeClr val="bg1">
                    <a:lumMod val="50000"/>
                  </a:schemeClr>
                </a:solidFill>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fr-FR" smtClean="0"/>
              <a:pPr/>
              <a:t>‹N°›</a:t>
            </a:fld>
            <a:endParaRPr lang="fr-FR" dirty="0"/>
          </a:p>
        </p:txBody>
      </p:sp>
      <p:sp>
        <p:nvSpPr>
          <p:cNvPr id="9" name="Espace réservé du texte 2">
            <a:extLst>
              <a:ext uri="{FF2B5EF4-FFF2-40B4-BE49-F238E27FC236}">
                <a16:creationId xmlns:a16="http://schemas.microsoft.com/office/drawing/2014/main" id="{3B80D67E-28DB-4394-B395-81B405A6F3CE}"/>
              </a:ext>
            </a:extLst>
          </p:cNvPr>
          <p:cNvSpPr>
            <a:spLocks noGrp="1"/>
          </p:cNvSpPr>
          <p:nvPr>
            <p:ph type="body" sz="quarter" idx="15" hasCustomPrompt="1"/>
          </p:nvPr>
        </p:nvSpPr>
        <p:spPr>
          <a:xfrm>
            <a:off x="0" y="553661"/>
            <a:ext cx="5833582" cy="215900"/>
          </a:xfrm>
          <a:prstGeom prst="rect">
            <a:avLst/>
          </a:prstGeom>
        </p:spPr>
        <p:txBody>
          <a:bodyPr/>
          <a:lstStyle>
            <a:lvl1pPr marL="76200" indent="0">
              <a:buNone/>
              <a:defRPr sz="1500" b="1" i="1">
                <a:latin typeface="Barlow"/>
              </a:defRPr>
            </a:lvl1pPr>
          </a:lstStyle>
          <a:p>
            <a:pPr lvl="0"/>
            <a:r>
              <a:rPr lang="fr-FR" dirty="0"/>
              <a:t>Cliquez ici pour du texte</a:t>
            </a:r>
          </a:p>
        </p:txBody>
      </p:sp>
    </p:spTree>
    <p:extLst>
      <p:ext uri="{BB962C8B-B14F-4D97-AF65-F5344CB8AC3E}">
        <p14:creationId xmlns:p14="http://schemas.microsoft.com/office/powerpoint/2010/main" val="204430354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re + 2 colonnes">
    <p:spTree>
      <p:nvGrpSpPr>
        <p:cNvPr id="1" name=""/>
        <p:cNvGrpSpPr/>
        <p:nvPr/>
      </p:nvGrpSpPr>
      <p:grpSpPr>
        <a:xfrm>
          <a:off x="0" y="0"/>
          <a:ext cx="0" cy="0"/>
          <a:chOff x="0" y="0"/>
          <a:chExt cx="0" cy="0"/>
        </a:xfrm>
      </p:grpSpPr>
      <p:sp>
        <p:nvSpPr>
          <p:cNvPr id="16" name="Google Shape;25;p5">
            <a:extLst>
              <a:ext uri="{FF2B5EF4-FFF2-40B4-BE49-F238E27FC236}">
                <a16:creationId xmlns:a16="http://schemas.microsoft.com/office/drawing/2014/main" id="{4E9AC727-D595-424B-8DAE-DD364833E15B}"/>
              </a:ext>
            </a:extLst>
          </p:cNvPr>
          <p:cNvSpPr txBox="1">
            <a:spLocks noGrp="1"/>
          </p:cNvSpPr>
          <p:nvPr>
            <p:ph type="body" idx="13" hasCustomPrompt="1"/>
          </p:nvPr>
        </p:nvSpPr>
        <p:spPr>
          <a:xfrm>
            <a:off x="980321" y="1858076"/>
            <a:ext cx="4923173" cy="4019862"/>
          </a:xfrm>
          <a:prstGeom prst="rect">
            <a:avLst/>
          </a:prstGeom>
        </p:spPr>
        <p:txBody>
          <a:bodyPr spcFirstLastPara="1" wrap="square" lIns="0" tIns="0" rIns="0" bIns="0" anchor="t" anchorCtr="0">
            <a:noAutofit/>
          </a:bodyPr>
          <a:lstStyle>
            <a:lvl1pPr marL="609585" lvl="0" indent="-507987" rtl="0">
              <a:spcBef>
                <a:spcPts val="0"/>
              </a:spcBef>
              <a:spcAft>
                <a:spcPts val="0"/>
              </a:spcAft>
              <a:buClr>
                <a:schemeClr val="tx1">
                  <a:lumMod val="50000"/>
                  <a:lumOff val="50000"/>
                </a:schemeClr>
              </a:buClr>
              <a:buSzPts val="2400"/>
              <a:buFont typeface="Inria Sans Light"/>
              <a:buChar char="▸"/>
              <a:defRPr sz="2000">
                <a:solidFill>
                  <a:schemeClr val="tx1">
                    <a:lumMod val="85000"/>
                    <a:lumOff val="15000"/>
                  </a:schemeClr>
                </a:solidFill>
                <a:latin typeface="Barlow"/>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du texte</a:t>
            </a:r>
            <a:endParaRPr dirty="0"/>
          </a:p>
        </p:txBody>
      </p:sp>
      <p:sp>
        <p:nvSpPr>
          <p:cNvPr id="18" name="Google Shape;25;p5">
            <a:extLst>
              <a:ext uri="{FF2B5EF4-FFF2-40B4-BE49-F238E27FC236}">
                <a16:creationId xmlns:a16="http://schemas.microsoft.com/office/drawing/2014/main" id="{37FDBF43-BCF7-D74D-A4DA-A2E2E422FD58}"/>
              </a:ext>
            </a:extLst>
          </p:cNvPr>
          <p:cNvSpPr txBox="1">
            <a:spLocks noGrp="1"/>
          </p:cNvSpPr>
          <p:nvPr>
            <p:ph type="body" idx="14" hasCustomPrompt="1"/>
          </p:nvPr>
        </p:nvSpPr>
        <p:spPr>
          <a:xfrm>
            <a:off x="6282672" y="1858522"/>
            <a:ext cx="4923173" cy="4019862"/>
          </a:xfrm>
          <a:prstGeom prst="rect">
            <a:avLst/>
          </a:prstGeom>
        </p:spPr>
        <p:txBody>
          <a:bodyPr spcFirstLastPara="1" wrap="square" lIns="0" tIns="0" rIns="0" bIns="0" anchor="t" anchorCtr="0">
            <a:noAutofit/>
          </a:bodyPr>
          <a:lstStyle>
            <a:lvl1pPr marL="609585" lvl="0" indent="-507987" rtl="0">
              <a:spcBef>
                <a:spcPts val="0"/>
              </a:spcBef>
              <a:spcAft>
                <a:spcPts val="0"/>
              </a:spcAft>
              <a:buClr>
                <a:schemeClr val="tx1">
                  <a:lumMod val="50000"/>
                  <a:lumOff val="50000"/>
                </a:schemeClr>
              </a:buClr>
              <a:buSzPts val="2400"/>
              <a:buFont typeface="Inria Sans Light"/>
              <a:buChar char="▸"/>
              <a:defRPr sz="2000">
                <a:solidFill>
                  <a:schemeClr val="tx1">
                    <a:lumMod val="85000"/>
                    <a:lumOff val="15000"/>
                  </a:schemeClr>
                </a:solidFill>
                <a:latin typeface="Barlow"/>
                <a:cs typeface="Adobe Devanagari" panose="02040503050201020203" pitchFamily="18" charset="0"/>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du texte</a:t>
            </a:r>
            <a:endParaRPr dirty="0"/>
          </a:p>
        </p:txBody>
      </p:sp>
      <p:sp>
        <p:nvSpPr>
          <p:cNvPr id="19" name="Google Shape;29;p6">
            <a:extLst>
              <a:ext uri="{FF2B5EF4-FFF2-40B4-BE49-F238E27FC236}">
                <a16:creationId xmlns:a16="http://schemas.microsoft.com/office/drawing/2014/main" id="{5DC65C95-BCD5-0541-81A5-EFAA27BEC96E}"/>
              </a:ext>
            </a:extLst>
          </p:cNvPr>
          <p:cNvSpPr txBox="1">
            <a:spLocks noGrp="1"/>
          </p:cNvSpPr>
          <p:nvPr>
            <p:ph type="title" hasCustomPrompt="1"/>
          </p:nvPr>
        </p:nvSpPr>
        <p:spPr>
          <a:xfrm>
            <a:off x="980321" y="988083"/>
            <a:ext cx="10225523" cy="520639"/>
          </a:xfrm>
          <a:prstGeom prst="rect">
            <a:avLst/>
          </a:prstGeom>
        </p:spPr>
        <p:txBody>
          <a:bodyPr spcFirstLastPara="1" wrap="square" lIns="0" tIns="0" rIns="0" bIns="0" anchor="b" anchorCtr="0">
            <a:noAutofit/>
          </a:bodyPr>
          <a:lstStyle>
            <a:lvl1pPr lvl="0" rtl="0">
              <a:spcBef>
                <a:spcPts val="0"/>
              </a:spcBef>
              <a:spcAft>
                <a:spcPts val="0"/>
              </a:spcAft>
              <a:buSzPts val="3200"/>
              <a:buNone/>
              <a:defRPr sz="3000" b="1">
                <a:solidFill>
                  <a:srgbClr val="090095"/>
                </a:solidFill>
                <a:latin typeface="Montserrat" panose="00000800000000000000" pitchFamily="2" charset="0"/>
              </a:defRPr>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a:r>
              <a:rPr lang="fr-FR" dirty="0"/>
              <a:t>Cliquez pour ajouter le titre</a:t>
            </a:r>
            <a:endParaRPr dirty="0"/>
          </a:p>
        </p:txBody>
      </p:sp>
      <p:cxnSp>
        <p:nvCxnSpPr>
          <p:cNvPr id="22" name="Connecteur droit 21">
            <a:extLst>
              <a:ext uri="{FF2B5EF4-FFF2-40B4-BE49-F238E27FC236}">
                <a16:creationId xmlns:a16="http://schemas.microsoft.com/office/drawing/2014/main" id="{8E155FB6-495F-854B-8763-E8CFC7067384}"/>
              </a:ext>
            </a:extLst>
          </p:cNvPr>
          <p:cNvCxnSpPr>
            <a:cxnSpLocks/>
          </p:cNvCxnSpPr>
          <p:nvPr userDrawn="1"/>
        </p:nvCxnSpPr>
        <p:spPr>
          <a:xfrm>
            <a:off x="162525" y="1261228"/>
            <a:ext cx="612000" cy="0"/>
          </a:xfrm>
          <a:prstGeom prst="line">
            <a:avLst/>
          </a:prstGeom>
          <a:ln w="76200">
            <a:solidFill>
              <a:srgbClr val="E7302A"/>
            </a:solidFill>
          </a:ln>
        </p:spPr>
        <p:style>
          <a:lnRef idx="1">
            <a:schemeClr val="accent1"/>
          </a:lnRef>
          <a:fillRef idx="0">
            <a:schemeClr val="accent1"/>
          </a:fillRef>
          <a:effectRef idx="0">
            <a:schemeClr val="accent1"/>
          </a:effectRef>
          <a:fontRef idx="minor">
            <a:schemeClr val="tx1"/>
          </a:fontRef>
        </p:style>
      </p:cxnSp>
      <p:cxnSp>
        <p:nvCxnSpPr>
          <p:cNvPr id="21" name="Connecteur droit 20">
            <a:extLst>
              <a:ext uri="{FF2B5EF4-FFF2-40B4-BE49-F238E27FC236}">
                <a16:creationId xmlns:a16="http://schemas.microsoft.com/office/drawing/2014/main" id="{E0D33634-D6A4-4CF7-829D-F3D56FFBDD1E}"/>
              </a:ext>
            </a:extLst>
          </p:cNvPr>
          <p:cNvCxnSpPr>
            <a:cxnSpLocks/>
          </p:cNvCxnSpPr>
          <p:nvPr userDrawn="1"/>
        </p:nvCxnSpPr>
        <p:spPr>
          <a:xfrm>
            <a:off x="6058263" y="1858076"/>
            <a:ext cx="0" cy="4019862"/>
          </a:xfrm>
          <a:prstGeom prst="line">
            <a:avLst/>
          </a:prstGeom>
          <a:ln w="3175"/>
        </p:spPr>
        <p:style>
          <a:lnRef idx="1">
            <a:schemeClr val="accent3"/>
          </a:lnRef>
          <a:fillRef idx="0">
            <a:schemeClr val="accent3"/>
          </a:fillRef>
          <a:effectRef idx="0">
            <a:schemeClr val="accent3"/>
          </a:effectRef>
          <a:fontRef idx="minor">
            <a:schemeClr val="tx1"/>
          </a:fontRef>
        </p:style>
      </p:cxnSp>
      <p:sp>
        <p:nvSpPr>
          <p:cNvPr id="8" name="Google Shape;32;p6">
            <a:extLst>
              <a:ext uri="{FF2B5EF4-FFF2-40B4-BE49-F238E27FC236}">
                <a16:creationId xmlns:a16="http://schemas.microsoft.com/office/drawing/2014/main" id="{1B0C1DB9-9303-4776-9B24-5B71E62B0A35}"/>
              </a:ext>
            </a:extLst>
          </p:cNvPr>
          <p:cNvSpPr txBox="1">
            <a:spLocks noGrp="1"/>
          </p:cNvSpPr>
          <p:nvPr>
            <p:ph type="sldNum" idx="4"/>
          </p:nvPr>
        </p:nvSpPr>
        <p:spPr>
          <a:xfrm>
            <a:off x="11264174" y="6154296"/>
            <a:ext cx="731600" cy="524800"/>
          </a:xfrm>
          <a:prstGeom prst="rect">
            <a:avLst/>
          </a:prstGeom>
          <a:ln>
            <a:noFill/>
          </a:ln>
        </p:spPr>
        <p:txBody>
          <a:bodyPr spcFirstLastPara="1" wrap="square" lIns="0" tIns="0" rIns="0" bIns="0" anchor="ctr" anchorCtr="0">
            <a:noAutofit/>
          </a:bodyPr>
          <a:lstStyle>
            <a:lvl1pPr lvl="0" algn="r" rtl="0">
              <a:buNone/>
              <a:defRPr>
                <a:solidFill>
                  <a:schemeClr val="bg1">
                    <a:lumMod val="50000"/>
                  </a:schemeClr>
                </a:solidFill>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fr-FR" smtClean="0"/>
              <a:pPr/>
              <a:t>‹N°›</a:t>
            </a:fld>
            <a:endParaRPr lang="fr-FR" dirty="0"/>
          </a:p>
        </p:txBody>
      </p:sp>
      <p:sp>
        <p:nvSpPr>
          <p:cNvPr id="10" name="Espace réservé du texte 2">
            <a:extLst>
              <a:ext uri="{FF2B5EF4-FFF2-40B4-BE49-F238E27FC236}">
                <a16:creationId xmlns:a16="http://schemas.microsoft.com/office/drawing/2014/main" id="{E3603B3B-C9FF-47F1-966E-7492206DED2A}"/>
              </a:ext>
            </a:extLst>
          </p:cNvPr>
          <p:cNvSpPr>
            <a:spLocks noGrp="1"/>
          </p:cNvSpPr>
          <p:nvPr>
            <p:ph type="body" sz="quarter" idx="15" hasCustomPrompt="1"/>
          </p:nvPr>
        </p:nvSpPr>
        <p:spPr>
          <a:xfrm>
            <a:off x="0" y="553661"/>
            <a:ext cx="5833582" cy="215900"/>
          </a:xfrm>
          <a:prstGeom prst="rect">
            <a:avLst/>
          </a:prstGeom>
        </p:spPr>
        <p:txBody>
          <a:bodyPr/>
          <a:lstStyle>
            <a:lvl1pPr marL="76200" indent="0">
              <a:buNone/>
              <a:defRPr sz="1500" b="1" i="1">
                <a:latin typeface="Barlow"/>
              </a:defRPr>
            </a:lvl1pPr>
          </a:lstStyle>
          <a:p>
            <a:pPr lvl="0"/>
            <a:r>
              <a:rPr lang="fr-FR" dirty="0"/>
              <a:t>Cliquez ici pour du texte</a:t>
            </a:r>
          </a:p>
        </p:txBody>
      </p:sp>
    </p:spTree>
    <p:extLst>
      <p:ext uri="{BB962C8B-B14F-4D97-AF65-F5344CB8AC3E}">
        <p14:creationId xmlns:p14="http://schemas.microsoft.com/office/powerpoint/2010/main" val="409932639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_Titre + 1 colonne + 1 photo">
    <p:spTree>
      <p:nvGrpSpPr>
        <p:cNvPr id="1" name=""/>
        <p:cNvGrpSpPr/>
        <p:nvPr/>
      </p:nvGrpSpPr>
      <p:grpSpPr>
        <a:xfrm>
          <a:off x="0" y="0"/>
          <a:ext cx="0" cy="0"/>
          <a:chOff x="0" y="0"/>
          <a:chExt cx="0" cy="0"/>
        </a:xfrm>
      </p:grpSpPr>
      <p:sp>
        <p:nvSpPr>
          <p:cNvPr id="6" name="Espace réservé pour une image  5">
            <a:extLst>
              <a:ext uri="{FF2B5EF4-FFF2-40B4-BE49-F238E27FC236}">
                <a16:creationId xmlns:a16="http://schemas.microsoft.com/office/drawing/2014/main" id="{2A786D32-B8DC-4CF3-A03E-BF4E357A1884}"/>
              </a:ext>
            </a:extLst>
          </p:cNvPr>
          <p:cNvSpPr>
            <a:spLocks noGrp="1"/>
          </p:cNvSpPr>
          <p:nvPr>
            <p:ph type="pic" sz="quarter" idx="15" hasCustomPrompt="1"/>
          </p:nvPr>
        </p:nvSpPr>
        <p:spPr>
          <a:xfrm>
            <a:off x="6283324" y="0"/>
            <a:ext cx="5908676" cy="6669157"/>
          </a:xfrm>
          <a:prstGeom prst="rect">
            <a:avLst/>
          </a:prstGeom>
        </p:spPr>
        <p:txBody>
          <a:bodyPr/>
          <a:lstStyle>
            <a:lvl1pPr marL="76200" marR="0" indent="0" algn="l" defTabSz="914400" rtl="0" eaLnBrk="1" fontAlgn="auto" latinLnBrk="0" hangingPunct="1">
              <a:lnSpc>
                <a:spcPct val="115000"/>
              </a:lnSpc>
              <a:spcBef>
                <a:spcPts val="0"/>
              </a:spcBef>
              <a:spcAft>
                <a:spcPts val="0"/>
              </a:spcAft>
              <a:buClr>
                <a:schemeClr val="bg2">
                  <a:lumMod val="90000"/>
                </a:schemeClr>
              </a:buClr>
              <a:buSzPts val="2400"/>
              <a:buFont typeface="+mj-lt"/>
              <a:buNone/>
              <a:tabLst/>
              <a:defRPr>
                <a:latin typeface="Barlow"/>
              </a:defRPr>
            </a:lvl1pPr>
          </a:lstStyle>
          <a:p>
            <a:pPr marL="533400" marR="0" lvl="0" indent="-457200" algn="l" defTabSz="914400" rtl="0" eaLnBrk="1" fontAlgn="auto" latinLnBrk="0" hangingPunct="1">
              <a:lnSpc>
                <a:spcPct val="115000"/>
              </a:lnSpc>
              <a:spcBef>
                <a:spcPts val="0"/>
              </a:spcBef>
              <a:spcAft>
                <a:spcPts val="0"/>
              </a:spcAft>
              <a:buClr>
                <a:schemeClr val="bg2">
                  <a:lumMod val="90000"/>
                </a:schemeClr>
              </a:buClr>
              <a:buSzPts val="2400"/>
              <a:buFont typeface="+mj-lt"/>
              <a:buAutoNum type="arabicPeriod"/>
              <a:tabLst/>
              <a:defRPr/>
            </a:pPr>
            <a:r>
              <a:rPr lang="fr-FR" dirty="0"/>
              <a:t>Cliquez. Onglet « Insertion », image.</a:t>
            </a:r>
          </a:p>
          <a:p>
            <a:endParaRPr lang="fr-FR" dirty="0"/>
          </a:p>
          <a:p>
            <a:endParaRPr lang="fr-FR" dirty="0"/>
          </a:p>
        </p:txBody>
      </p:sp>
      <p:sp>
        <p:nvSpPr>
          <p:cNvPr id="16" name="Google Shape;25;p5">
            <a:extLst>
              <a:ext uri="{FF2B5EF4-FFF2-40B4-BE49-F238E27FC236}">
                <a16:creationId xmlns:a16="http://schemas.microsoft.com/office/drawing/2014/main" id="{4E9AC727-D595-424B-8DAE-DD364833E15B}"/>
              </a:ext>
            </a:extLst>
          </p:cNvPr>
          <p:cNvSpPr txBox="1">
            <a:spLocks noGrp="1"/>
          </p:cNvSpPr>
          <p:nvPr>
            <p:ph type="body" idx="13" hasCustomPrompt="1"/>
          </p:nvPr>
        </p:nvSpPr>
        <p:spPr>
          <a:xfrm>
            <a:off x="980321" y="2284477"/>
            <a:ext cx="4923173" cy="4019862"/>
          </a:xfrm>
          <a:prstGeom prst="rect">
            <a:avLst/>
          </a:prstGeom>
        </p:spPr>
        <p:txBody>
          <a:bodyPr spcFirstLastPara="1" wrap="square" lIns="0" tIns="0" rIns="0" bIns="0" anchor="t" anchorCtr="0">
            <a:noAutofit/>
          </a:bodyPr>
          <a:lstStyle>
            <a:lvl1pPr marL="609585" lvl="0" indent="-507987" rtl="0">
              <a:spcBef>
                <a:spcPts val="0"/>
              </a:spcBef>
              <a:spcAft>
                <a:spcPts val="0"/>
              </a:spcAft>
              <a:buClr>
                <a:schemeClr val="tx1">
                  <a:lumMod val="50000"/>
                  <a:lumOff val="50000"/>
                </a:schemeClr>
              </a:buClr>
              <a:buSzPts val="2400"/>
              <a:buFont typeface="Inria Sans Light"/>
              <a:buChar char="▸"/>
              <a:defRPr sz="2000">
                <a:solidFill>
                  <a:schemeClr val="tx1">
                    <a:lumMod val="85000"/>
                    <a:lumOff val="15000"/>
                  </a:schemeClr>
                </a:solidFill>
                <a:latin typeface="Barlow"/>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du texte</a:t>
            </a:r>
            <a:endParaRPr dirty="0"/>
          </a:p>
        </p:txBody>
      </p:sp>
      <p:sp>
        <p:nvSpPr>
          <p:cNvPr id="10" name="Google Shape;32;p6">
            <a:extLst>
              <a:ext uri="{FF2B5EF4-FFF2-40B4-BE49-F238E27FC236}">
                <a16:creationId xmlns:a16="http://schemas.microsoft.com/office/drawing/2014/main" id="{795A1952-79E7-46F0-8CFE-5BBC503046D6}"/>
              </a:ext>
            </a:extLst>
          </p:cNvPr>
          <p:cNvSpPr txBox="1">
            <a:spLocks noGrp="1"/>
          </p:cNvSpPr>
          <p:nvPr>
            <p:ph type="sldNum" idx="4"/>
          </p:nvPr>
        </p:nvSpPr>
        <p:spPr>
          <a:xfrm>
            <a:off x="11264174" y="6154296"/>
            <a:ext cx="731600" cy="524800"/>
          </a:xfrm>
          <a:prstGeom prst="rect">
            <a:avLst/>
          </a:prstGeom>
          <a:ln>
            <a:noFill/>
          </a:ln>
        </p:spPr>
        <p:txBody>
          <a:bodyPr spcFirstLastPara="1" wrap="square" lIns="0" tIns="0" rIns="0" bIns="0" anchor="ctr" anchorCtr="0">
            <a:noAutofit/>
          </a:bodyPr>
          <a:lstStyle>
            <a:lvl1pPr lvl="0" algn="r" rtl="0">
              <a:buNone/>
              <a:defRPr>
                <a:solidFill>
                  <a:schemeClr val="bg1">
                    <a:lumMod val="50000"/>
                  </a:schemeClr>
                </a:solidFill>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fr-FR" smtClean="0"/>
              <a:pPr/>
              <a:t>‹N°›</a:t>
            </a:fld>
            <a:endParaRPr lang="fr-FR" dirty="0"/>
          </a:p>
        </p:txBody>
      </p:sp>
      <p:sp>
        <p:nvSpPr>
          <p:cNvPr id="11" name="Espace réservé du texte 2">
            <a:extLst>
              <a:ext uri="{FF2B5EF4-FFF2-40B4-BE49-F238E27FC236}">
                <a16:creationId xmlns:a16="http://schemas.microsoft.com/office/drawing/2014/main" id="{65EBDEE8-7286-4505-90E1-6CBDC202E1E2}"/>
              </a:ext>
            </a:extLst>
          </p:cNvPr>
          <p:cNvSpPr>
            <a:spLocks noGrp="1"/>
          </p:cNvSpPr>
          <p:nvPr>
            <p:ph type="body" sz="quarter" idx="16" hasCustomPrompt="1"/>
          </p:nvPr>
        </p:nvSpPr>
        <p:spPr>
          <a:xfrm>
            <a:off x="0" y="553661"/>
            <a:ext cx="5833582" cy="215900"/>
          </a:xfrm>
          <a:prstGeom prst="rect">
            <a:avLst/>
          </a:prstGeom>
        </p:spPr>
        <p:txBody>
          <a:bodyPr/>
          <a:lstStyle>
            <a:lvl1pPr marL="76200" indent="0">
              <a:buNone/>
              <a:defRPr sz="1500" b="1" i="1">
                <a:latin typeface="Barlow"/>
              </a:defRPr>
            </a:lvl1pPr>
          </a:lstStyle>
          <a:p>
            <a:pPr lvl="0"/>
            <a:r>
              <a:rPr lang="fr-FR" dirty="0"/>
              <a:t>Cliquez ici pour du texte</a:t>
            </a:r>
          </a:p>
        </p:txBody>
      </p:sp>
      <p:sp>
        <p:nvSpPr>
          <p:cNvPr id="17" name="Google Shape;24;p5">
            <a:extLst>
              <a:ext uri="{FF2B5EF4-FFF2-40B4-BE49-F238E27FC236}">
                <a16:creationId xmlns:a16="http://schemas.microsoft.com/office/drawing/2014/main" id="{EBAE92C4-41A9-42EC-9114-82CE134C693E}"/>
              </a:ext>
            </a:extLst>
          </p:cNvPr>
          <p:cNvSpPr txBox="1">
            <a:spLocks noGrp="1"/>
          </p:cNvSpPr>
          <p:nvPr>
            <p:ph type="title" hasCustomPrompt="1"/>
          </p:nvPr>
        </p:nvSpPr>
        <p:spPr>
          <a:xfrm>
            <a:off x="980322" y="980321"/>
            <a:ext cx="4853260" cy="877751"/>
          </a:xfrm>
          <a:prstGeom prst="rect">
            <a:avLst/>
          </a:prstGeom>
        </p:spPr>
        <p:txBody>
          <a:bodyPr spcFirstLastPara="1" wrap="square" lIns="0" tIns="0" rIns="0" bIns="0" anchor="b" anchorCtr="0">
            <a:noAutofit/>
          </a:bodyPr>
          <a:lstStyle>
            <a:lvl1pPr marL="0" marR="0" lvl="0" indent="0" algn="l" defTabSz="914400" rtl="0" eaLnBrk="1" fontAlgn="auto" latinLnBrk="0" hangingPunct="1">
              <a:lnSpc>
                <a:spcPct val="90000"/>
              </a:lnSpc>
              <a:spcBef>
                <a:spcPts val="0"/>
              </a:spcBef>
              <a:spcAft>
                <a:spcPts val="0"/>
              </a:spcAft>
              <a:buClrTx/>
              <a:buSzPts val="3200"/>
              <a:buFontTx/>
              <a:buNone/>
              <a:tabLst/>
              <a:defRPr sz="3000" b="1">
                <a:solidFill>
                  <a:srgbClr val="090095"/>
                </a:solidFill>
                <a:latin typeface="Montserrat" panose="00000800000000000000" pitchFamily="2" charset="0"/>
                <a:cs typeface="Calibri" panose="020F0502020204030204" pitchFamily="34" charset="0"/>
              </a:defRPr>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a:r>
              <a:rPr lang="fr-FR" dirty="0"/>
              <a:t>Cliquez pour ajouter </a:t>
            </a:r>
            <a:br>
              <a:rPr lang="fr-FR" dirty="0"/>
            </a:br>
            <a:r>
              <a:rPr lang="fr-FR" dirty="0"/>
              <a:t>le titre</a:t>
            </a:r>
            <a:endParaRPr dirty="0"/>
          </a:p>
        </p:txBody>
      </p:sp>
      <p:cxnSp>
        <p:nvCxnSpPr>
          <p:cNvPr id="18" name="Connecteur droit 17">
            <a:extLst>
              <a:ext uri="{FF2B5EF4-FFF2-40B4-BE49-F238E27FC236}">
                <a16:creationId xmlns:a16="http://schemas.microsoft.com/office/drawing/2014/main" id="{5D96F93F-9DCB-458A-BB47-A2907405E285}"/>
              </a:ext>
            </a:extLst>
          </p:cNvPr>
          <p:cNvCxnSpPr>
            <a:cxnSpLocks/>
          </p:cNvCxnSpPr>
          <p:nvPr userDrawn="1"/>
        </p:nvCxnSpPr>
        <p:spPr>
          <a:xfrm>
            <a:off x="162525" y="1261228"/>
            <a:ext cx="612000" cy="0"/>
          </a:xfrm>
          <a:prstGeom prst="line">
            <a:avLst/>
          </a:prstGeom>
          <a:ln w="76200">
            <a:solidFill>
              <a:srgbClr val="E7302A"/>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6403349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4 photos">
    <p:spTree>
      <p:nvGrpSpPr>
        <p:cNvPr id="1" name=""/>
        <p:cNvGrpSpPr/>
        <p:nvPr/>
      </p:nvGrpSpPr>
      <p:grpSpPr>
        <a:xfrm>
          <a:off x="0" y="0"/>
          <a:ext cx="0" cy="0"/>
          <a:chOff x="0" y="0"/>
          <a:chExt cx="0" cy="0"/>
        </a:xfrm>
      </p:grpSpPr>
      <p:sp>
        <p:nvSpPr>
          <p:cNvPr id="19" name="Google Shape;25;p5">
            <a:extLst>
              <a:ext uri="{FF2B5EF4-FFF2-40B4-BE49-F238E27FC236}">
                <a16:creationId xmlns:a16="http://schemas.microsoft.com/office/drawing/2014/main" id="{D8EC7F52-DD6A-4A18-8085-B8534EEDFB65}"/>
              </a:ext>
            </a:extLst>
          </p:cNvPr>
          <p:cNvSpPr txBox="1">
            <a:spLocks noGrp="1"/>
          </p:cNvSpPr>
          <p:nvPr>
            <p:ph type="body" idx="13" hasCustomPrompt="1"/>
          </p:nvPr>
        </p:nvSpPr>
        <p:spPr>
          <a:xfrm>
            <a:off x="1138803" y="4505333"/>
            <a:ext cx="1985599" cy="978800"/>
          </a:xfrm>
          <a:prstGeom prst="rect">
            <a:avLst/>
          </a:prstGeom>
        </p:spPr>
        <p:txBody>
          <a:bodyPr spcFirstLastPara="1" wrap="square" lIns="0" tIns="0" rIns="0" bIns="0" anchor="t" anchorCtr="0">
            <a:noAutofit/>
          </a:bodyPr>
          <a:lstStyle>
            <a:lvl1pPr marL="101598" lvl="0" indent="0" rtl="0">
              <a:spcBef>
                <a:spcPts val="0"/>
              </a:spcBef>
              <a:spcAft>
                <a:spcPts val="0"/>
              </a:spcAft>
              <a:buClr>
                <a:schemeClr val="tx1">
                  <a:lumMod val="50000"/>
                  <a:lumOff val="50000"/>
                </a:schemeClr>
              </a:buClr>
              <a:buSzPts val="2400"/>
              <a:buFont typeface="Inria Sans Light"/>
              <a:buNone/>
              <a:defRPr sz="1200">
                <a:solidFill>
                  <a:schemeClr val="tx1">
                    <a:lumMod val="85000"/>
                    <a:lumOff val="15000"/>
                  </a:schemeClr>
                </a:solidFill>
                <a:latin typeface="Barlow"/>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du texte</a:t>
            </a:r>
            <a:endParaRPr dirty="0"/>
          </a:p>
        </p:txBody>
      </p:sp>
      <p:sp>
        <p:nvSpPr>
          <p:cNvPr id="23" name="Google Shape;25;p5">
            <a:extLst>
              <a:ext uri="{FF2B5EF4-FFF2-40B4-BE49-F238E27FC236}">
                <a16:creationId xmlns:a16="http://schemas.microsoft.com/office/drawing/2014/main" id="{71B7F66C-5FF9-4F01-A388-8CAC805DBD2C}"/>
              </a:ext>
            </a:extLst>
          </p:cNvPr>
          <p:cNvSpPr txBox="1">
            <a:spLocks noGrp="1"/>
          </p:cNvSpPr>
          <p:nvPr>
            <p:ph type="body" idx="14" hasCustomPrompt="1"/>
          </p:nvPr>
        </p:nvSpPr>
        <p:spPr>
          <a:xfrm>
            <a:off x="3779235" y="4505333"/>
            <a:ext cx="1985599" cy="978800"/>
          </a:xfrm>
          <a:prstGeom prst="rect">
            <a:avLst/>
          </a:prstGeom>
        </p:spPr>
        <p:txBody>
          <a:bodyPr spcFirstLastPara="1" wrap="square" lIns="0" tIns="0" rIns="0" bIns="0" anchor="t" anchorCtr="0">
            <a:noAutofit/>
          </a:bodyPr>
          <a:lstStyle>
            <a:lvl1pPr marL="101598" lvl="0" indent="0" rtl="0">
              <a:spcBef>
                <a:spcPts val="0"/>
              </a:spcBef>
              <a:spcAft>
                <a:spcPts val="0"/>
              </a:spcAft>
              <a:buClr>
                <a:schemeClr val="tx1">
                  <a:lumMod val="50000"/>
                  <a:lumOff val="50000"/>
                </a:schemeClr>
              </a:buClr>
              <a:buSzPts val="2400"/>
              <a:buFont typeface="Inria Sans Light"/>
              <a:buNone/>
              <a:defRPr sz="1200">
                <a:solidFill>
                  <a:schemeClr val="tx1">
                    <a:lumMod val="85000"/>
                    <a:lumOff val="15000"/>
                  </a:schemeClr>
                </a:solidFill>
                <a:latin typeface="Barlow"/>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du texte</a:t>
            </a:r>
            <a:endParaRPr dirty="0"/>
          </a:p>
        </p:txBody>
      </p:sp>
      <p:sp>
        <p:nvSpPr>
          <p:cNvPr id="24" name="Google Shape;25;p5">
            <a:extLst>
              <a:ext uri="{FF2B5EF4-FFF2-40B4-BE49-F238E27FC236}">
                <a16:creationId xmlns:a16="http://schemas.microsoft.com/office/drawing/2014/main" id="{C6A585DF-B43D-44EF-B158-2138AD45C777}"/>
              </a:ext>
            </a:extLst>
          </p:cNvPr>
          <p:cNvSpPr txBox="1">
            <a:spLocks noGrp="1"/>
          </p:cNvSpPr>
          <p:nvPr>
            <p:ph type="body" idx="15" hasCustomPrompt="1"/>
          </p:nvPr>
        </p:nvSpPr>
        <p:spPr>
          <a:xfrm>
            <a:off x="6414074" y="4505333"/>
            <a:ext cx="1985599" cy="978800"/>
          </a:xfrm>
          <a:prstGeom prst="rect">
            <a:avLst/>
          </a:prstGeom>
        </p:spPr>
        <p:txBody>
          <a:bodyPr spcFirstLastPara="1" wrap="square" lIns="0" tIns="0" rIns="0" bIns="0" anchor="t" anchorCtr="0">
            <a:noAutofit/>
          </a:bodyPr>
          <a:lstStyle>
            <a:lvl1pPr marL="101598" lvl="0" indent="0" rtl="0">
              <a:spcBef>
                <a:spcPts val="0"/>
              </a:spcBef>
              <a:spcAft>
                <a:spcPts val="0"/>
              </a:spcAft>
              <a:buClr>
                <a:schemeClr val="tx1">
                  <a:lumMod val="50000"/>
                  <a:lumOff val="50000"/>
                </a:schemeClr>
              </a:buClr>
              <a:buSzPts val="2400"/>
              <a:buFont typeface="Inria Sans Light"/>
              <a:buNone/>
              <a:defRPr sz="1200">
                <a:solidFill>
                  <a:schemeClr val="tx1">
                    <a:lumMod val="85000"/>
                    <a:lumOff val="15000"/>
                  </a:schemeClr>
                </a:solidFill>
                <a:latin typeface="Barlow"/>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du texte</a:t>
            </a:r>
            <a:endParaRPr dirty="0"/>
          </a:p>
        </p:txBody>
      </p:sp>
      <p:sp>
        <p:nvSpPr>
          <p:cNvPr id="25" name="Google Shape;25;p5">
            <a:extLst>
              <a:ext uri="{FF2B5EF4-FFF2-40B4-BE49-F238E27FC236}">
                <a16:creationId xmlns:a16="http://schemas.microsoft.com/office/drawing/2014/main" id="{BB89BCC3-C074-43D1-B550-06B3D4104482}"/>
              </a:ext>
            </a:extLst>
          </p:cNvPr>
          <p:cNvSpPr txBox="1">
            <a:spLocks noGrp="1"/>
          </p:cNvSpPr>
          <p:nvPr>
            <p:ph type="body" idx="16" hasCustomPrompt="1"/>
          </p:nvPr>
        </p:nvSpPr>
        <p:spPr>
          <a:xfrm>
            <a:off x="9058503" y="4505333"/>
            <a:ext cx="1985599" cy="978800"/>
          </a:xfrm>
          <a:prstGeom prst="rect">
            <a:avLst/>
          </a:prstGeom>
        </p:spPr>
        <p:txBody>
          <a:bodyPr spcFirstLastPara="1" wrap="square" lIns="0" tIns="0" rIns="0" bIns="0" anchor="t" anchorCtr="0">
            <a:noAutofit/>
          </a:bodyPr>
          <a:lstStyle>
            <a:lvl1pPr marL="101598" lvl="0" indent="0" rtl="0">
              <a:spcBef>
                <a:spcPts val="0"/>
              </a:spcBef>
              <a:spcAft>
                <a:spcPts val="0"/>
              </a:spcAft>
              <a:buClr>
                <a:schemeClr val="tx1">
                  <a:lumMod val="50000"/>
                  <a:lumOff val="50000"/>
                </a:schemeClr>
              </a:buClr>
              <a:buSzPts val="2400"/>
              <a:buFont typeface="Inria Sans Light"/>
              <a:buNone/>
              <a:defRPr sz="1200">
                <a:solidFill>
                  <a:schemeClr val="tx1">
                    <a:lumMod val="85000"/>
                    <a:lumOff val="15000"/>
                  </a:schemeClr>
                </a:solidFill>
                <a:latin typeface="Barlow"/>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du texte</a:t>
            </a:r>
            <a:endParaRPr dirty="0"/>
          </a:p>
        </p:txBody>
      </p:sp>
      <p:sp>
        <p:nvSpPr>
          <p:cNvPr id="29" name="Espace réservé pour une image  4">
            <a:extLst>
              <a:ext uri="{FF2B5EF4-FFF2-40B4-BE49-F238E27FC236}">
                <a16:creationId xmlns:a16="http://schemas.microsoft.com/office/drawing/2014/main" id="{C90A7ACF-D2CA-4969-9CE8-AE529198F775}"/>
              </a:ext>
            </a:extLst>
          </p:cNvPr>
          <p:cNvSpPr>
            <a:spLocks noGrp="1"/>
          </p:cNvSpPr>
          <p:nvPr>
            <p:ph type="pic" sz="quarter" idx="17"/>
          </p:nvPr>
        </p:nvSpPr>
        <p:spPr>
          <a:xfrm>
            <a:off x="3779235" y="2346633"/>
            <a:ext cx="1985600" cy="1985600"/>
          </a:xfrm>
          <a:prstGeom prst="ellipse">
            <a:avLst/>
          </a:prstGeom>
        </p:spPr>
        <p:txBody>
          <a:bodyPr/>
          <a:lstStyle/>
          <a:p>
            <a:r>
              <a:rPr lang="fr-FR"/>
              <a:t>Cliquez sur l'icône pour ajouter une image</a:t>
            </a:r>
          </a:p>
        </p:txBody>
      </p:sp>
      <p:sp>
        <p:nvSpPr>
          <p:cNvPr id="30" name="Espace réservé pour une image  4">
            <a:extLst>
              <a:ext uri="{FF2B5EF4-FFF2-40B4-BE49-F238E27FC236}">
                <a16:creationId xmlns:a16="http://schemas.microsoft.com/office/drawing/2014/main" id="{63F74F9A-9401-4051-92B1-9088FA56BFFB}"/>
              </a:ext>
            </a:extLst>
          </p:cNvPr>
          <p:cNvSpPr>
            <a:spLocks noGrp="1"/>
          </p:cNvSpPr>
          <p:nvPr>
            <p:ph type="pic" sz="quarter" idx="18"/>
          </p:nvPr>
        </p:nvSpPr>
        <p:spPr>
          <a:xfrm>
            <a:off x="1138803" y="2346633"/>
            <a:ext cx="1985600" cy="1985600"/>
          </a:xfrm>
          <a:prstGeom prst="ellipse">
            <a:avLst/>
          </a:prstGeom>
        </p:spPr>
        <p:txBody>
          <a:bodyPr/>
          <a:lstStyle/>
          <a:p>
            <a:r>
              <a:rPr lang="fr-FR"/>
              <a:t>Cliquez sur l'icône pour ajouter une image</a:t>
            </a:r>
          </a:p>
        </p:txBody>
      </p:sp>
      <p:sp>
        <p:nvSpPr>
          <p:cNvPr id="31" name="Espace réservé pour une image  4">
            <a:extLst>
              <a:ext uri="{FF2B5EF4-FFF2-40B4-BE49-F238E27FC236}">
                <a16:creationId xmlns:a16="http://schemas.microsoft.com/office/drawing/2014/main" id="{A81C8697-B6A3-4517-852B-87C1FE80781F}"/>
              </a:ext>
            </a:extLst>
          </p:cNvPr>
          <p:cNvSpPr>
            <a:spLocks noGrp="1"/>
          </p:cNvSpPr>
          <p:nvPr>
            <p:ph type="pic" sz="quarter" idx="19"/>
          </p:nvPr>
        </p:nvSpPr>
        <p:spPr>
          <a:xfrm>
            <a:off x="9058502" y="2346633"/>
            <a:ext cx="1985600" cy="1985600"/>
          </a:xfrm>
          <a:prstGeom prst="ellipse">
            <a:avLst/>
          </a:prstGeom>
        </p:spPr>
        <p:txBody>
          <a:bodyPr/>
          <a:lstStyle/>
          <a:p>
            <a:r>
              <a:rPr lang="fr-FR"/>
              <a:t>Cliquez sur l'icône pour ajouter une image</a:t>
            </a:r>
          </a:p>
        </p:txBody>
      </p:sp>
      <p:sp>
        <p:nvSpPr>
          <p:cNvPr id="32" name="Espace réservé pour une image  4">
            <a:extLst>
              <a:ext uri="{FF2B5EF4-FFF2-40B4-BE49-F238E27FC236}">
                <a16:creationId xmlns:a16="http://schemas.microsoft.com/office/drawing/2014/main" id="{2ED763CE-E3AB-4511-8062-80196FAF2C09}"/>
              </a:ext>
            </a:extLst>
          </p:cNvPr>
          <p:cNvSpPr>
            <a:spLocks noGrp="1"/>
          </p:cNvSpPr>
          <p:nvPr>
            <p:ph type="pic" sz="quarter" idx="20"/>
          </p:nvPr>
        </p:nvSpPr>
        <p:spPr>
          <a:xfrm>
            <a:off x="6418070" y="2346633"/>
            <a:ext cx="1985600" cy="1985600"/>
          </a:xfrm>
          <a:prstGeom prst="ellipse">
            <a:avLst/>
          </a:prstGeom>
        </p:spPr>
        <p:txBody>
          <a:bodyPr/>
          <a:lstStyle/>
          <a:p>
            <a:r>
              <a:rPr lang="fr-FR"/>
              <a:t>Cliquez sur l'icône pour ajouter une image</a:t>
            </a:r>
          </a:p>
        </p:txBody>
      </p:sp>
      <p:sp>
        <p:nvSpPr>
          <p:cNvPr id="33" name="Google Shape;29;p6">
            <a:extLst>
              <a:ext uri="{FF2B5EF4-FFF2-40B4-BE49-F238E27FC236}">
                <a16:creationId xmlns:a16="http://schemas.microsoft.com/office/drawing/2014/main" id="{15E65981-966F-4668-92BC-6DFA088DEC5B}"/>
              </a:ext>
            </a:extLst>
          </p:cNvPr>
          <p:cNvSpPr txBox="1">
            <a:spLocks noGrp="1"/>
          </p:cNvSpPr>
          <p:nvPr>
            <p:ph type="title" hasCustomPrompt="1"/>
          </p:nvPr>
        </p:nvSpPr>
        <p:spPr>
          <a:xfrm>
            <a:off x="980321" y="988083"/>
            <a:ext cx="10225523" cy="520639"/>
          </a:xfrm>
          <a:prstGeom prst="rect">
            <a:avLst/>
          </a:prstGeom>
        </p:spPr>
        <p:txBody>
          <a:bodyPr spcFirstLastPara="1" wrap="square" lIns="0" tIns="0" rIns="0" bIns="0" anchor="b" anchorCtr="0">
            <a:noAutofit/>
          </a:bodyPr>
          <a:lstStyle>
            <a:lvl1pPr lvl="0" rtl="0">
              <a:spcBef>
                <a:spcPts val="0"/>
              </a:spcBef>
              <a:spcAft>
                <a:spcPts val="0"/>
              </a:spcAft>
              <a:buSzPts val="3200"/>
              <a:buNone/>
              <a:defRPr sz="3000" b="1">
                <a:solidFill>
                  <a:srgbClr val="090095"/>
                </a:solidFill>
                <a:latin typeface="Montserrat" panose="00000800000000000000" pitchFamily="2" charset="0"/>
              </a:defRPr>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a:r>
              <a:rPr lang="fr-FR" dirty="0"/>
              <a:t>Cliquez pour ajouter le titre</a:t>
            </a:r>
            <a:endParaRPr dirty="0"/>
          </a:p>
        </p:txBody>
      </p:sp>
      <p:cxnSp>
        <p:nvCxnSpPr>
          <p:cNvPr id="34" name="Connecteur droit 33">
            <a:extLst>
              <a:ext uri="{FF2B5EF4-FFF2-40B4-BE49-F238E27FC236}">
                <a16:creationId xmlns:a16="http://schemas.microsoft.com/office/drawing/2014/main" id="{4F77784A-1FAF-4B71-951E-4C661CCE924A}"/>
              </a:ext>
            </a:extLst>
          </p:cNvPr>
          <p:cNvCxnSpPr>
            <a:cxnSpLocks/>
          </p:cNvCxnSpPr>
          <p:nvPr userDrawn="1"/>
        </p:nvCxnSpPr>
        <p:spPr>
          <a:xfrm>
            <a:off x="162525" y="1261228"/>
            <a:ext cx="612000" cy="0"/>
          </a:xfrm>
          <a:prstGeom prst="line">
            <a:avLst/>
          </a:prstGeom>
          <a:ln w="76200">
            <a:solidFill>
              <a:srgbClr val="E7302A"/>
            </a:solidFill>
          </a:ln>
        </p:spPr>
        <p:style>
          <a:lnRef idx="1">
            <a:schemeClr val="accent1"/>
          </a:lnRef>
          <a:fillRef idx="0">
            <a:schemeClr val="accent1"/>
          </a:fillRef>
          <a:effectRef idx="0">
            <a:schemeClr val="accent1"/>
          </a:effectRef>
          <a:fontRef idx="minor">
            <a:schemeClr val="tx1"/>
          </a:fontRef>
        </p:style>
      </p:cxnSp>
      <p:sp>
        <p:nvSpPr>
          <p:cNvPr id="36" name="Google Shape;32;p6">
            <a:extLst>
              <a:ext uri="{FF2B5EF4-FFF2-40B4-BE49-F238E27FC236}">
                <a16:creationId xmlns:a16="http://schemas.microsoft.com/office/drawing/2014/main" id="{04A7828A-BDFD-453B-A7F3-335B947B3C14}"/>
              </a:ext>
            </a:extLst>
          </p:cNvPr>
          <p:cNvSpPr txBox="1">
            <a:spLocks noGrp="1"/>
          </p:cNvSpPr>
          <p:nvPr>
            <p:ph type="sldNum" idx="4"/>
          </p:nvPr>
        </p:nvSpPr>
        <p:spPr>
          <a:xfrm>
            <a:off x="11264174" y="6154296"/>
            <a:ext cx="731600" cy="524800"/>
          </a:xfrm>
          <a:prstGeom prst="rect">
            <a:avLst/>
          </a:prstGeom>
          <a:ln>
            <a:noFill/>
          </a:ln>
        </p:spPr>
        <p:txBody>
          <a:bodyPr spcFirstLastPara="1" wrap="square" lIns="0" tIns="0" rIns="0" bIns="0" anchor="ctr" anchorCtr="0">
            <a:noAutofit/>
          </a:bodyPr>
          <a:lstStyle>
            <a:lvl1pPr lvl="0" algn="r" rtl="0">
              <a:buNone/>
              <a:defRPr>
                <a:solidFill>
                  <a:schemeClr val="bg1">
                    <a:lumMod val="50000"/>
                  </a:schemeClr>
                </a:solidFill>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fr-FR" smtClean="0"/>
              <a:pPr/>
              <a:t>‹N°›</a:t>
            </a:fld>
            <a:endParaRPr lang="fr-FR" dirty="0"/>
          </a:p>
        </p:txBody>
      </p:sp>
      <p:sp>
        <p:nvSpPr>
          <p:cNvPr id="14" name="Espace réservé du texte 2">
            <a:extLst>
              <a:ext uri="{FF2B5EF4-FFF2-40B4-BE49-F238E27FC236}">
                <a16:creationId xmlns:a16="http://schemas.microsoft.com/office/drawing/2014/main" id="{58AC0288-C6D1-4861-A185-4FBE10524024}"/>
              </a:ext>
            </a:extLst>
          </p:cNvPr>
          <p:cNvSpPr>
            <a:spLocks noGrp="1"/>
          </p:cNvSpPr>
          <p:nvPr>
            <p:ph type="body" sz="quarter" idx="21" hasCustomPrompt="1"/>
          </p:nvPr>
        </p:nvSpPr>
        <p:spPr>
          <a:xfrm>
            <a:off x="0" y="553661"/>
            <a:ext cx="5833582" cy="215900"/>
          </a:xfrm>
          <a:prstGeom prst="rect">
            <a:avLst/>
          </a:prstGeom>
        </p:spPr>
        <p:txBody>
          <a:bodyPr/>
          <a:lstStyle>
            <a:lvl1pPr marL="76200" indent="0">
              <a:buNone/>
              <a:defRPr sz="1500" b="1" i="1">
                <a:latin typeface="Barlow"/>
              </a:defRPr>
            </a:lvl1pPr>
          </a:lstStyle>
          <a:p>
            <a:pPr lvl="0"/>
            <a:r>
              <a:rPr lang="fr-FR" dirty="0"/>
              <a:t>Cliquez ici pour du texte</a:t>
            </a:r>
          </a:p>
        </p:txBody>
      </p:sp>
    </p:spTree>
    <p:extLst>
      <p:ext uri="{BB962C8B-B14F-4D97-AF65-F5344CB8AC3E}">
        <p14:creationId xmlns:p14="http://schemas.microsoft.com/office/powerpoint/2010/main" val="189960796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re + 2 Colonnes + 1 ligne">
    <p:spTree>
      <p:nvGrpSpPr>
        <p:cNvPr id="1" name=""/>
        <p:cNvGrpSpPr/>
        <p:nvPr/>
      </p:nvGrpSpPr>
      <p:grpSpPr>
        <a:xfrm>
          <a:off x="0" y="0"/>
          <a:ext cx="0" cy="0"/>
          <a:chOff x="0" y="0"/>
          <a:chExt cx="0" cy="0"/>
        </a:xfrm>
      </p:grpSpPr>
      <p:sp>
        <p:nvSpPr>
          <p:cNvPr id="7" name="Google Shape;29;p6">
            <a:extLst>
              <a:ext uri="{FF2B5EF4-FFF2-40B4-BE49-F238E27FC236}">
                <a16:creationId xmlns:a16="http://schemas.microsoft.com/office/drawing/2014/main" id="{573C3066-7235-C74F-8A91-7ED440FE7014}"/>
              </a:ext>
            </a:extLst>
          </p:cNvPr>
          <p:cNvSpPr txBox="1">
            <a:spLocks noGrp="1"/>
          </p:cNvSpPr>
          <p:nvPr>
            <p:ph type="title" hasCustomPrompt="1"/>
          </p:nvPr>
        </p:nvSpPr>
        <p:spPr>
          <a:xfrm>
            <a:off x="980324" y="980322"/>
            <a:ext cx="9911200" cy="528400"/>
          </a:xfrm>
          <a:prstGeom prst="rect">
            <a:avLst/>
          </a:prstGeom>
        </p:spPr>
        <p:txBody>
          <a:bodyPr spcFirstLastPara="1" wrap="square" lIns="0" tIns="0" rIns="0" bIns="0" anchor="b" anchorCtr="0">
            <a:noAutofit/>
          </a:bodyPr>
          <a:lstStyle>
            <a:lvl1pPr lvl="0" rtl="0">
              <a:spcBef>
                <a:spcPts val="0"/>
              </a:spcBef>
              <a:spcAft>
                <a:spcPts val="0"/>
              </a:spcAft>
              <a:buSzPts val="3200"/>
              <a:buNone/>
              <a:defRPr sz="3000" b="1">
                <a:solidFill>
                  <a:srgbClr val="090095"/>
                </a:solidFill>
                <a:latin typeface="Montserrat" panose="00000800000000000000" pitchFamily="2" charset="0"/>
              </a:defRPr>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a:r>
              <a:rPr lang="fr-FR" dirty="0"/>
              <a:t>Cliquez pour ajouter le titre</a:t>
            </a:r>
            <a:endParaRPr dirty="0"/>
          </a:p>
        </p:txBody>
      </p:sp>
      <p:sp>
        <p:nvSpPr>
          <p:cNvPr id="9" name="Google Shape;25;p5">
            <a:extLst>
              <a:ext uri="{FF2B5EF4-FFF2-40B4-BE49-F238E27FC236}">
                <a16:creationId xmlns:a16="http://schemas.microsoft.com/office/drawing/2014/main" id="{1226BB42-3328-8A42-92EC-D11B69B137C7}"/>
              </a:ext>
            </a:extLst>
          </p:cNvPr>
          <p:cNvSpPr txBox="1">
            <a:spLocks noGrp="1"/>
          </p:cNvSpPr>
          <p:nvPr>
            <p:ph type="body" idx="15" hasCustomPrompt="1"/>
          </p:nvPr>
        </p:nvSpPr>
        <p:spPr>
          <a:xfrm>
            <a:off x="3410997" y="5292262"/>
            <a:ext cx="5336754" cy="862034"/>
          </a:xfrm>
          <a:prstGeom prst="rect">
            <a:avLst/>
          </a:prstGeom>
        </p:spPr>
        <p:txBody>
          <a:bodyPr spcFirstLastPara="1" wrap="square" lIns="0" tIns="0" rIns="0" bIns="0" anchor="t" anchorCtr="0">
            <a:noAutofit/>
          </a:bodyPr>
          <a:lstStyle>
            <a:lvl1pPr marL="101598" lvl="0" indent="0" algn="ctr" rtl="0">
              <a:spcBef>
                <a:spcPts val="0"/>
              </a:spcBef>
              <a:spcAft>
                <a:spcPts val="0"/>
              </a:spcAft>
              <a:buClr>
                <a:schemeClr val="tx1">
                  <a:lumMod val="50000"/>
                  <a:lumOff val="50000"/>
                </a:schemeClr>
              </a:buClr>
              <a:buSzPts val="2400"/>
              <a:buFont typeface="Inria Sans Light"/>
              <a:buNone/>
              <a:defRPr sz="1800" b="1" i="1">
                <a:solidFill>
                  <a:schemeClr val="bg1">
                    <a:lumMod val="50000"/>
                  </a:schemeClr>
                </a:solidFill>
                <a:latin typeface="Barlow"/>
                <a:ea typeface="Adobe Gothic Std B" panose="020B0800000000000000" pitchFamily="34" charset="-128"/>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du texte</a:t>
            </a:r>
            <a:endParaRPr dirty="0"/>
          </a:p>
        </p:txBody>
      </p:sp>
      <p:sp>
        <p:nvSpPr>
          <p:cNvPr id="12" name="Google Shape;25;p5">
            <a:extLst>
              <a:ext uri="{FF2B5EF4-FFF2-40B4-BE49-F238E27FC236}">
                <a16:creationId xmlns:a16="http://schemas.microsoft.com/office/drawing/2014/main" id="{B7A187A5-12D8-5C46-9518-C722EA931B59}"/>
              </a:ext>
            </a:extLst>
          </p:cNvPr>
          <p:cNvSpPr txBox="1">
            <a:spLocks noGrp="1"/>
          </p:cNvSpPr>
          <p:nvPr>
            <p:ph type="body" idx="13" hasCustomPrompt="1"/>
          </p:nvPr>
        </p:nvSpPr>
        <p:spPr>
          <a:xfrm>
            <a:off x="980323" y="1858076"/>
            <a:ext cx="4923172" cy="2963306"/>
          </a:xfrm>
          <a:prstGeom prst="rect">
            <a:avLst/>
          </a:prstGeom>
        </p:spPr>
        <p:txBody>
          <a:bodyPr spcFirstLastPara="1" wrap="square" lIns="0" tIns="0" rIns="0" bIns="0" anchor="t" anchorCtr="0">
            <a:noAutofit/>
          </a:bodyPr>
          <a:lstStyle>
            <a:lvl1pPr marL="609585" lvl="0" indent="-507987" rtl="0">
              <a:spcBef>
                <a:spcPts val="0"/>
              </a:spcBef>
              <a:spcAft>
                <a:spcPts val="0"/>
              </a:spcAft>
              <a:buClr>
                <a:schemeClr val="tx1">
                  <a:lumMod val="50000"/>
                  <a:lumOff val="50000"/>
                </a:schemeClr>
              </a:buClr>
              <a:buSzPts val="2400"/>
              <a:buFont typeface="Inria Sans Light"/>
              <a:buChar char="▸"/>
              <a:defRPr sz="2000">
                <a:solidFill>
                  <a:schemeClr val="tx1">
                    <a:lumMod val="85000"/>
                    <a:lumOff val="15000"/>
                  </a:schemeClr>
                </a:solidFill>
                <a:latin typeface="Barlow"/>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du texte</a:t>
            </a:r>
            <a:endParaRPr dirty="0"/>
          </a:p>
        </p:txBody>
      </p:sp>
      <p:sp>
        <p:nvSpPr>
          <p:cNvPr id="15" name="Google Shape;25;p5">
            <a:extLst>
              <a:ext uri="{FF2B5EF4-FFF2-40B4-BE49-F238E27FC236}">
                <a16:creationId xmlns:a16="http://schemas.microsoft.com/office/drawing/2014/main" id="{CD8414E8-536D-B542-8154-957AD1D8FE9E}"/>
              </a:ext>
            </a:extLst>
          </p:cNvPr>
          <p:cNvSpPr txBox="1">
            <a:spLocks noGrp="1"/>
          </p:cNvSpPr>
          <p:nvPr>
            <p:ph type="body" idx="16" hasCustomPrompt="1"/>
          </p:nvPr>
        </p:nvSpPr>
        <p:spPr>
          <a:xfrm>
            <a:off x="6282673" y="1858074"/>
            <a:ext cx="4923172" cy="2963306"/>
          </a:xfrm>
          <a:prstGeom prst="rect">
            <a:avLst/>
          </a:prstGeom>
        </p:spPr>
        <p:txBody>
          <a:bodyPr spcFirstLastPara="1" wrap="square" lIns="0" tIns="0" rIns="0" bIns="0" anchor="t" anchorCtr="0">
            <a:noAutofit/>
          </a:bodyPr>
          <a:lstStyle>
            <a:lvl1pPr marL="609585" lvl="0" indent="-507987" rtl="0">
              <a:spcBef>
                <a:spcPts val="0"/>
              </a:spcBef>
              <a:spcAft>
                <a:spcPts val="0"/>
              </a:spcAft>
              <a:buClr>
                <a:schemeClr val="tx1">
                  <a:lumMod val="50000"/>
                  <a:lumOff val="50000"/>
                </a:schemeClr>
              </a:buClr>
              <a:buSzPts val="2400"/>
              <a:buFont typeface="Inria Sans Light"/>
              <a:buChar char="▸"/>
              <a:defRPr sz="2000">
                <a:solidFill>
                  <a:schemeClr val="tx1">
                    <a:lumMod val="85000"/>
                    <a:lumOff val="15000"/>
                  </a:schemeClr>
                </a:solidFill>
                <a:latin typeface="Barlow"/>
                <a:cs typeface="Adobe Arabic" panose="02040503050201020203" pitchFamily="18" charset="-78"/>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du texte</a:t>
            </a:r>
            <a:endParaRPr dirty="0"/>
          </a:p>
        </p:txBody>
      </p:sp>
      <p:cxnSp>
        <p:nvCxnSpPr>
          <p:cNvPr id="21" name="Connecteur droit 20">
            <a:extLst>
              <a:ext uri="{FF2B5EF4-FFF2-40B4-BE49-F238E27FC236}">
                <a16:creationId xmlns:a16="http://schemas.microsoft.com/office/drawing/2014/main" id="{EF3E7458-CE17-6F48-8268-C0CB6ECA6FFA}"/>
              </a:ext>
            </a:extLst>
          </p:cNvPr>
          <p:cNvCxnSpPr>
            <a:cxnSpLocks/>
          </p:cNvCxnSpPr>
          <p:nvPr userDrawn="1"/>
        </p:nvCxnSpPr>
        <p:spPr>
          <a:xfrm>
            <a:off x="162525" y="1261228"/>
            <a:ext cx="612000" cy="0"/>
          </a:xfrm>
          <a:prstGeom prst="line">
            <a:avLst/>
          </a:prstGeom>
          <a:ln w="76200">
            <a:solidFill>
              <a:srgbClr val="E7302A"/>
            </a:solidFill>
          </a:ln>
        </p:spPr>
        <p:style>
          <a:lnRef idx="1">
            <a:schemeClr val="accent1"/>
          </a:lnRef>
          <a:fillRef idx="0">
            <a:schemeClr val="accent1"/>
          </a:fillRef>
          <a:effectRef idx="0">
            <a:schemeClr val="accent1"/>
          </a:effectRef>
          <a:fontRef idx="minor">
            <a:schemeClr val="tx1"/>
          </a:fontRef>
        </p:style>
      </p:cxnSp>
      <p:cxnSp>
        <p:nvCxnSpPr>
          <p:cNvPr id="3" name="Connecteur droit 2">
            <a:extLst>
              <a:ext uri="{FF2B5EF4-FFF2-40B4-BE49-F238E27FC236}">
                <a16:creationId xmlns:a16="http://schemas.microsoft.com/office/drawing/2014/main" id="{6F76F3C3-76AF-466B-9B83-574FD839672C}"/>
              </a:ext>
            </a:extLst>
          </p:cNvPr>
          <p:cNvCxnSpPr>
            <a:cxnSpLocks/>
          </p:cNvCxnSpPr>
          <p:nvPr userDrawn="1"/>
        </p:nvCxnSpPr>
        <p:spPr>
          <a:xfrm>
            <a:off x="6078644" y="1858074"/>
            <a:ext cx="0" cy="2963308"/>
          </a:xfrm>
          <a:prstGeom prst="line">
            <a:avLst/>
          </a:prstGeom>
          <a:ln w="3175"/>
        </p:spPr>
        <p:style>
          <a:lnRef idx="1">
            <a:schemeClr val="accent3"/>
          </a:lnRef>
          <a:fillRef idx="0">
            <a:schemeClr val="accent3"/>
          </a:fillRef>
          <a:effectRef idx="0">
            <a:schemeClr val="accent3"/>
          </a:effectRef>
          <a:fontRef idx="minor">
            <a:schemeClr val="tx1"/>
          </a:fontRef>
        </p:style>
      </p:cxnSp>
      <p:sp>
        <p:nvSpPr>
          <p:cNvPr id="11" name="Google Shape;32;p6">
            <a:extLst>
              <a:ext uri="{FF2B5EF4-FFF2-40B4-BE49-F238E27FC236}">
                <a16:creationId xmlns:a16="http://schemas.microsoft.com/office/drawing/2014/main" id="{42C43A1C-48A7-40D1-BCE0-1672F969DBFD}"/>
              </a:ext>
            </a:extLst>
          </p:cNvPr>
          <p:cNvSpPr txBox="1">
            <a:spLocks noGrp="1"/>
          </p:cNvSpPr>
          <p:nvPr>
            <p:ph type="sldNum" idx="4"/>
          </p:nvPr>
        </p:nvSpPr>
        <p:spPr>
          <a:xfrm>
            <a:off x="11264174" y="6154296"/>
            <a:ext cx="731600" cy="524800"/>
          </a:xfrm>
          <a:prstGeom prst="rect">
            <a:avLst/>
          </a:prstGeom>
          <a:ln>
            <a:noFill/>
          </a:ln>
        </p:spPr>
        <p:txBody>
          <a:bodyPr spcFirstLastPara="1" wrap="square" lIns="0" tIns="0" rIns="0" bIns="0" anchor="ctr" anchorCtr="0">
            <a:noAutofit/>
          </a:bodyPr>
          <a:lstStyle>
            <a:lvl1pPr lvl="0" algn="r" rtl="0">
              <a:buNone/>
              <a:defRPr>
                <a:solidFill>
                  <a:schemeClr val="bg1">
                    <a:lumMod val="50000"/>
                  </a:schemeClr>
                </a:solidFill>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fr-FR" smtClean="0"/>
              <a:pPr/>
              <a:t>‹N°›</a:t>
            </a:fld>
            <a:endParaRPr lang="fr-FR" dirty="0"/>
          </a:p>
        </p:txBody>
      </p:sp>
      <p:sp>
        <p:nvSpPr>
          <p:cNvPr id="13" name="Espace réservé du texte 2">
            <a:extLst>
              <a:ext uri="{FF2B5EF4-FFF2-40B4-BE49-F238E27FC236}">
                <a16:creationId xmlns:a16="http://schemas.microsoft.com/office/drawing/2014/main" id="{CEFD5076-C2B3-4235-84D1-C7423CE2B9AD}"/>
              </a:ext>
            </a:extLst>
          </p:cNvPr>
          <p:cNvSpPr>
            <a:spLocks noGrp="1"/>
          </p:cNvSpPr>
          <p:nvPr>
            <p:ph type="body" sz="quarter" idx="17" hasCustomPrompt="1"/>
          </p:nvPr>
        </p:nvSpPr>
        <p:spPr>
          <a:xfrm>
            <a:off x="0" y="553661"/>
            <a:ext cx="5833582" cy="215900"/>
          </a:xfrm>
          <a:prstGeom prst="rect">
            <a:avLst/>
          </a:prstGeom>
        </p:spPr>
        <p:txBody>
          <a:bodyPr/>
          <a:lstStyle>
            <a:lvl1pPr marL="76200" indent="0">
              <a:buNone/>
              <a:defRPr sz="1500" b="1" i="1">
                <a:latin typeface="Barlow"/>
              </a:defRPr>
            </a:lvl1pPr>
          </a:lstStyle>
          <a:p>
            <a:pPr lvl="0"/>
            <a:r>
              <a:rPr lang="fr-FR" dirty="0"/>
              <a:t>Cliquez ici pour du texte</a:t>
            </a:r>
          </a:p>
        </p:txBody>
      </p:sp>
      <p:sp>
        <p:nvSpPr>
          <p:cNvPr id="23" name="Rectangle 22">
            <a:extLst>
              <a:ext uri="{FF2B5EF4-FFF2-40B4-BE49-F238E27FC236}">
                <a16:creationId xmlns:a16="http://schemas.microsoft.com/office/drawing/2014/main" id="{FD9997D5-6989-40D6-8161-0D1E6FCB0437}"/>
              </a:ext>
            </a:extLst>
          </p:cNvPr>
          <p:cNvSpPr/>
          <p:nvPr userDrawn="1"/>
        </p:nvSpPr>
        <p:spPr>
          <a:xfrm flipH="1">
            <a:off x="3177168" y="5292262"/>
            <a:ext cx="45719" cy="862034"/>
          </a:xfrm>
          <a:prstGeom prst="rect">
            <a:avLst/>
          </a:prstGeom>
          <a:solidFill>
            <a:srgbClr val="E6332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Tree>
    <p:extLst>
      <p:ext uri="{BB962C8B-B14F-4D97-AF65-F5344CB8AC3E}">
        <p14:creationId xmlns:p14="http://schemas.microsoft.com/office/powerpoint/2010/main" val="314511397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re + 3 colonnes">
    <p:spTree>
      <p:nvGrpSpPr>
        <p:cNvPr id="1" name=""/>
        <p:cNvGrpSpPr/>
        <p:nvPr/>
      </p:nvGrpSpPr>
      <p:grpSpPr>
        <a:xfrm>
          <a:off x="0" y="0"/>
          <a:ext cx="0" cy="0"/>
          <a:chOff x="0" y="0"/>
          <a:chExt cx="0" cy="0"/>
        </a:xfrm>
      </p:grpSpPr>
      <p:sp>
        <p:nvSpPr>
          <p:cNvPr id="7" name="Google Shape;29;p6">
            <a:extLst>
              <a:ext uri="{FF2B5EF4-FFF2-40B4-BE49-F238E27FC236}">
                <a16:creationId xmlns:a16="http://schemas.microsoft.com/office/drawing/2014/main" id="{573C3066-7235-C74F-8A91-7ED440FE7014}"/>
              </a:ext>
            </a:extLst>
          </p:cNvPr>
          <p:cNvSpPr txBox="1">
            <a:spLocks noGrp="1"/>
          </p:cNvSpPr>
          <p:nvPr>
            <p:ph type="title" hasCustomPrompt="1"/>
          </p:nvPr>
        </p:nvSpPr>
        <p:spPr>
          <a:xfrm>
            <a:off x="980323" y="984259"/>
            <a:ext cx="10225522" cy="528400"/>
          </a:xfrm>
          <a:prstGeom prst="rect">
            <a:avLst/>
          </a:prstGeom>
        </p:spPr>
        <p:txBody>
          <a:bodyPr spcFirstLastPara="1" wrap="square" lIns="0" tIns="0" rIns="0" bIns="0" anchor="b" anchorCtr="0">
            <a:noAutofit/>
          </a:bodyPr>
          <a:lstStyle>
            <a:lvl1pPr lvl="0" rtl="0">
              <a:spcBef>
                <a:spcPts val="0"/>
              </a:spcBef>
              <a:spcAft>
                <a:spcPts val="0"/>
              </a:spcAft>
              <a:buSzPts val="3200"/>
              <a:buNone/>
              <a:defRPr sz="3000" b="1">
                <a:solidFill>
                  <a:srgbClr val="090095"/>
                </a:solidFill>
                <a:latin typeface="Montserrat" panose="00000800000000000000" pitchFamily="2" charset="0"/>
              </a:defRPr>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a:r>
              <a:rPr lang="fr-FR" dirty="0"/>
              <a:t>Cliquez pour ajouter le titre</a:t>
            </a:r>
            <a:endParaRPr dirty="0"/>
          </a:p>
        </p:txBody>
      </p:sp>
      <p:sp>
        <p:nvSpPr>
          <p:cNvPr id="16" name="Google Shape;25;p5">
            <a:extLst>
              <a:ext uri="{FF2B5EF4-FFF2-40B4-BE49-F238E27FC236}">
                <a16:creationId xmlns:a16="http://schemas.microsoft.com/office/drawing/2014/main" id="{4E9AC727-D595-424B-8DAE-DD364833E15B}"/>
              </a:ext>
            </a:extLst>
          </p:cNvPr>
          <p:cNvSpPr txBox="1">
            <a:spLocks noGrp="1"/>
          </p:cNvSpPr>
          <p:nvPr>
            <p:ph type="body" idx="13" hasCustomPrompt="1"/>
          </p:nvPr>
        </p:nvSpPr>
        <p:spPr>
          <a:xfrm>
            <a:off x="980322" y="1858997"/>
            <a:ext cx="3219143" cy="3991600"/>
          </a:xfrm>
          <a:prstGeom prst="rect">
            <a:avLst/>
          </a:prstGeom>
        </p:spPr>
        <p:txBody>
          <a:bodyPr spcFirstLastPara="1" wrap="square" lIns="0" tIns="0" rIns="0" bIns="0" anchor="t" anchorCtr="0">
            <a:noAutofit/>
          </a:bodyPr>
          <a:lstStyle>
            <a:lvl1pPr marL="609585" lvl="0" indent="-507987" rtl="0">
              <a:spcBef>
                <a:spcPts val="0"/>
              </a:spcBef>
              <a:spcAft>
                <a:spcPts val="0"/>
              </a:spcAft>
              <a:buClr>
                <a:schemeClr val="tx1">
                  <a:lumMod val="50000"/>
                  <a:lumOff val="50000"/>
                </a:schemeClr>
              </a:buClr>
              <a:buSzPts val="2400"/>
              <a:buFont typeface="Inria Sans Light"/>
              <a:buChar char="▸"/>
              <a:defRPr sz="1800">
                <a:solidFill>
                  <a:schemeClr val="tx1">
                    <a:lumMod val="85000"/>
                    <a:lumOff val="15000"/>
                  </a:schemeClr>
                </a:solidFill>
                <a:latin typeface="Barlow"/>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du texte</a:t>
            </a:r>
            <a:endParaRPr dirty="0"/>
          </a:p>
        </p:txBody>
      </p:sp>
      <p:sp>
        <p:nvSpPr>
          <p:cNvPr id="18" name="Google Shape;25;p5">
            <a:extLst>
              <a:ext uri="{FF2B5EF4-FFF2-40B4-BE49-F238E27FC236}">
                <a16:creationId xmlns:a16="http://schemas.microsoft.com/office/drawing/2014/main" id="{37FDBF43-BCF7-D74D-A4DA-A2E2E422FD58}"/>
              </a:ext>
            </a:extLst>
          </p:cNvPr>
          <p:cNvSpPr txBox="1">
            <a:spLocks noGrp="1"/>
          </p:cNvSpPr>
          <p:nvPr>
            <p:ph type="body" idx="14" hasCustomPrompt="1"/>
          </p:nvPr>
        </p:nvSpPr>
        <p:spPr>
          <a:xfrm>
            <a:off x="4578643" y="1858997"/>
            <a:ext cx="3031368" cy="3991599"/>
          </a:xfrm>
          <a:prstGeom prst="rect">
            <a:avLst/>
          </a:prstGeom>
        </p:spPr>
        <p:txBody>
          <a:bodyPr spcFirstLastPara="1" wrap="square" lIns="0" tIns="0" rIns="0" bIns="0" anchor="t" anchorCtr="0">
            <a:noAutofit/>
          </a:bodyPr>
          <a:lstStyle>
            <a:lvl1pPr marL="609585" lvl="0" indent="-507987" rtl="0">
              <a:spcBef>
                <a:spcPts val="0"/>
              </a:spcBef>
              <a:spcAft>
                <a:spcPts val="0"/>
              </a:spcAft>
              <a:buClr>
                <a:schemeClr val="tx1">
                  <a:lumMod val="50000"/>
                  <a:lumOff val="50000"/>
                </a:schemeClr>
              </a:buClr>
              <a:buSzPts val="2400"/>
              <a:buFont typeface="Inria Sans Light"/>
              <a:buChar char="▸"/>
              <a:defRPr sz="1800">
                <a:solidFill>
                  <a:schemeClr val="tx1">
                    <a:lumMod val="85000"/>
                    <a:lumOff val="15000"/>
                  </a:schemeClr>
                </a:solidFill>
                <a:latin typeface="Barlow"/>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du texte</a:t>
            </a:r>
            <a:endParaRPr dirty="0"/>
          </a:p>
        </p:txBody>
      </p:sp>
      <p:sp>
        <p:nvSpPr>
          <p:cNvPr id="20" name="Google Shape;25;p5">
            <a:extLst>
              <a:ext uri="{FF2B5EF4-FFF2-40B4-BE49-F238E27FC236}">
                <a16:creationId xmlns:a16="http://schemas.microsoft.com/office/drawing/2014/main" id="{E38E4900-CD54-0D43-BB3A-68C03752E3AC}"/>
              </a:ext>
            </a:extLst>
          </p:cNvPr>
          <p:cNvSpPr txBox="1">
            <a:spLocks noGrp="1"/>
          </p:cNvSpPr>
          <p:nvPr>
            <p:ph type="body" idx="15" hasCustomPrompt="1"/>
          </p:nvPr>
        </p:nvSpPr>
        <p:spPr>
          <a:xfrm>
            <a:off x="7989188" y="1869799"/>
            <a:ext cx="3031367" cy="3991599"/>
          </a:xfrm>
          <a:prstGeom prst="rect">
            <a:avLst/>
          </a:prstGeom>
        </p:spPr>
        <p:txBody>
          <a:bodyPr spcFirstLastPara="1" wrap="square" lIns="0" tIns="0" rIns="0" bIns="0" anchor="t" anchorCtr="0">
            <a:noAutofit/>
          </a:bodyPr>
          <a:lstStyle>
            <a:lvl1pPr marL="609585" lvl="0" indent="-507987" rtl="0">
              <a:spcBef>
                <a:spcPts val="0"/>
              </a:spcBef>
              <a:spcAft>
                <a:spcPts val="0"/>
              </a:spcAft>
              <a:buClr>
                <a:schemeClr val="tx1">
                  <a:lumMod val="50000"/>
                  <a:lumOff val="50000"/>
                </a:schemeClr>
              </a:buClr>
              <a:buSzPts val="2400"/>
              <a:buFont typeface="Inria Sans Light"/>
              <a:buChar char="▸"/>
              <a:defRPr dirty="0"/>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du texte</a:t>
            </a:r>
            <a:endParaRPr dirty="0"/>
          </a:p>
        </p:txBody>
      </p:sp>
      <p:cxnSp>
        <p:nvCxnSpPr>
          <p:cNvPr id="29" name="Connecteur droit 28">
            <a:extLst>
              <a:ext uri="{FF2B5EF4-FFF2-40B4-BE49-F238E27FC236}">
                <a16:creationId xmlns:a16="http://schemas.microsoft.com/office/drawing/2014/main" id="{3B213520-0DA7-3B47-91E8-39B1A7EA47FE}"/>
              </a:ext>
            </a:extLst>
          </p:cNvPr>
          <p:cNvCxnSpPr>
            <a:cxnSpLocks/>
          </p:cNvCxnSpPr>
          <p:nvPr userDrawn="1"/>
        </p:nvCxnSpPr>
        <p:spPr>
          <a:xfrm>
            <a:off x="162525" y="1261228"/>
            <a:ext cx="612000" cy="0"/>
          </a:xfrm>
          <a:prstGeom prst="line">
            <a:avLst/>
          </a:prstGeom>
          <a:ln w="76200">
            <a:solidFill>
              <a:srgbClr val="E7302A"/>
            </a:solidFill>
          </a:ln>
        </p:spPr>
        <p:style>
          <a:lnRef idx="1">
            <a:schemeClr val="accent1"/>
          </a:lnRef>
          <a:fillRef idx="0">
            <a:schemeClr val="accent1"/>
          </a:fillRef>
          <a:effectRef idx="0">
            <a:schemeClr val="accent1"/>
          </a:effectRef>
          <a:fontRef idx="minor">
            <a:schemeClr val="tx1"/>
          </a:fontRef>
        </p:style>
      </p:cxnSp>
      <p:cxnSp>
        <p:nvCxnSpPr>
          <p:cNvPr id="3" name="Connecteur droit 2">
            <a:extLst>
              <a:ext uri="{FF2B5EF4-FFF2-40B4-BE49-F238E27FC236}">
                <a16:creationId xmlns:a16="http://schemas.microsoft.com/office/drawing/2014/main" id="{4AA703BA-6114-4BED-BFBA-E09C1D5DAAEF}"/>
              </a:ext>
            </a:extLst>
          </p:cNvPr>
          <p:cNvCxnSpPr>
            <a:cxnSpLocks/>
          </p:cNvCxnSpPr>
          <p:nvPr userDrawn="1"/>
        </p:nvCxnSpPr>
        <p:spPr>
          <a:xfrm>
            <a:off x="4362377" y="1858997"/>
            <a:ext cx="1673" cy="4002401"/>
          </a:xfrm>
          <a:prstGeom prst="line">
            <a:avLst/>
          </a:prstGeom>
          <a:ln w="3175"/>
        </p:spPr>
        <p:style>
          <a:lnRef idx="1">
            <a:schemeClr val="accent3"/>
          </a:lnRef>
          <a:fillRef idx="0">
            <a:schemeClr val="accent3"/>
          </a:fillRef>
          <a:effectRef idx="0">
            <a:schemeClr val="accent3"/>
          </a:effectRef>
          <a:fontRef idx="minor">
            <a:schemeClr val="tx1"/>
          </a:fontRef>
        </p:style>
      </p:cxnSp>
      <p:cxnSp>
        <p:nvCxnSpPr>
          <p:cNvPr id="10" name="Connecteur droit 9">
            <a:extLst>
              <a:ext uri="{FF2B5EF4-FFF2-40B4-BE49-F238E27FC236}">
                <a16:creationId xmlns:a16="http://schemas.microsoft.com/office/drawing/2014/main" id="{C3F62D67-B40A-4B78-92B0-62719CFB7A45}"/>
              </a:ext>
            </a:extLst>
          </p:cNvPr>
          <p:cNvCxnSpPr>
            <a:cxnSpLocks/>
          </p:cNvCxnSpPr>
          <p:nvPr userDrawn="1"/>
        </p:nvCxnSpPr>
        <p:spPr>
          <a:xfrm>
            <a:off x="7798763" y="1848195"/>
            <a:ext cx="1673" cy="4002401"/>
          </a:xfrm>
          <a:prstGeom prst="line">
            <a:avLst/>
          </a:prstGeom>
          <a:ln w="3175"/>
        </p:spPr>
        <p:style>
          <a:lnRef idx="1">
            <a:schemeClr val="accent3"/>
          </a:lnRef>
          <a:fillRef idx="0">
            <a:schemeClr val="accent3"/>
          </a:fillRef>
          <a:effectRef idx="0">
            <a:schemeClr val="accent3"/>
          </a:effectRef>
          <a:fontRef idx="minor">
            <a:schemeClr val="tx1"/>
          </a:fontRef>
        </p:style>
      </p:cxnSp>
      <p:sp>
        <p:nvSpPr>
          <p:cNvPr id="12" name="Google Shape;32;p6">
            <a:extLst>
              <a:ext uri="{FF2B5EF4-FFF2-40B4-BE49-F238E27FC236}">
                <a16:creationId xmlns:a16="http://schemas.microsoft.com/office/drawing/2014/main" id="{736D99F8-460D-4519-8B5D-7616B9546EAC}"/>
              </a:ext>
            </a:extLst>
          </p:cNvPr>
          <p:cNvSpPr txBox="1">
            <a:spLocks noGrp="1"/>
          </p:cNvSpPr>
          <p:nvPr>
            <p:ph type="sldNum" idx="4"/>
          </p:nvPr>
        </p:nvSpPr>
        <p:spPr>
          <a:xfrm>
            <a:off x="11264174" y="6154296"/>
            <a:ext cx="731600" cy="524800"/>
          </a:xfrm>
          <a:prstGeom prst="rect">
            <a:avLst/>
          </a:prstGeom>
          <a:ln>
            <a:noFill/>
          </a:ln>
        </p:spPr>
        <p:txBody>
          <a:bodyPr spcFirstLastPara="1" wrap="square" lIns="0" tIns="0" rIns="0" bIns="0" anchor="ctr" anchorCtr="0">
            <a:noAutofit/>
          </a:bodyPr>
          <a:lstStyle>
            <a:lvl1pPr lvl="0" algn="r" rtl="0">
              <a:buNone/>
              <a:defRPr>
                <a:solidFill>
                  <a:schemeClr val="bg1">
                    <a:lumMod val="50000"/>
                  </a:schemeClr>
                </a:solidFill>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fr-FR" smtClean="0"/>
              <a:pPr/>
              <a:t>‹N°›</a:t>
            </a:fld>
            <a:endParaRPr lang="fr-FR" dirty="0"/>
          </a:p>
        </p:txBody>
      </p:sp>
      <p:sp>
        <p:nvSpPr>
          <p:cNvPr id="13" name="Espace réservé du texte 2">
            <a:extLst>
              <a:ext uri="{FF2B5EF4-FFF2-40B4-BE49-F238E27FC236}">
                <a16:creationId xmlns:a16="http://schemas.microsoft.com/office/drawing/2014/main" id="{FBC296AE-92F3-4C35-9759-34D027E7477B}"/>
              </a:ext>
            </a:extLst>
          </p:cNvPr>
          <p:cNvSpPr>
            <a:spLocks noGrp="1"/>
          </p:cNvSpPr>
          <p:nvPr>
            <p:ph type="body" sz="quarter" idx="16" hasCustomPrompt="1"/>
          </p:nvPr>
        </p:nvSpPr>
        <p:spPr>
          <a:xfrm>
            <a:off x="0" y="553661"/>
            <a:ext cx="5833582" cy="215900"/>
          </a:xfrm>
          <a:prstGeom prst="rect">
            <a:avLst/>
          </a:prstGeom>
        </p:spPr>
        <p:txBody>
          <a:bodyPr/>
          <a:lstStyle>
            <a:lvl1pPr marL="76200" indent="0">
              <a:buNone/>
              <a:defRPr sz="1500" b="1" i="1">
                <a:latin typeface="Barlow"/>
              </a:defRPr>
            </a:lvl1pPr>
          </a:lstStyle>
          <a:p>
            <a:pPr lvl="0"/>
            <a:r>
              <a:rPr lang="fr-FR" dirty="0"/>
              <a:t>Cliquez ici pour du texte</a:t>
            </a:r>
          </a:p>
        </p:txBody>
      </p:sp>
    </p:spTree>
    <p:extLst>
      <p:ext uri="{BB962C8B-B14F-4D97-AF65-F5344CB8AC3E}">
        <p14:creationId xmlns:p14="http://schemas.microsoft.com/office/powerpoint/2010/main" val="54529655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re + 6 colonnes">
    <p:spTree>
      <p:nvGrpSpPr>
        <p:cNvPr id="1" name=""/>
        <p:cNvGrpSpPr/>
        <p:nvPr/>
      </p:nvGrpSpPr>
      <p:grpSpPr>
        <a:xfrm>
          <a:off x="0" y="0"/>
          <a:ext cx="0" cy="0"/>
          <a:chOff x="0" y="0"/>
          <a:chExt cx="0" cy="0"/>
        </a:xfrm>
      </p:grpSpPr>
      <p:sp>
        <p:nvSpPr>
          <p:cNvPr id="7" name="Google Shape;29;p6">
            <a:extLst>
              <a:ext uri="{FF2B5EF4-FFF2-40B4-BE49-F238E27FC236}">
                <a16:creationId xmlns:a16="http://schemas.microsoft.com/office/drawing/2014/main" id="{573C3066-7235-C74F-8A91-7ED440FE7014}"/>
              </a:ext>
            </a:extLst>
          </p:cNvPr>
          <p:cNvSpPr txBox="1">
            <a:spLocks noGrp="1"/>
          </p:cNvSpPr>
          <p:nvPr>
            <p:ph type="title" hasCustomPrompt="1"/>
          </p:nvPr>
        </p:nvSpPr>
        <p:spPr>
          <a:xfrm>
            <a:off x="980323" y="984259"/>
            <a:ext cx="10225522" cy="528400"/>
          </a:xfrm>
          <a:prstGeom prst="rect">
            <a:avLst/>
          </a:prstGeom>
        </p:spPr>
        <p:txBody>
          <a:bodyPr spcFirstLastPara="1" wrap="square" lIns="0" tIns="0" rIns="0" bIns="0" anchor="b" anchorCtr="0">
            <a:noAutofit/>
          </a:bodyPr>
          <a:lstStyle>
            <a:lvl1pPr lvl="0" rtl="0">
              <a:spcBef>
                <a:spcPts val="0"/>
              </a:spcBef>
              <a:spcAft>
                <a:spcPts val="0"/>
              </a:spcAft>
              <a:buSzPts val="3200"/>
              <a:buNone/>
              <a:defRPr sz="3000" b="1">
                <a:solidFill>
                  <a:srgbClr val="090095"/>
                </a:solidFill>
                <a:latin typeface="Montserrat" panose="00000800000000000000" pitchFamily="2" charset="0"/>
              </a:defRPr>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a:r>
              <a:rPr lang="fr-FR" dirty="0"/>
              <a:t>Cliquez pour ajouter le titre</a:t>
            </a:r>
            <a:endParaRPr dirty="0"/>
          </a:p>
        </p:txBody>
      </p:sp>
      <p:sp>
        <p:nvSpPr>
          <p:cNvPr id="15" name="Espace réservé pour une image  14">
            <a:extLst>
              <a:ext uri="{FF2B5EF4-FFF2-40B4-BE49-F238E27FC236}">
                <a16:creationId xmlns:a16="http://schemas.microsoft.com/office/drawing/2014/main" id="{93312183-131D-A94F-8118-E79A0CDF63D6}"/>
              </a:ext>
            </a:extLst>
          </p:cNvPr>
          <p:cNvSpPr>
            <a:spLocks noGrp="1" noChangeAspect="1"/>
          </p:cNvSpPr>
          <p:nvPr>
            <p:ph type="pic" sz="quarter" idx="39"/>
          </p:nvPr>
        </p:nvSpPr>
        <p:spPr>
          <a:xfrm>
            <a:off x="1167733" y="1690385"/>
            <a:ext cx="540000" cy="540000"/>
          </a:xfrm>
          <a:prstGeom prst="ellipse">
            <a:avLst/>
          </a:prstGeom>
        </p:spPr>
        <p:txBody>
          <a:bodyPr/>
          <a:lstStyle>
            <a:lvl1pPr>
              <a:defRPr sz="400"/>
            </a:lvl1pPr>
          </a:lstStyle>
          <a:p>
            <a:r>
              <a:rPr lang="fr-FR"/>
              <a:t>Cliquez sur l'icône pour ajouter une image</a:t>
            </a:r>
            <a:endParaRPr lang="fr-FR" dirty="0"/>
          </a:p>
        </p:txBody>
      </p:sp>
      <p:sp>
        <p:nvSpPr>
          <p:cNvPr id="125" name="Espace réservé pour une image  14">
            <a:extLst>
              <a:ext uri="{FF2B5EF4-FFF2-40B4-BE49-F238E27FC236}">
                <a16:creationId xmlns:a16="http://schemas.microsoft.com/office/drawing/2014/main" id="{21C84905-79D9-194A-9008-A0B274BEAAFD}"/>
              </a:ext>
            </a:extLst>
          </p:cNvPr>
          <p:cNvSpPr>
            <a:spLocks noGrp="1" noChangeAspect="1"/>
          </p:cNvSpPr>
          <p:nvPr>
            <p:ph type="pic" sz="quarter" idx="40"/>
          </p:nvPr>
        </p:nvSpPr>
        <p:spPr>
          <a:xfrm>
            <a:off x="4680479" y="1690385"/>
            <a:ext cx="540000" cy="540000"/>
          </a:xfrm>
          <a:prstGeom prst="ellipse">
            <a:avLst/>
          </a:prstGeom>
        </p:spPr>
        <p:txBody>
          <a:bodyPr/>
          <a:lstStyle>
            <a:lvl1pPr>
              <a:defRPr sz="400"/>
            </a:lvl1pPr>
          </a:lstStyle>
          <a:p>
            <a:r>
              <a:rPr lang="fr-FR"/>
              <a:t>Cliquez sur l'icône pour ajouter une image</a:t>
            </a:r>
            <a:endParaRPr lang="fr-FR" dirty="0"/>
          </a:p>
        </p:txBody>
      </p:sp>
      <p:sp>
        <p:nvSpPr>
          <p:cNvPr id="127" name="Espace réservé pour une image  14">
            <a:extLst>
              <a:ext uri="{FF2B5EF4-FFF2-40B4-BE49-F238E27FC236}">
                <a16:creationId xmlns:a16="http://schemas.microsoft.com/office/drawing/2014/main" id="{79700A53-C8BD-9145-A632-5569BFB6647E}"/>
              </a:ext>
            </a:extLst>
          </p:cNvPr>
          <p:cNvSpPr>
            <a:spLocks noGrp="1" noChangeAspect="1"/>
          </p:cNvSpPr>
          <p:nvPr>
            <p:ph type="pic" sz="quarter" idx="41"/>
          </p:nvPr>
        </p:nvSpPr>
        <p:spPr>
          <a:xfrm>
            <a:off x="8199456" y="1688400"/>
            <a:ext cx="540000" cy="540000"/>
          </a:xfrm>
          <a:prstGeom prst="ellipse">
            <a:avLst/>
          </a:prstGeom>
        </p:spPr>
        <p:txBody>
          <a:bodyPr/>
          <a:lstStyle>
            <a:lvl1pPr>
              <a:defRPr sz="400"/>
            </a:lvl1pPr>
          </a:lstStyle>
          <a:p>
            <a:r>
              <a:rPr lang="fr-FR"/>
              <a:t>Cliquez sur l'icône pour ajouter une image</a:t>
            </a:r>
            <a:endParaRPr lang="fr-FR" dirty="0"/>
          </a:p>
        </p:txBody>
      </p:sp>
      <p:sp>
        <p:nvSpPr>
          <p:cNvPr id="138" name="Espace réservé du texte 137">
            <a:extLst>
              <a:ext uri="{FF2B5EF4-FFF2-40B4-BE49-F238E27FC236}">
                <a16:creationId xmlns:a16="http://schemas.microsoft.com/office/drawing/2014/main" id="{91A42506-6AAD-C949-BF1F-B08C2539A13E}"/>
              </a:ext>
            </a:extLst>
          </p:cNvPr>
          <p:cNvSpPr>
            <a:spLocks noGrp="1"/>
          </p:cNvSpPr>
          <p:nvPr>
            <p:ph type="body" sz="quarter" idx="45" hasCustomPrompt="1"/>
          </p:nvPr>
        </p:nvSpPr>
        <p:spPr>
          <a:xfrm>
            <a:off x="922338" y="2341626"/>
            <a:ext cx="3335337" cy="1609725"/>
          </a:xfrm>
          <a:prstGeom prst="rect">
            <a:avLst/>
          </a:prstGeom>
        </p:spPr>
        <p:txBody>
          <a:bodyPr/>
          <a:lstStyle>
            <a:lvl1pPr marL="76200" indent="0">
              <a:buNone/>
              <a:defRPr sz="1600" b="0">
                <a:latin typeface="Barlow"/>
              </a:defRPr>
            </a:lvl1pPr>
            <a:lvl2pPr>
              <a:defRPr sz="1600"/>
            </a:lvl2pPr>
            <a:lvl3pPr>
              <a:defRPr sz="1600"/>
            </a:lvl3pPr>
            <a:lvl4pPr>
              <a:defRPr sz="1600"/>
            </a:lvl4pPr>
            <a:lvl5pPr>
              <a:defRPr sz="1600"/>
            </a:lvl5pPr>
          </a:lstStyle>
          <a:p>
            <a:pPr lvl="0"/>
            <a:r>
              <a:rPr lang="fr-FR" b="1" dirty="0"/>
              <a:t>Cliquez pour ajouter du texte</a:t>
            </a:r>
          </a:p>
          <a:p>
            <a:r>
              <a:rPr lang="fr-FR" dirty="0" err="1"/>
              <a:t>Lorem</a:t>
            </a:r>
            <a:r>
              <a:rPr lang="fr-FR" dirty="0"/>
              <a:t> </a:t>
            </a:r>
            <a:r>
              <a:rPr lang="fr-FR" dirty="0" err="1"/>
              <a:t>ipsum</a:t>
            </a:r>
            <a:endParaRPr lang="fr-FR" dirty="0"/>
          </a:p>
        </p:txBody>
      </p:sp>
      <p:sp>
        <p:nvSpPr>
          <p:cNvPr id="140" name="Espace réservé du texte 137">
            <a:extLst>
              <a:ext uri="{FF2B5EF4-FFF2-40B4-BE49-F238E27FC236}">
                <a16:creationId xmlns:a16="http://schemas.microsoft.com/office/drawing/2014/main" id="{D851EDAF-C78C-A148-9B20-9AE25DD656A6}"/>
              </a:ext>
            </a:extLst>
          </p:cNvPr>
          <p:cNvSpPr>
            <a:spLocks noGrp="1"/>
          </p:cNvSpPr>
          <p:nvPr>
            <p:ph type="body" sz="quarter" idx="46" hasCustomPrompt="1"/>
          </p:nvPr>
        </p:nvSpPr>
        <p:spPr>
          <a:xfrm>
            <a:off x="4425415" y="2350458"/>
            <a:ext cx="3335337" cy="1609725"/>
          </a:xfrm>
          <a:prstGeom prst="rect">
            <a:avLst/>
          </a:prstGeom>
        </p:spPr>
        <p:txBody>
          <a:bodyPr/>
          <a:lstStyle>
            <a:lvl1pPr marL="76200" indent="0">
              <a:buNone/>
              <a:defRPr sz="1600" b="0">
                <a:latin typeface="Barlow"/>
              </a:defRPr>
            </a:lvl1pPr>
            <a:lvl2pPr>
              <a:defRPr sz="1600"/>
            </a:lvl2pPr>
            <a:lvl3pPr>
              <a:defRPr sz="1600"/>
            </a:lvl3pPr>
            <a:lvl4pPr>
              <a:defRPr sz="1600"/>
            </a:lvl4pPr>
            <a:lvl5pPr>
              <a:defRPr sz="1600"/>
            </a:lvl5pPr>
          </a:lstStyle>
          <a:p>
            <a:pPr lvl="0"/>
            <a:r>
              <a:rPr lang="fr-FR" b="1" dirty="0"/>
              <a:t>Cliquez pour ajouter du texte</a:t>
            </a:r>
          </a:p>
          <a:p>
            <a:r>
              <a:rPr lang="fr-FR" dirty="0" err="1"/>
              <a:t>Lorem</a:t>
            </a:r>
            <a:r>
              <a:rPr lang="fr-FR" dirty="0"/>
              <a:t> </a:t>
            </a:r>
            <a:r>
              <a:rPr lang="fr-FR" dirty="0" err="1"/>
              <a:t>ipsum</a:t>
            </a:r>
            <a:endParaRPr lang="fr-FR" dirty="0"/>
          </a:p>
        </p:txBody>
      </p:sp>
      <p:sp>
        <p:nvSpPr>
          <p:cNvPr id="142" name="Espace réservé du texte 137">
            <a:extLst>
              <a:ext uri="{FF2B5EF4-FFF2-40B4-BE49-F238E27FC236}">
                <a16:creationId xmlns:a16="http://schemas.microsoft.com/office/drawing/2014/main" id="{61993889-DF2F-1247-B6E1-1573BE0C8C0B}"/>
              </a:ext>
            </a:extLst>
          </p:cNvPr>
          <p:cNvSpPr>
            <a:spLocks noGrp="1"/>
          </p:cNvSpPr>
          <p:nvPr>
            <p:ph type="body" sz="quarter" idx="47" hasCustomPrompt="1"/>
          </p:nvPr>
        </p:nvSpPr>
        <p:spPr>
          <a:xfrm>
            <a:off x="7928492" y="2350458"/>
            <a:ext cx="3335337" cy="1609725"/>
          </a:xfrm>
          <a:prstGeom prst="rect">
            <a:avLst/>
          </a:prstGeom>
        </p:spPr>
        <p:txBody>
          <a:bodyPr/>
          <a:lstStyle>
            <a:lvl1pPr marL="76200" indent="0">
              <a:buNone/>
              <a:defRPr sz="1600" b="0">
                <a:latin typeface="Barlow"/>
              </a:defRPr>
            </a:lvl1pPr>
            <a:lvl2pPr>
              <a:defRPr sz="1600"/>
            </a:lvl2pPr>
            <a:lvl3pPr>
              <a:defRPr sz="1600"/>
            </a:lvl3pPr>
            <a:lvl4pPr>
              <a:defRPr sz="1600"/>
            </a:lvl4pPr>
            <a:lvl5pPr>
              <a:defRPr sz="1600"/>
            </a:lvl5pPr>
          </a:lstStyle>
          <a:p>
            <a:pPr lvl="0"/>
            <a:r>
              <a:rPr lang="fr-FR" b="1" dirty="0"/>
              <a:t>Cliquez pour ajouter du texte</a:t>
            </a:r>
          </a:p>
          <a:p>
            <a:r>
              <a:rPr lang="fr-FR" dirty="0" err="1"/>
              <a:t>Lorem</a:t>
            </a:r>
            <a:r>
              <a:rPr lang="fr-FR" dirty="0"/>
              <a:t> </a:t>
            </a:r>
            <a:r>
              <a:rPr lang="fr-FR" dirty="0" err="1"/>
              <a:t>ipsum</a:t>
            </a:r>
            <a:endParaRPr lang="fr-FR" dirty="0"/>
          </a:p>
        </p:txBody>
      </p:sp>
      <p:cxnSp>
        <p:nvCxnSpPr>
          <p:cNvPr id="150" name="Connecteur droit 149">
            <a:extLst>
              <a:ext uri="{FF2B5EF4-FFF2-40B4-BE49-F238E27FC236}">
                <a16:creationId xmlns:a16="http://schemas.microsoft.com/office/drawing/2014/main" id="{9088F0E8-58BD-E24B-8FD6-E98076349B88}"/>
              </a:ext>
            </a:extLst>
          </p:cNvPr>
          <p:cNvCxnSpPr>
            <a:cxnSpLocks/>
          </p:cNvCxnSpPr>
          <p:nvPr userDrawn="1"/>
        </p:nvCxnSpPr>
        <p:spPr>
          <a:xfrm>
            <a:off x="162525" y="1261228"/>
            <a:ext cx="612000" cy="0"/>
          </a:xfrm>
          <a:prstGeom prst="line">
            <a:avLst/>
          </a:prstGeom>
          <a:ln w="76200">
            <a:solidFill>
              <a:srgbClr val="E7302A"/>
            </a:solidFill>
          </a:ln>
        </p:spPr>
        <p:style>
          <a:lnRef idx="1">
            <a:schemeClr val="accent1"/>
          </a:lnRef>
          <a:fillRef idx="0">
            <a:schemeClr val="accent1"/>
          </a:fillRef>
          <a:effectRef idx="0">
            <a:schemeClr val="accent1"/>
          </a:effectRef>
          <a:fontRef idx="minor">
            <a:schemeClr val="tx1"/>
          </a:fontRef>
        </p:style>
      </p:cxnSp>
      <p:cxnSp>
        <p:nvCxnSpPr>
          <p:cNvPr id="5" name="Connecteur droit 4">
            <a:extLst>
              <a:ext uri="{FF2B5EF4-FFF2-40B4-BE49-F238E27FC236}">
                <a16:creationId xmlns:a16="http://schemas.microsoft.com/office/drawing/2014/main" id="{16CBB21E-61FC-404B-BF12-835E6794EDC8}"/>
              </a:ext>
            </a:extLst>
          </p:cNvPr>
          <p:cNvCxnSpPr>
            <a:cxnSpLocks/>
          </p:cNvCxnSpPr>
          <p:nvPr userDrawn="1"/>
        </p:nvCxnSpPr>
        <p:spPr>
          <a:xfrm>
            <a:off x="4344931" y="2341626"/>
            <a:ext cx="0" cy="4337470"/>
          </a:xfrm>
          <a:prstGeom prst="line">
            <a:avLst/>
          </a:prstGeom>
          <a:ln w="3175"/>
        </p:spPr>
        <p:style>
          <a:lnRef idx="1">
            <a:schemeClr val="accent3"/>
          </a:lnRef>
          <a:fillRef idx="0">
            <a:schemeClr val="accent3"/>
          </a:fillRef>
          <a:effectRef idx="0">
            <a:schemeClr val="accent3"/>
          </a:effectRef>
          <a:fontRef idx="minor">
            <a:schemeClr val="tx1"/>
          </a:fontRef>
        </p:style>
      </p:cxnSp>
      <p:cxnSp>
        <p:nvCxnSpPr>
          <p:cNvPr id="25" name="Connecteur droit 24">
            <a:extLst>
              <a:ext uri="{FF2B5EF4-FFF2-40B4-BE49-F238E27FC236}">
                <a16:creationId xmlns:a16="http://schemas.microsoft.com/office/drawing/2014/main" id="{B22EA1F3-4AA3-4A84-B869-C8B28171F5E0}"/>
              </a:ext>
            </a:extLst>
          </p:cNvPr>
          <p:cNvCxnSpPr>
            <a:cxnSpLocks/>
          </p:cNvCxnSpPr>
          <p:nvPr userDrawn="1"/>
        </p:nvCxnSpPr>
        <p:spPr>
          <a:xfrm>
            <a:off x="921600" y="4181731"/>
            <a:ext cx="10341491" cy="0"/>
          </a:xfrm>
          <a:prstGeom prst="line">
            <a:avLst/>
          </a:prstGeom>
          <a:ln w="3175"/>
        </p:spPr>
        <p:style>
          <a:lnRef idx="1">
            <a:schemeClr val="accent3"/>
          </a:lnRef>
          <a:fillRef idx="0">
            <a:schemeClr val="accent3"/>
          </a:fillRef>
          <a:effectRef idx="0">
            <a:schemeClr val="accent3"/>
          </a:effectRef>
          <a:fontRef idx="minor">
            <a:schemeClr val="tx1"/>
          </a:fontRef>
        </p:style>
      </p:cxnSp>
      <p:cxnSp>
        <p:nvCxnSpPr>
          <p:cNvPr id="26" name="Connecteur droit 25">
            <a:extLst>
              <a:ext uri="{FF2B5EF4-FFF2-40B4-BE49-F238E27FC236}">
                <a16:creationId xmlns:a16="http://schemas.microsoft.com/office/drawing/2014/main" id="{ABF3DB55-94AA-4F87-98C7-2BF7FB13664B}"/>
              </a:ext>
            </a:extLst>
          </p:cNvPr>
          <p:cNvCxnSpPr>
            <a:cxnSpLocks/>
          </p:cNvCxnSpPr>
          <p:nvPr userDrawn="1"/>
        </p:nvCxnSpPr>
        <p:spPr>
          <a:xfrm>
            <a:off x="7858839" y="2341626"/>
            <a:ext cx="0" cy="4337470"/>
          </a:xfrm>
          <a:prstGeom prst="line">
            <a:avLst/>
          </a:prstGeom>
          <a:ln w="3175"/>
        </p:spPr>
        <p:style>
          <a:lnRef idx="1">
            <a:schemeClr val="accent3"/>
          </a:lnRef>
          <a:fillRef idx="0">
            <a:schemeClr val="accent3"/>
          </a:fillRef>
          <a:effectRef idx="0">
            <a:schemeClr val="accent3"/>
          </a:effectRef>
          <a:fontRef idx="minor">
            <a:schemeClr val="tx1"/>
          </a:fontRef>
        </p:style>
      </p:cxnSp>
      <p:sp>
        <p:nvSpPr>
          <p:cNvPr id="27" name="Espace réservé pour une image  14">
            <a:extLst>
              <a:ext uri="{FF2B5EF4-FFF2-40B4-BE49-F238E27FC236}">
                <a16:creationId xmlns:a16="http://schemas.microsoft.com/office/drawing/2014/main" id="{A535389A-B955-4954-BE67-C2289D9C0463}"/>
              </a:ext>
            </a:extLst>
          </p:cNvPr>
          <p:cNvSpPr>
            <a:spLocks noGrp="1" noChangeAspect="1"/>
          </p:cNvSpPr>
          <p:nvPr>
            <p:ph type="pic" sz="quarter" idx="48"/>
          </p:nvPr>
        </p:nvSpPr>
        <p:spPr>
          <a:xfrm>
            <a:off x="1162977" y="4362345"/>
            <a:ext cx="540000" cy="540000"/>
          </a:xfrm>
          <a:prstGeom prst="ellipse">
            <a:avLst/>
          </a:prstGeom>
        </p:spPr>
        <p:txBody>
          <a:bodyPr/>
          <a:lstStyle>
            <a:lvl1pPr>
              <a:defRPr sz="400"/>
            </a:lvl1pPr>
          </a:lstStyle>
          <a:p>
            <a:r>
              <a:rPr lang="fr-FR"/>
              <a:t>Cliquez sur l'icône pour ajouter une image</a:t>
            </a:r>
            <a:endParaRPr lang="fr-FR" dirty="0"/>
          </a:p>
        </p:txBody>
      </p:sp>
      <p:sp>
        <p:nvSpPr>
          <p:cNvPr id="28" name="Espace réservé pour une image  14">
            <a:extLst>
              <a:ext uri="{FF2B5EF4-FFF2-40B4-BE49-F238E27FC236}">
                <a16:creationId xmlns:a16="http://schemas.microsoft.com/office/drawing/2014/main" id="{69154872-0613-416C-A9CF-2814463BDC8A}"/>
              </a:ext>
            </a:extLst>
          </p:cNvPr>
          <p:cNvSpPr>
            <a:spLocks noGrp="1" noChangeAspect="1"/>
          </p:cNvSpPr>
          <p:nvPr>
            <p:ph type="pic" sz="quarter" idx="49"/>
          </p:nvPr>
        </p:nvSpPr>
        <p:spPr>
          <a:xfrm>
            <a:off x="4675723" y="4362345"/>
            <a:ext cx="540000" cy="540000"/>
          </a:xfrm>
          <a:prstGeom prst="ellipse">
            <a:avLst/>
          </a:prstGeom>
        </p:spPr>
        <p:txBody>
          <a:bodyPr/>
          <a:lstStyle>
            <a:lvl1pPr>
              <a:defRPr sz="400"/>
            </a:lvl1pPr>
          </a:lstStyle>
          <a:p>
            <a:r>
              <a:rPr lang="fr-FR"/>
              <a:t>Cliquez sur l'icône pour ajouter une image</a:t>
            </a:r>
            <a:endParaRPr lang="fr-FR" dirty="0"/>
          </a:p>
        </p:txBody>
      </p:sp>
      <p:sp>
        <p:nvSpPr>
          <p:cNvPr id="29" name="Espace réservé pour une image  14">
            <a:extLst>
              <a:ext uri="{FF2B5EF4-FFF2-40B4-BE49-F238E27FC236}">
                <a16:creationId xmlns:a16="http://schemas.microsoft.com/office/drawing/2014/main" id="{1C5552CF-D39F-47A5-9A84-00633C97D340}"/>
              </a:ext>
            </a:extLst>
          </p:cNvPr>
          <p:cNvSpPr>
            <a:spLocks noGrp="1" noChangeAspect="1"/>
          </p:cNvSpPr>
          <p:nvPr>
            <p:ph type="pic" sz="quarter" idx="50"/>
          </p:nvPr>
        </p:nvSpPr>
        <p:spPr>
          <a:xfrm>
            <a:off x="8194700" y="4360360"/>
            <a:ext cx="540000" cy="540000"/>
          </a:xfrm>
          <a:prstGeom prst="ellipse">
            <a:avLst/>
          </a:prstGeom>
        </p:spPr>
        <p:txBody>
          <a:bodyPr/>
          <a:lstStyle>
            <a:lvl1pPr>
              <a:defRPr sz="400"/>
            </a:lvl1pPr>
          </a:lstStyle>
          <a:p>
            <a:r>
              <a:rPr lang="fr-FR"/>
              <a:t>Cliquez sur l'icône pour ajouter une image</a:t>
            </a:r>
            <a:endParaRPr lang="fr-FR" dirty="0"/>
          </a:p>
        </p:txBody>
      </p:sp>
      <p:sp>
        <p:nvSpPr>
          <p:cNvPr id="30" name="Espace réservé du texte 137">
            <a:extLst>
              <a:ext uri="{FF2B5EF4-FFF2-40B4-BE49-F238E27FC236}">
                <a16:creationId xmlns:a16="http://schemas.microsoft.com/office/drawing/2014/main" id="{616C3192-793D-4C9A-8E01-FFE5601E339C}"/>
              </a:ext>
            </a:extLst>
          </p:cNvPr>
          <p:cNvSpPr>
            <a:spLocks noGrp="1"/>
          </p:cNvSpPr>
          <p:nvPr>
            <p:ph type="body" sz="quarter" idx="51" hasCustomPrompt="1"/>
          </p:nvPr>
        </p:nvSpPr>
        <p:spPr>
          <a:xfrm>
            <a:off x="917582" y="5013586"/>
            <a:ext cx="3335337" cy="1609725"/>
          </a:xfrm>
          <a:prstGeom prst="rect">
            <a:avLst/>
          </a:prstGeom>
        </p:spPr>
        <p:txBody>
          <a:bodyPr/>
          <a:lstStyle>
            <a:lvl1pPr marL="76200" indent="0">
              <a:buNone/>
              <a:defRPr sz="1600" b="0">
                <a:latin typeface="Barlow"/>
              </a:defRPr>
            </a:lvl1pPr>
            <a:lvl2pPr>
              <a:defRPr sz="1600"/>
            </a:lvl2pPr>
            <a:lvl3pPr>
              <a:defRPr sz="1600"/>
            </a:lvl3pPr>
            <a:lvl4pPr>
              <a:defRPr sz="1600"/>
            </a:lvl4pPr>
            <a:lvl5pPr>
              <a:defRPr sz="1600"/>
            </a:lvl5pPr>
          </a:lstStyle>
          <a:p>
            <a:pPr lvl="0"/>
            <a:r>
              <a:rPr lang="fr-FR" b="1" dirty="0"/>
              <a:t>Cliquez pour ajouter du texte</a:t>
            </a:r>
          </a:p>
          <a:p>
            <a:r>
              <a:rPr lang="fr-FR" dirty="0" err="1"/>
              <a:t>Lorem</a:t>
            </a:r>
            <a:r>
              <a:rPr lang="fr-FR" dirty="0"/>
              <a:t> </a:t>
            </a:r>
            <a:r>
              <a:rPr lang="fr-FR" dirty="0" err="1"/>
              <a:t>ipsum</a:t>
            </a:r>
            <a:endParaRPr lang="fr-FR" dirty="0"/>
          </a:p>
        </p:txBody>
      </p:sp>
      <p:sp>
        <p:nvSpPr>
          <p:cNvPr id="31" name="Espace réservé du texte 137">
            <a:extLst>
              <a:ext uri="{FF2B5EF4-FFF2-40B4-BE49-F238E27FC236}">
                <a16:creationId xmlns:a16="http://schemas.microsoft.com/office/drawing/2014/main" id="{EA4CE173-6E35-4936-863D-DF7D5E2955A5}"/>
              </a:ext>
            </a:extLst>
          </p:cNvPr>
          <p:cNvSpPr>
            <a:spLocks noGrp="1"/>
          </p:cNvSpPr>
          <p:nvPr>
            <p:ph type="body" sz="quarter" idx="52" hasCustomPrompt="1"/>
          </p:nvPr>
        </p:nvSpPr>
        <p:spPr>
          <a:xfrm>
            <a:off x="4420659" y="5022418"/>
            <a:ext cx="3335337" cy="1609725"/>
          </a:xfrm>
          <a:prstGeom prst="rect">
            <a:avLst/>
          </a:prstGeom>
        </p:spPr>
        <p:txBody>
          <a:bodyPr/>
          <a:lstStyle>
            <a:lvl1pPr marL="76200" indent="0">
              <a:buNone/>
              <a:defRPr sz="1600" b="0">
                <a:latin typeface="Barlow"/>
              </a:defRPr>
            </a:lvl1pPr>
            <a:lvl2pPr>
              <a:defRPr sz="1600"/>
            </a:lvl2pPr>
            <a:lvl3pPr>
              <a:defRPr sz="1600"/>
            </a:lvl3pPr>
            <a:lvl4pPr>
              <a:defRPr sz="1600"/>
            </a:lvl4pPr>
            <a:lvl5pPr>
              <a:defRPr sz="1600"/>
            </a:lvl5pPr>
          </a:lstStyle>
          <a:p>
            <a:pPr lvl="0"/>
            <a:r>
              <a:rPr lang="fr-FR" b="1" dirty="0"/>
              <a:t>Cliquez pour ajouter du texte</a:t>
            </a:r>
          </a:p>
          <a:p>
            <a:r>
              <a:rPr lang="fr-FR" dirty="0" err="1"/>
              <a:t>Lorem</a:t>
            </a:r>
            <a:r>
              <a:rPr lang="fr-FR" dirty="0"/>
              <a:t> </a:t>
            </a:r>
            <a:r>
              <a:rPr lang="fr-FR" dirty="0" err="1"/>
              <a:t>ipsum</a:t>
            </a:r>
            <a:endParaRPr lang="fr-FR" dirty="0"/>
          </a:p>
        </p:txBody>
      </p:sp>
      <p:sp>
        <p:nvSpPr>
          <p:cNvPr id="32" name="Espace réservé du texte 137">
            <a:extLst>
              <a:ext uri="{FF2B5EF4-FFF2-40B4-BE49-F238E27FC236}">
                <a16:creationId xmlns:a16="http://schemas.microsoft.com/office/drawing/2014/main" id="{ED06A390-441C-4B5B-906D-D3B17839B3A9}"/>
              </a:ext>
            </a:extLst>
          </p:cNvPr>
          <p:cNvSpPr>
            <a:spLocks noGrp="1"/>
          </p:cNvSpPr>
          <p:nvPr>
            <p:ph type="body" sz="quarter" idx="53" hasCustomPrompt="1"/>
          </p:nvPr>
        </p:nvSpPr>
        <p:spPr>
          <a:xfrm>
            <a:off x="7923736" y="5022418"/>
            <a:ext cx="3335337" cy="1609725"/>
          </a:xfrm>
          <a:prstGeom prst="rect">
            <a:avLst/>
          </a:prstGeom>
        </p:spPr>
        <p:txBody>
          <a:bodyPr/>
          <a:lstStyle>
            <a:lvl1pPr marL="76200" indent="0">
              <a:buNone/>
              <a:defRPr sz="1600" b="0">
                <a:latin typeface="Barlow"/>
              </a:defRPr>
            </a:lvl1pPr>
            <a:lvl2pPr>
              <a:defRPr sz="1600"/>
            </a:lvl2pPr>
            <a:lvl3pPr>
              <a:defRPr sz="1600"/>
            </a:lvl3pPr>
            <a:lvl4pPr>
              <a:defRPr sz="1600"/>
            </a:lvl4pPr>
            <a:lvl5pPr>
              <a:defRPr sz="1600"/>
            </a:lvl5pPr>
          </a:lstStyle>
          <a:p>
            <a:pPr lvl="0"/>
            <a:r>
              <a:rPr lang="fr-FR" b="1" dirty="0"/>
              <a:t>Cliquez pour ajouter du texte</a:t>
            </a:r>
          </a:p>
          <a:p>
            <a:r>
              <a:rPr lang="fr-FR" dirty="0" err="1"/>
              <a:t>Lorem</a:t>
            </a:r>
            <a:r>
              <a:rPr lang="fr-FR" dirty="0"/>
              <a:t> </a:t>
            </a:r>
            <a:r>
              <a:rPr lang="fr-FR" dirty="0" err="1"/>
              <a:t>ipsum</a:t>
            </a:r>
            <a:endParaRPr lang="fr-FR" dirty="0"/>
          </a:p>
        </p:txBody>
      </p:sp>
      <p:sp>
        <p:nvSpPr>
          <p:cNvPr id="38" name="Google Shape;32;p6">
            <a:extLst>
              <a:ext uri="{FF2B5EF4-FFF2-40B4-BE49-F238E27FC236}">
                <a16:creationId xmlns:a16="http://schemas.microsoft.com/office/drawing/2014/main" id="{C15C1D79-CC65-4F88-83E7-7523596F8D88}"/>
              </a:ext>
            </a:extLst>
          </p:cNvPr>
          <p:cNvSpPr txBox="1">
            <a:spLocks noGrp="1"/>
          </p:cNvSpPr>
          <p:nvPr>
            <p:ph type="sldNum" idx="4"/>
          </p:nvPr>
        </p:nvSpPr>
        <p:spPr>
          <a:xfrm>
            <a:off x="11264174" y="6154296"/>
            <a:ext cx="731600" cy="524800"/>
          </a:xfrm>
          <a:prstGeom prst="rect">
            <a:avLst/>
          </a:prstGeom>
          <a:ln>
            <a:noFill/>
          </a:ln>
        </p:spPr>
        <p:txBody>
          <a:bodyPr spcFirstLastPara="1" wrap="square" lIns="0" tIns="0" rIns="0" bIns="0" anchor="ctr" anchorCtr="0">
            <a:noAutofit/>
          </a:bodyPr>
          <a:lstStyle>
            <a:lvl1pPr lvl="0" algn="r" rtl="0">
              <a:buNone/>
              <a:defRPr>
                <a:solidFill>
                  <a:schemeClr val="bg1">
                    <a:lumMod val="50000"/>
                  </a:schemeClr>
                </a:solidFill>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fr-FR" smtClean="0"/>
              <a:pPr/>
              <a:t>‹N°›</a:t>
            </a:fld>
            <a:endParaRPr lang="fr-FR" dirty="0"/>
          </a:p>
        </p:txBody>
      </p:sp>
      <p:sp>
        <p:nvSpPr>
          <p:cNvPr id="23" name="Espace réservé du texte 2">
            <a:extLst>
              <a:ext uri="{FF2B5EF4-FFF2-40B4-BE49-F238E27FC236}">
                <a16:creationId xmlns:a16="http://schemas.microsoft.com/office/drawing/2014/main" id="{D05E616E-F294-4A11-9D67-740E9CFC3F95}"/>
              </a:ext>
            </a:extLst>
          </p:cNvPr>
          <p:cNvSpPr>
            <a:spLocks noGrp="1"/>
          </p:cNvSpPr>
          <p:nvPr>
            <p:ph type="body" sz="quarter" idx="15" hasCustomPrompt="1"/>
          </p:nvPr>
        </p:nvSpPr>
        <p:spPr>
          <a:xfrm>
            <a:off x="0" y="553661"/>
            <a:ext cx="5833582" cy="215900"/>
          </a:xfrm>
          <a:prstGeom prst="rect">
            <a:avLst/>
          </a:prstGeom>
        </p:spPr>
        <p:txBody>
          <a:bodyPr/>
          <a:lstStyle>
            <a:lvl1pPr marL="76200" indent="0">
              <a:buNone/>
              <a:defRPr sz="1500" b="1" i="1">
                <a:latin typeface="Barlow"/>
              </a:defRPr>
            </a:lvl1pPr>
          </a:lstStyle>
          <a:p>
            <a:pPr lvl="0"/>
            <a:r>
              <a:rPr lang="fr-FR" dirty="0"/>
              <a:t>Cliquez ici pour du texte</a:t>
            </a:r>
          </a:p>
        </p:txBody>
      </p:sp>
    </p:spTree>
    <p:extLst>
      <p:ext uri="{BB962C8B-B14F-4D97-AF65-F5344CB8AC3E}">
        <p14:creationId xmlns:p14="http://schemas.microsoft.com/office/powerpoint/2010/main" val="241416534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clusions">
    <p:spTree>
      <p:nvGrpSpPr>
        <p:cNvPr id="1" name=""/>
        <p:cNvGrpSpPr/>
        <p:nvPr/>
      </p:nvGrpSpPr>
      <p:grpSpPr>
        <a:xfrm>
          <a:off x="0" y="0"/>
          <a:ext cx="0" cy="0"/>
          <a:chOff x="0" y="0"/>
          <a:chExt cx="0" cy="0"/>
        </a:xfrm>
      </p:grpSpPr>
      <p:sp>
        <p:nvSpPr>
          <p:cNvPr id="7" name="Google Shape;29;p6">
            <a:extLst>
              <a:ext uri="{FF2B5EF4-FFF2-40B4-BE49-F238E27FC236}">
                <a16:creationId xmlns:a16="http://schemas.microsoft.com/office/drawing/2014/main" id="{573C3066-7235-C74F-8A91-7ED440FE7014}"/>
              </a:ext>
            </a:extLst>
          </p:cNvPr>
          <p:cNvSpPr txBox="1">
            <a:spLocks noGrp="1"/>
          </p:cNvSpPr>
          <p:nvPr>
            <p:ph type="title" hasCustomPrompt="1"/>
          </p:nvPr>
        </p:nvSpPr>
        <p:spPr>
          <a:xfrm>
            <a:off x="980321" y="980322"/>
            <a:ext cx="10225523" cy="528400"/>
          </a:xfrm>
          <a:prstGeom prst="rect">
            <a:avLst/>
          </a:prstGeom>
        </p:spPr>
        <p:txBody>
          <a:bodyPr spcFirstLastPara="1" wrap="square" lIns="0" tIns="0" rIns="0" bIns="0" anchor="b" anchorCtr="0">
            <a:noAutofit/>
          </a:bodyPr>
          <a:lstStyle>
            <a:lvl1pPr lvl="0" rtl="0">
              <a:spcBef>
                <a:spcPts val="0"/>
              </a:spcBef>
              <a:spcAft>
                <a:spcPts val="0"/>
              </a:spcAft>
              <a:buSzPts val="3200"/>
              <a:buNone/>
              <a:defRPr sz="3000" b="1">
                <a:solidFill>
                  <a:srgbClr val="090095"/>
                </a:solidFill>
                <a:latin typeface="Montserrat" panose="00000800000000000000" pitchFamily="2" charset="0"/>
              </a:defRPr>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a:r>
              <a:rPr lang="fr-FR" dirty="0"/>
              <a:t>Cliquez pour ajouter le titre</a:t>
            </a:r>
            <a:endParaRPr dirty="0"/>
          </a:p>
        </p:txBody>
      </p:sp>
      <p:cxnSp>
        <p:nvCxnSpPr>
          <p:cNvPr id="15" name="Connecteur droit 14">
            <a:extLst>
              <a:ext uri="{FF2B5EF4-FFF2-40B4-BE49-F238E27FC236}">
                <a16:creationId xmlns:a16="http://schemas.microsoft.com/office/drawing/2014/main" id="{DFD7E31D-30ED-274C-B1C5-11BA3D0F7F5A}"/>
              </a:ext>
            </a:extLst>
          </p:cNvPr>
          <p:cNvCxnSpPr>
            <a:cxnSpLocks/>
          </p:cNvCxnSpPr>
          <p:nvPr userDrawn="1"/>
        </p:nvCxnSpPr>
        <p:spPr>
          <a:xfrm>
            <a:off x="162525" y="1261228"/>
            <a:ext cx="612000" cy="0"/>
          </a:xfrm>
          <a:prstGeom prst="line">
            <a:avLst/>
          </a:prstGeom>
          <a:ln w="76200">
            <a:solidFill>
              <a:srgbClr val="E7302A"/>
            </a:solidFill>
          </a:ln>
        </p:spPr>
        <p:style>
          <a:lnRef idx="1">
            <a:schemeClr val="accent1"/>
          </a:lnRef>
          <a:fillRef idx="0">
            <a:schemeClr val="accent1"/>
          </a:fillRef>
          <a:effectRef idx="0">
            <a:schemeClr val="accent1"/>
          </a:effectRef>
          <a:fontRef idx="minor">
            <a:schemeClr val="tx1"/>
          </a:fontRef>
        </p:style>
      </p:cxnSp>
      <p:grpSp>
        <p:nvGrpSpPr>
          <p:cNvPr id="6" name="Google Shape;238;p29">
            <a:extLst>
              <a:ext uri="{FF2B5EF4-FFF2-40B4-BE49-F238E27FC236}">
                <a16:creationId xmlns:a16="http://schemas.microsoft.com/office/drawing/2014/main" id="{40214647-D6DE-448C-B89C-1FB4AC48BB09}"/>
              </a:ext>
            </a:extLst>
          </p:cNvPr>
          <p:cNvGrpSpPr/>
          <p:nvPr/>
        </p:nvGrpSpPr>
        <p:grpSpPr>
          <a:xfrm>
            <a:off x="5041155" y="3755679"/>
            <a:ext cx="2291107" cy="264400"/>
            <a:chOff x="4908100" y="1493307"/>
            <a:chExt cx="1718330" cy="198300"/>
          </a:xfrm>
        </p:grpSpPr>
        <p:cxnSp>
          <p:nvCxnSpPr>
            <p:cNvPr id="30" name="Google Shape;239;p29">
              <a:extLst>
                <a:ext uri="{FF2B5EF4-FFF2-40B4-BE49-F238E27FC236}">
                  <a16:creationId xmlns:a16="http://schemas.microsoft.com/office/drawing/2014/main" id="{23A8E09D-AEA5-4C96-9C7A-E13C1EE1DC7B}"/>
                </a:ext>
              </a:extLst>
            </p:cNvPr>
            <p:cNvCxnSpPr/>
            <p:nvPr/>
          </p:nvCxnSpPr>
          <p:spPr>
            <a:xfrm>
              <a:off x="4908100" y="1593250"/>
              <a:ext cx="1715100" cy="0"/>
            </a:xfrm>
            <a:prstGeom prst="straightConnector1">
              <a:avLst/>
            </a:prstGeom>
            <a:noFill/>
            <a:ln w="9525" cap="flat" cmpd="sng">
              <a:solidFill>
                <a:srgbClr val="ABB4B8"/>
              </a:solidFill>
              <a:prstDash val="solid"/>
              <a:round/>
              <a:headEnd type="none" w="sm" len="sm"/>
              <a:tailEnd type="none" w="sm" len="sm"/>
            </a:ln>
          </p:spPr>
        </p:cxnSp>
        <p:sp>
          <p:nvSpPr>
            <p:cNvPr id="32" name="Google Shape;241;p29">
              <a:extLst>
                <a:ext uri="{FF2B5EF4-FFF2-40B4-BE49-F238E27FC236}">
                  <a16:creationId xmlns:a16="http://schemas.microsoft.com/office/drawing/2014/main" id="{CF0E7474-D665-4132-91F0-7BAB7655EF2A}"/>
                </a:ext>
              </a:extLst>
            </p:cNvPr>
            <p:cNvSpPr/>
            <p:nvPr/>
          </p:nvSpPr>
          <p:spPr>
            <a:xfrm>
              <a:off x="6427830" y="1493307"/>
              <a:ext cx="198600" cy="198300"/>
            </a:xfrm>
            <a:prstGeom prst="ellipse">
              <a:avLst/>
            </a:prstGeom>
            <a:solidFill>
              <a:srgbClr val="424650"/>
            </a:solidFill>
            <a:ln>
              <a:noFill/>
            </a:ln>
          </p:spPr>
          <p:txBody>
            <a:bodyPr spcFirstLastPara="1" wrap="square" lIns="121900" tIns="121900" rIns="121900" bIns="121900" anchor="ctr" anchorCtr="0">
              <a:noAutofit/>
            </a:bodyPr>
            <a:lstStyle/>
            <a:p>
              <a:endParaRPr/>
            </a:p>
          </p:txBody>
        </p:sp>
      </p:grpSp>
      <p:grpSp>
        <p:nvGrpSpPr>
          <p:cNvPr id="8" name="Google Shape;244;p29">
            <a:extLst>
              <a:ext uri="{FF2B5EF4-FFF2-40B4-BE49-F238E27FC236}">
                <a16:creationId xmlns:a16="http://schemas.microsoft.com/office/drawing/2014/main" id="{93DB4BBE-4BFD-499A-B5E9-A04CFC646BBC}"/>
              </a:ext>
            </a:extLst>
          </p:cNvPr>
          <p:cNvGrpSpPr/>
          <p:nvPr/>
        </p:nvGrpSpPr>
        <p:grpSpPr>
          <a:xfrm>
            <a:off x="4580888" y="5240615"/>
            <a:ext cx="2746303" cy="264400"/>
            <a:chOff x="4562900" y="3212150"/>
            <a:chExt cx="2059727" cy="198300"/>
          </a:xfrm>
        </p:grpSpPr>
        <p:cxnSp>
          <p:nvCxnSpPr>
            <p:cNvPr id="27" name="Google Shape;245;p29">
              <a:extLst>
                <a:ext uri="{FF2B5EF4-FFF2-40B4-BE49-F238E27FC236}">
                  <a16:creationId xmlns:a16="http://schemas.microsoft.com/office/drawing/2014/main" id="{B7320E86-3EC0-46BB-B53E-6AA2E0948EFF}"/>
                </a:ext>
              </a:extLst>
            </p:cNvPr>
            <p:cNvCxnSpPr/>
            <p:nvPr/>
          </p:nvCxnSpPr>
          <p:spPr>
            <a:xfrm>
              <a:off x="4562900" y="3312540"/>
              <a:ext cx="2057100" cy="0"/>
            </a:xfrm>
            <a:prstGeom prst="straightConnector1">
              <a:avLst/>
            </a:prstGeom>
            <a:noFill/>
            <a:ln w="9525" cap="flat" cmpd="sng">
              <a:solidFill>
                <a:srgbClr val="ABB4B8"/>
              </a:solidFill>
              <a:prstDash val="solid"/>
              <a:round/>
              <a:headEnd type="none" w="sm" len="sm"/>
              <a:tailEnd type="none" w="sm" len="sm"/>
            </a:ln>
          </p:spPr>
        </p:cxnSp>
        <p:sp>
          <p:nvSpPr>
            <p:cNvPr id="29" name="Google Shape;247;p29">
              <a:extLst>
                <a:ext uri="{FF2B5EF4-FFF2-40B4-BE49-F238E27FC236}">
                  <a16:creationId xmlns:a16="http://schemas.microsoft.com/office/drawing/2014/main" id="{2CDDC26E-F748-4B02-BBE4-9E187594102E}"/>
                </a:ext>
              </a:extLst>
            </p:cNvPr>
            <p:cNvSpPr/>
            <p:nvPr/>
          </p:nvSpPr>
          <p:spPr>
            <a:xfrm>
              <a:off x="6424027" y="3212150"/>
              <a:ext cx="198600" cy="198300"/>
            </a:xfrm>
            <a:prstGeom prst="ellipse">
              <a:avLst/>
            </a:prstGeom>
            <a:solidFill>
              <a:srgbClr val="424650"/>
            </a:solidFill>
            <a:ln>
              <a:noFill/>
            </a:ln>
          </p:spPr>
          <p:txBody>
            <a:bodyPr spcFirstLastPara="1" wrap="square" lIns="121900" tIns="121900" rIns="121900" bIns="121900" anchor="ctr" anchorCtr="0">
              <a:noAutofit/>
            </a:bodyPr>
            <a:lstStyle/>
            <a:p>
              <a:endParaRPr dirty="0"/>
            </a:p>
          </p:txBody>
        </p:sp>
      </p:grpSp>
      <p:grpSp>
        <p:nvGrpSpPr>
          <p:cNvPr id="9" name="Google Shape;249;p29">
            <a:extLst>
              <a:ext uri="{FF2B5EF4-FFF2-40B4-BE49-F238E27FC236}">
                <a16:creationId xmlns:a16="http://schemas.microsoft.com/office/drawing/2014/main" id="{70D79D0F-81FD-41D6-ADD1-94946D9FEB43}"/>
              </a:ext>
            </a:extLst>
          </p:cNvPr>
          <p:cNvGrpSpPr/>
          <p:nvPr/>
        </p:nvGrpSpPr>
        <p:grpSpPr>
          <a:xfrm>
            <a:off x="4580886" y="2284704"/>
            <a:ext cx="2751373" cy="264400"/>
            <a:chOff x="4562900" y="1493307"/>
            <a:chExt cx="2063530" cy="198300"/>
          </a:xfrm>
        </p:grpSpPr>
        <p:cxnSp>
          <p:nvCxnSpPr>
            <p:cNvPr id="24" name="Google Shape;250;p29">
              <a:extLst>
                <a:ext uri="{FF2B5EF4-FFF2-40B4-BE49-F238E27FC236}">
                  <a16:creationId xmlns:a16="http://schemas.microsoft.com/office/drawing/2014/main" id="{218E737A-711D-47AF-A76C-B0EB179E9968}"/>
                </a:ext>
              </a:extLst>
            </p:cNvPr>
            <p:cNvCxnSpPr/>
            <p:nvPr/>
          </p:nvCxnSpPr>
          <p:spPr>
            <a:xfrm>
              <a:off x="4562900" y="1593255"/>
              <a:ext cx="2060400" cy="0"/>
            </a:xfrm>
            <a:prstGeom prst="straightConnector1">
              <a:avLst/>
            </a:prstGeom>
            <a:noFill/>
            <a:ln w="9525" cap="flat" cmpd="sng">
              <a:solidFill>
                <a:srgbClr val="ABB4B8"/>
              </a:solidFill>
              <a:prstDash val="solid"/>
              <a:round/>
              <a:headEnd type="none" w="sm" len="sm"/>
              <a:tailEnd type="none" w="sm" len="sm"/>
            </a:ln>
          </p:spPr>
        </p:cxnSp>
        <p:sp>
          <p:nvSpPr>
            <p:cNvPr id="26" name="Google Shape;252;p29">
              <a:extLst>
                <a:ext uri="{FF2B5EF4-FFF2-40B4-BE49-F238E27FC236}">
                  <a16:creationId xmlns:a16="http://schemas.microsoft.com/office/drawing/2014/main" id="{BFFE3F61-9E19-41BB-A090-ECC94B716A21}"/>
                </a:ext>
              </a:extLst>
            </p:cNvPr>
            <p:cNvSpPr/>
            <p:nvPr/>
          </p:nvSpPr>
          <p:spPr>
            <a:xfrm>
              <a:off x="6427830" y="1493307"/>
              <a:ext cx="198600" cy="198300"/>
            </a:xfrm>
            <a:prstGeom prst="ellipse">
              <a:avLst/>
            </a:prstGeom>
            <a:solidFill>
              <a:srgbClr val="424650"/>
            </a:solidFill>
            <a:ln>
              <a:noFill/>
            </a:ln>
          </p:spPr>
          <p:txBody>
            <a:bodyPr spcFirstLastPara="1" wrap="square" lIns="121900" tIns="121900" rIns="121900" bIns="121900" anchor="ctr" anchorCtr="0">
              <a:noAutofit/>
            </a:bodyPr>
            <a:lstStyle/>
            <a:p>
              <a:endParaRPr dirty="0"/>
            </a:p>
          </p:txBody>
        </p:sp>
      </p:grpSp>
      <p:grpSp>
        <p:nvGrpSpPr>
          <p:cNvPr id="10" name="Google Shape;254;p29">
            <a:extLst>
              <a:ext uri="{FF2B5EF4-FFF2-40B4-BE49-F238E27FC236}">
                <a16:creationId xmlns:a16="http://schemas.microsoft.com/office/drawing/2014/main" id="{5706245C-F4E4-4F2D-935D-38DF15CFE616}"/>
              </a:ext>
            </a:extLst>
          </p:cNvPr>
          <p:cNvGrpSpPr/>
          <p:nvPr/>
        </p:nvGrpSpPr>
        <p:grpSpPr>
          <a:xfrm>
            <a:off x="2249813" y="1859437"/>
            <a:ext cx="4686415" cy="4336003"/>
            <a:chOff x="2991269" y="1153325"/>
            <a:chExt cx="3514811" cy="3252002"/>
          </a:xfrm>
        </p:grpSpPr>
        <p:sp>
          <p:nvSpPr>
            <p:cNvPr id="16" name="Google Shape;255;p29">
              <a:extLst>
                <a:ext uri="{FF2B5EF4-FFF2-40B4-BE49-F238E27FC236}">
                  <a16:creationId xmlns:a16="http://schemas.microsoft.com/office/drawing/2014/main" id="{BDB210FB-EFF7-4808-8AF6-3404455E89C4}"/>
                </a:ext>
              </a:extLst>
            </p:cNvPr>
            <p:cNvSpPr/>
            <p:nvPr/>
          </p:nvSpPr>
          <p:spPr>
            <a:xfrm>
              <a:off x="3477586" y="2585458"/>
              <a:ext cx="2541910" cy="950456"/>
            </a:xfrm>
            <a:custGeom>
              <a:avLst/>
              <a:gdLst/>
              <a:ahLst/>
              <a:cxnLst/>
              <a:rect l="l" t="t" r="r" b="b"/>
              <a:pathLst>
                <a:path w="126826" h="43529" extrusionOk="0">
                  <a:moveTo>
                    <a:pt x="0" y="20002"/>
                  </a:moveTo>
                  <a:lnTo>
                    <a:pt x="63389" y="43529"/>
                  </a:lnTo>
                  <a:lnTo>
                    <a:pt x="126826" y="19907"/>
                  </a:lnTo>
                  <a:lnTo>
                    <a:pt x="63580" y="0"/>
                  </a:lnTo>
                  <a:close/>
                </a:path>
              </a:pathLst>
            </a:custGeom>
            <a:solidFill>
              <a:srgbClr val="ABB4B8"/>
            </a:solidFill>
            <a:ln>
              <a:noFill/>
            </a:ln>
          </p:spPr>
        </p:sp>
        <p:sp>
          <p:nvSpPr>
            <p:cNvPr id="17" name="Google Shape;256;p29">
              <a:extLst>
                <a:ext uri="{FF2B5EF4-FFF2-40B4-BE49-F238E27FC236}">
                  <a16:creationId xmlns:a16="http://schemas.microsoft.com/office/drawing/2014/main" id="{E8CEEC98-BA3B-4937-944C-26EBEF5E30BA}"/>
                </a:ext>
              </a:extLst>
            </p:cNvPr>
            <p:cNvSpPr/>
            <p:nvPr/>
          </p:nvSpPr>
          <p:spPr>
            <a:xfrm>
              <a:off x="2991269" y="3020977"/>
              <a:ext cx="1758228" cy="1384350"/>
            </a:xfrm>
            <a:custGeom>
              <a:avLst/>
              <a:gdLst/>
              <a:ahLst/>
              <a:cxnLst/>
              <a:rect l="l" t="t" r="r" b="b"/>
              <a:pathLst>
                <a:path w="87725" h="63817" extrusionOk="0">
                  <a:moveTo>
                    <a:pt x="24288" y="0"/>
                  </a:moveTo>
                  <a:lnTo>
                    <a:pt x="0" y="29908"/>
                  </a:lnTo>
                  <a:lnTo>
                    <a:pt x="87725" y="63817"/>
                  </a:lnTo>
                  <a:lnTo>
                    <a:pt x="87725" y="42291"/>
                  </a:lnTo>
                  <a:lnTo>
                    <a:pt x="87725" y="23526"/>
                  </a:lnTo>
                  <a:close/>
                </a:path>
              </a:pathLst>
            </a:custGeom>
            <a:solidFill>
              <a:srgbClr val="D6DAE0"/>
            </a:solidFill>
            <a:ln>
              <a:noFill/>
            </a:ln>
          </p:spPr>
        </p:sp>
        <p:sp>
          <p:nvSpPr>
            <p:cNvPr id="18" name="Google Shape;257;p29">
              <a:extLst>
                <a:ext uri="{FF2B5EF4-FFF2-40B4-BE49-F238E27FC236}">
                  <a16:creationId xmlns:a16="http://schemas.microsoft.com/office/drawing/2014/main" id="{ACDDA2F9-A019-4863-8ADD-64B7A9990F0F}"/>
                </a:ext>
              </a:extLst>
            </p:cNvPr>
            <p:cNvSpPr/>
            <p:nvPr/>
          </p:nvSpPr>
          <p:spPr>
            <a:xfrm flipH="1">
              <a:off x="4747852" y="3020977"/>
              <a:ext cx="1758228" cy="1384350"/>
            </a:xfrm>
            <a:custGeom>
              <a:avLst/>
              <a:gdLst/>
              <a:ahLst/>
              <a:cxnLst/>
              <a:rect l="l" t="t" r="r" b="b"/>
              <a:pathLst>
                <a:path w="87725" h="63817" extrusionOk="0">
                  <a:moveTo>
                    <a:pt x="24288" y="0"/>
                  </a:moveTo>
                  <a:lnTo>
                    <a:pt x="0" y="29908"/>
                  </a:lnTo>
                  <a:lnTo>
                    <a:pt x="87725" y="63817"/>
                  </a:lnTo>
                  <a:lnTo>
                    <a:pt x="87725" y="42291"/>
                  </a:lnTo>
                  <a:lnTo>
                    <a:pt x="87725" y="23526"/>
                  </a:lnTo>
                  <a:close/>
                </a:path>
              </a:pathLst>
            </a:custGeom>
            <a:solidFill>
              <a:srgbClr val="E7ECF0"/>
            </a:solidFill>
            <a:ln>
              <a:noFill/>
            </a:ln>
          </p:spPr>
          <p:txBody>
            <a:bodyPr/>
            <a:lstStyle/>
            <a:p>
              <a:endParaRPr lang="fr-FR" dirty="0"/>
            </a:p>
          </p:txBody>
        </p:sp>
        <p:sp>
          <p:nvSpPr>
            <p:cNvPr id="19" name="Google Shape;258;p29">
              <a:extLst>
                <a:ext uri="{FF2B5EF4-FFF2-40B4-BE49-F238E27FC236}">
                  <a16:creationId xmlns:a16="http://schemas.microsoft.com/office/drawing/2014/main" id="{EFA52B5A-14C1-48EA-9FBE-FA759AB1AEAD}"/>
                </a:ext>
              </a:extLst>
            </p:cNvPr>
            <p:cNvSpPr/>
            <p:nvPr/>
          </p:nvSpPr>
          <p:spPr>
            <a:xfrm>
              <a:off x="3969199" y="2001324"/>
              <a:ext cx="1565850" cy="585863"/>
            </a:xfrm>
            <a:custGeom>
              <a:avLst/>
              <a:gdLst/>
              <a:ahLst/>
              <a:cxnLst/>
              <a:rect l="l" t="t" r="r" b="b"/>
              <a:pathLst>
                <a:path w="24053" h="8150" extrusionOk="0">
                  <a:moveTo>
                    <a:pt x="0" y="3827"/>
                  </a:moveTo>
                  <a:lnTo>
                    <a:pt x="11976" y="8150"/>
                  </a:lnTo>
                  <a:lnTo>
                    <a:pt x="24053" y="3827"/>
                  </a:lnTo>
                  <a:lnTo>
                    <a:pt x="12126" y="0"/>
                  </a:lnTo>
                  <a:close/>
                </a:path>
              </a:pathLst>
            </a:custGeom>
            <a:solidFill>
              <a:srgbClr val="ABB4B8"/>
            </a:solidFill>
            <a:ln>
              <a:noFill/>
            </a:ln>
          </p:spPr>
          <p:txBody>
            <a:bodyPr/>
            <a:lstStyle/>
            <a:p>
              <a:endParaRPr lang="fr-FR" dirty="0"/>
            </a:p>
          </p:txBody>
        </p:sp>
        <p:sp>
          <p:nvSpPr>
            <p:cNvPr id="20" name="Google Shape;259;p29">
              <a:extLst>
                <a:ext uri="{FF2B5EF4-FFF2-40B4-BE49-F238E27FC236}">
                  <a16:creationId xmlns:a16="http://schemas.microsoft.com/office/drawing/2014/main" id="{5B63343D-1593-415C-9FF3-ACC184EBE63E}"/>
                </a:ext>
              </a:extLst>
            </p:cNvPr>
            <p:cNvSpPr/>
            <p:nvPr/>
          </p:nvSpPr>
          <p:spPr>
            <a:xfrm>
              <a:off x="3563255" y="2275837"/>
              <a:ext cx="1189300" cy="1015326"/>
            </a:xfrm>
            <a:custGeom>
              <a:avLst/>
              <a:gdLst/>
              <a:ahLst/>
              <a:cxnLst/>
              <a:rect l="l" t="t" r="r" b="b"/>
              <a:pathLst>
                <a:path w="18238" h="14114" extrusionOk="0">
                  <a:moveTo>
                    <a:pt x="6262" y="0"/>
                  </a:moveTo>
                  <a:lnTo>
                    <a:pt x="18238" y="4324"/>
                  </a:lnTo>
                  <a:lnTo>
                    <a:pt x="18238" y="14114"/>
                  </a:lnTo>
                  <a:lnTo>
                    <a:pt x="0" y="7554"/>
                  </a:lnTo>
                  <a:close/>
                </a:path>
              </a:pathLst>
            </a:custGeom>
            <a:solidFill>
              <a:srgbClr val="D6DAE0"/>
            </a:solidFill>
            <a:ln>
              <a:noFill/>
            </a:ln>
          </p:spPr>
          <p:txBody>
            <a:bodyPr/>
            <a:lstStyle/>
            <a:p>
              <a:endParaRPr lang="fr-FR" dirty="0"/>
            </a:p>
          </p:txBody>
        </p:sp>
        <p:sp>
          <p:nvSpPr>
            <p:cNvPr id="21" name="Google Shape;260;p29">
              <a:extLst>
                <a:ext uri="{FF2B5EF4-FFF2-40B4-BE49-F238E27FC236}">
                  <a16:creationId xmlns:a16="http://schemas.microsoft.com/office/drawing/2014/main" id="{C2C93CF9-EA61-4561-B8F8-D376C5C8B919}"/>
                </a:ext>
              </a:extLst>
            </p:cNvPr>
            <p:cNvSpPr/>
            <p:nvPr/>
          </p:nvSpPr>
          <p:spPr>
            <a:xfrm flipH="1">
              <a:off x="4749365" y="2275837"/>
              <a:ext cx="1189300" cy="1015326"/>
            </a:xfrm>
            <a:custGeom>
              <a:avLst/>
              <a:gdLst/>
              <a:ahLst/>
              <a:cxnLst/>
              <a:rect l="l" t="t" r="r" b="b"/>
              <a:pathLst>
                <a:path w="18238" h="14114" extrusionOk="0">
                  <a:moveTo>
                    <a:pt x="6262" y="0"/>
                  </a:moveTo>
                  <a:lnTo>
                    <a:pt x="18238" y="4324"/>
                  </a:lnTo>
                  <a:lnTo>
                    <a:pt x="18238" y="14114"/>
                  </a:lnTo>
                  <a:lnTo>
                    <a:pt x="0" y="7554"/>
                  </a:lnTo>
                  <a:close/>
                </a:path>
              </a:pathLst>
            </a:custGeom>
            <a:solidFill>
              <a:srgbClr val="E7ECF0"/>
            </a:solidFill>
            <a:ln>
              <a:noFill/>
            </a:ln>
          </p:spPr>
          <p:txBody>
            <a:bodyPr/>
            <a:lstStyle/>
            <a:p>
              <a:endParaRPr lang="fr-FR" dirty="0"/>
            </a:p>
          </p:txBody>
        </p:sp>
        <p:sp>
          <p:nvSpPr>
            <p:cNvPr id="22" name="Google Shape;261;p29">
              <a:extLst>
                <a:ext uri="{FF2B5EF4-FFF2-40B4-BE49-F238E27FC236}">
                  <a16:creationId xmlns:a16="http://schemas.microsoft.com/office/drawing/2014/main" id="{861F779D-12F4-478E-926B-A4AF7EF8977C}"/>
                </a:ext>
              </a:extLst>
            </p:cNvPr>
            <p:cNvSpPr/>
            <p:nvPr/>
          </p:nvSpPr>
          <p:spPr>
            <a:xfrm>
              <a:off x="4059061" y="1153325"/>
              <a:ext cx="693508" cy="1201140"/>
            </a:xfrm>
            <a:custGeom>
              <a:avLst/>
              <a:gdLst/>
              <a:ahLst/>
              <a:cxnLst/>
              <a:rect l="l" t="t" r="r" b="b"/>
              <a:pathLst>
                <a:path w="10635" h="16697" extrusionOk="0">
                  <a:moveTo>
                    <a:pt x="10635" y="0"/>
                  </a:moveTo>
                  <a:lnTo>
                    <a:pt x="0" y="12722"/>
                  </a:lnTo>
                  <a:lnTo>
                    <a:pt x="10635" y="16697"/>
                  </a:lnTo>
                  <a:close/>
                </a:path>
              </a:pathLst>
            </a:custGeom>
            <a:solidFill>
              <a:srgbClr val="D6DAE0"/>
            </a:solidFill>
            <a:ln>
              <a:noFill/>
            </a:ln>
          </p:spPr>
          <p:txBody>
            <a:bodyPr/>
            <a:lstStyle/>
            <a:p>
              <a:endParaRPr lang="fr-FR" dirty="0"/>
            </a:p>
          </p:txBody>
        </p:sp>
        <p:sp>
          <p:nvSpPr>
            <p:cNvPr id="23" name="Google Shape;262;p29">
              <a:extLst>
                <a:ext uri="{FF2B5EF4-FFF2-40B4-BE49-F238E27FC236}">
                  <a16:creationId xmlns:a16="http://schemas.microsoft.com/office/drawing/2014/main" id="{4F504D4E-AB1A-49E6-90B4-A66A02794EBB}"/>
                </a:ext>
              </a:extLst>
            </p:cNvPr>
            <p:cNvSpPr/>
            <p:nvPr/>
          </p:nvSpPr>
          <p:spPr>
            <a:xfrm flipH="1">
              <a:off x="4749350" y="1153325"/>
              <a:ext cx="693508" cy="1201140"/>
            </a:xfrm>
            <a:custGeom>
              <a:avLst/>
              <a:gdLst/>
              <a:ahLst/>
              <a:cxnLst/>
              <a:rect l="l" t="t" r="r" b="b"/>
              <a:pathLst>
                <a:path w="10635" h="16697" extrusionOk="0">
                  <a:moveTo>
                    <a:pt x="10635" y="0"/>
                  </a:moveTo>
                  <a:lnTo>
                    <a:pt x="0" y="12722"/>
                  </a:lnTo>
                  <a:lnTo>
                    <a:pt x="10635" y="16697"/>
                  </a:lnTo>
                  <a:close/>
                </a:path>
              </a:pathLst>
            </a:custGeom>
            <a:solidFill>
              <a:srgbClr val="E7ECF0"/>
            </a:solidFill>
            <a:ln>
              <a:noFill/>
            </a:ln>
          </p:spPr>
          <p:txBody>
            <a:bodyPr/>
            <a:lstStyle/>
            <a:p>
              <a:endParaRPr lang="fr-FR" dirty="0"/>
            </a:p>
          </p:txBody>
        </p:sp>
      </p:grpSp>
      <p:sp>
        <p:nvSpPr>
          <p:cNvPr id="11" name="Google Shape;253;p29">
            <a:extLst>
              <a:ext uri="{FF2B5EF4-FFF2-40B4-BE49-F238E27FC236}">
                <a16:creationId xmlns:a16="http://schemas.microsoft.com/office/drawing/2014/main" id="{6D2C4E68-65F4-463A-A329-AE1BD6C5C6CF}"/>
              </a:ext>
            </a:extLst>
          </p:cNvPr>
          <p:cNvSpPr txBox="1"/>
          <p:nvPr/>
        </p:nvSpPr>
        <p:spPr>
          <a:xfrm>
            <a:off x="7034114" y="2209349"/>
            <a:ext cx="330000" cy="417200"/>
          </a:xfrm>
          <a:prstGeom prst="rect">
            <a:avLst/>
          </a:prstGeom>
          <a:noFill/>
          <a:ln>
            <a:noFill/>
          </a:ln>
        </p:spPr>
        <p:txBody>
          <a:bodyPr spcFirstLastPara="1" wrap="square" lIns="121900" tIns="121900" rIns="121900" bIns="121900" anchor="t" anchorCtr="0">
            <a:noAutofit/>
          </a:bodyPr>
          <a:lstStyle/>
          <a:p>
            <a:pPr algn="ctr">
              <a:spcAft>
                <a:spcPts val="2133"/>
              </a:spcAft>
            </a:pPr>
            <a:r>
              <a:rPr lang="en" sz="1100" b="1" dirty="0">
                <a:solidFill>
                  <a:srgbClr val="FFFFFF"/>
                </a:solidFill>
                <a:latin typeface="Inria Serif"/>
                <a:ea typeface="Inria Serif"/>
                <a:cs typeface="Inria Serif"/>
                <a:sym typeface="Inria Serif"/>
              </a:rPr>
              <a:t>1</a:t>
            </a:r>
            <a:endParaRPr sz="1100" b="1" dirty="0">
              <a:solidFill>
                <a:srgbClr val="FFFFFF"/>
              </a:solidFill>
              <a:latin typeface="Inria Serif"/>
              <a:ea typeface="Inria Serif"/>
              <a:cs typeface="Inria Serif"/>
              <a:sym typeface="Inria Serif"/>
            </a:endParaRPr>
          </a:p>
        </p:txBody>
      </p:sp>
      <p:sp>
        <p:nvSpPr>
          <p:cNvPr id="12" name="Google Shape;242;p29">
            <a:extLst>
              <a:ext uri="{FF2B5EF4-FFF2-40B4-BE49-F238E27FC236}">
                <a16:creationId xmlns:a16="http://schemas.microsoft.com/office/drawing/2014/main" id="{E287E9C1-B223-498B-8A33-7872840221B2}"/>
              </a:ext>
            </a:extLst>
          </p:cNvPr>
          <p:cNvSpPr txBox="1"/>
          <p:nvPr/>
        </p:nvSpPr>
        <p:spPr>
          <a:xfrm>
            <a:off x="7034114" y="3680323"/>
            <a:ext cx="330000" cy="417200"/>
          </a:xfrm>
          <a:prstGeom prst="rect">
            <a:avLst/>
          </a:prstGeom>
          <a:noFill/>
          <a:ln>
            <a:noFill/>
          </a:ln>
        </p:spPr>
        <p:txBody>
          <a:bodyPr spcFirstLastPara="1" wrap="square" lIns="121900" tIns="121900" rIns="121900" bIns="121900" anchor="t" anchorCtr="0">
            <a:noAutofit/>
          </a:bodyPr>
          <a:lstStyle/>
          <a:p>
            <a:pPr algn="ctr">
              <a:spcAft>
                <a:spcPts val="2133"/>
              </a:spcAft>
            </a:pPr>
            <a:r>
              <a:rPr lang="en" sz="1100" b="1" dirty="0">
                <a:solidFill>
                  <a:srgbClr val="FFFFFF"/>
                </a:solidFill>
                <a:latin typeface="Inria Serif"/>
                <a:ea typeface="Inria Serif"/>
                <a:cs typeface="Inria Serif"/>
                <a:sym typeface="Inria Serif"/>
              </a:rPr>
              <a:t>2</a:t>
            </a:r>
            <a:endParaRPr sz="1100" b="1" dirty="0">
              <a:solidFill>
                <a:srgbClr val="FFFFFF"/>
              </a:solidFill>
              <a:latin typeface="Inria Serif"/>
              <a:ea typeface="Inria Serif"/>
              <a:cs typeface="Inria Serif"/>
              <a:sym typeface="Inria Serif"/>
            </a:endParaRPr>
          </a:p>
        </p:txBody>
      </p:sp>
      <p:sp>
        <p:nvSpPr>
          <p:cNvPr id="14" name="Google Shape;248;p29">
            <a:extLst>
              <a:ext uri="{FF2B5EF4-FFF2-40B4-BE49-F238E27FC236}">
                <a16:creationId xmlns:a16="http://schemas.microsoft.com/office/drawing/2014/main" id="{48058F2D-DA6A-45A8-979A-6B61B177504B}"/>
              </a:ext>
            </a:extLst>
          </p:cNvPr>
          <p:cNvSpPr txBox="1"/>
          <p:nvPr/>
        </p:nvSpPr>
        <p:spPr>
          <a:xfrm>
            <a:off x="7029043" y="5165895"/>
            <a:ext cx="330000" cy="417200"/>
          </a:xfrm>
          <a:prstGeom prst="rect">
            <a:avLst/>
          </a:prstGeom>
          <a:noFill/>
          <a:ln>
            <a:noFill/>
          </a:ln>
        </p:spPr>
        <p:txBody>
          <a:bodyPr spcFirstLastPara="1" wrap="square" lIns="121900" tIns="121900" rIns="121900" bIns="121900" anchor="t" anchorCtr="0">
            <a:noAutofit/>
          </a:bodyPr>
          <a:lstStyle/>
          <a:p>
            <a:pPr algn="ctr">
              <a:spcAft>
                <a:spcPts val="2133"/>
              </a:spcAft>
            </a:pPr>
            <a:r>
              <a:rPr lang="en" sz="1100" b="1" dirty="0">
                <a:solidFill>
                  <a:srgbClr val="FFFFFF"/>
                </a:solidFill>
                <a:latin typeface="Inria Serif"/>
                <a:ea typeface="Inria Serif"/>
                <a:cs typeface="Inria Serif"/>
                <a:sym typeface="Inria Serif"/>
              </a:rPr>
              <a:t>3</a:t>
            </a:r>
            <a:endParaRPr sz="1100" b="1" dirty="0">
              <a:solidFill>
                <a:srgbClr val="FFFFFF"/>
              </a:solidFill>
              <a:latin typeface="Inria Serif"/>
              <a:ea typeface="Inria Serif"/>
              <a:cs typeface="Inria Serif"/>
              <a:sym typeface="Inria Serif"/>
            </a:endParaRPr>
          </a:p>
        </p:txBody>
      </p:sp>
      <p:sp>
        <p:nvSpPr>
          <p:cNvPr id="33" name="Espace réservé du texte 2">
            <a:extLst>
              <a:ext uri="{FF2B5EF4-FFF2-40B4-BE49-F238E27FC236}">
                <a16:creationId xmlns:a16="http://schemas.microsoft.com/office/drawing/2014/main" id="{AA5A390D-2017-4EF0-83B2-BA54862D3BB7}"/>
              </a:ext>
            </a:extLst>
          </p:cNvPr>
          <p:cNvSpPr>
            <a:spLocks noGrp="1"/>
          </p:cNvSpPr>
          <p:nvPr>
            <p:ph type="body" sz="quarter" idx="13" hasCustomPrompt="1"/>
          </p:nvPr>
        </p:nvSpPr>
        <p:spPr>
          <a:xfrm>
            <a:off x="7453313" y="2212695"/>
            <a:ext cx="2489200" cy="809625"/>
          </a:xfrm>
          <a:prstGeom prst="rect">
            <a:avLst/>
          </a:prstGeom>
        </p:spPr>
        <p:txBody>
          <a:bodyPr/>
          <a:lstStyle>
            <a:lvl1pPr marL="76200" indent="0">
              <a:buNone/>
              <a:defRPr sz="1200">
                <a:latin typeface="Barlow"/>
              </a:defRPr>
            </a:lvl1pPr>
            <a:lvl2pPr>
              <a:defRPr>
                <a:latin typeface="Barlow"/>
              </a:defRPr>
            </a:lvl2pPr>
            <a:lvl3pPr>
              <a:defRPr>
                <a:latin typeface="Barlow"/>
              </a:defRPr>
            </a:lvl3pPr>
            <a:lvl4pPr>
              <a:defRPr>
                <a:latin typeface="Barlow"/>
              </a:defRPr>
            </a:lvl4pPr>
            <a:lvl5pPr>
              <a:defRPr>
                <a:latin typeface="Barlow"/>
              </a:defRPr>
            </a:lvl5pPr>
          </a:lstStyle>
          <a:p>
            <a:pPr lvl="0"/>
            <a:r>
              <a:rPr lang="fr-FR" dirty="0"/>
              <a:t>Cliquez pour ajouter du texte</a:t>
            </a:r>
          </a:p>
        </p:txBody>
      </p:sp>
      <p:sp>
        <p:nvSpPr>
          <p:cNvPr id="35" name="Espace réservé du texte 2">
            <a:extLst>
              <a:ext uri="{FF2B5EF4-FFF2-40B4-BE49-F238E27FC236}">
                <a16:creationId xmlns:a16="http://schemas.microsoft.com/office/drawing/2014/main" id="{39FC5EC3-3534-4E07-9C89-89F40FE02689}"/>
              </a:ext>
            </a:extLst>
          </p:cNvPr>
          <p:cNvSpPr>
            <a:spLocks noGrp="1"/>
          </p:cNvSpPr>
          <p:nvPr>
            <p:ph type="body" sz="quarter" idx="14" hasCustomPrompt="1"/>
          </p:nvPr>
        </p:nvSpPr>
        <p:spPr>
          <a:xfrm>
            <a:off x="7416427" y="3683961"/>
            <a:ext cx="2489200" cy="809625"/>
          </a:xfrm>
          <a:prstGeom prst="rect">
            <a:avLst/>
          </a:prstGeom>
        </p:spPr>
        <p:txBody>
          <a:bodyPr/>
          <a:lstStyle>
            <a:lvl1pPr marL="76200" indent="0">
              <a:buNone/>
              <a:defRPr sz="1200">
                <a:latin typeface="Barlow"/>
              </a:defRPr>
            </a:lvl1pPr>
            <a:lvl2pPr>
              <a:defRPr>
                <a:latin typeface="Barlow"/>
              </a:defRPr>
            </a:lvl2pPr>
            <a:lvl3pPr>
              <a:defRPr>
                <a:latin typeface="Barlow"/>
              </a:defRPr>
            </a:lvl3pPr>
            <a:lvl4pPr>
              <a:defRPr>
                <a:latin typeface="Barlow"/>
              </a:defRPr>
            </a:lvl4pPr>
            <a:lvl5pPr>
              <a:defRPr>
                <a:latin typeface="Barlow"/>
              </a:defRPr>
            </a:lvl5pPr>
          </a:lstStyle>
          <a:p>
            <a:pPr lvl="0"/>
            <a:r>
              <a:rPr lang="fr-FR" dirty="0"/>
              <a:t>Cliquez pour ajouter du texte</a:t>
            </a:r>
          </a:p>
        </p:txBody>
      </p:sp>
      <p:sp>
        <p:nvSpPr>
          <p:cNvPr id="37" name="Espace réservé du texte 2">
            <a:extLst>
              <a:ext uri="{FF2B5EF4-FFF2-40B4-BE49-F238E27FC236}">
                <a16:creationId xmlns:a16="http://schemas.microsoft.com/office/drawing/2014/main" id="{9168270A-7BC1-4728-9ED8-24DCBC64F5D6}"/>
              </a:ext>
            </a:extLst>
          </p:cNvPr>
          <p:cNvSpPr>
            <a:spLocks noGrp="1"/>
          </p:cNvSpPr>
          <p:nvPr>
            <p:ph type="body" sz="quarter" idx="15" hasCustomPrompt="1"/>
          </p:nvPr>
        </p:nvSpPr>
        <p:spPr>
          <a:xfrm>
            <a:off x="7451858" y="5200822"/>
            <a:ext cx="2489200" cy="809625"/>
          </a:xfrm>
          <a:prstGeom prst="rect">
            <a:avLst/>
          </a:prstGeom>
        </p:spPr>
        <p:txBody>
          <a:bodyPr/>
          <a:lstStyle>
            <a:lvl1pPr marL="76200" indent="0">
              <a:buNone/>
              <a:defRPr sz="1200">
                <a:latin typeface="Barlow"/>
              </a:defRPr>
            </a:lvl1pPr>
            <a:lvl2pPr>
              <a:defRPr>
                <a:latin typeface="Barlow"/>
              </a:defRPr>
            </a:lvl2pPr>
            <a:lvl3pPr>
              <a:defRPr>
                <a:latin typeface="Barlow"/>
              </a:defRPr>
            </a:lvl3pPr>
            <a:lvl4pPr>
              <a:defRPr>
                <a:latin typeface="Barlow"/>
              </a:defRPr>
            </a:lvl4pPr>
            <a:lvl5pPr>
              <a:defRPr>
                <a:latin typeface="Barlow"/>
              </a:defRPr>
            </a:lvl5pPr>
          </a:lstStyle>
          <a:p>
            <a:pPr lvl="0"/>
            <a:r>
              <a:rPr lang="fr-FR" dirty="0"/>
              <a:t>Cliquez pour ajouter du texte</a:t>
            </a:r>
          </a:p>
        </p:txBody>
      </p:sp>
      <p:sp>
        <p:nvSpPr>
          <p:cNvPr id="38" name="Google Shape;32;p6">
            <a:extLst>
              <a:ext uri="{FF2B5EF4-FFF2-40B4-BE49-F238E27FC236}">
                <a16:creationId xmlns:a16="http://schemas.microsoft.com/office/drawing/2014/main" id="{13D7A270-8E6B-40F9-8D25-B94CC804B12D}"/>
              </a:ext>
            </a:extLst>
          </p:cNvPr>
          <p:cNvSpPr txBox="1">
            <a:spLocks noGrp="1"/>
          </p:cNvSpPr>
          <p:nvPr>
            <p:ph type="sldNum" idx="4"/>
          </p:nvPr>
        </p:nvSpPr>
        <p:spPr>
          <a:xfrm>
            <a:off x="11264174" y="6154296"/>
            <a:ext cx="731600" cy="524800"/>
          </a:xfrm>
          <a:prstGeom prst="rect">
            <a:avLst/>
          </a:prstGeom>
          <a:ln>
            <a:noFill/>
          </a:ln>
        </p:spPr>
        <p:txBody>
          <a:bodyPr spcFirstLastPara="1" wrap="square" lIns="0" tIns="0" rIns="0" bIns="0" anchor="ctr" anchorCtr="0">
            <a:noAutofit/>
          </a:bodyPr>
          <a:lstStyle>
            <a:lvl1pPr lvl="0" algn="r" rtl="0">
              <a:buNone/>
              <a:defRPr>
                <a:solidFill>
                  <a:schemeClr val="bg1">
                    <a:lumMod val="50000"/>
                  </a:schemeClr>
                </a:solidFill>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fr-FR" smtClean="0"/>
              <a:pPr/>
              <a:t>‹N°›</a:t>
            </a:fld>
            <a:endParaRPr lang="fr-FR" dirty="0"/>
          </a:p>
        </p:txBody>
      </p:sp>
      <p:sp>
        <p:nvSpPr>
          <p:cNvPr id="34" name="Espace réservé du texte 2">
            <a:extLst>
              <a:ext uri="{FF2B5EF4-FFF2-40B4-BE49-F238E27FC236}">
                <a16:creationId xmlns:a16="http://schemas.microsoft.com/office/drawing/2014/main" id="{A4A5DC99-3846-4DCC-9F34-58D0C3ECE3E9}"/>
              </a:ext>
            </a:extLst>
          </p:cNvPr>
          <p:cNvSpPr>
            <a:spLocks noGrp="1"/>
          </p:cNvSpPr>
          <p:nvPr>
            <p:ph type="body" sz="quarter" idx="16" hasCustomPrompt="1"/>
          </p:nvPr>
        </p:nvSpPr>
        <p:spPr>
          <a:xfrm>
            <a:off x="0" y="553661"/>
            <a:ext cx="5833582" cy="215900"/>
          </a:xfrm>
          <a:prstGeom prst="rect">
            <a:avLst/>
          </a:prstGeom>
        </p:spPr>
        <p:txBody>
          <a:bodyPr/>
          <a:lstStyle>
            <a:lvl1pPr marL="76200" indent="0">
              <a:buNone/>
              <a:defRPr sz="1500" b="1" i="1">
                <a:latin typeface="Barlow"/>
              </a:defRPr>
            </a:lvl1pPr>
          </a:lstStyle>
          <a:p>
            <a:pPr lvl="0"/>
            <a:r>
              <a:rPr lang="fr-FR" dirty="0"/>
              <a:t>Cliquez ici pour du texte</a:t>
            </a:r>
          </a:p>
        </p:txBody>
      </p:sp>
    </p:spTree>
    <p:extLst>
      <p:ext uri="{BB962C8B-B14F-4D97-AF65-F5344CB8AC3E}">
        <p14:creationId xmlns:p14="http://schemas.microsoft.com/office/powerpoint/2010/main" val="409069519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Calendrier événement">
    <p:spTree>
      <p:nvGrpSpPr>
        <p:cNvPr id="1" name=""/>
        <p:cNvGrpSpPr/>
        <p:nvPr/>
      </p:nvGrpSpPr>
      <p:grpSpPr>
        <a:xfrm>
          <a:off x="0" y="0"/>
          <a:ext cx="0" cy="0"/>
          <a:chOff x="0" y="0"/>
          <a:chExt cx="0" cy="0"/>
        </a:xfrm>
      </p:grpSpPr>
      <p:sp>
        <p:nvSpPr>
          <p:cNvPr id="7" name="Google Shape;29;p6">
            <a:extLst>
              <a:ext uri="{FF2B5EF4-FFF2-40B4-BE49-F238E27FC236}">
                <a16:creationId xmlns:a16="http://schemas.microsoft.com/office/drawing/2014/main" id="{573C3066-7235-C74F-8A91-7ED440FE7014}"/>
              </a:ext>
            </a:extLst>
          </p:cNvPr>
          <p:cNvSpPr txBox="1">
            <a:spLocks noGrp="1"/>
          </p:cNvSpPr>
          <p:nvPr>
            <p:ph type="title" hasCustomPrompt="1"/>
          </p:nvPr>
        </p:nvSpPr>
        <p:spPr>
          <a:xfrm>
            <a:off x="980321" y="980322"/>
            <a:ext cx="10225523" cy="528400"/>
          </a:xfrm>
          <a:prstGeom prst="rect">
            <a:avLst/>
          </a:prstGeom>
        </p:spPr>
        <p:txBody>
          <a:bodyPr spcFirstLastPara="1" wrap="square" lIns="0" tIns="0" rIns="0" bIns="0" anchor="b" anchorCtr="0">
            <a:noAutofit/>
          </a:bodyPr>
          <a:lstStyle>
            <a:lvl1pPr lvl="0" rtl="0">
              <a:spcBef>
                <a:spcPts val="0"/>
              </a:spcBef>
              <a:spcAft>
                <a:spcPts val="0"/>
              </a:spcAft>
              <a:buSzPts val="3200"/>
              <a:buNone/>
              <a:defRPr sz="3000" b="1">
                <a:solidFill>
                  <a:srgbClr val="090095"/>
                </a:solidFill>
                <a:latin typeface="Montserrat" panose="00000800000000000000" pitchFamily="2" charset="0"/>
              </a:defRPr>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a:r>
              <a:rPr lang="fr-FR" dirty="0"/>
              <a:t>Cliquez pour ajouter le titre</a:t>
            </a:r>
            <a:endParaRPr dirty="0"/>
          </a:p>
        </p:txBody>
      </p:sp>
      <p:cxnSp>
        <p:nvCxnSpPr>
          <p:cNvPr id="15" name="Connecteur droit 14">
            <a:extLst>
              <a:ext uri="{FF2B5EF4-FFF2-40B4-BE49-F238E27FC236}">
                <a16:creationId xmlns:a16="http://schemas.microsoft.com/office/drawing/2014/main" id="{DFD7E31D-30ED-274C-B1C5-11BA3D0F7F5A}"/>
              </a:ext>
            </a:extLst>
          </p:cNvPr>
          <p:cNvCxnSpPr>
            <a:cxnSpLocks/>
          </p:cNvCxnSpPr>
          <p:nvPr userDrawn="1"/>
        </p:nvCxnSpPr>
        <p:spPr>
          <a:xfrm>
            <a:off x="162525" y="1261228"/>
            <a:ext cx="612000" cy="0"/>
          </a:xfrm>
          <a:prstGeom prst="line">
            <a:avLst/>
          </a:prstGeom>
          <a:ln w="76200">
            <a:solidFill>
              <a:srgbClr val="E7302A"/>
            </a:solidFill>
          </a:ln>
        </p:spPr>
        <p:style>
          <a:lnRef idx="1">
            <a:schemeClr val="accent1"/>
          </a:lnRef>
          <a:fillRef idx="0">
            <a:schemeClr val="accent1"/>
          </a:fillRef>
          <a:effectRef idx="0">
            <a:schemeClr val="accent1"/>
          </a:effectRef>
          <a:fontRef idx="minor">
            <a:schemeClr val="tx1"/>
          </a:fontRef>
        </p:style>
      </p:cxnSp>
      <p:sp>
        <p:nvSpPr>
          <p:cNvPr id="5" name="Google Shape;355;p39">
            <a:extLst>
              <a:ext uri="{FF2B5EF4-FFF2-40B4-BE49-F238E27FC236}">
                <a16:creationId xmlns:a16="http://schemas.microsoft.com/office/drawing/2014/main" id="{A6917F3B-B247-4FE0-8A02-DFE4C2FFA89D}"/>
              </a:ext>
            </a:extLst>
          </p:cNvPr>
          <p:cNvSpPr/>
          <p:nvPr userDrawn="1"/>
        </p:nvSpPr>
        <p:spPr>
          <a:xfrm>
            <a:off x="10313611" y="3674600"/>
            <a:ext cx="1097200" cy="524800"/>
          </a:xfrm>
          <a:prstGeom prst="homePlate">
            <a:avLst>
              <a:gd name="adj" fmla="val 32030"/>
            </a:avLst>
          </a:prstGeom>
          <a:solidFill>
            <a:schemeClr val="bg1">
              <a:lumMod val="85000"/>
            </a:schemeClr>
          </a:solidFill>
          <a:ln>
            <a:noFill/>
          </a:ln>
          <a:effectLst>
            <a:outerShdw blurRad="28575" dist="9525" algn="bl" rotWithShape="0">
              <a:srgbClr val="000000">
                <a:alpha val="20000"/>
              </a:srgbClr>
            </a:outerShdw>
          </a:effectLst>
        </p:spPr>
        <p:txBody>
          <a:bodyPr spcFirstLastPara="1" wrap="square" lIns="365733" tIns="0" rIns="0" bIns="0" anchor="ctr" anchorCtr="0">
            <a:noAutofit/>
          </a:bodyPr>
          <a:lstStyle/>
          <a:p>
            <a:r>
              <a:rPr lang="en" sz="1300">
                <a:solidFill>
                  <a:schemeClr val="lt1"/>
                </a:solidFill>
                <a:latin typeface="Inria Sans"/>
                <a:ea typeface="Inria Sans"/>
                <a:cs typeface="Inria Sans"/>
                <a:sym typeface="Inria Sans"/>
              </a:rPr>
              <a:t>DEC</a:t>
            </a:r>
            <a:endParaRPr sz="1300">
              <a:solidFill>
                <a:schemeClr val="lt1"/>
              </a:solidFill>
              <a:latin typeface="Inria Sans"/>
              <a:ea typeface="Inria Sans"/>
              <a:cs typeface="Inria Sans"/>
              <a:sym typeface="Inria Sans"/>
            </a:endParaRPr>
          </a:p>
        </p:txBody>
      </p:sp>
      <p:sp>
        <p:nvSpPr>
          <p:cNvPr id="6" name="Google Shape;356;p39">
            <a:extLst>
              <a:ext uri="{FF2B5EF4-FFF2-40B4-BE49-F238E27FC236}">
                <a16:creationId xmlns:a16="http://schemas.microsoft.com/office/drawing/2014/main" id="{D9185350-F0CC-4CA8-997A-407284A3B0FC}"/>
              </a:ext>
            </a:extLst>
          </p:cNvPr>
          <p:cNvSpPr/>
          <p:nvPr userDrawn="1"/>
        </p:nvSpPr>
        <p:spPr>
          <a:xfrm>
            <a:off x="9433499" y="3674600"/>
            <a:ext cx="1097200" cy="524800"/>
          </a:xfrm>
          <a:prstGeom prst="homePlate">
            <a:avLst>
              <a:gd name="adj" fmla="val 32030"/>
            </a:avLst>
          </a:prstGeom>
          <a:solidFill>
            <a:schemeClr val="bg1">
              <a:lumMod val="85000"/>
            </a:schemeClr>
          </a:solidFill>
          <a:ln>
            <a:noFill/>
          </a:ln>
          <a:effectLst>
            <a:outerShdw blurRad="28575" dist="9525" algn="bl" rotWithShape="0">
              <a:srgbClr val="000000">
                <a:alpha val="20000"/>
              </a:srgbClr>
            </a:outerShdw>
          </a:effectLst>
        </p:spPr>
        <p:txBody>
          <a:bodyPr spcFirstLastPara="1" wrap="square" lIns="365733" tIns="0" rIns="0" bIns="0" anchor="ctr" anchorCtr="0">
            <a:noAutofit/>
          </a:bodyPr>
          <a:lstStyle/>
          <a:p>
            <a:r>
              <a:rPr lang="en" sz="1300">
                <a:solidFill>
                  <a:schemeClr val="lt1"/>
                </a:solidFill>
                <a:latin typeface="Inria Sans"/>
                <a:ea typeface="Inria Sans"/>
                <a:cs typeface="Inria Sans"/>
                <a:sym typeface="Inria Sans"/>
              </a:rPr>
              <a:t>NOV</a:t>
            </a:r>
            <a:endParaRPr sz="1300">
              <a:solidFill>
                <a:schemeClr val="lt1"/>
              </a:solidFill>
              <a:latin typeface="Inria Sans"/>
              <a:ea typeface="Inria Sans"/>
              <a:cs typeface="Inria Sans"/>
              <a:sym typeface="Inria Sans"/>
            </a:endParaRPr>
          </a:p>
        </p:txBody>
      </p:sp>
      <p:sp>
        <p:nvSpPr>
          <p:cNvPr id="8" name="Google Shape;357;p39">
            <a:extLst>
              <a:ext uri="{FF2B5EF4-FFF2-40B4-BE49-F238E27FC236}">
                <a16:creationId xmlns:a16="http://schemas.microsoft.com/office/drawing/2014/main" id="{F499853F-E9EC-4C59-93C8-9ADA5E3EAF42}"/>
              </a:ext>
            </a:extLst>
          </p:cNvPr>
          <p:cNvSpPr/>
          <p:nvPr userDrawn="1"/>
        </p:nvSpPr>
        <p:spPr>
          <a:xfrm>
            <a:off x="8553387" y="3674600"/>
            <a:ext cx="1097200" cy="524800"/>
          </a:xfrm>
          <a:prstGeom prst="homePlate">
            <a:avLst>
              <a:gd name="adj" fmla="val 32030"/>
            </a:avLst>
          </a:prstGeom>
          <a:solidFill>
            <a:schemeClr val="bg1">
              <a:lumMod val="85000"/>
            </a:schemeClr>
          </a:solidFill>
          <a:ln>
            <a:noFill/>
          </a:ln>
          <a:effectLst>
            <a:outerShdw blurRad="28575" dist="9525" algn="bl" rotWithShape="0">
              <a:srgbClr val="000000">
                <a:alpha val="20000"/>
              </a:srgbClr>
            </a:outerShdw>
          </a:effectLst>
        </p:spPr>
        <p:txBody>
          <a:bodyPr spcFirstLastPara="1" wrap="square" lIns="365733" tIns="0" rIns="0" bIns="0" anchor="ctr" anchorCtr="0">
            <a:noAutofit/>
          </a:bodyPr>
          <a:lstStyle/>
          <a:p>
            <a:r>
              <a:rPr lang="en" sz="1300">
                <a:solidFill>
                  <a:schemeClr val="lt1"/>
                </a:solidFill>
                <a:latin typeface="Inria Sans"/>
                <a:ea typeface="Inria Sans"/>
                <a:cs typeface="Inria Sans"/>
                <a:sym typeface="Inria Sans"/>
              </a:rPr>
              <a:t>OCT</a:t>
            </a:r>
            <a:endParaRPr sz="1300">
              <a:solidFill>
                <a:schemeClr val="lt1"/>
              </a:solidFill>
              <a:latin typeface="Inria Sans"/>
              <a:ea typeface="Inria Sans"/>
              <a:cs typeface="Inria Sans"/>
              <a:sym typeface="Inria Sans"/>
            </a:endParaRPr>
          </a:p>
        </p:txBody>
      </p:sp>
      <p:sp>
        <p:nvSpPr>
          <p:cNvPr id="9" name="Google Shape;358;p39">
            <a:extLst>
              <a:ext uri="{FF2B5EF4-FFF2-40B4-BE49-F238E27FC236}">
                <a16:creationId xmlns:a16="http://schemas.microsoft.com/office/drawing/2014/main" id="{FCB5DEF3-921F-4D69-93B5-46ED49FC980A}"/>
              </a:ext>
            </a:extLst>
          </p:cNvPr>
          <p:cNvSpPr/>
          <p:nvPr userDrawn="1"/>
        </p:nvSpPr>
        <p:spPr>
          <a:xfrm>
            <a:off x="7673275" y="3674600"/>
            <a:ext cx="1097200" cy="524800"/>
          </a:xfrm>
          <a:prstGeom prst="homePlate">
            <a:avLst>
              <a:gd name="adj" fmla="val 32030"/>
            </a:avLst>
          </a:prstGeom>
          <a:solidFill>
            <a:schemeClr val="bg1">
              <a:lumMod val="75000"/>
            </a:schemeClr>
          </a:solidFill>
          <a:ln>
            <a:noFill/>
          </a:ln>
          <a:effectLst>
            <a:outerShdw blurRad="28575" dist="9525" algn="bl" rotWithShape="0">
              <a:srgbClr val="000000">
                <a:alpha val="20000"/>
              </a:srgbClr>
            </a:outerShdw>
          </a:effectLst>
        </p:spPr>
        <p:txBody>
          <a:bodyPr spcFirstLastPara="1" wrap="square" lIns="365733" tIns="0" rIns="0" bIns="0" anchor="ctr" anchorCtr="0">
            <a:noAutofit/>
          </a:bodyPr>
          <a:lstStyle/>
          <a:p>
            <a:r>
              <a:rPr lang="en" sz="1300">
                <a:solidFill>
                  <a:schemeClr val="dk2"/>
                </a:solidFill>
                <a:latin typeface="Inria Sans"/>
                <a:ea typeface="Inria Sans"/>
                <a:cs typeface="Inria Sans"/>
                <a:sym typeface="Inria Sans"/>
              </a:rPr>
              <a:t>SEP</a:t>
            </a:r>
            <a:endParaRPr sz="1300">
              <a:solidFill>
                <a:schemeClr val="dk2"/>
              </a:solidFill>
              <a:latin typeface="Inria Sans"/>
              <a:ea typeface="Inria Sans"/>
              <a:cs typeface="Inria Sans"/>
              <a:sym typeface="Inria Sans"/>
            </a:endParaRPr>
          </a:p>
        </p:txBody>
      </p:sp>
      <p:sp>
        <p:nvSpPr>
          <p:cNvPr id="10" name="Google Shape;359;p39">
            <a:extLst>
              <a:ext uri="{FF2B5EF4-FFF2-40B4-BE49-F238E27FC236}">
                <a16:creationId xmlns:a16="http://schemas.microsoft.com/office/drawing/2014/main" id="{7947BD96-7699-4850-A4FD-5E8884B5016B}"/>
              </a:ext>
            </a:extLst>
          </p:cNvPr>
          <p:cNvSpPr/>
          <p:nvPr userDrawn="1"/>
        </p:nvSpPr>
        <p:spPr>
          <a:xfrm>
            <a:off x="6793163" y="3674600"/>
            <a:ext cx="1097200" cy="524800"/>
          </a:xfrm>
          <a:prstGeom prst="homePlate">
            <a:avLst>
              <a:gd name="adj" fmla="val 32030"/>
            </a:avLst>
          </a:prstGeom>
          <a:solidFill>
            <a:schemeClr val="bg1">
              <a:lumMod val="75000"/>
            </a:schemeClr>
          </a:solidFill>
          <a:ln>
            <a:noFill/>
          </a:ln>
          <a:effectLst>
            <a:outerShdw blurRad="28575" dist="9525" algn="bl" rotWithShape="0">
              <a:srgbClr val="000000">
                <a:alpha val="20000"/>
              </a:srgbClr>
            </a:outerShdw>
          </a:effectLst>
        </p:spPr>
        <p:txBody>
          <a:bodyPr spcFirstLastPara="1" wrap="square" lIns="365733" tIns="0" rIns="0" bIns="0" anchor="ctr" anchorCtr="0">
            <a:noAutofit/>
          </a:bodyPr>
          <a:lstStyle/>
          <a:p>
            <a:r>
              <a:rPr lang="en" sz="1300" dirty="0">
                <a:solidFill>
                  <a:schemeClr val="dk2"/>
                </a:solidFill>
                <a:latin typeface="Inria Sans"/>
                <a:ea typeface="Inria Sans"/>
                <a:cs typeface="Inria Sans"/>
                <a:sym typeface="Inria Sans"/>
              </a:rPr>
              <a:t>AOU</a:t>
            </a:r>
            <a:endParaRPr sz="1300" dirty="0">
              <a:solidFill>
                <a:schemeClr val="dk2"/>
              </a:solidFill>
              <a:latin typeface="Inria Sans"/>
              <a:ea typeface="Inria Sans"/>
              <a:cs typeface="Inria Sans"/>
              <a:sym typeface="Inria Sans"/>
            </a:endParaRPr>
          </a:p>
        </p:txBody>
      </p:sp>
      <p:sp>
        <p:nvSpPr>
          <p:cNvPr id="11" name="Google Shape;360;p39">
            <a:extLst>
              <a:ext uri="{FF2B5EF4-FFF2-40B4-BE49-F238E27FC236}">
                <a16:creationId xmlns:a16="http://schemas.microsoft.com/office/drawing/2014/main" id="{0CE9AD65-B152-4313-9AE5-9C3378662474}"/>
              </a:ext>
            </a:extLst>
          </p:cNvPr>
          <p:cNvSpPr/>
          <p:nvPr userDrawn="1"/>
        </p:nvSpPr>
        <p:spPr>
          <a:xfrm>
            <a:off x="5913051" y="3674600"/>
            <a:ext cx="1097200" cy="524800"/>
          </a:xfrm>
          <a:prstGeom prst="homePlate">
            <a:avLst>
              <a:gd name="adj" fmla="val 32030"/>
            </a:avLst>
          </a:prstGeom>
          <a:solidFill>
            <a:schemeClr val="bg1">
              <a:lumMod val="75000"/>
            </a:schemeClr>
          </a:solidFill>
          <a:ln>
            <a:noFill/>
          </a:ln>
          <a:effectLst>
            <a:outerShdw blurRad="28575" dist="9525" algn="bl" rotWithShape="0">
              <a:srgbClr val="000000">
                <a:alpha val="20000"/>
              </a:srgbClr>
            </a:outerShdw>
          </a:effectLst>
        </p:spPr>
        <p:txBody>
          <a:bodyPr spcFirstLastPara="1" wrap="square" lIns="365733" tIns="0" rIns="0" bIns="0" anchor="ctr" anchorCtr="0">
            <a:noAutofit/>
          </a:bodyPr>
          <a:lstStyle/>
          <a:p>
            <a:r>
              <a:rPr lang="en" sz="1300" dirty="0">
                <a:solidFill>
                  <a:schemeClr val="dk2"/>
                </a:solidFill>
                <a:latin typeface="Inria Sans"/>
                <a:ea typeface="Inria Sans"/>
                <a:cs typeface="Inria Sans"/>
                <a:sym typeface="Inria Sans"/>
              </a:rPr>
              <a:t>JUL</a:t>
            </a:r>
            <a:endParaRPr sz="1300" dirty="0">
              <a:solidFill>
                <a:schemeClr val="dk2"/>
              </a:solidFill>
              <a:latin typeface="Inria Sans"/>
              <a:ea typeface="Inria Sans"/>
              <a:cs typeface="Inria Sans"/>
              <a:sym typeface="Inria Sans"/>
            </a:endParaRPr>
          </a:p>
        </p:txBody>
      </p:sp>
      <p:sp>
        <p:nvSpPr>
          <p:cNvPr id="12" name="Google Shape;361;p39">
            <a:extLst>
              <a:ext uri="{FF2B5EF4-FFF2-40B4-BE49-F238E27FC236}">
                <a16:creationId xmlns:a16="http://schemas.microsoft.com/office/drawing/2014/main" id="{68DDD71B-3AC7-4100-ADF8-56DAB8E36A7B}"/>
              </a:ext>
            </a:extLst>
          </p:cNvPr>
          <p:cNvSpPr/>
          <p:nvPr userDrawn="1"/>
        </p:nvSpPr>
        <p:spPr>
          <a:xfrm>
            <a:off x="5032939" y="3674600"/>
            <a:ext cx="1097200" cy="524800"/>
          </a:xfrm>
          <a:prstGeom prst="homePlate">
            <a:avLst>
              <a:gd name="adj" fmla="val 32030"/>
            </a:avLst>
          </a:prstGeom>
          <a:solidFill>
            <a:srgbClr val="A5A5A5"/>
          </a:solidFill>
          <a:ln>
            <a:noFill/>
          </a:ln>
          <a:effectLst>
            <a:outerShdw blurRad="28575" dist="9525" algn="bl" rotWithShape="0">
              <a:srgbClr val="000000">
                <a:alpha val="20000"/>
              </a:srgbClr>
            </a:outerShdw>
          </a:effectLst>
        </p:spPr>
        <p:txBody>
          <a:bodyPr spcFirstLastPara="1" wrap="square" lIns="365733" tIns="0" rIns="0" bIns="0" anchor="ctr" anchorCtr="0">
            <a:noAutofit/>
          </a:bodyPr>
          <a:lstStyle/>
          <a:p>
            <a:r>
              <a:rPr lang="en" sz="1300" dirty="0">
                <a:solidFill>
                  <a:schemeClr val="bg1"/>
                </a:solidFill>
                <a:latin typeface="Inria Sans"/>
                <a:ea typeface="Inria Sans"/>
                <a:cs typeface="Inria Sans"/>
                <a:sym typeface="Inria Sans"/>
              </a:rPr>
              <a:t>JUN</a:t>
            </a:r>
            <a:endParaRPr sz="1300" dirty="0">
              <a:solidFill>
                <a:schemeClr val="bg1"/>
              </a:solidFill>
              <a:latin typeface="Inria Sans"/>
              <a:ea typeface="Inria Sans"/>
              <a:cs typeface="Inria Sans"/>
              <a:sym typeface="Inria Sans"/>
            </a:endParaRPr>
          </a:p>
        </p:txBody>
      </p:sp>
      <p:sp>
        <p:nvSpPr>
          <p:cNvPr id="14" name="Google Shape;362;p39">
            <a:extLst>
              <a:ext uri="{FF2B5EF4-FFF2-40B4-BE49-F238E27FC236}">
                <a16:creationId xmlns:a16="http://schemas.microsoft.com/office/drawing/2014/main" id="{6EFB724A-B9E9-4E5A-9F4D-B08B33CBA00F}"/>
              </a:ext>
            </a:extLst>
          </p:cNvPr>
          <p:cNvSpPr/>
          <p:nvPr userDrawn="1"/>
        </p:nvSpPr>
        <p:spPr>
          <a:xfrm>
            <a:off x="4152825" y="3674600"/>
            <a:ext cx="1097200" cy="524800"/>
          </a:xfrm>
          <a:prstGeom prst="homePlate">
            <a:avLst>
              <a:gd name="adj" fmla="val 32030"/>
            </a:avLst>
          </a:prstGeom>
          <a:solidFill>
            <a:srgbClr val="A5A5A5"/>
          </a:solidFill>
          <a:ln>
            <a:noFill/>
          </a:ln>
          <a:effectLst>
            <a:outerShdw blurRad="28575" dist="9525" algn="bl" rotWithShape="0">
              <a:srgbClr val="000000">
                <a:alpha val="20000"/>
              </a:srgbClr>
            </a:outerShdw>
          </a:effectLst>
        </p:spPr>
        <p:txBody>
          <a:bodyPr spcFirstLastPara="1" wrap="square" lIns="365733" tIns="0" rIns="0" bIns="0" anchor="ctr" anchorCtr="0">
            <a:noAutofit/>
          </a:bodyPr>
          <a:lstStyle/>
          <a:p>
            <a:r>
              <a:rPr lang="en" sz="1300" dirty="0">
                <a:solidFill>
                  <a:schemeClr val="bg1"/>
                </a:solidFill>
                <a:latin typeface="Inria Sans"/>
                <a:ea typeface="Inria Sans"/>
                <a:cs typeface="Inria Sans"/>
                <a:sym typeface="Inria Sans"/>
              </a:rPr>
              <a:t>MAI</a:t>
            </a:r>
            <a:endParaRPr sz="1300" dirty="0">
              <a:solidFill>
                <a:schemeClr val="bg1"/>
              </a:solidFill>
              <a:latin typeface="Inria Sans"/>
              <a:ea typeface="Inria Sans"/>
              <a:cs typeface="Inria Sans"/>
              <a:sym typeface="Inria Sans"/>
            </a:endParaRPr>
          </a:p>
        </p:txBody>
      </p:sp>
      <p:sp>
        <p:nvSpPr>
          <p:cNvPr id="16" name="Google Shape;363;p39">
            <a:extLst>
              <a:ext uri="{FF2B5EF4-FFF2-40B4-BE49-F238E27FC236}">
                <a16:creationId xmlns:a16="http://schemas.microsoft.com/office/drawing/2014/main" id="{A51EAC1D-96D9-4AFA-8614-35927E08B8EC}"/>
              </a:ext>
            </a:extLst>
          </p:cNvPr>
          <p:cNvSpPr/>
          <p:nvPr userDrawn="1"/>
        </p:nvSpPr>
        <p:spPr>
          <a:xfrm>
            <a:off x="3272713" y="3674600"/>
            <a:ext cx="1097200" cy="524800"/>
          </a:xfrm>
          <a:prstGeom prst="homePlate">
            <a:avLst>
              <a:gd name="adj" fmla="val 32030"/>
            </a:avLst>
          </a:prstGeom>
          <a:solidFill>
            <a:srgbClr val="A5A5A5"/>
          </a:solidFill>
          <a:ln>
            <a:noFill/>
          </a:ln>
          <a:effectLst>
            <a:outerShdw blurRad="28575" dist="9525" algn="bl" rotWithShape="0">
              <a:srgbClr val="000000">
                <a:alpha val="20000"/>
              </a:srgbClr>
            </a:outerShdw>
          </a:effectLst>
        </p:spPr>
        <p:txBody>
          <a:bodyPr spcFirstLastPara="1" wrap="square" lIns="365733" tIns="0" rIns="0" bIns="0" anchor="ctr" anchorCtr="0">
            <a:noAutofit/>
          </a:bodyPr>
          <a:lstStyle/>
          <a:p>
            <a:r>
              <a:rPr lang="en" sz="1300" dirty="0">
                <a:solidFill>
                  <a:schemeClr val="bg1"/>
                </a:solidFill>
                <a:latin typeface="Inria Sans"/>
                <a:ea typeface="Inria Sans"/>
                <a:cs typeface="Inria Sans"/>
                <a:sym typeface="Inria Sans"/>
              </a:rPr>
              <a:t>AVR</a:t>
            </a:r>
            <a:endParaRPr sz="1300" dirty="0">
              <a:solidFill>
                <a:schemeClr val="bg1"/>
              </a:solidFill>
              <a:latin typeface="Inria Sans"/>
              <a:ea typeface="Inria Sans"/>
              <a:cs typeface="Inria Sans"/>
              <a:sym typeface="Inria Sans"/>
            </a:endParaRPr>
          </a:p>
        </p:txBody>
      </p:sp>
      <p:sp>
        <p:nvSpPr>
          <p:cNvPr id="17" name="Google Shape;364;p39">
            <a:extLst>
              <a:ext uri="{FF2B5EF4-FFF2-40B4-BE49-F238E27FC236}">
                <a16:creationId xmlns:a16="http://schemas.microsoft.com/office/drawing/2014/main" id="{7EF23AB7-2E94-4B64-8792-8B4684082FAB}"/>
              </a:ext>
            </a:extLst>
          </p:cNvPr>
          <p:cNvSpPr/>
          <p:nvPr userDrawn="1"/>
        </p:nvSpPr>
        <p:spPr>
          <a:xfrm>
            <a:off x="2392601" y="3674600"/>
            <a:ext cx="1097200" cy="524800"/>
          </a:xfrm>
          <a:prstGeom prst="homePlate">
            <a:avLst>
              <a:gd name="adj" fmla="val 32030"/>
            </a:avLst>
          </a:prstGeom>
          <a:solidFill>
            <a:srgbClr val="424650"/>
          </a:solidFill>
          <a:ln>
            <a:noFill/>
          </a:ln>
          <a:effectLst>
            <a:outerShdw blurRad="28575" dist="9525" algn="bl" rotWithShape="0">
              <a:srgbClr val="000000">
                <a:alpha val="20000"/>
              </a:srgbClr>
            </a:outerShdw>
          </a:effectLst>
        </p:spPr>
        <p:txBody>
          <a:bodyPr spcFirstLastPara="1" wrap="square" lIns="365733" tIns="0" rIns="0" bIns="0" anchor="ctr" anchorCtr="0">
            <a:noAutofit/>
          </a:bodyPr>
          <a:lstStyle/>
          <a:p>
            <a:r>
              <a:rPr lang="en" sz="1300">
                <a:solidFill>
                  <a:schemeClr val="lt1"/>
                </a:solidFill>
                <a:latin typeface="Inria Sans"/>
                <a:ea typeface="Inria Sans"/>
                <a:cs typeface="Inria Sans"/>
                <a:sym typeface="Inria Sans"/>
              </a:rPr>
              <a:t>MAR</a:t>
            </a:r>
            <a:endParaRPr sz="1300">
              <a:solidFill>
                <a:schemeClr val="lt1"/>
              </a:solidFill>
              <a:latin typeface="Inria Sans"/>
              <a:ea typeface="Inria Sans"/>
              <a:cs typeface="Inria Sans"/>
              <a:sym typeface="Inria Sans"/>
            </a:endParaRPr>
          </a:p>
        </p:txBody>
      </p:sp>
      <p:sp>
        <p:nvSpPr>
          <p:cNvPr id="18" name="Google Shape;365;p39">
            <a:extLst>
              <a:ext uri="{FF2B5EF4-FFF2-40B4-BE49-F238E27FC236}">
                <a16:creationId xmlns:a16="http://schemas.microsoft.com/office/drawing/2014/main" id="{1AB603DA-08EF-4980-8149-506F324E79B9}"/>
              </a:ext>
            </a:extLst>
          </p:cNvPr>
          <p:cNvSpPr/>
          <p:nvPr userDrawn="1"/>
        </p:nvSpPr>
        <p:spPr>
          <a:xfrm>
            <a:off x="1512489" y="3674600"/>
            <a:ext cx="1097200" cy="524800"/>
          </a:xfrm>
          <a:prstGeom prst="homePlate">
            <a:avLst>
              <a:gd name="adj" fmla="val 32030"/>
            </a:avLst>
          </a:prstGeom>
          <a:solidFill>
            <a:srgbClr val="424650"/>
          </a:solidFill>
          <a:ln>
            <a:noFill/>
          </a:ln>
          <a:effectLst>
            <a:outerShdw blurRad="28575" dist="9525" algn="bl" rotWithShape="0">
              <a:srgbClr val="000000">
                <a:alpha val="20000"/>
              </a:srgbClr>
            </a:outerShdw>
          </a:effectLst>
        </p:spPr>
        <p:txBody>
          <a:bodyPr spcFirstLastPara="1" wrap="square" lIns="365733" tIns="0" rIns="0" bIns="0" anchor="ctr" anchorCtr="0">
            <a:noAutofit/>
          </a:bodyPr>
          <a:lstStyle/>
          <a:p>
            <a:r>
              <a:rPr lang="en" sz="1300" dirty="0">
                <a:solidFill>
                  <a:schemeClr val="lt1"/>
                </a:solidFill>
                <a:latin typeface="Inria Sans"/>
                <a:ea typeface="Inria Sans"/>
                <a:cs typeface="Inria Sans"/>
                <a:sym typeface="Inria Sans"/>
              </a:rPr>
              <a:t>FEV</a:t>
            </a:r>
            <a:endParaRPr sz="1300" dirty="0">
              <a:solidFill>
                <a:schemeClr val="lt1"/>
              </a:solidFill>
              <a:latin typeface="Inria Sans"/>
              <a:ea typeface="Inria Sans"/>
              <a:cs typeface="Inria Sans"/>
              <a:sym typeface="Inria Sans"/>
            </a:endParaRPr>
          </a:p>
        </p:txBody>
      </p:sp>
      <p:sp>
        <p:nvSpPr>
          <p:cNvPr id="19" name="Google Shape;366;p39">
            <a:extLst>
              <a:ext uri="{FF2B5EF4-FFF2-40B4-BE49-F238E27FC236}">
                <a16:creationId xmlns:a16="http://schemas.microsoft.com/office/drawing/2014/main" id="{EB824AA2-6F57-4B5D-B340-E66B5EBBB04E}"/>
              </a:ext>
            </a:extLst>
          </p:cNvPr>
          <p:cNvSpPr/>
          <p:nvPr userDrawn="1"/>
        </p:nvSpPr>
        <p:spPr>
          <a:xfrm>
            <a:off x="632377" y="3674600"/>
            <a:ext cx="1097200" cy="524800"/>
          </a:xfrm>
          <a:prstGeom prst="homePlate">
            <a:avLst>
              <a:gd name="adj" fmla="val 32030"/>
            </a:avLst>
          </a:prstGeom>
          <a:solidFill>
            <a:srgbClr val="424650"/>
          </a:solidFill>
          <a:ln>
            <a:noFill/>
          </a:ln>
          <a:effectLst>
            <a:outerShdw blurRad="28575" dist="9525" algn="bl" rotWithShape="0">
              <a:srgbClr val="000000">
                <a:alpha val="20000"/>
              </a:srgbClr>
            </a:outerShdw>
          </a:effectLst>
        </p:spPr>
        <p:txBody>
          <a:bodyPr spcFirstLastPara="1" wrap="square" lIns="365733" tIns="0" rIns="0" bIns="0" anchor="ctr" anchorCtr="0">
            <a:noAutofit/>
          </a:bodyPr>
          <a:lstStyle/>
          <a:p>
            <a:r>
              <a:rPr lang="en" sz="1300" dirty="0">
                <a:solidFill>
                  <a:schemeClr val="lt1"/>
                </a:solidFill>
                <a:latin typeface="Inria Sans"/>
                <a:ea typeface="Inria Sans"/>
                <a:cs typeface="Inria Sans"/>
                <a:sym typeface="Inria Sans"/>
              </a:rPr>
              <a:t>JAN</a:t>
            </a:r>
            <a:endParaRPr sz="1300" dirty="0">
              <a:solidFill>
                <a:schemeClr val="lt1"/>
              </a:solidFill>
              <a:latin typeface="Inria Sans"/>
              <a:ea typeface="Inria Sans"/>
              <a:cs typeface="Inria Sans"/>
              <a:sym typeface="Inria Sans"/>
            </a:endParaRPr>
          </a:p>
        </p:txBody>
      </p:sp>
      <p:sp>
        <p:nvSpPr>
          <p:cNvPr id="20" name="Google Shape;367;p39">
            <a:extLst>
              <a:ext uri="{FF2B5EF4-FFF2-40B4-BE49-F238E27FC236}">
                <a16:creationId xmlns:a16="http://schemas.microsoft.com/office/drawing/2014/main" id="{907ADFC6-280C-40FD-8EB0-FF055E6C6C95}"/>
              </a:ext>
            </a:extLst>
          </p:cNvPr>
          <p:cNvSpPr/>
          <p:nvPr userDrawn="1"/>
        </p:nvSpPr>
        <p:spPr>
          <a:xfrm>
            <a:off x="0" y="3674600"/>
            <a:ext cx="849600" cy="524800"/>
          </a:xfrm>
          <a:prstGeom prst="homePlate">
            <a:avLst>
              <a:gd name="adj" fmla="val 32030"/>
            </a:avLst>
          </a:prstGeom>
          <a:solidFill>
            <a:schemeClr val="lt2"/>
          </a:solidFill>
          <a:ln>
            <a:noFill/>
          </a:ln>
          <a:effectLst>
            <a:outerShdw blurRad="28575" dist="9525" algn="bl" rotWithShape="0">
              <a:srgbClr val="000000">
                <a:alpha val="20000"/>
              </a:srgbClr>
            </a:outerShdw>
          </a:effectLst>
        </p:spPr>
        <p:txBody>
          <a:bodyPr spcFirstLastPara="1" wrap="square" lIns="121900" tIns="121900" rIns="121900" bIns="121900" anchor="ctr" anchorCtr="0">
            <a:noAutofit/>
          </a:bodyPr>
          <a:lstStyle/>
          <a:p>
            <a:pPr algn="ctr"/>
            <a:endParaRPr sz="1300">
              <a:solidFill>
                <a:schemeClr val="dk1"/>
              </a:solidFill>
            </a:endParaRPr>
          </a:p>
        </p:txBody>
      </p:sp>
      <p:grpSp>
        <p:nvGrpSpPr>
          <p:cNvPr id="32" name="Groupe 31">
            <a:extLst>
              <a:ext uri="{FF2B5EF4-FFF2-40B4-BE49-F238E27FC236}">
                <a16:creationId xmlns:a16="http://schemas.microsoft.com/office/drawing/2014/main" id="{2E5BD6C3-AF6B-4FF6-B08A-546E089BBDA1}"/>
              </a:ext>
            </a:extLst>
          </p:cNvPr>
          <p:cNvGrpSpPr/>
          <p:nvPr userDrawn="1"/>
        </p:nvGrpSpPr>
        <p:grpSpPr>
          <a:xfrm>
            <a:off x="1025231" y="3042575"/>
            <a:ext cx="9702585" cy="1788850"/>
            <a:chOff x="1025231" y="3042575"/>
            <a:chExt cx="9702585" cy="1788850"/>
          </a:xfrm>
        </p:grpSpPr>
        <p:cxnSp>
          <p:nvCxnSpPr>
            <p:cNvPr id="33" name="Google Shape;368;p39">
              <a:extLst>
                <a:ext uri="{FF2B5EF4-FFF2-40B4-BE49-F238E27FC236}">
                  <a16:creationId xmlns:a16="http://schemas.microsoft.com/office/drawing/2014/main" id="{FD6FE5E1-23EE-42A7-8FC1-8F324CCE0BD1}"/>
                </a:ext>
              </a:extLst>
            </p:cNvPr>
            <p:cNvCxnSpPr/>
            <p:nvPr/>
          </p:nvCxnSpPr>
          <p:spPr>
            <a:xfrm rot="10800000">
              <a:off x="1025231" y="3042575"/>
              <a:ext cx="0" cy="664800"/>
            </a:xfrm>
            <a:prstGeom prst="straightConnector1">
              <a:avLst/>
            </a:prstGeom>
            <a:noFill/>
            <a:ln w="9525" cap="flat" cmpd="sng">
              <a:solidFill>
                <a:srgbClr val="D6DAE0"/>
              </a:solidFill>
              <a:prstDash val="solid"/>
              <a:round/>
              <a:headEnd type="oval" w="med" len="med"/>
              <a:tailEnd type="oval" w="med" len="med"/>
            </a:ln>
          </p:spPr>
        </p:cxnSp>
        <p:cxnSp>
          <p:nvCxnSpPr>
            <p:cNvPr id="34" name="Google Shape;370;p39">
              <a:extLst>
                <a:ext uri="{FF2B5EF4-FFF2-40B4-BE49-F238E27FC236}">
                  <a16:creationId xmlns:a16="http://schemas.microsoft.com/office/drawing/2014/main" id="{E926AE98-63E1-4A67-BB1C-5A86900B37A2}"/>
                </a:ext>
              </a:extLst>
            </p:cNvPr>
            <p:cNvCxnSpPr/>
            <p:nvPr/>
          </p:nvCxnSpPr>
          <p:spPr>
            <a:xfrm rot="10800000">
              <a:off x="2786877" y="3042575"/>
              <a:ext cx="0" cy="664800"/>
            </a:xfrm>
            <a:prstGeom prst="straightConnector1">
              <a:avLst/>
            </a:prstGeom>
            <a:noFill/>
            <a:ln w="9525" cap="flat" cmpd="sng">
              <a:solidFill>
                <a:srgbClr val="D6DAE0"/>
              </a:solidFill>
              <a:prstDash val="solid"/>
              <a:round/>
              <a:headEnd type="oval" w="med" len="med"/>
              <a:tailEnd type="oval" w="med" len="med"/>
            </a:ln>
          </p:spPr>
        </p:cxnSp>
        <p:cxnSp>
          <p:nvCxnSpPr>
            <p:cNvPr id="35" name="Google Shape;372;p39">
              <a:extLst>
                <a:ext uri="{FF2B5EF4-FFF2-40B4-BE49-F238E27FC236}">
                  <a16:creationId xmlns:a16="http://schemas.microsoft.com/office/drawing/2014/main" id="{B956DD69-B2CD-45AC-86CF-DC84AC3B4545}"/>
                </a:ext>
              </a:extLst>
            </p:cNvPr>
            <p:cNvCxnSpPr/>
            <p:nvPr/>
          </p:nvCxnSpPr>
          <p:spPr>
            <a:xfrm rot="10800000">
              <a:off x="4548524" y="3042575"/>
              <a:ext cx="0" cy="664800"/>
            </a:xfrm>
            <a:prstGeom prst="straightConnector1">
              <a:avLst/>
            </a:prstGeom>
            <a:noFill/>
            <a:ln w="9525" cap="flat" cmpd="sng">
              <a:solidFill>
                <a:srgbClr val="D6DAE0"/>
              </a:solidFill>
              <a:prstDash val="solid"/>
              <a:round/>
              <a:headEnd type="oval" w="med" len="med"/>
              <a:tailEnd type="oval" w="med" len="med"/>
            </a:ln>
          </p:spPr>
        </p:cxnSp>
        <p:cxnSp>
          <p:nvCxnSpPr>
            <p:cNvPr id="36" name="Google Shape;374;p39">
              <a:extLst>
                <a:ext uri="{FF2B5EF4-FFF2-40B4-BE49-F238E27FC236}">
                  <a16:creationId xmlns:a16="http://schemas.microsoft.com/office/drawing/2014/main" id="{34F4559D-1516-4D76-8293-ECDA65532A7D}"/>
                </a:ext>
              </a:extLst>
            </p:cNvPr>
            <p:cNvCxnSpPr/>
            <p:nvPr/>
          </p:nvCxnSpPr>
          <p:spPr>
            <a:xfrm rot="10800000">
              <a:off x="6310171" y="3042575"/>
              <a:ext cx="0" cy="664800"/>
            </a:xfrm>
            <a:prstGeom prst="straightConnector1">
              <a:avLst/>
            </a:prstGeom>
            <a:noFill/>
            <a:ln w="9525" cap="flat" cmpd="sng">
              <a:solidFill>
                <a:srgbClr val="D6DAE0"/>
              </a:solidFill>
              <a:prstDash val="solid"/>
              <a:round/>
              <a:headEnd type="oval" w="med" len="med"/>
              <a:tailEnd type="oval" w="med" len="med"/>
            </a:ln>
          </p:spPr>
        </p:cxnSp>
        <p:cxnSp>
          <p:nvCxnSpPr>
            <p:cNvPr id="37" name="Google Shape;376;p39">
              <a:extLst>
                <a:ext uri="{FF2B5EF4-FFF2-40B4-BE49-F238E27FC236}">
                  <a16:creationId xmlns:a16="http://schemas.microsoft.com/office/drawing/2014/main" id="{D0B01B73-2107-4504-83F0-89AADA64418A}"/>
                </a:ext>
              </a:extLst>
            </p:cNvPr>
            <p:cNvCxnSpPr/>
            <p:nvPr/>
          </p:nvCxnSpPr>
          <p:spPr>
            <a:xfrm rot="10800000">
              <a:off x="8071817" y="3042575"/>
              <a:ext cx="0" cy="664800"/>
            </a:xfrm>
            <a:prstGeom prst="straightConnector1">
              <a:avLst/>
            </a:prstGeom>
            <a:noFill/>
            <a:ln w="9525" cap="flat" cmpd="sng">
              <a:solidFill>
                <a:srgbClr val="D6DAE0"/>
              </a:solidFill>
              <a:prstDash val="solid"/>
              <a:round/>
              <a:headEnd type="oval" w="med" len="med"/>
              <a:tailEnd type="oval" w="med" len="med"/>
            </a:ln>
          </p:spPr>
        </p:cxnSp>
        <p:cxnSp>
          <p:nvCxnSpPr>
            <p:cNvPr id="38" name="Google Shape;378;p39">
              <a:extLst>
                <a:ext uri="{FF2B5EF4-FFF2-40B4-BE49-F238E27FC236}">
                  <a16:creationId xmlns:a16="http://schemas.microsoft.com/office/drawing/2014/main" id="{1667B7EF-206C-4106-A932-C360A4901C37}"/>
                </a:ext>
              </a:extLst>
            </p:cNvPr>
            <p:cNvCxnSpPr/>
            <p:nvPr/>
          </p:nvCxnSpPr>
          <p:spPr>
            <a:xfrm rot="10800000">
              <a:off x="9833464" y="3042575"/>
              <a:ext cx="0" cy="664800"/>
            </a:xfrm>
            <a:prstGeom prst="straightConnector1">
              <a:avLst/>
            </a:prstGeom>
            <a:noFill/>
            <a:ln w="9525" cap="flat" cmpd="sng">
              <a:solidFill>
                <a:srgbClr val="D6DAE0"/>
              </a:solidFill>
              <a:prstDash val="solid"/>
              <a:round/>
              <a:headEnd type="oval" w="med" len="med"/>
              <a:tailEnd type="oval" w="med" len="med"/>
            </a:ln>
          </p:spPr>
        </p:cxnSp>
        <p:cxnSp>
          <p:nvCxnSpPr>
            <p:cNvPr id="39" name="Google Shape;380;p39">
              <a:extLst>
                <a:ext uri="{FF2B5EF4-FFF2-40B4-BE49-F238E27FC236}">
                  <a16:creationId xmlns:a16="http://schemas.microsoft.com/office/drawing/2014/main" id="{71639FCC-C762-4D38-BCAB-F288E0FBAC88}"/>
                </a:ext>
              </a:extLst>
            </p:cNvPr>
            <p:cNvCxnSpPr/>
            <p:nvPr/>
          </p:nvCxnSpPr>
          <p:spPr>
            <a:xfrm rot="10800000">
              <a:off x="1919583" y="4166625"/>
              <a:ext cx="0" cy="664800"/>
            </a:xfrm>
            <a:prstGeom prst="straightConnector1">
              <a:avLst/>
            </a:prstGeom>
            <a:noFill/>
            <a:ln w="9525" cap="flat" cmpd="sng">
              <a:solidFill>
                <a:srgbClr val="D6DAE0"/>
              </a:solidFill>
              <a:prstDash val="solid"/>
              <a:round/>
              <a:headEnd type="oval" w="med" len="med"/>
              <a:tailEnd type="oval" w="med" len="med"/>
            </a:ln>
          </p:spPr>
        </p:cxnSp>
        <p:cxnSp>
          <p:nvCxnSpPr>
            <p:cNvPr id="40" name="Google Shape;382;p39">
              <a:extLst>
                <a:ext uri="{FF2B5EF4-FFF2-40B4-BE49-F238E27FC236}">
                  <a16:creationId xmlns:a16="http://schemas.microsoft.com/office/drawing/2014/main" id="{7C19A26B-DB9C-44BD-AD93-C0BEA8CB5044}"/>
                </a:ext>
              </a:extLst>
            </p:cNvPr>
            <p:cNvCxnSpPr/>
            <p:nvPr/>
          </p:nvCxnSpPr>
          <p:spPr>
            <a:xfrm rot="10800000">
              <a:off x="3681229" y="4166625"/>
              <a:ext cx="0" cy="664800"/>
            </a:xfrm>
            <a:prstGeom prst="straightConnector1">
              <a:avLst/>
            </a:prstGeom>
            <a:noFill/>
            <a:ln w="9525" cap="flat" cmpd="sng">
              <a:solidFill>
                <a:srgbClr val="D6DAE0"/>
              </a:solidFill>
              <a:prstDash val="solid"/>
              <a:round/>
              <a:headEnd type="oval" w="med" len="med"/>
              <a:tailEnd type="oval" w="med" len="med"/>
            </a:ln>
          </p:spPr>
        </p:cxnSp>
        <p:cxnSp>
          <p:nvCxnSpPr>
            <p:cNvPr id="41" name="Google Shape;384;p39">
              <a:extLst>
                <a:ext uri="{FF2B5EF4-FFF2-40B4-BE49-F238E27FC236}">
                  <a16:creationId xmlns:a16="http://schemas.microsoft.com/office/drawing/2014/main" id="{CB048544-D82D-44B4-8EC2-42F3CDFFD383}"/>
                </a:ext>
              </a:extLst>
            </p:cNvPr>
            <p:cNvCxnSpPr/>
            <p:nvPr/>
          </p:nvCxnSpPr>
          <p:spPr>
            <a:xfrm rot="10800000">
              <a:off x="5442876" y="4166625"/>
              <a:ext cx="0" cy="664800"/>
            </a:xfrm>
            <a:prstGeom prst="straightConnector1">
              <a:avLst/>
            </a:prstGeom>
            <a:noFill/>
            <a:ln w="9525" cap="flat" cmpd="sng">
              <a:solidFill>
                <a:srgbClr val="D6DAE0"/>
              </a:solidFill>
              <a:prstDash val="solid"/>
              <a:round/>
              <a:headEnd type="oval" w="med" len="med"/>
              <a:tailEnd type="oval" w="med" len="med"/>
            </a:ln>
          </p:spPr>
        </p:cxnSp>
        <p:cxnSp>
          <p:nvCxnSpPr>
            <p:cNvPr id="42" name="Google Shape;386;p39">
              <a:extLst>
                <a:ext uri="{FF2B5EF4-FFF2-40B4-BE49-F238E27FC236}">
                  <a16:creationId xmlns:a16="http://schemas.microsoft.com/office/drawing/2014/main" id="{754E0C33-BAA3-4369-A30C-F498B55E13AE}"/>
                </a:ext>
              </a:extLst>
            </p:cNvPr>
            <p:cNvCxnSpPr/>
            <p:nvPr/>
          </p:nvCxnSpPr>
          <p:spPr>
            <a:xfrm rot="10800000">
              <a:off x="7204523" y="4166625"/>
              <a:ext cx="0" cy="664800"/>
            </a:xfrm>
            <a:prstGeom prst="straightConnector1">
              <a:avLst/>
            </a:prstGeom>
            <a:noFill/>
            <a:ln w="9525" cap="flat" cmpd="sng">
              <a:solidFill>
                <a:srgbClr val="D6DAE0"/>
              </a:solidFill>
              <a:prstDash val="solid"/>
              <a:round/>
              <a:headEnd type="oval" w="med" len="med"/>
              <a:tailEnd type="oval" w="med" len="med"/>
            </a:ln>
          </p:spPr>
        </p:cxnSp>
        <p:cxnSp>
          <p:nvCxnSpPr>
            <p:cNvPr id="43" name="Google Shape;388;p39">
              <a:extLst>
                <a:ext uri="{FF2B5EF4-FFF2-40B4-BE49-F238E27FC236}">
                  <a16:creationId xmlns:a16="http://schemas.microsoft.com/office/drawing/2014/main" id="{2E7D3906-9D6A-469D-B9C6-A8FAFD424E3B}"/>
                </a:ext>
              </a:extLst>
            </p:cNvPr>
            <p:cNvCxnSpPr/>
            <p:nvPr/>
          </p:nvCxnSpPr>
          <p:spPr>
            <a:xfrm rot="10800000">
              <a:off x="8966169" y="4166625"/>
              <a:ext cx="0" cy="664800"/>
            </a:xfrm>
            <a:prstGeom prst="straightConnector1">
              <a:avLst/>
            </a:prstGeom>
            <a:noFill/>
            <a:ln w="9525" cap="flat" cmpd="sng">
              <a:solidFill>
                <a:srgbClr val="D6DAE0"/>
              </a:solidFill>
              <a:prstDash val="solid"/>
              <a:round/>
              <a:headEnd type="oval" w="med" len="med"/>
              <a:tailEnd type="oval" w="med" len="med"/>
            </a:ln>
          </p:spPr>
        </p:cxnSp>
        <p:cxnSp>
          <p:nvCxnSpPr>
            <p:cNvPr id="44" name="Google Shape;390;p39">
              <a:extLst>
                <a:ext uri="{FF2B5EF4-FFF2-40B4-BE49-F238E27FC236}">
                  <a16:creationId xmlns:a16="http://schemas.microsoft.com/office/drawing/2014/main" id="{9E53BE1D-358C-4C86-B2D7-C8721CD57AAD}"/>
                </a:ext>
              </a:extLst>
            </p:cNvPr>
            <p:cNvCxnSpPr/>
            <p:nvPr/>
          </p:nvCxnSpPr>
          <p:spPr>
            <a:xfrm rot="10800000">
              <a:off x="10727816" y="4166625"/>
              <a:ext cx="0" cy="664800"/>
            </a:xfrm>
            <a:prstGeom prst="straightConnector1">
              <a:avLst/>
            </a:prstGeom>
            <a:noFill/>
            <a:ln w="9525" cap="flat" cmpd="sng">
              <a:solidFill>
                <a:srgbClr val="D6DAE0"/>
              </a:solidFill>
              <a:prstDash val="solid"/>
              <a:round/>
              <a:headEnd type="oval" w="med" len="med"/>
              <a:tailEnd type="oval" w="med" len="med"/>
            </a:ln>
          </p:spPr>
        </p:cxnSp>
      </p:grpSp>
      <p:sp>
        <p:nvSpPr>
          <p:cNvPr id="47" name="Espace réservé du texte 45">
            <a:extLst>
              <a:ext uri="{FF2B5EF4-FFF2-40B4-BE49-F238E27FC236}">
                <a16:creationId xmlns:a16="http://schemas.microsoft.com/office/drawing/2014/main" id="{A1FE6AFF-1DCB-42B0-8BC7-3FF47FADA590}"/>
              </a:ext>
            </a:extLst>
          </p:cNvPr>
          <p:cNvSpPr>
            <a:spLocks noGrp="1"/>
          </p:cNvSpPr>
          <p:nvPr>
            <p:ph type="body" sz="quarter" idx="13" hasCustomPrompt="1"/>
          </p:nvPr>
        </p:nvSpPr>
        <p:spPr>
          <a:xfrm>
            <a:off x="387257" y="2135188"/>
            <a:ext cx="1666875" cy="711200"/>
          </a:xfrm>
          <a:prstGeom prst="rect">
            <a:avLst/>
          </a:prstGeom>
        </p:spPr>
        <p:txBody>
          <a:bodyPr/>
          <a:lstStyle>
            <a:lvl1pPr marL="76200" indent="0">
              <a:buNone/>
              <a:defRPr sz="1000">
                <a:latin typeface="Barlow"/>
              </a:defRPr>
            </a:lvl1pPr>
            <a:lvl2pPr marL="457200" indent="0">
              <a:buFont typeface="+mj-lt"/>
              <a:buNone/>
              <a:defRPr sz="1000">
                <a:latin typeface="Barlow"/>
              </a:defRPr>
            </a:lvl2pPr>
            <a:lvl3pPr marL="914400" indent="0">
              <a:buFont typeface="+mj-lt"/>
              <a:buNone/>
              <a:defRPr sz="1000">
                <a:latin typeface="Barlow"/>
              </a:defRPr>
            </a:lvl3pPr>
            <a:lvl4pPr marL="1371600" indent="0">
              <a:buFont typeface="+mj-lt"/>
              <a:buNone/>
              <a:defRPr sz="1000">
                <a:latin typeface="Barlow"/>
              </a:defRPr>
            </a:lvl4pPr>
            <a:lvl5pPr marL="1828800" indent="0">
              <a:buFont typeface="+mj-lt"/>
              <a:buNone/>
              <a:defRPr sz="1000">
                <a:latin typeface="Barlow"/>
              </a:defRPr>
            </a:lvl5pPr>
          </a:lstStyle>
          <a:p>
            <a:pPr lvl="0"/>
            <a:r>
              <a:rPr lang="fr-FR" dirty="0"/>
              <a:t>Cliquez pour ajouter du texte</a:t>
            </a:r>
          </a:p>
        </p:txBody>
      </p:sp>
      <p:sp>
        <p:nvSpPr>
          <p:cNvPr id="49" name="Espace réservé du texte 45">
            <a:extLst>
              <a:ext uri="{FF2B5EF4-FFF2-40B4-BE49-F238E27FC236}">
                <a16:creationId xmlns:a16="http://schemas.microsoft.com/office/drawing/2014/main" id="{D02F4E13-A6B6-44E9-845D-EB36C06AEB6F}"/>
              </a:ext>
            </a:extLst>
          </p:cNvPr>
          <p:cNvSpPr>
            <a:spLocks noGrp="1"/>
          </p:cNvSpPr>
          <p:nvPr>
            <p:ph type="body" sz="quarter" idx="14" hasCustomPrompt="1"/>
          </p:nvPr>
        </p:nvSpPr>
        <p:spPr>
          <a:xfrm>
            <a:off x="2152393" y="2135092"/>
            <a:ext cx="1666875" cy="711200"/>
          </a:xfrm>
          <a:prstGeom prst="rect">
            <a:avLst/>
          </a:prstGeom>
        </p:spPr>
        <p:txBody>
          <a:bodyPr/>
          <a:lstStyle>
            <a:lvl1pPr marL="76200" indent="0">
              <a:buNone/>
              <a:defRPr sz="1000">
                <a:latin typeface="Barlow"/>
              </a:defRPr>
            </a:lvl1pPr>
            <a:lvl2pPr marL="457200" indent="0">
              <a:buFont typeface="+mj-lt"/>
              <a:buNone/>
              <a:defRPr sz="1000">
                <a:latin typeface="Barlow"/>
              </a:defRPr>
            </a:lvl2pPr>
            <a:lvl3pPr marL="914400" indent="0">
              <a:buFont typeface="+mj-lt"/>
              <a:buNone/>
              <a:defRPr sz="1000">
                <a:latin typeface="Barlow"/>
              </a:defRPr>
            </a:lvl3pPr>
            <a:lvl4pPr marL="1371600" indent="0">
              <a:buFont typeface="+mj-lt"/>
              <a:buNone/>
              <a:defRPr sz="1000">
                <a:latin typeface="Barlow"/>
              </a:defRPr>
            </a:lvl4pPr>
            <a:lvl5pPr marL="1828800" indent="0">
              <a:buFont typeface="+mj-lt"/>
              <a:buNone/>
              <a:defRPr sz="1000">
                <a:latin typeface="Barlow"/>
              </a:defRPr>
            </a:lvl5pPr>
          </a:lstStyle>
          <a:p>
            <a:pPr lvl="0"/>
            <a:r>
              <a:rPr lang="fr-FR" dirty="0"/>
              <a:t>Cliquez pour ajouter du texte</a:t>
            </a:r>
          </a:p>
        </p:txBody>
      </p:sp>
      <p:sp>
        <p:nvSpPr>
          <p:cNvPr id="51" name="Espace réservé du texte 45">
            <a:extLst>
              <a:ext uri="{FF2B5EF4-FFF2-40B4-BE49-F238E27FC236}">
                <a16:creationId xmlns:a16="http://schemas.microsoft.com/office/drawing/2014/main" id="{0A561DBB-C3AA-464C-9841-B9A3FC0A82C2}"/>
              </a:ext>
            </a:extLst>
          </p:cNvPr>
          <p:cNvSpPr>
            <a:spLocks noGrp="1"/>
          </p:cNvSpPr>
          <p:nvPr>
            <p:ph type="body" sz="quarter" idx="15" hasCustomPrompt="1"/>
          </p:nvPr>
        </p:nvSpPr>
        <p:spPr>
          <a:xfrm>
            <a:off x="3914854" y="2135092"/>
            <a:ext cx="1666875" cy="711200"/>
          </a:xfrm>
          <a:prstGeom prst="rect">
            <a:avLst/>
          </a:prstGeom>
        </p:spPr>
        <p:txBody>
          <a:bodyPr/>
          <a:lstStyle>
            <a:lvl1pPr marL="76200" indent="0">
              <a:buNone/>
              <a:defRPr sz="1000">
                <a:latin typeface="Barlow"/>
              </a:defRPr>
            </a:lvl1pPr>
            <a:lvl2pPr marL="457200" indent="0">
              <a:buFont typeface="+mj-lt"/>
              <a:buNone/>
              <a:defRPr sz="1000">
                <a:latin typeface="Barlow"/>
              </a:defRPr>
            </a:lvl2pPr>
            <a:lvl3pPr marL="914400" indent="0">
              <a:buFont typeface="+mj-lt"/>
              <a:buNone/>
              <a:defRPr sz="1000">
                <a:latin typeface="Barlow"/>
              </a:defRPr>
            </a:lvl3pPr>
            <a:lvl4pPr marL="1371600" indent="0">
              <a:buFont typeface="+mj-lt"/>
              <a:buNone/>
              <a:defRPr sz="1000">
                <a:latin typeface="Barlow"/>
              </a:defRPr>
            </a:lvl4pPr>
            <a:lvl5pPr marL="1828800" indent="0">
              <a:buFont typeface="+mj-lt"/>
              <a:buNone/>
              <a:defRPr sz="1000">
                <a:latin typeface="Barlow"/>
              </a:defRPr>
            </a:lvl5pPr>
          </a:lstStyle>
          <a:p>
            <a:pPr lvl="0"/>
            <a:r>
              <a:rPr lang="fr-FR" dirty="0"/>
              <a:t>Cliquez pour ajouter du texte</a:t>
            </a:r>
          </a:p>
        </p:txBody>
      </p:sp>
      <p:sp>
        <p:nvSpPr>
          <p:cNvPr id="53" name="Espace réservé du texte 45">
            <a:extLst>
              <a:ext uri="{FF2B5EF4-FFF2-40B4-BE49-F238E27FC236}">
                <a16:creationId xmlns:a16="http://schemas.microsoft.com/office/drawing/2014/main" id="{BD1D5DA9-95E4-45FA-A99F-DD0676FB2F68}"/>
              </a:ext>
            </a:extLst>
          </p:cNvPr>
          <p:cNvSpPr>
            <a:spLocks noGrp="1"/>
          </p:cNvSpPr>
          <p:nvPr>
            <p:ph type="body" sz="quarter" idx="16" hasCustomPrompt="1"/>
          </p:nvPr>
        </p:nvSpPr>
        <p:spPr>
          <a:xfrm>
            <a:off x="5677315" y="2135092"/>
            <a:ext cx="1666875" cy="711200"/>
          </a:xfrm>
          <a:prstGeom prst="rect">
            <a:avLst/>
          </a:prstGeom>
        </p:spPr>
        <p:txBody>
          <a:bodyPr/>
          <a:lstStyle>
            <a:lvl1pPr marL="76200" indent="0">
              <a:buNone/>
              <a:defRPr sz="1000">
                <a:latin typeface="Barlow"/>
              </a:defRPr>
            </a:lvl1pPr>
            <a:lvl2pPr marL="457200" indent="0">
              <a:buFont typeface="+mj-lt"/>
              <a:buNone/>
              <a:defRPr sz="1000">
                <a:latin typeface="Barlow"/>
              </a:defRPr>
            </a:lvl2pPr>
            <a:lvl3pPr marL="914400" indent="0">
              <a:buFont typeface="+mj-lt"/>
              <a:buNone/>
              <a:defRPr sz="1000">
                <a:latin typeface="Barlow"/>
              </a:defRPr>
            </a:lvl3pPr>
            <a:lvl4pPr marL="1371600" indent="0">
              <a:buFont typeface="+mj-lt"/>
              <a:buNone/>
              <a:defRPr sz="1000">
                <a:latin typeface="Barlow"/>
              </a:defRPr>
            </a:lvl4pPr>
            <a:lvl5pPr marL="1828800" indent="0">
              <a:buFont typeface="+mj-lt"/>
              <a:buNone/>
              <a:defRPr sz="1000">
                <a:latin typeface="Barlow"/>
              </a:defRPr>
            </a:lvl5pPr>
          </a:lstStyle>
          <a:p>
            <a:pPr lvl="0"/>
            <a:r>
              <a:rPr lang="fr-FR" dirty="0"/>
              <a:t>Cliquez pour ajouter du texte</a:t>
            </a:r>
          </a:p>
        </p:txBody>
      </p:sp>
      <p:sp>
        <p:nvSpPr>
          <p:cNvPr id="55" name="Espace réservé du texte 45">
            <a:extLst>
              <a:ext uri="{FF2B5EF4-FFF2-40B4-BE49-F238E27FC236}">
                <a16:creationId xmlns:a16="http://schemas.microsoft.com/office/drawing/2014/main" id="{235086B5-DFD4-44B3-9551-94A840BAE880}"/>
              </a:ext>
            </a:extLst>
          </p:cNvPr>
          <p:cNvSpPr>
            <a:spLocks noGrp="1"/>
          </p:cNvSpPr>
          <p:nvPr>
            <p:ph type="body" sz="quarter" idx="17" hasCustomPrompt="1"/>
          </p:nvPr>
        </p:nvSpPr>
        <p:spPr>
          <a:xfrm>
            <a:off x="7442013" y="2139572"/>
            <a:ext cx="1666875" cy="711200"/>
          </a:xfrm>
          <a:prstGeom prst="rect">
            <a:avLst/>
          </a:prstGeom>
        </p:spPr>
        <p:txBody>
          <a:bodyPr/>
          <a:lstStyle>
            <a:lvl1pPr marL="76200" indent="0">
              <a:buNone/>
              <a:defRPr sz="1000">
                <a:latin typeface="Barlow"/>
              </a:defRPr>
            </a:lvl1pPr>
            <a:lvl2pPr marL="457200" indent="0">
              <a:buFont typeface="+mj-lt"/>
              <a:buNone/>
              <a:defRPr sz="1000">
                <a:latin typeface="Barlow"/>
              </a:defRPr>
            </a:lvl2pPr>
            <a:lvl3pPr marL="914400" indent="0">
              <a:buFont typeface="+mj-lt"/>
              <a:buNone/>
              <a:defRPr sz="1000">
                <a:latin typeface="Barlow"/>
              </a:defRPr>
            </a:lvl3pPr>
            <a:lvl4pPr marL="1371600" indent="0">
              <a:buFont typeface="+mj-lt"/>
              <a:buNone/>
              <a:defRPr sz="1000">
                <a:latin typeface="Barlow"/>
              </a:defRPr>
            </a:lvl4pPr>
            <a:lvl5pPr marL="1828800" indent="0">
              <a:buFont typeface="+mj-lt"/>
              <a:buNone/>
              <a:defRPr sz="1000">
                <a:latin typeface="Barlow"/>
              </a:defRPr>
            </a:lvl5pPr>
          </a:lstStyle>
          <a:p>
            <a:pPr lvl="0"/>
            <a:r>
              <a:rPr lang="fr-FR" dirty="0"/>
              <a:t>Cliquez pour ajouter du texte</a:t>
            </a:r>
          </a:p>
        </p:txBody>
      </p:sp>
      <p:sp>
        <p:nvSpPr>
          <p:cNvPr id="57" name="Espace réservé du texte 45">
            <a:extLst>
              <a:ext uri="{FF2B5EF4-FFF2-40B4-BE49-F238E27FC236}">
                <a16:creationId xmlns:a16="http://schemas.microsoft.com/office/drawing/2014/main" id="{1D2B7EC4-CE1E-4946-8E23-4078DA0288F1}"/>
              </a:ext>
            </a:extLst>
          </p:cNvPr>
          <p:cNvSpPr>
            <a:spLocks noGrp="1"/>
          </p:cNvSpPr>
          <p:nvPr>
            <p:ph type="body" sz="quarter" idx="18" hasCustomPrompt="1"/>
          </p:nvPr>
        </p:nvSpPr>
        <p:spPr>
          <a:xfrm>
            <a:off x="9205669" y="2135092"/>
            <a:ext cx="1666875" cy="711200"/>
          </a:xfrm>
          <a:prstGeom prst="rect">
            <a:avLst/>
          </a:prstGeom>
        </p:spPr>
        <p:txBody>
          <a:bodyPr/>
          <a:lstStyle>
            <a:lvl1pPr marL="76200" indent="0">
              <a:buNone/>
              <a:defRPr sz="1000">
                <a:latin typeface="Barlow"/>
              </a:defRPr>
            </a:lvl1pPr>
            <a:lvl2pPr marL="457200" indent="0">
              <a:buFont typeface="+mj-lt"/>
              <a:buNone/>
              <a:defRPr sz="1000">
                <a:latin typeface="Barlow"/>
              </a:defRPr>
            </a:lvl2pPr>
            <a:lvl3pPr marL="914400" indent="0">
              <a:buFont typeface="+mj-lt"/>
              <a:buNone/>
              <a:defRPr sz="1000">
                <a:latin typeface="Barlow"/>
              </a:defRPr>
            </a:lvl3pPr>
            <a:lvl4pPr marL="1371600" indent="0">
              <a:buFont typeface="+mj-lt"/>
              <a:buNone/>
              <a:defRPr sz="1000">
                <a:latin typeface="Barlow"/>
              </a:defRPr>
            </a:lvl4pPr>
            <a:lvl5pPr marL="1828800" indent="0">
              <a:buFont typeface="+mj-lt"/>
              <a:buNone/>
              <a:defRPr sz="1000">
                <a:latin typeface="Barlow"/>
              </a:defRPr>
            </a:lvl5pPr>
          </a:lstStyle>
          <a:p>
            <a:pPr lvl="0"/>
            <a:r>
              <a:rPr lang="fr-FR" dirty="0"/>
              <a:t>Cliquez pour ajouter du texte</a:t>
            </a:r>
          </a:p>
        </p:txBody>
      </p:sp>
      <p:sp>
        <p:nvSpPr>
          <p:cNvPr id="64" name="Espace réservé du texte 45">
            <a:extLst>
              <a:ext uri="{FF2B5EF4-FFF2-40B4-BE49-F238E27FC236}">
                <a16:creationId xmlns:a16="http://schemas.microsoft.com/office/drawing/2014/main" id="{ADB72052-957A-4300-A819-2882139B37C0}"/>
              </a:ext>
            </a:extLst>
          </p:cNvPr>
          <p:cNvSpPr>
            <a:spLocks noGrp="1"/>
          </p:cNvSpPr>
          <p:nvPr>
            <p:ph type="body" sz="quarter" idx="19" hasCustomPrompt="1"/>
          </p:nvPr>
        </p:nvSpPr>
        <p:spPr>
          <a:xfrm>
            <a:off x="1243358" y="5032188"/>
            <a:ext cx="1666875" cy="711200"/>
          </a:xfrm>
          <a:prstGeom prst="rect">
            <a:avLst/>
          </a:prstGeom>
        </p:spPr>
        <p:txBody>
          <a:bodyPr/>
          <a:lstStyle>
            <a:lvl1pPr marL="76200" indent="0">
              <a:buNone/>
              <a:defRPr sz="1000">
                <a:latin typeface="Barlow"/>
              </a:defRPr>
            </a:lvl1pPr>
            <a:lvl2pPr marL="457200" indent="0">
              <a:buFont typeface="+mj-lt"/>
              <a:buNone/>
              <a:defRPr sz="1000">
                <a:latin typeface="Barlow"/>
              </a:defRPr>
            </a:lvl2pPr>
            <a:lvl3pPr marL="914400" indent="0">
              <a:buFont typeface="+mj-lt"/>
              <a:buNone/>
              <a:defRPr sz="1000">
                <a:latin typeface="Barlow"/>
              </a:defRPr>
            </a:lvl3pPr>
            <a:lvl4pPr marL="1371600" indent="0">
              <a:buFont typeface="+mj-lt"/>
              <a:buNone/>
              <a:defRPr sz="1000">
                <a:latin typeface="Barlow"/>
              </a:defRPr>
            </a:lvl4pPr>
            <a:lvl5pPr marL="1828800" indent="0">
              <a:buFont typeface="+mj-lt"/>
              <a:buNone/>
              <a:defRPr sz="1000">
                <a:latin typeface="Barlow"/>
              </a:defRPr>
            </a:lvl5pPr>
          </a:lstStyle>
          <a:p>
            <a:pPr lvl="0"/>
            <a:r>
              <a:rPr lang="fr-FR" dirty="0"/>
              <a:t>Cliquez pour ajouter du texte</a:t>
            </a:r>
          </a:p>
        </p:txBody>
      </p:sp>
      <p:sp>
        <p:nvSpPr>
          <p:cNvPr id="65" name="Espace réservé du texte 45">
            <a:extLst>
              <a:ext uri="{FF2B5EF4-FFF2-40B4-BE49-F238E27FC236}">
                <a16:creationId xmlns:a16="http://schemas.microsoft.com/office/drawing/2014/main" id="{A08E1E97-7FD5-4EF5-9A16-90B51ED4CF4A}"/>
              </a:ext>
            </a:extLst>
          </p:cNvPr>
          <p:cNvSpPr>
            <a:spLocks noGrp="1"/>
          </p:cNvSpPr>
          <p:nvPr>
            <p:ph type="body" sz="quarter" idx="20" hasCustomPrompt="1"/>
          </p:nvPr>
        </p:nvSpPr>
        <p:spPr>
          <a:xfrm>
            <a:off x="3008494" y="5032092"/>
            <a:ext cx="1666875" cy="711200"/>
          </a:xfrm>
          <a:prstGeom prst="rect">
            <a:avLst/>
          </a:prstGeom>
        </p:spPr>
        <p:txBody>
          <a:bodyPr/>
          <a:lstStyle>
            <a:lvl1pPr marL="76200" indent="0">
              <a:buNone/>
              <a:defRPr sz="1000">
                <a:latin typeface="Barlow"/>
              </a:defRPr>
            </a:lvl1pPr>
            <a:lvl2pPr marL="457200" indent="0">
              <a:buFont typeface="+mj-lt"/>
              <a:buNone/>
              <a:defRPr sz="1000">
                <a:latin typeface="Barlow"/>
              </a:defRPr>
            </a:lvl2pPr>
            <a:lvl3pPr marL="914400" indent="0">
              <a:buFont typeface="+mj-lt"/>
              <a:buNone/>
              <a:defRPr sz="1000">
                <a:latin typeface="Barlow"/>
              </a:defRPr>
            </a:lvl3pPr>
            <a:lvl4pPr marL="1371600" indent="0">
              <a:buFont typeface="+mj-lt"/>
              <a:buNone/>
              <a:defRPr sz="1000">
                <a:latin typeface="Barlow"/>
              </a:defRPr>
            </a:lvl4pPr>
            <a:lvl5pPr marL="1828800" indent="0">
              <a:buFont typeface="+mj-lt"/>
              <a:buNone/>
              <a:defRPr sz="1000">
                <a:latin typeface="Barlow"/>
              </a:defRPr>
            </a:lvl5pPr>
          </a:lstStyle>
          <a:p>
            <a:pPr lvl="0"/>
            <a:r>
              <a:rPr lang="fr-FR" dirty="0"/>
              <a:t>Cliquez pour ajouter du texte</a:t>
            </a:r>
          </a:p>
        </p:txBody>
      </p:sp>
      <p:sp>
        <p:nvSpPr>
          <p:cNvPr id="66" name="Espace réservé du texte 45">
            <a:extLst>
              <a:ext uri="{FF2B5EF4-FFF2-40B4-BE49-F238E27FC236}">
                <a16:creationId xmlns:a16="http://schemas.microsoft.com/office/drawing/2014/main" id="{A6B76954-1753-4BE1-9815-4ECBA8F8C8F5}"/>
              </a:ext>
            </a:extLst>
          </p:cNvPr>
          <p:cNvSpPr>
            <a:spLocks noGrp="1"/>
          </p:cNvSpPr>
          <p:nvPr>
            <p:ph type="body" sz="quarter" idx="21" hasCustomPrompt="1"/>
          </p:nvPr>
        </p:nvSpPr>
        <p:spPr>
          <a:xfrm>
            <a:off x="4770955" y="5032092"/>
            <a:ext cx="1666875" cy="711200"/>
          </a:xfrm>
          <a:prstGeom prst="rect">
            <a:avLst/>
          </a:prstGeom>
        </p:spPr>
        <p:txBody>
          <a:bodyPr/>
          <a:lstStyle>
            <a:lvl1pPr marL="76200" indent="0">
              <a:buNone/>
              <a:defRPr sz="1000">
                <a:latin typeface="Barlow"/>
              </a:defRPr>
            </a:lvl1pPr>
            <a:lvl2pPr marL="457200" indent="0">
              <a:buFont typeface="+mj-lt"/>
              <a:buNone/>
              <a:defRPr sz="1000">
                <a:latin typeface="Barlow"/>
              </a:defRPr>
            </a:lvl2pPr>
            <a:lvl3pPr marL="914400" indent="0">
              <a:buFont typeface="+mj-lt"/>
              <a:buNone/>
              <a:defRPr sz="1000">
                <a:latin typeface="Barlow"/>
              </a:defRPr>
            </a:lvl3pPr>
            <a:lvl4pPr marL="1371600" indent="0">
              <a:buFont typeface="+mj-lt"/>
              <a:buNone/>
              <a:defRPr sz="1000">
                <a:latin typeface="Barlow"/>
              </a:defRPr>
            </a:lvl4pPr>
            <a:lvl5pPr marL="1828800" indent="0">
              <a:buFont typeface="+mj-lt"/>
              <a:buNone/>
              <a:defRPr sz="1000">
                <a:latin typeface="Barlow"/>
              </a:defRPr>
            </a:lvl5pPr>
          </a:lstStyle>
          <a:p>
            <a:pPr lvl="0"/>
            <a:r>
              <a:rPr lang="fr-FR" dirty="0"/>
              <a:t>Cliquez pour ajouter du texte</a:t>
            </a:r>
          </a:p>
        </p:txBody>
      </p:sp>
      <p:sp>
        <p:nvSpPr>
          <p:cNvPr id="67" name="Espace réservé du texte 45">
            <a:extLst>
              <a:ext uri="{FF2B5EF4-FFF2-40B4-BE49-F238E27FC236}">
                <a16:creationId xmlns:a16="http://schemas.microsoft.com/office/drawing/2014/main" id="{F972A133-F851-4C7E-BF6A-5A413421A391}"/>
              </a:ext>
            </a:extLst>
          </p:cNvPr>
          <p:cNvSpPr>
            <a:spLocks noGrp="1"/>
          </p:cNvSpPr>
          <p:nvPr>
            <p:ph type="body" sz="quarter" idx="22" hasCustomPrompt="1"/>
          </p:nvPr>
        </p:nvSpPr>
        <p:spPr>
          <a:xfrm>
            <a:off x="6533416" y="5032092"/>
            <a:ext cx="1666875" cy="711200"/>
          </a:xfrm>
          <a:prstGeom prst="rect">
            <a:avLst/>
          </a:prstGeom>
        </p:spPr>
        <p:txBody>
          <a:bodyPr/>
          <a:lstStyle>
            <a:lvl1pPr marL="76200" indent="0">
              <a:buNone/>
              <a:defRPr sz="1000">
                <a:latin typeface="Barlow"/>
              </a:defRPr>
            </a:lvl1pPr>
            <a:lvl2pPr marL="457200" indent="0">
              <a:buFont typeface="+mj-lt"/>
              <a:buNone/>
              <a:defRPr sz="1000">
                <a:latin typeface="Barlow"/>
              </a:defRPr>
            </a:lvl2pPr>
            <a:lvl3pPr marL="914400" indent="0">
              <a:buFont typeface="+mj-lt"/>
              <a:buNone/>
              <a:defRPr sz="1000">
                <a:latin typeface="Barlow"/>
              </a:defRPr>
            </a:lvl3pPr>
            <a:lvl4pPr marL="1371600" indent="0">
              <a:buFont typeface="+mj-lt"/>
              <a:buNone/>
              <a:defRPr sz="1000">
                <a:latin typeface="Barlow"/>
              </a:defRPr>
            </a:lvl4pPr>
            <a:lvl5pPr marL="1828800" indent="0">
              <a:buFont typeface="+mj-lt"/>
              <a:buNone/>
              <a:defRPr sz="1000">
                <a:latin typeface="Barlow"/>
              </a:defRPr>
            </a:lvl5pPr>
          </a:lstStyle>
          <a:p>
            <a:pPr lvl="0"/>
            <a:r>
              <a:rPr lang="fr-FR" dirty="0"/>
              <a:t>Cliquez pour ajouter du texte</a:t>
            </a:r>
          </a:p>
        </p:txBody>
      </p:sp>
      <p:sp>
        <p:nvSpPr>
          <p:cNvPr id="68" name="Espace réservé du texte 45">
            <a:extLst>
              <a:ext uri="{FF2B5EF4-FFF2-40B4-BE49-F238E27FC236}">
                <a16:creationId xmlns:a16="http://schemas.microsoft.com/office/drawing/2014/main" id="{3BD8C773-971F-4B49-BDFC-3627B901F176}"/>
              </a:ext>
            </a:extLst>
          </p:cNvPr>
          <p:cNvSpPr>
            <a:spLocks noGrp="1"/>
          </p:cNvSpPr>
          <p:nvPr>
            <p:ph type="body" sz="quarter" idx="23" hasCustomPrompt="1"/>
          </p:nvPr>
        </p:nvSpPr>
        <p:spPr>
          <a:xfrm>
            <a:off x="8298114" y="5036572"/>
            <a:ext cx="1666875" cy="711200"/>
          </a:xfrm>
          <a:prstGeom prst="rect">
            <a:avLst/>
          </a:prstGeom>
        </p:spPr>
        <p:txBody>
          <a:bodyPr/>
          <a:lstStyle>
            <a:lvl1pPr marL="76200" indent="0">
              <a:buNone/>
              <a:defRPr sz="1000">
                <a:latin typeface="Barlow"/>
              </a:defRPr>
            </a:lvl1pPr>
            <a:lvl2pPr marL="457200" indent="0">
              <a:buFont typeface="+mj-lt"/>
              <a:buNone/>
              <a:defRPr sz="1000">
                <a:latin typeface="Barlow"/>
              </a:defRPr>
            </a:lvl2pPr>
            <a:lvl3pPr marL="914400" indent="0">
              <a:buFont typeface="+mj-lt"/>
              <a:buNone/>
              <a:defRPr sz="1000">
                <a:latin typeface="Barlow"/>
              </a:defRPr>
            </a:lvl3pPr>
            <a:lvl4pPr marL="1371600" indent="0">
              <a:buFont typeface="+mj-lt"/>
              <a:buNone/>
              <a:defRPr sz="1000">
                <a:latin typeface="Barlow"/>
              </a:defRPr>
            </a:lvl4pPr>
            <a:lvl5pPr marL="1828800" indent="0">
              <a:buFont typeface="+mj-lt"/>
              <a:buNone/>
              <a:defRPr sz="1000">
                <a:latin typeface="Barlow"/>
              </a:defRPr>
            </a:lvl5pPr>
          </a:lstStyle>
          <a:p>
            <a:pPr lvl="0"/>
            <a:r>
              <a:rPr lang="fr-FR" dirty="0"/>
              <a:t>Cliquez pour ajouter du texte</a:t>
            </a:r>
          </a:p>
        </p:txBody>
      </p:sp>
      <p:sp>
        <p:nvSpPr>
          <p:cNvPr id="69" name="Espace réservé du texte 45">
            <a:extLst>
              <a:ext uri="{FF2B5EF4-FFF2-40B4-BE49-F238E27FC236}">
                <a16:creationId xmlns:a16="http://schemas.microsoft.com/office/drawing/2014/main" id="{887A850E-DDFB-4B30-A3CC-60839965A4F5}"/>
              </a:ext>
            </a:extLst>
          </p:cNvPr>
          <p:cNvSpPr>
            <a:spLocks noGrp="1"/>
          </p:cNvSpPr>
          <p:nvPr>
            <p:ph type="body" sz="quarter" idx="24" hasCustomPrompt="1"/>
          </p:nvPr>
        </p:nvSpPr>
        <p:spPr>
          <a:xfrm>
            <a:off x="10061770" y="5032092"/>
            <a:ext cx="1666875" cy="711200"/>
          </a:xfrm>
          <a:prstGeom prst="rect">
            <a:avLst/>
          </a:prstGeom>
        </p:spPr>
        <p:txBody>
          <a:bodyPr/>
          <a:lstStyle>
            <a:lvl1pPr marL="76200" indent="0">
              <a:buNone/>
              <a:defRPr sz="1000">
                <a:latin typeface="Barlow"/>
              </a:defRPr>
            </a:lvl1pPr>
            <a:lvl2pPr marL="457200" indent="0">
              <a:buFont typeface="+mj-lt"/>
              <a:buNone/>
              <a:defRPr sz="1000">
                <a:latin typeface="Barlow"/>
              </a:defRPr>
            </a:lvl2pPr>
            <a:lvl3pPr marL="914400" indent="0">
              <a:buFont typeface="+mj-lt"/>
              <a:buNone/>
              <a:defRPr sz="1000">
                <a:latin typeface="Barlow"/>
              </a:defRPr>
            </a:lvl3pPr>
            <a:lvl4pPr marL="1371600" indent="0">
              <a:buFont typeface="+mj-lt"/>
              <a:buNone/>
              <a:defRPr sz="1000">
                <a:latin typeface="Barlow"/>
              </a:defRPr>
            </a:lvl4pPr>
            <a:lvl5pPr marL="1828800" indent="0">
              <a:buFont typeface="+mj-lt"/>
              <a:buNone/>
              <a:defRPr sz="1000">
                <a:latin typeface="Barlow"/>
              </a:defRPr>
            </a:lvl5pPr>
          </a:lstStyle>
          <a:p>
            <a:pPr lvl="0"/>
            <a:r>
              <a:rPr lang="fr-FR" dirty="0"/>
              <a:t>Cliquez pour ajouter du texte</a:t>
            </a:r>
          </a:p>
        </p:txBody>
      </p:sp>
      <p:sp>
        <p:nvSpPr>
          <p:cNvPr id="70" name="Google Shape;32;p6">
            <a:extLst>
              <a:ext uri="{FF2B5EF4-FFF2-40B4-BE49-F238E27FC236}">
                <a16:creationId xmlns:a16="http://schemas.microsoft.com/office/drawing/2014/main" id="{27811ABC-4B79-468C-85D9-A6B9AEA2E1B2}"/>
              </a:ext>
            </a:extLst>
          </p:cNvPr>
          <p:cNvSpPr txBox="1">
            <a:spLocks noGrp="1"/>
          </p:cNvSpPr>
          <p:nvPr>
            <p:ph type="sldNum" idx="4"/>
          </p:nvPr>
        </p:nvSpPr>
        <p:spPr>
          <a:xfrm>
            <a:off x="11264174" y="6154296"/>
            <a:ext cx="731600" cy="524800"/>
          </a:xfrm>
          <a:prstGeom prst="rect">
            <a:avLst/>
          </a:prstGeom>
          <a:ln>
            <a:noFill/>
          </a:ln>
        </p:spPr>
        <p:txBody>
          <a:bodyPr spcFirstLastPara="1" wrap="square" lIns="0" tIns="0" rIns="0" bIns="0" anchor="ctr" anchorCtr="0">
            <a:noAutofit/>
          </a:bodyPr>
          <a:lstStyle>
            <a:lvl1pPr lvl="0" algn="r" rtl="0">
              <a:buNone/>
              <a:defRPr>
                <a:solidFill>
                  <a:schemeClr val="bg1">
                    <a:lumMod val="50000"/>
                  </a:schemeClr>
                </a:solidFill>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fr-FR" smtClean="0"/>
              <a:pPr/>
              <a:t>‹N°›</a:t>
            </a:fld>
            <a:endParaRPr lang="fr-FR" dirty="0"/>
          </a:p>
        </p:txBody>
      </p:sp>
      <p:sp>
        <p:nvSpPr>
          <p:cNvPr id="46" name="Espace réservé du texte 2">
            <a:extLst>
              <a:ext uri="{FF2B5EF4-FFF2-40B4-BE49-F238E27FC236}">
                <a16:creationId xmlns:a16="http://schemas.microsoft.com/office/drawing/2014/main" id="{02840E39-7C26-4E48-812E-A6A0401AEA5D}"/>
              </a:ext>
            </a:extLst>
          </p:cNvPr>
          <p:cNvSpPr>
            <a:spLocks noGrp="1"/>
          </p:cNvSpPr>
          <p:nvPr>
            <p:ph type="body" sz="quarter" idx="25" hasCustomPrompt="1"/>
          </p:nvPr>
        </p:nvSpPr>
        <p:spPr>
          <a:xfrm>
            <a:off x="0" y="553661"/>
            <a:ext cx="5833582" cy="215900"/>
          </a:xfrm>
          <a:prstGeom prst="rect">
            <a:avLst/>
          </a:prstGeom>
        </p:spPr>
        <p:txBody>
          <a:bodyPr/>
          <a:lstStyle>
            <a:lvl1pPr marL="76200" indent="0">
              <a:buNone/>
              <a:defRPr sz="1500" b="1" i="1">
                <a:latin typeface="Barlow"/>
              </a:defRPr>
            </a:lvl1pPr>
          </a:lstStyle>
          <a:p>
            <a:pPr lvl="0"/>
            <a:r>
              <a:rPr lang="fr-FR" dirty="0"/>
              <a:t>Cliquez ici pour du texte</a:t>
            </a:r>
          </a:p>
        </p:txBody>
      </p:sp>
    </p:spTree>
    <p:extLst>
      <p:ext uri="{BB962C8B-B14F-4D97-AF65-F5344CB8AC3E}">
        <p14:creationId xmlns:p14="http://schemas.microsoft.com/office/powerpoint/2010/main" val="331230159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itre seul">
    <p:spTree>
      <p:nvGrpSpPr>
        <p:cNvPr id="1" name=""/>
        <p:cNvGrpSpPr/>
        <p:nvPr/>
      </p:nvGrpSpPr>
      <p:grpSpPr>
        <a:xfrm>
          <a:off x="0" y="0"/>
          <a:ext cx="0" cy="0"/>
          <a:chOff x="0" y="0"/>
          <a:chExt cx="0" cy="0"/>
        </a:xfrm>
      </p:grpSpPr>
      <p:sp>
        <p:nvSpPr>
          <p:cNvPr id="7" name="Google Shape;29;p6">
            <a:extLst>
              <a:ext uri="{FF2B5EF4-FFF2-40B4-BE49-F238E27FC236}">
                <a16:creationId xmlns:a16="http://schemas.microsoft.com/office/drawing/2014/main" id="{573C3066-7235-C74F-8A91-7ED440FE7014}"/>
              </a:ext>
            </a:extLst>
          </p:cNvPr>
          <p:cNvSpPr txBox="1">
            <a:spLocks noGrp="1"/>
          </p:cNvSpPr>
          <p:nvPr>
            <p:ph type="title" hasCustomPrompt="1"/>
          </p:nvPr>
        </p:nvSpPr>
        <p:spPr>
          <a:xfrm>
            <a:off x="980321" y="980322"/>
            <a:ext cx="10225523" cy="528400"/>
          </a:xfrm>
          <a:prstGeom prst="rect">
            <a:avLst/>
          </a:prstGeom>
        </p:spPr>
        <p:txBody>
          <a:bodyPr spcFirstLastPara="1" wrap="square" lIns="0" tIns="0" rIns="0" bIns="0" anchor="b" anchorCtr="0">
            <a:noAutofit/>
          </a:bodyPr>
          <a:lstStyle>
            <a:lvl1pPr lvl="0" rtl="0">
              <a:spcBef>
                <a:spcPts val="0"/>
              </a:spcBef>
              <a:spcAft>
                <a:spcPts val="0"/>
              </a:spcAft>
              <a:buSzPts val="3200"/>
              <a:buNone/>
              <a:defRPr sz="3000" b="1">
                <a:solidFill>
                  <a:srgbClr val="090095"/>
                </a:solidFill>
                <a:latin typeface="Montserrat" panose="00000800000000000000" pitchFamily="2" charset="0"/>
              </a:defRPr>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a:r>
              <a:rPr lang="fr-FR" dirty="0"/>
              <a:t>Cliquez pour ajouter le titre</a:t>
            </a:r>
            <a:endParaRPr dirty="0"/>
          </a:p>
        </p:txBody>
      </p:sp>
      <p:cxnSp>
        <p:nvCxnSpPr>
          <p:cNvPr id="15" name="Connecteur droit 14">
            <a:extLst>
              <a:ext uri="{FF2B5EF4-FFF2-40B4-BE49-F238E27FC236}">
                <a16:creationId xmlns:a16="http://schemas.microsoft.com/office/drawing/2014/main" id="{DFD7E31D-30ED-274C-B1C5-11BA3D0F7F5A}"/>
              </a:ext>
            </a:extLst>
          </p:cNvPr>
          <p:cNvCxnSpPr>
            <a:cxnSpLocks/>
          </p:cNvCxnSpPr>
          <p:nvPr userDrawn="1"/>
        </p:nvCxnSpPr>
        <p:spPr>
          <a:xfrm>
            <a:off x="162525" y="1261228"/>
            <a:ext cx="612000" cy="0"/>
          </a:xfrm>
          <a:prstGeom prst="line">
            <a:avLst/>
          </a:prstGeom>
          <a:ln w="76200">
            <a:solidFill>
              <a:srgbClr val="E7302A"/>
            </a:solidFill>
          </a:ln>
        </p:spPr>
        <p:style>
          <a:lnRef idx="1">
            <a:schemeClr val="accent1"/>
          </a:lnRef>
          <a:fillRef idx="0">
            <a:schemeClr val="accent1"/>
          </a:fillRef>
          <a:effectRef idx="0">
            <a:schemeClr val="accent1"/>
          </a:effectRef>
          <a:fontRef idx="minor">
            <a:schemeClr val="tx1"/>
          </a:fontRef>
        </p:style>
      </p:cxnSp>
      <p:sp>
        <p:nvSpPr>
          <p:cNvPr id="5" name="Google Shape;32;p6">
            <a:extLst>
              <a:ext uri="{FF2B5EF4-FFF2-40B4-BE49-F238E27FC236}">
                <a16:creationId xmlns:a16="http://schemas.microsoft.com/office/drawing/2014/main" id="{507F3901-C51F-4B86-A6B3-B6AD8D38DDB7}"/>
              </a:ext>
            </a:extLst>
          </p:cNvPr>
          <p:cNvSpPr txBox="1">
            <a:spLocks noGrp="1"/>
          </p:cNvSpPr>
          <p:nvPr>
            <p:ph type="sldNum" idx="4"/>
          </p:nvPr>
        </p:nvSpPr>
        <p:spPr>
          <a:xfrm>
            <a:off x="11264174" y="6154296"/>
            <a:ext cx="731600" cy="524800"/>
          </a:xfrm>
          <a:prstGeom prst="rect">
            <a:avLst/>
          </a:prstGeom>
          <a:ln>
            <a:noFill/>
          </a:ln>
        </p:spPr>
        <p:txBody>
          <a:bodyPr spcFirstLastPara="1" wrap="square" lIns="0" tIns="0" rIns="0" bIns="0" anchor="ctr" anchorCtr="0">
            <a:noAutofit/>
          </a:bodyPr>
          <a:lstStyle>
            <a:lvl1pPr lvl="0" algn="r" rtl="0">
              <a:buNone/>
              <a:defRPr>
                <a:solidFill>
                  <a:schemeClr val="bg1">
                    <a:lumMod val="50000"/>
                  </a:schemeClr>
                </a:solidFill>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fr-FR" smtClean="0"/>
              <a:pPr/>
              <a:t>‹N°›</a:t>
            </a:fld>
            <a:endParaRPr lang="fr-FR" dirty="0"/>
          </a:p>
        </p:txBody>
      </p:sp>
      <p:sp>
        <p:nvSpPr>
          <p:cNvPr id="8" name="Espace réservé du texte 2">
            <a:extLst>
              <a:ext uri="{FF2B5EF4-FFF2-40B4-BE49-F238E27FC236}">
                <a16:creationId xmlns:a16="http://schemas.microsoft.com/office/drawing/2014/main" id="{B8F557D0-F906-48E4-9676-2FCF206075ED}"/>
              </a:ext>
            </a:extLst>
          </p:cNvPr>
          <p:cNvSpPr>
            <a:spLocks noGrp="1"/>
          </p:cNvSpPr>
          <p:nvPr>
            <p:ph type="body" sz="quarter" idx="15" hasCustomPrompt="1"/>
          </p:nvPr>
        </p:nvSpPr>
        <p:spPr>
          <a:xfrm>
            <a:off x="0" y="553661"/>
            <a:ext cx="5833582" cy="215900"/>
          </a:xfrm>
          <a:prstGeom prst="rect">
            <a:avLst/>
          </a:prstGeom>
        </p:spPr>
        <p:txBody>
          <a:bodyPr/>
          <a:lstStyle>
            <a:lvl1pPr marL="76200" indent="0">
              <a:buNone/>
              <a:defRPr sz="1500" b="1" i="1">
                <a:latin typeface="Barlow"/>
              </a:defRPr>
            </a:lvl1pPr>
          </a:lstStyle>
          <a:p>
            <a:pPr lvl="0"/>
            <a:r>
              <a:rPr lang="fr-FR" dirty="0"/>
              <a:t>Cliquez ici pour du texte</a:t>
            </a:r>
          </a:p>
        </p:txBody>
      </p:sp>
    </p:spTree>
    <p:extLst>
      <p:ext uri="{BB962C8B-B14F-4D97-AF65-F5344CB8AC3E}">
        <p14:creationId xmlns:p14="http://schemas.microsoft.com/office/powerpoint/2010/main" val="79023155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Légende">
    <p:spTree>
      <p:nvGrpSpPr>
        <p:cNvPr id="1" name=""/>
        <p:cNvGrpSpPr/>
        <p:nvPr/>
      </p:nvGrpSpPr>
      <p:grpSpPr>
        <a:xfrm>
          <a:off x="0" y="0"/>
          <a:ext cx="0" cy="0"/>
          <a:chOff x="0" y="0"/>
          <a:chExt cx="0" cy="0"/>
        </a:xfrm>
      </p:grpSpPr>
      <p:sp>
        <p:nvSpPr>
          <p:cNvPr id="4" name="Google Shape;46;p9">
            <a:extLst>
              <a:ext uri="{FF2B5EF4-FFF2-40B4-BE49-F238E27FC236}">
                <a16:creationId xmlns:a16="http://schemas.microsoft.com/office/drawing/2014/main" id="{31D6BDB8-40A4-AB40-9EC0-61074D386A46}"/>
              </a:ext>
            </a:extLst>
          </p:cNvPr>
          <p:cNvSpPr txBox="1">
            <a:spLocks noGrp="1"/>
          </p:cNvSpPr>
          <p:nvPr>
            <p:ph type="body" idx="1" hasCustomPrompt="1"/>
          </p:nvPr>
        </p:nvSpPr>
        <p:spPr>
          <a:xfrm>
            <a:off x="980322" y="5987362"/>
            <a:ext cx="10225522" cy="692800"/>
          </a:xfrm>
          <a:prstGeom prst="rect">
            <a:avLst/>
          </a:prstGeom>
        </p:spPr>
        <p:txBody>
          <a:bodyPr spcFirstLastPara="1" wrap="square" lIns="0" tIns="0" rIns="0" bIns="0" anchor="t" anchorCtr="0">
            <a:noAutofit/>
          </a:bodyPr>
          <a:lstStyle>
            <a:lvl1pPr marL="609585" lvl="0" indent="-304792" rtl="0">
              <a:spcBef>
                <a:spcPts val="0"/>
              </a:spcBef>
              <a:spcAft>
                <a:spcPts val="800"/>
              </a:spcAft>
              <a:buSzPts val="1600"/>
              <a:buNone/>
              <a:defRPr sz="1400">
                <a:solidFill>
                  <a:schemeClr val="tx1">
                    <a:lumMod val="85000"/>
                    <a:lumOff val="15000"/>
                  </a:schemeClr>
                </a:solidFill>
                <a:latin typeface="Barlow"/>
              </a:defRPr>
            </a:lvl1pPr>
          </a:lstStyle>
          <a:p>
            <a:r>
              <a:rPr lang="fr-FR" dirty="0"/>
              <a:t>Cliquez pour ajouter du texte</a:t>
            </a:r>
            <a:endParaRPr dirty="0"/>
          </a:p>
        </p:txBody>
      </p:sp>
      <p:sp>
        <p:nvSpPr>
          <p:cNvPr id="5" name="Google Shape;32;p6">
            <a:extLst>
              <a:ext uri="{FF2B5EF4-FFF2-40B4-BE49-F238E27FC236}">
                <a16:creationId xmlns:a16="http://schemas.microsoft.com/office/drawing/2014/main" id="{F4B6C03F-1988-45C2-A41B-CDD7235AA36B}"/>
              </a:ext>
            </a:extLst>
          </p:cNvPr>
          <p:cNvSpPr txBox="1">
            <a:spLocks noGrp="1"/>
          </p:cNvSpPr>
          <p:nvPr>
            <p:ph type="sldNum" idx="4"/>
          </p:nvPr>
        </p:nvSpPr>
        <p:spPr>
          <a:xfrm>
            <a:off x="11264174" y="6154296"/>
            <a:ext cx="731600" cy="524800"/>
          </a:xfrm>
          <a:prstGeom prst="rect">
            <a:avLst/>
          </a:prstGeom>
          <a:ln>
            <a:noFill/>
          </a:ln>
        </p:spPr>
        <p:txBody>
          <a:bodyPr spcFirstLastPara="1" wrap="square" lIns="0" tIns="0" rIns="0" bIns="0" anchor="ctr" anchorCtr="0">
            <a:noAutofit/>
          </a:bodyPr>
          <a:lstStyle>
            <a:lvl1pPr lvl="0" algn="r" rtl="0">
              <a:buNone/>
              <a:defRPr>
                <a:solidFill>
                  <a:schemeClr val="bg1">
                    <a:lumMod val="50000"/>
                  </a:schemeClr>
                </a:solidFill>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fr-FR" smtClean="0"/>
              <a:pPr/>
              <a:t>‹N°›</a:t>
            </a:fld>
            <a:endParaRPr lang="fr-FR" dirty="0"/>
          </a:p>
        </p:txBody>
      </p:sp>
    </p:spTree>
    <p:extLst>
      <p:ext uri="{BB962C8B-B14F-4D97-AF65-F5344CB8AC3E}">
        <p14:creationId xmlns:p14="http://schemas.microsoft.com/office/powerpoint/2010/main" val="86484225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Fond">
    <p:spTree>
      <p:nvGrpSpPr>
        <p:cNvPr id="1" name=""/>
        <p:cNvGrpSpPr/>
        <p:nvPr/>
      </p:nvGrpSpPr>
      <p:grpSpPr>
        <a:xfrm>
          <a:off x="0" y="0"/>
          <a:ext cx="0" cy="0"/>
          <a:chOff x="0" y="0"/>
          <a:chExt cx="0" cy="0"/>
        </a:xfrm>
      </p:grpSpPr>
      <p:sp>
        <p:nvSpPr>
          <p:cNvPr id="5" name="Google Shape;32;p6">
            <a:extLst>
              <a:ext uri="{FF2B5EF4-FFF2-40B4-BE49-F238E27FC236}">
                <a16:creationId xmlns:a16="http://schemas.microsoft.com/office/drawing/2014/main" id="{833FC38E-CCC0-435B-94EC-EE892C21532A}"/>
              </a:ext>
            </a:extLst>
          </p:cNvPr>
          <p:cNvSpPr txBox="1">
            <a:spLocks noGrp="1"/>
          </p:cNvSpPr>
          <p:nvPr>
            <p:ph type="sldNum" idx="4"/>
          </p:nvPr>
        </p:nvSpPr>
        <p:spPr>
          <a:xfrm>
            <a:off x="11264174" y="6154296"/>
            <a:ext cx="731600" cy="524800"/>
          </a:xfrm>
          <a:prstGeom prst="rect">
            <a:avLst/>
          </a:prstGeom>
          <a:ln>
            <a:noFill/>
          </a:ln>
        </p:spPr>
        <p:txBody>
          <a:bodyPr spcFirstLastPara="1" wrap="square" lIns="0" tIns="0" rIns="0" bIns="0" anchor="ctr" anchorCtr="0">
            <a:noAutofit/>
          </a:bodyPr>
          <a:lstStyle>
            <a:lvl1pPr lvl="0" algn="r" rtl="0">
              <a:buNone/>
              <a:defRPr>
                <a:solidFill>
                  <a:schemeClr val="bg1">
                    <a:lumMod val="50000"/>
                  </a:schemeClr>
                </a:solidFill>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fr-FR" smtClean="0"/>
              <a:pPr/>
              <a:t>‹N°›</a:t>
            </a:fld>
            <a:endParaRPr lang="fr-FR" dirty="0"/>
          </a:p>
        </p:txBody>
      </p:sp>
    </p:spTree>
    <p:extLst>
      <p:ext uri="{BB962C8B-B14F-4D97-AF65-F5344CB8AC3E}">
        <p14:creationId xmlns:p14="http://schemas.microsoft.com/office/powerpoint/2010/main" val="378279701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userDrawn="1">
  <p:cSld name="Chapitre">
    <p:spTree>
      <p:nvGrpSpPr>
        <p:cNvPr id="1" name=""/>
        <p:cNvGrpSpPr/>
        <p:nvPr/>
      </p:nvGrpSpPr>
      <p:grpSpPr>
        <a:xfrm>
          <a:off x="0" y="0"/>
          <a:ext cx="0" cy="0"/>
          <a:chOff x="0" y="0"/>
          <a:chExt cx="0" cy="0"/>
        </a:xfrm>
      </p:grpSpPr>
      <p:sp>
        <p:nvSpPr>
          <p:cNvPr id="6" name="Google Shape;14;p3">
            <a:extLst>
              <a:ext uri="{FF2B5EF4-FFF2-40B4-BE49-F238E27FC236}">
                <a16:creationId xmlns:a16="http://schemas.microsoft.com/office/drawing/2014/main" id="{57E06FC8-0DA7-554E-A78A-2A68CA53BA98}"/>
              </a:ext>
            </a:extLst>
          </p:cNvPr>
          <p:cNvSpPr/>
          <p:nvPr userDrawn="1"/>
        </p:nvSpPr>
        <p:spPr>
          <a:xfrm>
            <a:off x="1882816" y="2324111"/>
            <a:ext cx="8426369" cy="2209779"/>
          </a:xfrm>
          <a:prstGeom prst="rect">
            <a:avLst/>
          </a:prstGeom>
          <a:noFill/>
          <a:ln w="38100">
            <a:solidFill>
              <a:schemeClr val="bg1"/>
            </a:solidFill>
          </a:ln>
          <a:effectLst>
            <a:outerShdw blurRad="271463" dist="66675" algn="bl" rotWithShape="0">
              <a:schemeClr val="dk1">
                <a:alpha val="3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 name="Titre 1">
            <a:extLst>
              <a:ext uri="{FF2B5EF4-FFF2-40B4-BE49-F238E27FC236}">
                <a16:creationId xmlns:a16="http://schemas.microsoft.com/office/drawing/2014/main" id="{D7589303-CBC2-E045-81CC-E4BBE5EED767}"/>
              </a:ext>
            </a:extLst>
          </p:cNvPr>
          <p:cNvSpPr>
            <a:spLocks noGrp="1"/>
          </p:cNvSpPr>
          <p:nvPr>
            <p:ph type="title"/>
          </p:nvPr>
        </p:nvSpPr>
        <p:spPr>
          <a:xfrm>
            <a:off x="3207354" y="2898055"/>
            <a:ext cx="7101830" cy="530945"/>
          </a:xfrm>
          <a:prstGeom prst="rect">
            <a:avLst/>
          </a:prstGeom>
          <a:noFill/>
        </p:spPr>
        <p:txBody>
          <a:bodyPr>
            <a:noAutofit/>
          </a:bodyPr>
          <a:lstStyle>
            <a:lvl1pPr algn="ctr">
              <a:defRPr sz="4000" b="1">
                <a:solidFill>
                  <a:schemeClr val="bg1"/>
                </a:solidFill>
                <a:latin typeface="Montserrat" panose="00000800000000000000" pitchFamily="2" charset="0"/>
              </a:defRPr>
            </a:lvl1pPr>
          </a:lstStyle>
          <a:p>
            <a:r>
              <a:rPr lang="fr-FR"/>
              <a:t>Modifiez le style du titre</a:t>
            </a:r>
            <a:endParaRPr lang="fr-FR" dirty="0"/>
          </a:p>
        </p:txBody>
      </p:sp>
      <p:sp>
        <p:nvSpPr>
          <p:cNvPr id="17" name="Espace réservé du contenu 2">
            <a:extLst>
              <a:ext uri="{FF2B5EF4-FFF2-40B4-BE49-F238E27FC236}">
                <a16:creationId xmlns:a16="http://schemas.microsoft.com/office/drawing/2014/main" id="{4D2CDF79-EDC0-B848-AC91-D6120EDECDB1}"/>
              </a:ext>
            </a:extLst>
          </p:cNvPr>
          <p:cNvSpPr>
            <a:spLocks noGrp="1"/>
          </p:cNvSpPr>
          <p:nvPr>
            <p:ph sz="half" idx="1" hasCustomPrompt="1"/>
          </p:nvPr>
        </p:nvSpPr>
        <p:spPr>
          <a:xfrm>
            <a:off x="3207352" y="3610441"/>
            <a:ext cx="7101831" cy="332497"/>
          </a:xfrm>
          <a:prstGeom prst="rect">
            <a:avLst/>
          </a:prstGeom>
          <a:noFill/>
        </p:spPr>
        <p:txBody>
          <a:bodyPr>
            <a:noAutofit/>
          </a:bodyPr>
          <a:lstStyle>
            <a:lvl1pPr marL="0" indent="0" algn="ctr">
              <a:buNone/>
              <a:defRPr sz="1800" b="1">
                <a:solidFill>
                  <a:schemeClr val="bg1"/>
                </a:solidFill>
                <a:latin typeface="Barlow"/>
              </a:defRPr>
            </a:lvl1pPr>
            <a:lvl2pPr>
              <a:defRPr sz="1000">
                <a:latin typeface="+mn-lt"/>
              </a:defRPr>
            </a:lvl2pPr>
            <a:lvl3pPr>
              <a:defRPr sz="1000">
                <a:latin typeface="+mn-lt"/>
              </a:defRPr>
            </a:lvl3pPr>
            <a:lvl4pPr>
              <a:defRPr sz="1000">
                <a:latin typeface="+mn-lt"/>
              </a:defRPr>
            </a:lvl4pPr>
            <a:lvl5pPr>
              <a:defRPr sz="1000">
                <a:latin typeface="+mn-lt"/>
              </a:defRPr>
            </a:lvl5pPr>
          </a:lstStyle>
          <a:p>
            <a:pPr lvl="0"/>
            <a:r>
              <a:rPr lang="fr-FR" dirty="0"/>
              <a:t>Modifiez le style du sous titre </a:t>
            </a:r>
          </a:p>
        </p:txBody>
      </p:sp>
      <p:sp>
        <p:nvSpPr>
          <p:cNvPr id="11" name="Rectangle 10">
            <a:extLst>
              <a:ext uri="{FF2B5EF4-FFF2-40B4-BE49-F238E27FC236}">
                <a16:creationId xmlns:a16="http://schemas.microsoft.com/office/drawing/2014/main" id="{976DA3E1-44B8-6E47-8FB9-FEAC45794208}"/>
              </a:ext>
            </a:extLst>
          </p:cNvPr>
          <p:cNvSpPr/>
          <p:nvPr userDrawn="1"/>
        </p:nvSpPr>
        <p:spPr>
          <a:xfrm>
            <a:off x="1882816" y="2324111"/>
            <a:ext cx="1311797" cy="220977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5" name="Espace réservé du texte 23">
            <a:extLst>
              <a:ext uri="{FF2B5EF4-FFF2-40B4-BE49-F238E27FC236}">
                <a16:creationId xmlns:a16="http://schemas.microsoft.com/office/drawing/2014/main" id="{3DC2B321-C0A8-C440-99CD-F8C1CF7899FC}"/>
              </a:ext>
            </a:extLst>
          </p:cNvPr>
          <p:cNvSpPr>
            <a:spLocks noGrp="1"/>
          </p:cNvSpPr>
          <p:nvPr>
            <p:ph type="body" sz="quarter" idx="10" hasCustomPrompt="1"/>
          </p:nvPr>
        </p:nvSpPr>
        <p:spPr>
          <a:xfrm>
            <a:off x="1820488" y="2609140"/>
            <a:ext cx="1403488" cy="2029241"/>
          </a:xfrm>
          <a:prstGeom prst="rect">
            <a:avLst/>
          </a:prstGeom>
          <a:ln>
            <a:noFill/>
          </a:ln>
        </p:spPr>
        <p:txBody>
          <a:bodyPr/>
          <a:lstStyle>
            <a:lvl1pPr marL="76200" marR="0" indent="0" algn="ctr" defTabSz="914400" rtl="0" eaLnBrk="1" fontAlgn="auto" latinLnBrk="0" hangingPunct="1">
              <a:lnSpc>
                <a:spcPct val="115000"/>
              </a:lnSpc>
              <a:spcBef>
                <a:spcPts val="0"/>
              </a:spcBef>
              <a:spcAft>
                <a:spcPts val="0"/>
              </a:spcAft>
              <a:buClr>
                <a:schemeClr val="bg2">
                  <a:lumMod val="90000"/>
                </a:schemeClr>
              </a:buClr>
              <a:buSzPts val="2400"/>
              <a:buFont typeface="+mj-lt"/>
              <a:buNone/>
              <a:tabLst/>
              <a:defRPr sz="8500" b="1">
                <a:solidFill>
                  <a:srgbClr val="0A0096"/>
                </a:solidFill>
                <a:latin typeface="Montserrat" panose="00000800000000000000" pitchFamily="2" charset="0"/>
              </a:defRPr>
            </a:lvl1pPr>
          </a:lstStyle>
          <a:p>
            <a:pPr marL="76200" marR="0" lvl="0" indent="0" algn="ctr" defTabSz="914400" rtl="0" eaLnBrk="1" fontAlgn="auto" latinLnBrk="0" hangingPunct="1">
              <a:lnSpc>
                <a:spcPct val="115000"/>
              </a:lnSpc>
              <a:spcBef>
                <a:spcPts val="0"/>
              </a:spcBef>
              <a:spcAft>
                <a:spcPts val="0"/>
              </a:spcAft>
              <a:buClr>
                <a:schemeClr val="bg2">
                  <a:lumMod val="90000"/>
                </a:schemeClr>
              </a:buClr>
              <a:buSzPts val="2400"/>
              <a:buFont typeface="+mj-lt"/>
              <a:buNone/>
              <a:tabLst/>
              <a:defRPr/>
            </a:pPr>
            <a:r>
              <a:rPr lang="fr-FR" dirty="0"/>
              <a:t>n°</a:t>
            </a:r>
          </a:p>
        </p:txBody>
      </p:sp>
    </p:spTree>
    <p:extLst>
      <p:ext uri="{BB962C8B-B14F-4D97-AF65-F5344CB8AC3E}">
        <p14:creationId xmlns:p14="http://schemas.microsoft.com/office/powerpoint/2010/main" val="190276994"/>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FOND BLANC">
    <p:spTree>
      <p:nvGrpSpPr>
        <p:cNvPr id="1" name=""/>
        <p:cNvGrpSpPr/>
        <p:nvPr/>
      </p:nvGrpSpPr>
      <p:grpSpPr>
        <a:xfrm>
          <a:off x="0" y="0"/>
          <a:ext cx="0" cy="0"/>
          <a:chOff x="0" y="0"/>
          <a:chExt cx="0" cy="0"/>
        </a:xfrm>
      </p:grpSpPr>
    </p:spTree>
    <p:extLst>
      <p:ext uri="{BB962C8B-B14F-4D97-AF65-F5344CB8AC3E}">
        <p14:creationId xmlns:p14="http://schemas.microsoft.com/office/powerpoint/2010/main" val="297163571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2_SOMMAIRE">
    <p:spTree>
      <p:nvGrpSpPr>
        <p:cNvPr id="1" name=""/>
        <p:cNvGrpSpPr/>
        <p:nvPr/>
      </p:nvGrpSpPr>
      <p:grpSpPr>
        <a:xfrm>
          <a:off x="0" y="0"/>
          <a:ext cx="0" cy="0"/>
          <a:chOff x="0" y="0"/>
          <a:chExt cx="0" cy="0"/>
        </a:xfrm>
      </p:grpSpPr>
      <p:sp>
        <p:nvSpPr>
          <p:cNvPr id="7" name="Google Shape;25;p5">
            <a:extLst>
              <a:ext uri="{FF2B5EF4-FFF2-40B4-BE49-F238E27FC236}">
                <a16:creationId xmlns:a16="http://schemas.microsoft.com/office/drawing/2014/main" id="{E5E4396F-4D98-4AE2-A6D3-37B80851AB9A}"/>
              </a:ext>
            </a:extLst>
          </p:cNvPr>
          <p:cNvSpPr txBox="1">
            <a:spLocks noGrp="1"/>
          </p:cNvSpPr>
          <p:nvPr>
            <p:ph type="body" idx="1" hasCustomPrompt="1"/>
          </p:nvPr>
        </p:nvSpPr>
        <p:spPr>
          <a:xfrm>
            <a:off x="5440823" y="2054715"/>
            <a:ext cx="5330518" cy="587857"/>
          </a:xfrm>
          <a:prstGeom prst="rect">
            <a:avLst/>
          </a:prstGeom>
        </p:spPr>
        <p:txBody>
          <a:bodyPr spcFirstLastPara="1" wrap="square" lIns="0" tIns="0" rIns="0" bIns="0" anchor="t" anchorCtr="0">
            <a:noAutofit/>
          </a:bodyPr>
          <a:lstStyle>
            <a:lvl1pPr marL="101598" lvl="0" indent="0" rtl="0">
              <a:spcBef>
                <a:spcPts val="0"/>
              </a:spcBef>
              <a:spcAft>
                <a:spcPts val="0"/>
              </a:spcAft>
              <a:buClr>
                <a:schemeClr val="tx1">
                  <a:lumMod val="50000"/>
                  <a:lumOff val="50000"/>
                </a:schemeClr>
              </a:buClr>
              <a:buSzPts val="2400"/>
              <a:buFont typeface="Inria Sans Light"/>
              <a:buNone/>
              <a:defRPr sz="1800" b="1">
                <a:solidFill>
                  <a:schemeClr val="tx1">
                    <a:lumMod val="85000"/>
                    <a:lumOff val="15000"/>
                  </a:schemeClr>
                </a:solidFill>
                <a:latin typeface="Barlow"/>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le titre</a:t>
            </a:r>
          </a:p>
          <a:p>
            <a:r>
              <a:rPr lang="fr-FR" dirty="0"/>
              <a:t>Ajoutez du texte</a:t>
            </a:r>
          </a:p>
          <a:p>
            <a:endParaRPr lang="fr-FR" dirty="0"/>
          </a:p>
        </p:txBody>
      </p:sp>
      <p:sp>
        <p:nvSpPr>
          <p:cNvPr id="9" name="Espace réservé pour une image  5">
            <a:extLst>
              <a:ext uri="{FF2B5EF4-FFF2-40B4-BE49-F238E27FC236}">
                <a16:creationId xmlns:a16="http://schemas.microsoft.com/office/drawing/2014/main" id="{9213FE85-ACEC-446A-A027-DE766253360F}"/>
              </a:ext>
            </a:extLst>
          </p:cNvPr>
          <p:cNvSpPr>
            <a:spLocks noGrp="1"/>
          </p:cNvSpPr>
          <p:nvPr>
            <p:ph type="pic" sz="quarter" idx="15" hasCustomPrompt="1"/>
          </p:nvPr>
        </p:nvSpPr>
        <p:spPr>
          <a:xfrm>
            <a:off x="0" y="0"/>
            <a:ext cx="2876204" cy="6858000"/>
          </a:xfrm>
          <a:prstGeom prst="rect">
            <a:avLst/>
          </a:prstGeom>
        </p:spPr>
        <p:txBody>
          <a:bodyPr/>
          <a:lstStyle>
            <a:lvl1pPr marL="76200" marR="0" indent="0" algn="l" defTabSz="914400" rtl="0" eaLnBrk="1" fontAlgn="auto" latinLnBrk="0" hangingPunct="1">
              <a:lnSpc>
                <a:spcPct val="115000"/>
              </a:lnSpc>
              <a:spcBef>
                <a:spcPts val="0"/>
              </a:spcBef>
              <a:spcAft>
                <a:spcPts val="0"/>
              </a:spcAft>
              <a:buClr>
                <a:schemeClr val="bg2">
                  <a:lumMod val="90000"/>
                </a:schemeClr>
              </a:buClr>
              <a:buSzPts val="2400"/>
              <a:buFont typeface="+mj-lt"/>
              <a:buNone/>
              <a:tabLst/>
              <a:defRPr>
                <a:latin typeface="Barlow"/>
              </a:defRPr>
            </a:lvl1pPr>
          </a:lstStyle>
          <a:p>
            <a:pPr marL="533400" marR="0" lvl="0" indent="-457200" algn="l" defTabSz="914400" rtl="0" eaLnBrk="1" fontAlgn="auto" latinLnBrk="0" hangingPunct="1">
              <a:lnSpc>
                <a:spcPct val="115000"/>
              </a:lnSpc>
              <a:spcBef>
                <a:spcPts val="0"/>
              </a:spcBef>
              <a:spcAft>
                <a:spcPts val="0"/>
              </a:spcAft>
              <a:buClr>
                <a:schemeClr val="bg2">
                  <a:lumMod val="90000"/>
                </a:schemeClr>
              </a:buClr>
              <a:buSzPts val="2400"/>
              <a:buFont typeface="+mj-lt"/>
              <a:buAutoNum type="arabicPeriod"/>
              <a:tabLst/>
              <a:defRPr/>
            </a:pPr>
            <a:r>
              <a:rPr lang="fr-FR" dirty="0"/>
              <a:t>Cliquez. Onglet « Insertion », image.</a:t>
            </a:r>
          </a:p>
          <a:p>
            <a:endParaRPr lang="fr-FR" dirty="0"/>
          </a:p>
          <a:p>
            <a:endParaRPr lang="fr-FR" dirty="0"/>
          </a:p>
        </p:txBody>
      </p:sp>
      <p:sp>
        <p:nvSpPr>
          <p:cNvPr id="14" name="Google Shape;24;p5">
            <a:extLst>
              <a:ext uri="{FF2B5EF4-FFF2-40B4-BE49-F238E27FC236}">
                <a16:creationId xmlns:a16="http://schemas.microsoft.com/office/drawing/2014/main" id="{7D9DA230-F9F6-41CA-8C2D-CC2C5689895C}"/>
              </a:ext>
            </a:extLst>
          </p:cNvPr>
          <p:cNvSpPr txBox="1">
            <a:spLocks/>
          </p:cNvSpPr>
          <p:nvPr userDrawn="1"/>
        </p:nvSpPr>
        <p:spPr>
          <a:xfrm rot="16200000">
            <a:off x="72248" y="2596101"/>
            <a:ext cx="6858000" cy="1665803"/>
          </a:xfrm>
          <a:prstGeom prst="rect">
            <a:avLst/>
          </a:prstGeom>
        </p:spPr>
        <p:txBody>
          <a:bodyPr spcFirstLastPara="1" wrap="square" lIns="0" tIns="0" rIns="0" bIns="0" anchor="b" anchorCtr="0">
            <a:noAutofit/>
          </a:bodyPr>
          <a:lstStyle>
            <a:lvl1pPr marL="0" marR="0" lvl="0" indent="0" algn="l" defTabSz="914400" rtl="0" eaLnBrk="1" fontAlgn="auto" latinLnBrk="0" hangingPunct="1">
              <a:lnSpc>
                <a:spcPct val="90000"/>
              </a:lnSpc>
              <a:spcBef>
                <a:spcPts val="0"/>
              </a:spcBef>
              <a:spcAft>
                <a:spcPts val="0"/>
              </a:spcAft>
              <a:buClrTx/>
              <a:buSzPts val="3200"/>
              <a:buFontTx/>
              <a:buNone/>
              <a:tabLst/>
              <a:defRPr sz="3000" b="1" kern="1200">
                <a:ln>
                  <a:noFill/>
                </a:ln>
                <a:solidFill>
                  <a:srgbClr val="5190CC"/>
                </a:solidFill>
                <a:latin typeface="Montserrat" panose="00000800000000000000" pitchFamily="2" charset="0"/>
                <a:ea typeface="+mj-ea"/>
                <a:cs typeface="Calibri" panose="020F0502020204030204" pitchFamily="34" charset="0"/>
              </a:defRPr>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a:pPr algn="ctr"/>
            <a:r>
              <a:rPr lang="fr-FR" sz="8500" dirty="0">
                <a:solidFill>
                  <a:schemeClr val="bg1">
                    <a:lumMod val="75000"/>
                  </a:schemeClr>
                </a:solidFill>
              </a:rPr>
              <a:t>SOMMAIRE</a:t>
            </a:r>
          </a:p>
        </p:txBody>
      </p:sp>
      <p:sp>
        <p:nvSpPr>
          <p:cNvPr id="15" name="Google Shape;25;p5">
            <a:extLst>
              <a:ext uri="{FF2B5EF4-FFF2-40B4-BE49-F238E27FC236}">
                <a16:creationId xmlns:a16="http://schemas.microsoft.com/office/drawing/2014/main" id="{ED770C59-BB9B-4F2E-9610-C178A1871226}"/>
              </a:ext>
            </a:extLst>
          </p:cNvPr>
          <p:cNvSpPr txBox="1">
            <a:spLocks noGrp="1"/>
          </p:cNvSpPr>
          <p:nvPr>
            <p:ph type="body" idx="16" hasCustomPrompt="1"/>
          </p:nvPr>
        </p:nvSpPr>
        <p:spPr>
          <a:xfrm>
            <a:off x="4518111" y="2054715"/>
            <a:ext cx="802035" cy="587857"/>
          </a:xfrm>
          <a:prstGeom prst="rect">
            <a:avLst/>
          </a:prstGeom>
        </p:spPr>
        <p:txBody>
          <a:bodyPr spcFirstLastPara="1" wrap="square" lIns="0" tIns="0" rIns="0" bIns="0" anchor="t" anchorCtr="0">
            <a:noAutofit/>
          </a:bodyPr>
          <a:lstStyle>
            <a:lvl1pPr marL="101598" lvl="0" indent="0" rtl="0">
              <a:spcBef>
                <a:spcPts val="0"/>
              </a:spcBef>
              <a:spcAft>
                <a:spcPts val="0"/>
              </a:spcAft>
              <a:buClr>
                <a:schemeClr val="tx1">
                  <a:lumMod val="50000"/>
                  <a:lumOff val="50000"/>
                </a:schemeClr>
              </a:buClr>
              <a:buSzPts val="2400"/>
              <a:buFont typeface="Inria Sans Light"/>
              <a:buNone/>
              <a:defRPr sz="4000" b="1">
                <a:solidFill>
                  <a:schemeClr val="tx1">
                    <a:lumMod val="85000"/>
                    <a:lumOff val="15000"/>
                  </a:schemeClr>
                </a:solidFill>
                <a:latin typeface="Montserrat" panose="00000800000000000000" pitchFamily="2" charset="0"/>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01</a:t>
            </a:r>
            <a:endParaRPr dirty="0"/>
          </a:p>
        </p:txBody>
      </p:sp>
      <p:sp>
        <p:nvSpPr>
          <p:cNvPr id="21" name="Google Shape;25;p5">
            <a:extLst>
              <a:ext uri="{FF2B5EF4-FFF2-40B4-BE49-F238E27FC236}">
                <a16:creationId xmlns:a16="http://schemas.microsoft.com/office/drawing/2014/main" id="{2DCC4B1F-0E59-4DCB-AAA6-0EEB6EBAF0FA}"/>
              </a:ext>
            </a:extLst>
          </p:cNvPr>
          <p:cNvSpPr txBox="1">
            <a:spLocks noGrp="1"/>
          </p:cNvSpPr>
          <p:nvPr>
            <p:ph type="body" idx="17" hasCustomPrompt="1"/>
          </p:nvPr>
        </p:nvSpPr>
        <p:spPr>
          <a:xfrm>
            <a:off x="5434648" y="2779076"/>
            <a:ext cx="5330518" cy="587857"/>
          </a:xfrm>
          <a:prstGeom prst="rect">
            <a:avLst/>
          </a:prstGeom>
        </p:spPr>
        <p:txBody>
          <a:bodyPr spcFirstLastPara="1" wrap="square" lIns="0" tIns="0" rIns="0" bIns="0" anchor="t" anchorCtr="0">
            <a:noAutofit/>
          </a:bodyPr>
          <a:lstStyle>
            <a:lvl1pPr marL="101598" lvl="0" indent="0" rtl="0">
              <a:spcBef>
                <a:spcPts val="0"/>
              </a:spcBef>
              <a:spcAft>
                <a:spcPts val="0"/>
              </a:spcAft>
              <a:buClr>
                <a:schemeClr val="tx1">
                  <a:lumMod val="50000"/>
                  <a:lumOff val="50000"/>
                </a:schemeClr>
              </a:buClr>
              <a:buSzPts val="2400"/>
              <a:buFont typeface="Inria Sans Light"/>
              <a:buNone/>
              <a:defRPr sz="1800" b="1">
                <a:solidFill>
                  <a:schemeClr val="tx1">
                    <a:lumMod val="85000"/>
                    <a:lumOff val="15000"/>
                  </a:schemeClr>
                </a:solidFill>
                <a:latin typeface="Barlow"/>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le titre</a:t>
            </a:r>
          </a:p>
          <a:p>
            <a:r>
              <a:rPr lang="fr-FR" dirty="0"/>
              <a:t>Ajoutez du texte</a:t>
            </a:r>
          </a:p>
          <a:p>
            <a:endParaRPr lang="fr-FR" dirty="0"/>
          </a:p>
        </p:txBody>
      </p:sp>
      <p:sp>
        <p:nvSpPr>
          <p:cNvPr id="22" name="Google Shape;25;p5">
            <a:extLst>
              <a:ext uri="{FF2B5EF4-FFF2-40B4-BE49-F238E27FC236}">
                <a16:creationId xmlns:a16="http://schemas.microsoft.com/office/drawing/2014/main" id="{C72BD9A8-DEA7-4FC4-80B4-7AD4402DFD9C}"/>
              </a:ext>
            </a:extLst>
          </p:cNvPr>
          <p:cNvSpPr txBox="1">
            <a:spLocks noGrp="1"/>
          </p:cNvSpPr>
          <p:nvPr>
            <p:ph type="body" idx="18" hasCustomPrompt="1"/>
          </p:nvPr>
        </p:nvSpPr>
        <p:spPr>
          <a:xfrm>
            <a:off x="4511936" y="2779076"/>
            <a:ext cx="802035" cy="587857"/>
          </a:xfrm>
          <a:prstGeom prst="rect">
            <a:avLst/>
          </a:prstGeom>
        </p:spPr>
        <p:txBody>
          <a:bodyPr spcFirstLastPara="1" wrap="square" lIns="0" tIns="0" rIns="0" bIns="0" anchor="t" anchorCtr="0">
            <a:noAutofit/>
          </a:bodyPr>
          <a:lstStyle>
            <a:lvl1pPr marL="101598" lvl="0" indent="0" rtl="0">
              <a:spcBef>
                <a:spcPts val="0"/>
              </a:spcBef>
              <a:spcAft>
                <a:spcPts val="0"/>
              </a:spcAft>
              <a:buClr>
                <a:schemeClr val="tx1">
                  <a:lumMod val="50000"/>
                  <a:lumOff val="50000"/>
                </a:schemeClr>
              </a:buClr>
              <a:buSzPts val="2400"/>
              <a:buFont typeface="Inria Sans Light"/>
              <a:buNone/>
              <a:defRPr sz="4000" b="1">
                <a:solidFill>
                  <a:schemeClr val="tx1">
                    <a:lumMod val="85000"/>
                    <a:lumOff val="15000"/>
                  </a:schemeClr>
                </a:solidFill>
                <a:latin typeface="Montserrat" panose="00000800000000000000" pitchFamily="2" charset="0"/>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02</a:t>
            </a:r>
            <a:endParaRPr dirty="0"/>
          </a:p>
        </p:txBody>
      </p:sp>
      <p:sp>
        <p:nvSpPr>
          <p:cNvPr id="25" name="Google Shape;25;p5">
            <a:extLst>
              <a:ext uri="{FF2B5EF4-FFF2-40B4-BE49-F238E27FC236}">
                <a16:creationId xmlns:a16="http://schemas.microsoft.com/office/drawing/2014/main" id="{15BC5ED5-FD2E-4FB2-AA69-1B8202059E2A}"/>
              </a:ext>
            </a:extLst>
          </p:cNvPr>
          <p:cNvSpPr txBox="1">
            <a:spLocks noGrp="1"/>
          </p:cNvSpPr>
          <p:nvPr>
            <p:ph type="body" idx="19" hasCustomPrompt="1"/>
          </p:nvPr>
        </p:nvSpPr>
        <p:spPr>
          <a:xfrm>
            <a:off x="5440823" y="3503437"/>
            <a:ext cx="5330518" cy="587857"/>
          </a:xfrm>
          <a:prstGeom prst="rect">
            <a:avLst/>
          </a:prstGeom>
        </p:spPr>
        <p:txBody>
          <a:bodyPr spcFirstLastPara="1" wrap="square" lIns="0" tIns="0" rIns="0" bIns="0" anchor="t" anchorCtr="0">
            <a:noAutofit/>
          </a:bodyPr>
          <a:lstStyle>
            <a:lvl1pPr marL="101598" lvl="0" indent="0" rtl="0">
              <a:spcBef>
                <a:spcPts val="0"/>
              </a:spcBef>
              <a:spcAft>
                <a:spcPts val="0"/>
              </a:spcAft>
              <a:buClr>
                <a:schemeClr val="tx1">
                  <a:lumMod val="50000"/>
                  <a:lumOff val="50000"/>
                </a:schemeClr>
              </a:buClr>
              <a:buSzPts val="2400"/>
              <a:buFont typeface="Inria Sans Light"/>
              <a:buNone/>
              <a:defRPr sz="1800" b="1">
                <a:solidFill>
                  <a:schemeClr val="tx1">
                    <a:lumMod val="85000"/>
                    <a:lumOff val="15000"/>
                  </a:schemeClr>
                </a:solidFill>
                <a:latin typeface="Barlow"/>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le titre</a:t>
            </a:r>
          </a:p>
          <a:p>
            <a:r>
              <a:rPr lang="fr-FR" dirty="0"/>
              <a:t>Ajoutez du texte</a:t>
            </a:r>
          </a:p>
          <a:p>
            <a:endParaRPr lang="fr-FR" dirty="0"/>
          </a:p>
        </p:txBody>
      </p:sp>
      <p:sp>
        <p:nvSpPr>
          <p:cNvPr id="26" name="Google Shape;25;p5">
            <a:extLst>
              <a:ext uri="{FF2B5EF4-FFF2-40B4-BE49-F238E27FC236}">
                <a16:creationId xmlns:a16="http://schemas.microsoft.com/office/drawing/2014/main" id="{00BE4F92-AE87-48C5-92DE-C3526520E167}"/>
              </a:ext>
            </a:extLst>
          </p:cNvPr>
          <p:cNvSpPr txBox="1">
            <a:spLocks noGrp="1"/>
          </p:cNvSpPr>
          <p:nvPr>
            <p:ph type="body" idx="20" hasCustomPrompt="1"/>
          </p:nvPr>
        </p:nvSpPr>
        <p:spPr>
          <a:xfrm>
            <a:off x="4518111" y="3503437"/>
            <a:ext cx="802035" cy="587857"/>
          </a:xfrm>
          <a:prstGeom prst="rect">
            <a:avLst/>
          </a:prstGeom>
        </p:spPr>
        <p:txBody>
          <a:bodyPr spcFirstLastPara="1" wrap="square" lIns="0" tIns="0" rIns="0" bIns="0" anchor="t" anchorCtr="0">
            <a:noAutofit/>
          </a:bodyPr>
          <a:lstStyle>
            <a:lvl1pPr marL="101598" lvl="0" indent="0" rtl="0">
              <a:spcBef>
                <a:spcPts val="0"/>
              </a:spcBef>
              <a:spcAft>
                <a:spcPts val="0"/>
              </a:spcAft>
              <a:buClr>
                <a:schemeClr val="tx1">
                  <a:lumMod val="50000"/>
                  <a:lumOff val="50000"/>
                </a:schemeClr>
              </a:buClr>
              <a:buSzPts val="2400"/>
              <a:buFont typeface="Inria Sans Light"/>
              <a:buNone/>
              <a:defRPr sz="4000" b="1">
                <a:solidFill>
                  <a:schemeClr val="tx1">
                    <a:lumMod val="85000"/>
                    <a:lumOff val="15000"/>
                  </a:schemeClr>
                </a:solidFill>
                <a:latin typeface="Montserrat" panose="00000800000000000000" pitchFamily="2" charset="0"/>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03</a:t>
            </a:r>
            <a:endParaRPr dirty="0"/>
          </a:p>
        </p:txBody>
      </p:sp>
      <p:sp>
        <p:nvSpPr>
          <p:cNvPr id="27" name="Google Shape;25;p5">
            <a:extLst>
              <a:ext uri="{FF2B5EF4-FFF2-40B4-BE49-F238E27FC236}">
                <a16:creationId xmlns:a16="http://schemas.microsoft.com/office/drawing/2014/main" id="{67159D45-09CC-4226-A53E-14DF91985069}"/>
              </a:ext>
            </a:extLst>
          </p:cNvPr>
          <p:cNvSpPr txBox="1">
            <a:spLocks noGrp="1"/>
          </p:cNvSpPr>
          <p:nvPr>
            <p:ph type="body" idx="21" hasCustomPrompt="1"/>
          </p:nvPr>
        </p:nvSpPr>
        <p:spPr>
          <a:xfrm>
            <a:off x="5434648" y="4227798"/>
            <a:ext cx="5330518" cy="587857"/>
          </a:xfrm>
          <a:prstGeom prst="rect">
            <a:avLst/>
          </a:prstGeom>
        </p:spPr>
        <p:txBody>
          <a:bodyPr spcFirstLastPara="1" wrap="square" lIns="0" tIns="0" rIns="0" bIns="0" anchor="t" anchorCtr="0">
            <a:noAutofit/>
          </a:bodyPr>
          <a:lstStyle>
            <a:lvl1pPr marL="101598" lvl="0" indent="0" rtl="0">
              <a:spcBef>
                <a:spcPts val="0"/>
              </a:spcBef>
              <a:spcAft>
                <a:spcPts val="0"/>
              </a:spcAft>
              <a:buClr>
                <a:schemeClr val="tx1">
                  <a:lumMod val="50000"/>
                  <a:lumOff val="50000"/>
                </a:schemeClr>
              </a:buClr>
              <a:buSzPts val="2400"/>
              <a:buFont typeface="Inria Sans Light"/>
              <a:buNone/>
              <a:defRPr sz="1800" b="1">
                <a:solidFill>
                  <a:schemeClr val="tx1">
                    <a:lumMod val="85000"/>
                    <a:lumOff val="15000"/>
                  </a:schemeClr>
                </a:solidFill>
                <a:latin typeface="Barlow"/>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le titre</a:t>
            </a:r>
          </a:p>
          <a:p>
            <a:r>
              <a:rPr lang="fr-FR" dirty="0"/>
              <a:t>Ajoutez du texte</a:t>
            </a:r>
          </a:p>
          <a:p>
            <a:endParaRPr lang="fr-FR" dirty="0"/>
          </a:p>
        </p:txBody>
      </p:sp>
      <p:sp>
        <p:nvSpPr>
          <p:cNvPr id="28" name="Google Shape;25;p5">
            <a:extLst>
              <a:ext uri="{FF2B5EF4-FFF2-40B4-BE49-F238E27FC236}">
                <a16:creationId xmlns:a16="http://schemas.microsoft.com/office/drawing/2014/main" id="{F176A760-EFC1-4E26-83CD-DAB258C0D87A}"/>
              </a:ext>
            </a:extLst>
          </p:cNvPr>
          <p:cNvSpPr txBox="1">
            <a:spLocks noGrp="1"/>
          </p:cNvSpPr>
          <p:nvPr>
            <p:ph type="body" idx="22" hasCustomPrompt="1"/>
          </p:nvPr>
        </p:nvSpPr>
        <p:spPr>
          <a:xfrm>
            <a:off x="4511936" y="4227798"/>
            <a:ext cx="802035" cy="587857"/>
          </a:xfrm>
          <a:prstGeom prst="rect">
            <a:avLst/>
          </a:prstGeom>
        </p:spPr>
        <p:txBody>
          <a:bodyPr spcFirstLastPara="1" wrap="square" lIns="0" tIns="0" rIns="0" bIns="0" anchor="t" anchorCtr="0">
            <a:noAutofit/>
          </a:bodyPr>
          <a:lstStyle>
            <a:lvl1pPr marL="101598" lvl="0" indent="0" rtl="0">
              <a:spcBef>
                <a:spcPts val="0"/>
              </a:spcBef>
              <a:spcAft>
                <a:spcPts val="0"/>
              </a:spcAft>
              <a:buClr>
                <a:schemeClr val="tx1">
                  <a:lumMod val="50000"/>
                  <a:lumOff val="50000"/>
                </a:schemeClr>
              </a:buClr>
              <a:buSzPts val="2400"/>
              <a:buFont typeface="Inria Sans Light"/>
              <a:buNone/>
              <a:defRPr sz="4000" b="1">
                <a:solidFill>
                  <a:schemeClr val="tx1">
                    <a:lumMod val="85000"/>
                    <a:lumOff val="15000"/>
                  </a:schemeClr>
                </a:solidFill>
                <a:latin typeface="Montserrat" panose="00000800000000000000" pitchFamily="2" charset="0"/>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04</a:t>
            </a:r>
            <a:endParaRPr dirty="0"/>
          </a:p>
        </p:txBody>
      </p:sp>
    </p:spTree>
    <p:extLst>
      <p:ext uri="{BB962C8B-B14F-4D97-AF65-F5344CB8AC3E}">
        <p14:creationId xmlns:p14="http://schemas.microsoft.com/office/powerpoint/2010/main" val="291506054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Contact ">
    <p:spTree>
      <p:nvGrpSpPr>
        <p:cNvPr id="1" name=""/>
        <p:cNvGrpSpPr/>
        <p:nvPr/>
      </p:nvGrpSpPr>
      <p:grpSpPr>
        <a:xfrm>
          <a:off x="0" y="0"/>
          <a:ext cx="0" cy="0"/>
          <a:chOff x="0" y="0"/>
          <a:chExt cx="0" cy="0"/>
        </a:xfrm>
      </p:grpSpPr>
      <p:pic>
        <p:nvPicPr>
          <p:cNvPr id="6" name="Graphique 5">
            <a:extLst>
              <a:ext uri="{FF2B5EF4-FFF2-40B4-BE49-F238E27FC236}">
                <a16:creationId xmlns:a16="http://schemas.microsoft.com/office/drawing/2014/main" id="{017D8CF2-6DC2-B848-A5E3-6D4E43757F30}"/>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t="-842" b="-842"/>
          <a:stretch/>
        </p:blipFill>
        <p:spPr>
          <a:xfrm>
            <a:off x="5485626" y="2363986"/>
            <a:ext cx="1220749" cy="1997020"/>
          </a:xfrm>
          <a:prstGeom prst="rect">
            <a:avLst/>
          </a:prstGeom>
        </p:spPr>
      </p:pic>
      <p:sp>
        <p:nvSpPr>
          <p:cNvPr id="12" name="ZoneTexte 11">
            <a:extLst>
              <a:ext uri="{FF2B5EF4-FFF2-40B4-BE49-F238E27FC236}">
                <a16:creationId xmlns:a16="http://schemas.microsoft.com/office/drawing/2014/main" id="{779E0B2D-D6A6-46FA-80C1-EA72A0A71B73}"/>
              </a:ext>
            </a:extLst>
          </p:cNvPr>
          <p:cNvSpPr txBox="1"/>
          <p:nvPr userDrawn="1"/>
        </p:nvSpPr>
        <p:spPr>
          <a:xfrm>
            <a:off x="4375265" y="4735058"/>
            <a:ext cx="3424844" cy="276999"/>
          </a:xfrm>
          <a:prstGeom prst="rect">
            <a:avLst/>
          </a:prstGeom>
          <a:noFill/>
        </p:spPr>
        <p:txBody>
          <a:bodyPr wrap="square" rtlCol="0">
            <a:spAutoFit/>
          </a:bodyPr>
          <a:lstStyle/>
          <a:p>
            <a:pPr algn="ctr"/>
            <a:r>
              <a:rPr lang="fr-FR" sz="1200" b="1" dirty="0">
                <a:latin typeface="Barlow"/>
              </a:rPr>
              <a:t>www.ffjudo.com</a:t>
            </a:r>
          </a:p>
        </p:txBody>
      </p:sp>
      <p:sp>
        <p:nvSpPr>
          <p:cNvPr id="8" name="Espace réservé du texte 13">
            <a:extLst>
              <a:ext uri="{FF2B5EF4-FFF2-40B4-BE49-F238E27FC236}">
                <a16:creationId xmlns:a16="http://schemas.microsoft.com/office/drawing/2014/main" id="{BEA5828F-6946-4327-BE29-F32381D3DC28}"/>
              </a:ext>
            </a:extLst>
          </p:cNvPr>
          <p:cNvSpPr>
            <a:spLocks noGrp="1"/>
          </p:cNvSpPr>
          <p:nvPr>
            <p:ph type="body" sz="quarter" idx="10" hasCustomPrompt="1"/>
          </p:nvPr>
        </p:nvSpPr>
        <p:spPr>
          <a:xfrm>
            <a:off x="-8313" y="5218738"/>
            <a:ext cx="12192000" cy="707765"/>
          </a:xfrm>
          <a:prstGeom prst="rect">
            <a:avLst/>
          </a:prstGeom>
        </p:spPr>
        <p:txBody>
          <a:bodyPr/>
          <a:lstStyle>
            <a:lvl1pPr marL="76200" indent="0">
              <a:buNone/>
              <a:defRPr sz="1200" b="0" u="none">
                <a:latin typeface="Barlow"/>
              </a:defRPr>
            </a:lvl1pPr>
          </a:lstStyle>
          <a:p>
            <a:pPr algn="ctr"/>
            <a:r>
              <a:rPr lang="fr-FR" sz="1200" dirty="0"/>
              <a:t>CONTACT </a:t>
            </a:r>
          </a:p>
          <a:p>
            <a:pPr algn="ctr"/>
            <a:r>
              <a:rPr lang="fr-FR" sz="1200" dirty="0"/>
              <a:t>Prénom Nom</a:t>
            </a:r>
          </a:p>
          <a:p>
            <a:pPr algn="ctr"/>
            <a:r>
              <a:rPr lang="fr-FR" sz="1200" dirty="0"/>
              <a:t>Adresse, tél</a:t>
            </a:r>
            <a:endParaRPr lang="fr-FR" sz="1600" dirty="0"/>
          </a:p>
          <a:p>
            <a:pPr lvl="0"/>
            <a:endParaRPr lang="fr-FR" dirty="0"/>
          </a:p>
        </p:txBody>
      </p:sp>
      <p:sp>
        <p:nvSpPr>
          <p:cNvPr id="2" name="Rectangle 1">
            <a:extLst>
              <a:ext uri="{FF2B5EF4-FFF2-40B4-BE49-F238E27FC236}">
                <a16:creationId xmlns:a16="http://schemas.microsoft.com/office/drawing/2014/main" id="{0D74F9E6-CA94-4F5B-9247-714AB37C3368}"/>
              </a:ext>
            </a:extLst>
          </p:cNvPr>
          <p:cNvSpPr/>
          <p:nvPr userDrawn="1"/>
        </p:nvSpPr>
        <p:spPr>
          <a:xfrm flipV="1">
            <a:off x="5093623" y="5092538"/>
            <a:ext cx="2004753" cy="45719"/>
          </a:xfrm>
          <a:prstGeom prst="rect">
            <a:avLst/>
          </a:prstGeom>
          <a:solidFill>
            <a:srgbClr val="0A009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pic>
        <p:nvPicPr>
          <p:cNvPr id="7" name="Graphique 5">
            <a:extLst>
              <a:ext uri="{FF2B5EF4-FFF2-40B4-BE49-F238E27FC236}">
                <a16:creationId xmlns:a16="http://schemas.microsoft.com/office/drawing/2014/main" id="{C71D668A-FB4E-D142-8FE7-4DCB8545F5AB}"/>
              </a:ext>
            </a:extLst>
          </p:cNvPr>
          <p:cNvPicPr>
            <a:picLocks noChangeAspect="1"/>
          </p:cNvPicPr>
          <p:nvPr userDrawn="1"/>
        </p:nvPicPr>
        <p:blipFill>
          <a:blip r:embed="rId4" cstate="print">
            <a:extLst>
              <a:ext uri="{28A0092B-C50C-407E-A947-70E740481C1C}">
                <a14:useLocalDpi xmlns:a14="http://schemas.microsoft.com/office/drawing/2010/main" val="0"/>
              </a:ext>
            </a:extLst>
          </a:blip>
          <a:srcRect l="9091" r="9091"/>
          <a:stretch/>
        </p:blipFill>
        <p:spPr>
          <a:xfrm>
            <a:off x="3566909" y="1385794"/>
            <a:ext cx="5041556" cy="3142583"/>
          </a:xfrm>
          <a:prstGeom prst="rect">
            <a:avLst/>
          </a:prstGeom>
        </p:spPr>
      </p:pic>
    </p:spTree>
    <p:extLst>
      <p:ext uri="{BB962C8B-B14F-4D97-AF65-F5344CB8AC3E}">
        <p14:creationId xmlns:p14="http://schemas.microsoft.com/office/powerpoint/2010/main" val="238784781"/>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itre">
    <p:spTree>
      <p:nvGrpSpPr>
        <p:cNvPr id="1" name=""/>
        <p:cNvGrpSpPr/>
        <p:nvPr/>
      </p:nvGrpSpPr>
      <p:grpSpPr>
        <a:xfrm>
          <a:off x="0" y="0"/>
          <a:ext cx="0" cy="0"/>
          <a:chOff x="0" y="0"/>
          <a:chExt cx="0" cy="0"/>
        </a:xfrm>
      </p:grpSpPr>
      <p:sp>
        <p:nvSpPr>
          <p:cNvPr id="8" name="Titre 1">
            <a:extLst>
              <a:ext uri="{FF2B5EF4-FFF2-40B4-BE49-F238E27FC236}">
                <a16:creationId xmlns:a16="http://schemas.microsoft.com/office/drawing/2014/main" id="{287A5AED-3BE0-F245-86CE-C53070C57CD0}"/>
              </a:ext>
            </a:extLst>
          </p:cNvPr>
          <p:cNvSpPr>
            <a:spLocks noGrp="1"/>
          </p:cNvSpPr>
          <p:nvPr>
            <p:ph type="title"/>
          </p:nvPr>
        </p:nvSpPr>
        <p:spPr>
          <a:xfrm>
            <a:off x="1882815" y="2892971"/>
            <a:ext cx="8426369" cy="597913"/>
          </a:xfrm>
          <a:prstGeom prst="rect">
            <a:avLst/>
          </a:prstGeom>
          <a:noFill/>
        </p:spPr>
        <p:txBody>
          <a:bodyPr>
            <a:noAutofit/>
          </a:bodyPr>
          <a:lstStyle>
            <a:lvl1pPr algn="ctr">
              <a:defRPr sz="4000" b="1">
                <a:solidFill>
                  <a:schemeClr val="bg1"/>
                </a:solidFill>
                <a:latin typeface="Montserrat" panose="00000800000000000000" pitchFamily="2" charset="0"/>
              </a:defRPr>
            </a:lvl1pPr>
          </a:lstStyle>
          <a:p>
            <a:r>
              <a:rPr lang="fr-FR"/>
              <a:t>Modifiez le style du titre</a:t>
            </a:r>
            <a:endParaRPr lang="fr-FR" dirty="0"/>
          </a:p>
        </p:txBody>
      </p:sp>
      <p:sp>
        <p:nvSpPr>
          <p:cNvPr id="13" name="Espace réservé du contenu 2">
            <a:extLst>
              <a:ext uri="{FF2B5EF4-FFF2-40B4-BE49-F238E27FC236}">
                <a16:creationId xmlns:a16="http://schemas.microsoft.com/office/drawing/2014/main" id="{3020AC55-885A-D044-92E0-CB406041165D}"/>
              </a:ext>
            </a:extLst>
          </p:cNvPr>
          <p:cNvSpPr>
            <a:spLocks noGrp="1"/>
          </p:cNvSpPr>
          <p:nvPr>
            <p:ph sz="half" idx="1" hasCustomPrompt="1"/>
          </p:nvPr>
        </p:nvSpPr>
        <p:spPr>
          <a:xfrm>
            <a:off x="1882814" y="3605357"/>
            <a:ext cx="8426370" cy="359673"/>
          </a:xfrm>
          <a:prstGeom prst="rect">
            <a:avLst/>
          </a:prstGeom>
          <a:noFill/>
        </p:spPr>
        <p:txBody>
          <a:bodyPr>
            <a:noAutofit/>
          </a:bodyPr>
          <a:lstStyle>
            <a:lvl1pPr marL="0" indent="0" algn="ctr">
              <a:buNone/>
              <a:defRPr sz="1800" b="1">
                <a:solidFill>
                  <a:schemeClr val="bg1"/>
                </a:solidFill>
                <a:latin typeface="Barlow"/>
              </a:defRPr>
            </a:lvl1pPr>
            <a:lvl2pPr>
              <a:defRPr sz="1000">
                <a:latin typeface="+mn-lt"/>
              </a:defRPr>
            </a:lvl2pPr>
            <a:lvl3pPr>
              <a:defRPr sz="1000">
                <a:latin typeface="+mn-lt"/>
              </a:defRPr>
            </a:lvl3pPr>
            <a:lvl4pPr>
              <a:defRPr sz="1000">
                <a:latin typeface="+mn-lt"/>
              </a:defRPr>
            </a:lvl4pPr>
            <a:lvl5pPr>
              <a:defRPr sz="1000">
                <a:latin typeface="+mn-lt"/>
              </a:defRPr>
            </a:lvl5pPr>
          </a:lstStyle>
          <a:p>
            <a:pPr lvl="0"/>
            <a:r>
              <a:rPr lang="fr-FR" dirty="0"/>
              <a:t>Modifiez le style du sous titre </a:t>
            </a:r>
          </a:p>
        </p:txBody>
      </p:sp>
      <p:sp>
        <p:nvSpPr>
          <p:cNvPr id="12" name="Google Shape;14;p3">
            <a:extLst>
              <a:ext uri="{FF2B5EF4-FFF2-40B4-BE49-F238E27FC236}">
                <a16:creationId xmlns:a16="http://schemas.microsoft.com/office/drawing/2014/main" id="{CA8D2623-81DF-6942-AB15-784C5CEC08DD}"/>
              </a:ext>
            </a:extLst>
          </p:cNvPr>
          <p:cNvSpPr/>
          <p:nvPr userDrawn="1"/>
        </p:nvSpPr>
        <p:spPr>
          <a:xfrm>
            <a:off x="1882816" y="2324111"/>
            <a:ext cx="8426369" cy="2209779"/>
          </a:xfrm>
          <a:prstGeom prst="rect">
            <a:avLst/>
          </a:prstGeom>
          <a:noFill/>
          <a:ln w="38100">
            <a:solidFill>
              <a:schemeClr val="bg1"/>
            </a:solidFill>
          </a:ln>
          <a:effectLst>
            <a:outerShdw blurRad="271463" dist="66675" algn="bl" rotWithShape="0">
              <a:schemeClr val="dk1">
                <a:alpha val="3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170866159"/>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Chapitre">
    <p:spTree>
      <p:nvGrpSpPr>
        <p:cNvPr id="1" name=""/>
        <p:cNvGrpSpPr/>
        <p:nvPr/>
      </p:nvGrpSpPr>
      <p:grpSpPr>
        <a:xfrm>
          <a:off x="0" y="0"/>
          <a:ext cx="0" cy="0"/>
          <a:chOff x="0" y="0"/>
          <a:chExt cx="0" cy="0"/>
        </a:xfrm>
      </p:grpSpPr>
      <p:sp>
        <p:nvSpPr>
          <p:cNvPr id="6" name="Google Shape;14;p3">
            <a:extLst>
              <a:ext uri="{FF2B5EF4-FFF2-40B4-BE49-F238E27FC236}">
                <a16:creationId xmlns:a16="http://schemas.microsoft.com/office/drawing/2014/main" id="{57E06FC8-0DA7-554E-A78A-2A68CA53BA98}"/>
              </a:ext>
            </a:extLst>
          </p:cNvPr>
          <p:cNvSpPr/>
          <p:nvPr userDrawn="1"/>
        </p:nvSpPr>
        <p:spPr>
          <a:xfrm>
            <a:off x="1882816" y="2324111"/>
            <a:ext cx="8426369" cy="2209779"/>
          </a:xfrm>
          <a:prstGeom prst="rect">
            <a:avLst/>
          </a:prstGeom>
          <a:noFill/>
          <a:ln w="38100">
            <a:solidFill>
              <a:schemeClr val="bg1"/>
            </a:solidFill>
          </a:ln>
          <a:effectLst>
            <a:outerShdw blurRad="271463" dist="66675" algn="bl" rotWithShape="0">
              <a:schemeClr val="dk1">
                <a:alpha val="3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 name="Titre 1">
            <a:extLst>
              <a:ext uri="{FF2B5EF4-FFF2-40B4-BE49-F238E27FC236}">
                <a16:creationId xmlns:a16="http://schemas.microsoft.com/office/drawing/2014/main" id="{D7589303-CBC2-E045-81CC-E4BBE5EED767}"/>
              </a:ext>
            </a:extLst>
          </p:cNvPr>
          <p:cNvSpPr>
            <a:spLocks noGrp="1"/>
          </p:cNvSpPr>
          <p:nvPr>
            <p:ph type="title"/>
          </p:nvPr>
        </p:nvSpPr>
        <p:spPr>
          <a:xfrm>
            <a:off x="3207354" y="2898055"/>
            <a:ext cx="7101830" cy="530945"/>
          </a:xfrm>
          <a:prstGeom prst="rect">
            <a:avLst/>
          </a:prstGeom>
          <a:noFill/>
        </p:spPr>
        <p:txBody>
          <a:bodyPr>
            <a:noAutofit/>
          </a:bodyPr>
          <a:lstStyle>
            <a:lvl1pPr algn="ctr">
              <a:defRPr sz="4000" b="1">
                <a:solidFill>
                  <a:schemeClr val="bg1"/>
                </a:solidFill>
                <a:latin typeface="Montserrat" panose="00000800000000000000" pitchFamily="2" charset="0"/>
              </a:defRPr>
            </a:lvl1pPr>
          </a:lstStyle>
          <a:p>
            <a:r>
              <a:rPr lang="fr-FR"/>
              <a:t>Modifiez le style du titre</a:t>
            </a:r>
            <a:endParaRPr lang="fr-FR" dirty="0"/>
          </a:p>
        </p:txBody>
      </p:sp>
      <p:sp>
        <p:nvSpPr>
          <p:cNvPr id="17" name="Espace réservé du contenu 2">
            <a:extLst>
              <a:ext uri="{FF2B5EF4-FFF2-40B4-BE49-F238E27FC236}">
                <a16:creationId xmlns:a16="http://schemas.microsoft.com/office/drawing/2014/main" id="{4D2CDF79-EDC0-B848-AC91-D6120EDECDB1}"/>
              </a:ext>
            </a:extLst>
          </p:cNvPr>
          <p:cNvSpPr>
            <a:spLocks noGrp="1"/>
          </p:cNvSpPr>
          <p:nvPr>
            <p:ph sz="half" idx="1" hasCustomPrompt="1"/>
          </p:nvPr>
        </p:nvSpPr>
        <p:spPr>
          <a:xfrm>
            <a:off x="3207352" y="3610441"/>
            <a:ext cx="7101831" cy="332497"/>
          </a:xfrm>
          <a:prstGeom prst="rect">
            <a:avLst/>
          </a:prstGeom>
          <a:noFill/>
        </p:spPr>
        <p:txBody>
          <a:bodyPr>
            <a:noAutofit/>
          </a:bodyPr>
          <a:lstStyle>
            <a:lvl1pPr marL="0" indent="0" algn="ctr">
              <a:buNone/>
              <a:defRPr sz="1800" b="1">
                <a:solidFill>
                  <a:schemeClr val="bg1"/>
                </a:solidFill>
                <a:latin typeface="Barlow"/>
              </a:defRPr>
            </a:lvl1pPr>
            <a:lvl2pPr>
              <a:defRPr sz="1000">
                <a:latin typeface="+mn-lt"/>
              </a:defRPr>
            </a:lvl2pPr>
            <a:lvl3pPr>
              <a:defRPr sz="1000">
                <a:latin typeface="+mn-lt"/>
              </a:defRPr>
            </a:lvl3pPr>
            <a:lvl4pPr>
              <a:defRPr sz="1000">
                <a:latin typeface="+mn-lt"/>
              </a:defRPr>
            </a:lvl4pPr>
            <a:lvl5pPr>
              <a:defRPr sz="1000">
                <a:latin typeface="+mn-lt"/>
              </a:defRPr>
            </a:lvl5pPr>
          </a:lstStyle>
          <a:p>
            <a:pPr lvl="0"/>
            <a:r>
              <a:rPr lang="fr-FR" dirty="0"/>
              <a:t>Modifiez le style du sous titre </a:t>
            </a:r>
          </a:p>
        </p:txBody>
      </p:sp>
      <p:sp>
        <p:nvSpPr>
          <p:cNvPr id="11" name="Rectangle 10">
            <a:extLst>
              <a:ext uri="{FF2B5EF4-FFF2-40B4-BE49-F238E27FC236}">
                <a16:creationId xmlns:a16="http://schemas.microsoft.com/office/drawing/2014/main" id="{976DA3E1-44B8-6E47-8FB9-FEAC45794208}"/>
              </a:ext>
            </a:extLst>
          </p:cNvPr>
          <p:cNvSpPr/>
          <p:nvPr userDrawn="1"/>
        </p:nvSpPr>
        <p:spPr>
          <a:xfrm>
            <a:off x="1882816" y="2324111"/>
            <a:ext cx="1311797" cy="220977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5" name="Espace réservé du texte 23">
            <a:extLst>
              <a:ext uri="{FF2B5EF4-FFF2-40B4-BE49-F238E27FC236}">
                <a16:creationId xmlns:a16="http://schemas.microsoft.com/office/drawing/2014/main" id="{3DC2B321-C0A8-C440-99CD-F8C1CF7899FC}"/>
              </a:ext>
            </a:extLst>
          </p:cNvPr>
          <p:cNvSpPr>
            <a:spLocks noGrp="1"/>
          </p:cNvSpPr>
          <p:nvPr>
            <p:ph type="body" sz="quarter" idx="10" hasCustomPrompt="1"/>
          </p:nvPr>
        </p:nvSpPr>
        <p:spPr>
          <a:xfrm>
            <a:off x="1820488" y="2609140"/>
            <a:ext cx="1403488" cy="2029241"/>
          </a:xfrm>
          <a:prstGeom prst="rect">
            <a:avLst/>
          </a:prstGeom>
          <a:ln>
            <a:noFill/>
          </a:ln>
        </p:spPr>
        <p:txBody>
          <a:bodyPr/>
          <a:lstStyle>
            <a:lvl1pPr marL="76200" marR="0" indent="0" algn="ctr" defTabSz="914400" rtl="0" eaLnBrk="1" fontAlgn="auto" latinLnBrk="0" hangingPunct="1">
              <a:lnSpc>
                <a:spcPct val="115000"/>
              </a:lnSpc>
              <a:spcBef>
                <a:spcPts val="0"/>
              </a:spcBef>
              <a:spcAft>
                <a:spcPts val="0"/>
              </a:spcAft>
              <a:buClr>
                <a:schemeClr val="bg2">
                  <a:lumMod val="90000"/>
                </a:schemeClr>
              </a:buClr>
              <a:buSzPts val="2400"/>
              <a:buFont typeface="+mj-lt"/>
              <a:buNone/>
              <a:tabLst/>
              <a:defRPr sz="8500" b="1">
                <a:solidFill>
                  <a:srgbClr val="0A0096"/>
                </a:solidFill>
                <a:latin typeface="Montserrat" panose="00000800000000000000" pitchFamily="2" charset="0"/>
              </a:defRPr>
            </a:lvl1pPr>
          </a:lstStyle>
          <a:p>
            <a:pPr marL="76200" marR="0" lvl="0" indent="0" algn="ctr" defTabSz="914400" rtl="0" eaLnBrk="1" fontAlgn="auto" latinLnBrk="0" hangingPunct="1">
              <a:lnSpc>
                <a:spcPct val="115000"/>
              </a:lnSpc>
              <a:spcBef>
                <a:spcPts val="0"/>
              </a:spcBef>
              <a:spcAft>
                <a:spcPts val="0"/>
              </a:spcAft>
              <a:buClr>
                <a:schemeClr val="bg2">
                  <a:lumMod val="90000"/>
                </a:schemeClr>
              </a:buClr>
              <a:buSzPts val="2400"/>
              <a:buFont typeface="+mj-lt"/>
              <a:buNone/>
              <a:tabLst/>
              <a:defRPr/>
            </a:pPr>
            <a:r>
              <a:rPr lang="fr-FR" dirty="0"/>
              <a:t>n°</a:t>
            </a:r>
          </a:p>
        </p:txBody>
      </p:sp>
    </p:spTree>
    <p:extLst>
      <p:ext uri="{BB962C8B-B14F-4D97-AF65-F5344CB8AC3E}">
        <p14:creationId xmlns:p14="http://schemas.microsoft.com/office/powerpoint/2010/main" val="4274234033"/>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Annonce">
    <p:spTree>
      <p:nvGrpSpPr>
        <p:cNvPr id="1" name=""/>
        <p:cNvGrpSpPr/>
        <p:nvPr/>
      </p:nvGrpSpPr>
      <p:grpSpPr>
        <a:xfrm>
          <a:off x="0" y="0"/>
          <a:ext cx="0" cy="0"/>
          <a:chOff x="0" y="0"/>
          <a:chExt cx="0" cy="0"/>
        </a:xfrm>
      </p:grpSpPr>
      <p:sp>
        <p:nvSpPr>
          <p:cNvPr id="8" name="Titre 1">
            <a:extLst>
              <a:ext uri="{FF2B5EF4-FFF2-40B4-BE49-F238E27FC236}">
                <a16:creationId xmlns:a16="http://schemas.microsoft.com/office/drawing/2014/main" id="{287A5AED-3BE0-F245-86CE-C53070C57CD0}"/>
              </a:ext>
            </a:extLst>
          </p:cNvPr>
          <p:cNvSpPr>
            <a:spLocks noGrp="1"/>
          </p:cNvSpPr>
          <p:nvPr>
            <p:ph type="title"/>
          </p:nvPr>
        </p:nvSpPr>
        <p:spPr>
          <a:xfrm>
            <a:off x="1882815" y="1873930"/>
            <a:ext cx="8426369" cy="597913"/>
          </a:xfrm>
          <a:prstGeom prst="rect">
            <a:avLst/>
          </a:prstGeom>
          <a:noFill/>
        </p:spPr>
        <p:txBody>
          <a:bodyPr>
            <a:noAutofit/>
          </a:bodyPr>
          <a:lstStyle>
            <a:lvl1pPr algn="ctr">
              <a:defRPr sz="10000" b="1">
                <a:solidFill>
                  <a:schemeClr val="bg1"/>
                </a:solidFill>
                <a:latin typeface="Montserrat" panose="00000800000000000000" pitchFamily="2" charset="0"/>
              </a:defRPr>
            </a:lvl1pPr>
          </a:lstStyle>
          <a:p>
            <a:r>
              <a:rPr lang="fr-FR"/>
              <a:t>Modifiez le style du titre</a:t>
            </a:r>
            <a:endParaRPr lang="fr-FR" dirty="0"/>
          </a:p>
        </p:txBody>
      </p:sp>
      <p:sp>
        <p:nvSpPr>
          <p:cNvPr id="13" name="Espace réservé du contenu 2">
            <a:extLst>
              <a:ext uri="{FF2B5EF4-FFF2-40B4-BE49-F238E27FC236}">
                <a16:creationId xmlns:a16="http://schemas.microsoft.com/office/drawing/2014/main" id="{3020AC55-885A-D044-92E0-CB406041165D}"/>
              </a:ext>
            </a:extLst>
          </p:cNvPr>
          <p:cNvSpPr>
            <a:spLocks noGrp="1"/>
          </p:cNvSpPr>
          <p:nvPr>
            <p:ph sz="half" idx="1" hasCustomPrompt="1"/>
          </p:nvPr>
        </p:nvSpPr>
        <p:spPr>
          <a:xfrm>
            <a:off x="1882814" y="4852265"/>
            <a:ext cx="8426370" cy="359673"/>
          </a:xfrm>
          <a:prstGeom prst="rect">
            <a:avLst/>
          </a:prstGeom>
          <a:noFill/>
        </p:spPr>
        <p:txBody>
          <a:bodyPr>
            <a:noAutofit/>
          </a:bodyPr>
          <a:lstStyle>
            <a:lvl1pPr marL="0" indent="0" algn="ctr">
              <a:buNone/>
              <a:defRPr sz="1800" b="1">
                <a:solidFill>
                  <a:schemeClr val="bg1"/>
                </a:solidFill>
                <a:latin typeface="Barlow"/>
              </a:defRPr>
            </a:lvl1pPr>
            <a:lvl2pPr>
              <a:defRPr sz="1000">
                <a:latin typeface="+mn-lt"/>
              </a:defRPr>
            </a:lvl2pPr>
            <a:lvl3pPr>
              <a:defRPr sz="1000">
                <a:latin typeface="+mn-lt"/>
              </a:defRPr>
            </a:lvl3pPr>
            <a:lvl4pPr>
              <a:defRPr sz="1000">
                <a:latin typeface="+mn-lt"/>
              </a:defRPr>
            </a:lvl4pPr>
            <a:lvl5pPr>
              <a:defRPr sz="1000">
                <a:latin typeface="+mn-lt"/>
              </a:defRPr>
            </a:lvl5pPr>
          </a:lstStyle>
          <a:p>
            <a:pPr lvl="0"/>
            <a:r>
              <a:rPr lang="fr-FR" dirty="0"/>
              <a:t>Modifiez le style du sous titre </a:t>
            </a:r>
          </a:p>
        </p:txBody>
      </p:sp>
    </p:spTree>
    <p:extLst>
      <p:ext uri="{BB962C8B-B14F-4D97-AF65-F5344CB8AC3E}">
        <p14:creationId xmlns:p14="http://schemas.microsoft.com/office/powerpoint/2010/main" val="322244852"/>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Titre + 2 colonnes ">
    <p:spTree>
      <p:nvGrpSpPr>
        <p:cNvPr id="1" name=""/>
        <p:cNvGrpSpPr/>
        <p:nvPr/>
      </p:nvGrpSpPr>
      <p:grpSpPr>
        <a:xfrm>
          <a:off x="0" y="0"/>
          <a:ext cx="0" cy="0"/>
          <a:chOff x="0" y="0"/>
          <a:chExt cx="0" cy="0"/>
        </a:xfrm>
      </p:grpSpPr>
      <p:sp>
        <p:nvSpPr>
          <p:cNvPr id="16" name="Google Shape;25;p5">
            <a:extLst>
              <a:ext uri="{FF2B5EF4-FFF2-40B4-BE49-F238E27FC236}">
                <a16:creationId xmlns:a16="http://schemas.microsoft.com/office/drawing/2014/main" id="{4E9AC727-D595-424B-8DAE-DD364833E15B}"/>
              </a:ext>
            </a:extLst>
          </p:cNvPr>
          <p:cNvSpPr txBox="1">
            <a:spLocks noGrp="1"/>
          </p:cNvSpPr>
          <p:nvPr>
            <p:ph type="body" idx="13" hasCustomPrompt="1"/>
          </p:nvPr>
        </p:nvSpPr>
        <p:spPr>
          <a:xfrm>
            <a:off x="980321" y="2232147"/>
            <a:ext cx="4806351" cy="4019862"/>
          </a:xfrm>
          <a:prstGeom prst="rect">
            <a:avLst/>
          </a:prstGeom>
        </p:spPr>
        <p:txBody>
          <a:bodyPr spcFirstLastPara="1" wrap="square" lIns="0" tIns="0" rIns="0" bIns="0" anchor="t" anchorCtr="0">
            <a:noAutofit/>
          </a:bodyPr>
          <a:lstStyle>
            <a:lvl1pPr marL="609585" lvl="0" indent="-507987" rtl="0">
              <a:spcBef>
                <a:spcPts val="0"/>
              </a:spcBef>
              <a:spcAft>
                <a:spcPts val="0"/>
              </a:spcAft>
              <a:buClr>
                <a:schemeClr val="bg1"/>
              </a:buClr>
              <a:buSzPts val="2400"/>
              <a:buFont typeface="Inria Sans Light"/>
              <a:buChar char="▸"/>
              <a:defRPr sz="2000">
                <a:solidFill>
                  <a:schemeClr val="bg1"/>
                </a:solidFill>
                <a:latin typeface="Barlow"/>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du texte</a:t>
            </a:r>
          </a:p>
        </p:txBody>
      </p:sp>
      <p:sp>
        <p:nvSpPr>
          <p:cNvPr id="15" name="Google Shape;32;p6">
            <a:extLst>
              <a:ext uri="{FF2B5EF4-FFF2-40B4-BE49-F238E27FC236}">
                <a16:creationId xmlns:a16="http://schemas.microsoft.com/office/drawing/2014/main" id="{1694EB44-9E14-4F2A-BECC-0B0403384AA4}"/>
              </a:ext>
            </a:extLst>
          </p:cNvPr>
          <p:cNvSpPr txBox="1">
            <a:spLocks noGrp="1"/>
          </p:cNvSpPr>
          <p:nvPr>
            <p:ph type="sldNum" idx="12"/>
          </p:nvPr>
        </p:nvSpPr>
        <p:spPr>
          <a:xfrm>
            <a:off x="11205845" y="6082680"/>
            <a:ext cx="731600" cy="524800"/>
          </a:xfrm>
          <a:prstGeom prst="rect">
            <a:avLst/>
          </a:prstGeom>
        </p:spPr>
        <p:txBody>
          <a:bodyPr spcFirstLastPara="1" wrap="square" lIns="0" tIns="0" rIns="0" bIns="0" anchor="ctr" anchorCtr="0">
            <a:noAutofit/>
          </a:bodyPr>
          <a:lstStyle>
            <a:lvl1pPr lvl="0" rtl="0">
              <a:buNone/>
              <a:defRPr>
                <a:solidFill>
                  <a:schemeClr val="bg1"/>
                </a:solidFill>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fr-FR" smtClean="0"/>
              <a:pPr/>
              <a:t>‹N°›</a:t>
            </a:fld>
            <a:endParaRPr lang="fr-FR" dirty="0"/>
          </a:p>
        </p:txBody>
      </p:sp>
      <p:sp>
        <p:nvSpPr>
          <p:cNvPr id="17" name="Google Shape;25;p5">
            <a:extLst>
              <a:ext uri="{FF2B5EF4-FFF2-40B4-BE49-F238E27FC236}">
                <a16:creationId xmlns:a16="http://schemas.microsoft.com/office/drawing/2014/main" id="{8F91B836-7C3E-49A2-9849-8A3698623EBB}"/>
              </a:ext>
            </a:extLst>
          </p:cNvPr>
          <p:cNvSpPr txBox="1">
            <a:spLocks noGrp="1"/>
          </p:cNvSpPr>
          <p:nvPr>
            <p:ph type="body" idx="14" hasCustomPrompt="1"/>
          </p:nvPr>
        </p:nvSpPr>
        <p:spPr>
          <a:xfrm>
            <a:off x="6772826" y="1240623"/>
            <a:ext cx="4433019" cy="5011385"/>
          </a:xfrm>
          <a:prstGeom prst="rect">
            <a:avLst/>
          </a:prstGeom>
        </p:spPr>
        <p:txBody>
          <a:bodyPr spcFirstLastPara="1" wrap="square" lIns="0" tIns="0" rIns="0" bIns="0" anchor="t" anchorCtr="0">
            <a:noAutofit/>
          </a:bodyPr>
          <a:lstStyle>
            <a:lvl1pPr marL="609585" lvl="0" indent="-507987" rtl="0">
              <a:spcBef>
                <a:spcPts val="0"/>
              </a:spcBef>
              <a:spcAft>
                <a:spcPts val="0"/>
              </a:spcAft>
              <a:buClr>
                <a:schemeClr val="bg1"/>
              </a:buClr>
              <a:buSzPts val="2400"/>
              <a:buFont typeface="Inria Sans Light"/>
              <a:buChar char="▸"/>
              <a:defRPr sz="2000">
                <a:solidFill>
                  <a:schemeClr val="bg1"/>
                </a:solidFill>
                <a:latin typeface="Barlow"/>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du texte</a:t>
            </a:r>
          </a:p>
        </p:txBody>
      </p:sp>
      <p:sp>
        <p:nvSpPr>
          <p:cNvPr id="20" name="Espace réservé du texte 2">
            <a:extLst>
              <a:ext uri="{FF2B5EF4-FFF2-40B4-BE49-F238E27FC236}">
                <a16:creationId xmlns:a16="http://schemas.microsoft.com/office/drawing/2014/main" id="{9FBFBF23-B3A9-4224-AA2C-7A19A4C691EC}"/>
              </a:ext>
            </a:extLst>
          </p:cNvPr>
          <p:cNvSpPr>
            <a:spLocks noGrp="1"/>
          </p:cNvSpPr>
          <p:nvPr>
            <p:ph type="body" sz="quarter" idx="15" hasCustomPrompt="1"/>
          </p:nvPr>
        </p:nvSpPr>
        <p:spPr>
          <a:xfrm>
            <a:off x="0" y="553661"/>
            <a:ext cx="5833582" cy="215900"/>
          </a:xfrm>
          <a:prstGeom prst="rect">
            <a:avLst/>
          </a:prstGeom>
        </p:spPr>
        <p:txBody>
          <a:bodyPr/>
          <a:lstStyle>
            <a:lvl1pPr marL="76200" indent="0">
              <a:buNone/>
              <a:defRPr sz="1500" b="1" i="1">
                <a:solidFill>
                  <a:schemeClr val="bg1"/>
                </a:solidFill>
                <a:latin typeface="Barlow"/>
              </a:defRPr>
            </a:lvl1pPr>
          </a:lstStyle>
          <a:p>
            <a:pPr lvl="0"/>
            <a:r>
              <a:rPr lang="fr-FR" dirty="0"/>
              <a:t>Cliquez ici pour du texte</a:t>
            </a:r>
          </a:p>
        </p:txBody>
      </p:sp>
      <p:sp>
        <p:nvSpPr>
          <p:cNvPr id="24" name="Google Shape;24;p5">
            <a:extLst>
              <a:ext uri="{FF2B5EF4-FFF2-40B4-BE49-F238E27FC236}">
                <a16:creationId xmlns:a16="http://schemas.microsoft.com/office/drawing/2014/main" id="{F5B4B604-7A44-4DAD-8B90-3B1ACFFE4058}"/>
              </a:ext>
            </a:extLst>
          </p:cNvPr>
          <p:cNvSpPr txBox="1">
            <a:spLocks noGrp="1"/>
          </p:cNvSpPr>
          <p:nvPr>
            <p:ph type="title" hasCustomPrompt="1"/>
          </p:nvPr>
        </p:nvSpPr>
        <p:spPr>
          <a:xfrm>
            <a:off x="980322" y="980321"/>
            <a:ext cx="4853260" cy="877751"/>
          </a:xfrm>
          <a:prstGeom prst="rect">
            <a:avLst/>
          </a:prstGeom>
        </p:spPr>
        <p:txBody>
          <a:bodyPr spcFirstLastPara="1" wrap="square" lIns="0" tIns="0" rIns="0" bIns="0" anchor="b" anchorCtr="0">
            <a:noAutofit/>
          </a:bodyPr>
          <a:lstStyle>
            <a:lvl1pPr marL="0" marR="0" lvl="0" indent="0" algn="l" defTabSz="914400" rtl="0" eaLnBrk="1" fontAlgn="auto" latinLnBrk="0" hangingPunct="1">
              <a:lnSpc>
                <a:spcPct val="90000"/>
              </a:lnSpc>
              <a:spcBef>
                <a:spcPts val="0"/>
              </a:spcBef>
              <a:spcAft>
                <a:spcPts val="0"/>
              </a:spcAft>
              <a:buClrTx/>
              <a:buSzPts val="3200"/>
              <a:buFontTx/>
              <a:buNone/>
              <a:tabLst/>
              <a:defRPr sz="3000" b="1">
                <a:solidFill>
                  <a:srgbClr val="090095"/>
                </a:solidFill>
                <a:latin typeface="Montserrat" panose="00000800000000000000" pitchFamily="2" charset="0"/>
                <a:cs typeface="Calibri" panose="020F0502020204030204" pitchFamily="34" charset="0"/>
              </a:defRPr>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a:r>
              <a:rPr lang="fr-FR" dirty="0"/>
              <a:t>Cliquez pour ajouter </a:t>
            </a:r>
            <a:br>
              <a:rPr lang="fr-FR" dirty="0"/>
            </a:br>
            <a:r>
              <a:rPr lang="fr-FR" dirty="0"/>
              <a:t>le titre</a:t>
            </a:r>
            <a:endParaRPr dirty="0"/>
          </a:p>
        </p:txBody>
      </p:sp>
      <p:cxnSp>
        <p:nvCxnSpPr>
          <p:cNvPr id="25" name="Connecteur droit 24">
            <a:extLst>
              <a:ext uri="{FF2B5EF4-FFF2-40B4-BE49-F238E27FC236}">
                <a16:creationId xmlns:a16="http://schemas.microsoft.com/office/drawing/2014/main" id="{32B17A13-D5F3-4AD3-B0F6-2F767FA6A699}"/>
              </a:ext>
            </a:extLst>
          </p:cNvPr>
          <p:cNvCxnSpPr>
            <a:cxnSpLocks/>
          </p:cNvCxnSpPr>
          <p:nvPr userDrawn="1"/>
        </p:nvCxnSpPr>
        <p:spPr>
          <a:xfrm>
            <a:off x="162525" y="1261228"/>
            <a:ext cx="612000" cy="0"/>
          </a:xfrm>
          <a:prstGeom prst="line">
            <a:avLst/>
          </a:prstGeom>
          <a:ln w="76200">
            <a:solidFill>
              <a:srgbClr val="E7302A"/>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28149887"/>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userDrawn="1">
  <p:cSld name="Titre + 1 colonne">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D73C5A96-7E40-4A4F-A9CA-1DD3EE69821E}"/>
              </a:ext>
            </a:extLst>
          </p:cNvPr>
          <p:cNvSpPr/>
          <p:nvPr userDrawn="1"/>
        </p:nvSpPr>
        <p:spPr>
          <a:xfrm>
            <a:off x="2739346" y="1411515"/>
            <a:ext cx="6713308" cy="4034971"/>
          </a:xfrm>
          <a:prstGeom prst="rect">
            <a:avLst/>
          </a:prstGeom>
          <a:noFill/>
          <a:ln w="381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Google Shape;24;p5">
            <a:extLst>
              <a:ext uri="{FF2B5EF4-FFF2-40B4-BE49-F238E27FC236}">
                <a16:creationId xmlns:a16="http://schemas.microsoft.com/office/drawing/2014/main" id="{C284A3EA-7B9F-9548-A79F-56A77020B34B}"/>
              </a:ext>
            </a:extLst>
          </p:cNvPr>
          <p:cNvSpPr txBox="1">
            <a:spLocks noGrp="1"/>
          </p:cNvSpPr>
          <p:nvPr>
            <p:ph type="title" hasCustomPrompt="1"/>
          </p:nvPr>
        </p:nvSpPr>
        <p:spPr>
          <a:xfrm>
            <a:off x="980322" y="980322"/>
            <a:ext cx="9911200" cy="528400"/>
          </a:xfrm>
          <a:prstGeom prst="rect">
            <a:avLst/>
          </a:prstGeom>
        </p:spPr>
        <p:txBody>
          <a:bodyPr spcFirstLastPara="1" wrap="square" lIns="0" tIns="0" rIns="0" bIns="0" anchor="b" anchorCtr="0">
            <a:noAutofit/>
          </a:bodyPr>
          <a:lstStyle>
            <a:lvl1pPr marL="0" marR="0" lvl="0" indent="0" algn="l" defTabSz="914400" rtl="0" eaLnBrk="1" fontAlgn="auto" latinLnBrk="0" hangingPunct="1">
              <a:lnSpc>
                <a:spcPct val="90000"/>
              </a:lnSpc>
              <a:spcBef>
                <a:spcPts val="0"/>
              </a:spcBef>
              <a:spcAft>
                <a:spcPts val="0"/>
              </a:spcAft>
              <a:buClrTx/>
              <a:buSzPts val="3200"/>
              <a:buFontTx/>
              <a:buNone/>
              <a:tabLst/>
              <a:defRPr sz="3000" b="1">
                <a:solidFill>
                  <a:srgbClr val="090095"/>
                </a:solidFill>
                <a:latin typeface="Montserrat" panose="00000800000000000000" pitchFamily="2" charset="0"/>
                <a:cs typeface="Calibri" panose="020F0502020204030204" pitchFamily="34" charset="0"/>
              </a:defRPr>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a:r>
              <a:rPr lang="fr-FR" dirty="0"/>
              <a:t>Cliquez pour ajouter le titre</a:t>
            </a:r>
            <a:endParaRPr dirty="0"/>
          </a:p>
        </p:txBody>
      </p:sp>
      <p:sp>
        <p:nvSpPr>
          <p:cNvPr id="11" name="Google Shape;25;p5">
            <a:extLst>
              <a:ext uri="{FF2B5EF4-FFF2-40B4-BE49-F238E27FC236}">
                <a16:creationId xmlns:a16="http://schemas.microsoft.com/office/drawing/2014/main" id="{2826C7D5-715F-C342-A531-BB29611AD169}"/>
              </a:ext>
            </a:extLst>
          </p:cNvPr>
          <p:cNvSpPr txBox="1">
            <a:spLocks noGrp="1"/>
          </p:cNvSpPr>
          <p:nvPr>
            <p:ph type="body" idx="1" hasCustomPrompt="1"/>
          </p:nvPr>
        </p:nvSpPr>
        <p:spPr>
          <a:xfrm>
            <a:off x="980322" y="1858076"/>
            <a:ext cx="9911200" cy="4045200"/>
          </a:xfrm>
          <a:prstGeom prst="rect">
            <a:avLst/>
          </a:prstGeom>
        </p:spPr>
        <p:txBody>
          <a:bodyPr spcFirstLastPara="1" wrap="square" lIns="0" tIns="0" rIns="0" bIns="0" anchor="t" anchorCtr="0">
            <a:noAutofit/>
          </a:bodyPr>
          <a:lstStyle>
            <a:lvl1pPr marL="609585" lvl="0" indent="-507987" rtl="0">
              <a:spcBef>
                <a:spcPts val="0"/>
              </a:spcBef>
              <a:spcAft>
                <a:spcPts val="0"/>
              </a:spcAft>
              <a:buClr>
                <a:schemeClr val="tx1">
                  <a:lumMod val="50000"/>
                  <a:lumOff val="50000"/>
                </a:schemeClr>
              </a:buClr>
              <a:buSzPts val="2400"/>
              <a:buFont typeface="Inria Sans Light"/>
              <a:buChar char="▸"/>
              <a:defRPr sz="2000">
                <a:solidFill>
                  <a:schemeClr val="tx1">
                    <a:lumMod val="85000"/>
                    <a:lumOff val="15000"/>
                  </a:schemeClr>
                </a:solidFill>
                <a:latin typeface="Barlow"/>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du texte</a:t>
            </a:r>
            <a:endParaRPr dirty="0"/>
          </a:p>
        </p:txBody>
      </p:sp>
      <p:cxnSp>
        <p:nvCxnSpPr>
          <p:cNvPr id="21" name="Connecteur droit 20">
            <a:extLst>
              <a:ext uri="{FF2B5EF4-FFF2-40B4-BE49-F238E27FC236}">
                <a16:creationId xmlns:a16="http://schemas.microsoft.com/office/drawing/2014/main" id="{37AA6426-FF56-5345-B69C-CE78C4C36E1C}"/>
              </a:ext>
            </a:extLst>
          </p:cNvPr>
          <p:cNvCxnSpPr>
            <a:cxnSpLocks/>
          </p:cNvCxnSpPr>
          <p:nvPr userDrawn="1"/>
        </p:nvCxnSpPr>
        <p:spPr>
          <a:xfrm>
            <a:off x="162525" y="1261228"/>
            <a:ext cx="612000" cy="0"/>
          </a:xfrm>
          <a:prstGeom prst="line">
            <a:avLst/>
          </a:prstGeom>
          <a:ln w="76200">
            <a:solidFill>
              <a:srgbClr val="E7302A"/>
            </a:solidFill>
          </a:ln>
        </p:spPr>
        <p:style>
          <a:lnRef idx="1">
            <a:schemeClr val="accent1"/>
          </a:lnRef>
          <a:fillRef idx="0">
            <a:schemeClr val="accent1"/>
          </a:fillRef>
          <a:effectRef idx="0">
            <a:schemeClr val="accent1"/>
          </a:effectRef>
          <a:fontRef idx="minor">
            <a:schemeClr val="tx1"/>
          </a:fontRef>
        </p:style>
      </p:cxnSp>
      <p:sp>
        <p:nvSpPr>
          <p:cNvPr id="7" name="Google Shape;32;p6">
            <a:extLst>
              <a:ext uri="{FF2B5EF4-FFF2-40B4-BE49-F238E27FC236}">
                <a16:creationId xmlns:a16="http://schemas.microsoft.com/office/drawing/2014/main" id="{29785BF0-08BC-462A-855B-5755C4E6591D}"/>
              </a:ext>
            </a:extLst>
          </p:cNvPr>
          <p:cNvSpPr txBox="1">
            <a:spLocks noGrp="1"/>
          </p:cNvSpPr>
          <p:nvPr>
            <p:ph type="sldNum" idx="4"/>
          </p:nvPr>
        </p:nvSpPr>
        <p:spPr>
          <a:xfrm>
            <a:off x="11264174" y="6154296"/>
            <a:ext cx="731600" cy="524800"/>
          </a:xfrm>
          <a:prstGeom prst="rect">
            <a:avLst/>
          </a:prstGeom>
          <a:ln>
            <a:noFill/>
          </a:ln>
        </p:spPr>
        <p:txBody>
          <a:bodyPr spcFirstLastPara="1" wrap="square" lIns="0" tIns="0" rIns="0" bIns="0" anchor="ctr" anchorCtr="0">
            <a:noAutofit/>
          </a:bodyPr>
          <a:lstStyle>
            <a:lvl1pPr lvl="0" algn="r" rtl="0">
              <a:buNone/>
              <a:defRPr>
                <a:solidFill>
                  <a:schemeClr val="bg1">
                    <a:lumMod val="50000"/>
                  </a:schemeClr>
                </a:solidFill>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fr-FR" smtClean="0"/>
              <a:pPr/>
              <a:t>‹N°›</a:t>
            </a:fld>
            <a:endParaRPr lang="fr-FR" dirty="0"/>
          </a:p>
        </p:txBody>
      </p:sp>
      <p:sp>
        <p:nvSpPr>
          <p:cNvPr id="9" name="Espace réservé du texte 2">
            <a:extLst>
              <a:ext uri="{FF2B5EF4-FFF2-40B4-BE49-F238E27FC236}">
                <a16:creationId xmlns:a16="http://schemas.microsoft.com/office/drawing/2014/main" id="{3B80D67E-28DB-4394-B395-81B405A6F3CE}"/>
              </a:ext>
            </a:extLst>
          </p:cNvPr>
          <p:cNvSpPr>
            <a:spLocks noGrp="1"/>
          </p:cNvSpPr>
          <p:nvPr>
            <p:ph type="body" sz="quarter" idx="15" hasCustomPrompt="1"/>
          </p:nvPr>
        </p:nvSpPr>
        <p:spPr>
          <a:xfrm>
            <a:off x="0" y="553661"/>
            <a:ext cx="5833582" cy="215900"/>
          </a:xfrm>
          <a:prstGeom prst="rect">
            <a:avLst/>
          </a:prstGeom>
        </p:spPr>
        <p:txBody>
          <a:bodyPr/>
          <a:lstStyle>
            <a:lvl1pPr marL="76200" indent="0">
              <a:buNone/>
              <a:defRPr sz="1500" b="1" i="1">
                <a:latin typeface="Barlow"/>
              </a:defRPr>
            </a:lvl1pPr>
          </a:lstStyle>
          <a:p>
            <a:pPr lvl="0"/>
            <a:r>
              <a:rPr lang="fr-FR" dirty="0"/>
              <a:t>Cliquez ici pour du texte</a:t>
            </a:r>
          </a:p>
        </p:txBody>
      </p:sp>
    </p:spTree>
    <p:extLst>
      <p:ext uri="{BB962C8B-B14F-4D97-AF65-F5344CB8AC3E}">
        <p14:creationId xmlns:p14="http://schemas.microsoft.com/office/powerpoint/2010/main" val="1285595545"/>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FOND">
    <p:spTree>
      <p:nvGrpSpPr>
        <p:cNvPr id="1" name=""/>
        <p:cNvGrpSpPr/>
        <p:nvPr/>
      </p:nvGrpSpPr>
      <p:grpSpPr>
        <a:xfrm>
          <a:off x="0" y="0"/>
          <a:ext cx="0" cy="0"/>
          <a:chOff x="0" y="0"/>
          <a:chExt cx="0" cy="0"/>
        </a:xfrm>
      </p:grpSpPr>
    </p:spTree>
    <p:extLst>
      <p:ext uri="{BB962C8B-B14F-4D97-AF65-F5344CB8AC3E}">
        <p14:creationId xmlns:p14="http://schemas.microsoft.com/office/powerpoint/2010/main" val="2580020323"/>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Contact ">
    <p:spTree>
      <p:nvGrpSpPr>
        <p:cNvPr id="1" name=""/>
        <p:cNvGrpSpPr/>
        <p:nvPr/>
      </p:nvGrpSpPr>
      <p:grpSpPr>
        <a:xfrm>
          <a:off x="0" y="0"/>
          <a:ext cx="0" cy="0"/>
          <a:chOff x="0" y="0"/>
          <a:chExt cx="0" cy="0"/>
        </a:xfrm>
      </p:grpSpPr>
      <p:pic>
        <p:nvPicPr>
          <p:cNvPr id="6" name="Graphique 5">
            <a:extLst>
              <a:ext uri="{FF2B5EF4-FFF2-40B4-BE49-F238E27FC236}">
                <a16:creationId xmlns:a16="http://schemas.microsoft.com/office/drawing/2014/main" id="{017D8CF2-6DC2-B848-A5E3-6D4E43757F30}"/>
              </a:ext>
            </a:extLst>
          </p:cNvPr>
          <p:cNvPicPr>
            <a:picLocks noChangeAspect="1"/>
          </p:cNvPicPr>
          <p:nvPr userDrawn="1"/>
        </p:nvPicPr>
        <p:blipFill rotWithShape="1">
          <a:blip r:embed="rId2" cstate="print">
            <a:extLst>
              <a:ext uri="{28A0092B-C50C-407E-A947-70E740481C1C}">
                <a14:useLocalDpi xmlns:a14="http://schemas.microsoft.com/office/drawing/2010/main" val="0"/>
              </a:ext>
            </a:extLst>
          </a:blip>
          <a:srcRect l="9025" r="9156"/>
          <a:stretch/>
        </p:blipFill>
        <p:spPr>
          <a:xfrm>
            <a:off x="3566909" y="1385794"/>
            <a:ext cx="5041556" cy="3142583"/>
          </a:xfrm>
          <a:prstGeom prst="rect">
            <a:avLst/>
          </a:prstGeom>
        </p:spPr>
      </p:pic>
      <p:sp>
        <p:nvSpPr>
          <p:cNvPr id="12" name="ZoneTexte 11">
            <a:extLst>
              <a:ext uri="{FF2B5EF4-FFF2-40B4-BE49-F238E27FC236}">
                <a16:creationId xmlns:a16="http://schemas.microsoft.com/office/drawing/2014/main" id="{779E0B2D-D6A6-46FA-80C1-EA72A0A71B73}"/>
              </a:ext>
            </a:extLst>
          </p:cNvPr>
          <p:cNvSpPr txBox="1"/>
          <p:nvPr userDrawn="1"/>
        </p:nvSpPr>
        <p:spPr>
          <a:xfrm>
            <a:off x="4375265" y="4735058"/>
            <a:ext cx="3424844" cy="276999"/>
          </a:xfrm>
          <a:prstGeom prst="rect">
            <a:avLst/>
          </a:prstGeom>
          <a:noFill/>
        </p:spPr>
        <p:txBody>
          <a:bodyPr wrap="square" rtlCol="0">
            <a:spAutoFit/>
          </a:bodyPr>
          <a:lstStyle/>
          <a:p>
            <a:pPr algn="ctr"/>
            <a:r>
              <a:rPr lang="fr-FR" sz="1200" b="1">
                <a:solidFill>
                  <a:schemeClr val="bg1"/>
                </a:solidFill>
                <a:latin typeface="Barlow"/>
              </a:rPr>
              <a:t>www.ffjudo.com</a:t>
            </a:r>
          </a:p>
        </p:txBody>
      </p:sp>
      <p:sp>
        <p:nvSpPr>
          <p:cNvPr id="8" name="Espace réservé du texte 13">
            <a:extLst>
              <a:ext uri="{FF2B5EF4-FFF2-40B4-BE49-F238E27FC236}">
                <a16:creationId xmlns:a16="http://schemas.microsoft.com/office/drawing/2014/main" id="{BEA5828F-6946-4327-BE29-F32381D3DC28}"/>
              </a:ext>
            </a:extLst>
          </p:cNvPr>
          <p:cNvSpPr>
            <a:spLocks noGrp="1"/>
          </p:cNvSpPr>
          <p:nvPr>
            <p:ph type="body" sz="quarter" idx="10" hasCustomPrompt="1"/>
          </p:nvPr>
        </p:nvSpPr>
        <p:spPr>
          <a:xfrm>
            <a:off x="-8313" y="5218738"/>
            <a:ext cx="12192000" cy="707765"/>
          </a:xfrm>
          <a:prstGeom prst="rect">
            <a:avLst/>
          </a:prstGeom>
        </p:spPr>
        <p:txBody>
          <a:bodyPr/>
          <a:lstStyle>
            <a:lvl1pPr marL="76200" indent="0">
              <a:buNone/>
              <a:defRPr sz="1200" b="0" u="none">
                <a:solidFill>
                  <a:schemeClr val="bg1"/>
                </a:solidFill>
                <a:latin typeface="Barlow"/>
              </a:defRPr>
            </a:lvl1pPr>
          </a:lstStyle>
          <a:p>
            <a:pPr algn="ctr"/>
            <a:r>
              <a:rPr lang="fr-FR" sz="1200"/>
              <a:t>CONTACT </a:t>
            </a:r>
          </a:p>
          <a:p>
            <a:pPr algn="ctr"/>
            <a:r>
              <a:rPr lang="fr-FR" sz="1200"/>
              <a:t>Prénom Nom</a:t>
            </a:r>
          </a:p>
          <a:p>
            <a:pPr algn="ctr"/>
            <a:r>
              <a:rPr lang="fr-FR" sz="1200"/>
              <a:t>Adresse, tél</a:t>
            </a:r>
            <a:endParaRPr lang="fr-FR" sz="1600"/>
          </a:p>
          <a:p>
            <a:pPr lvl="0"/>
            <a:endParaRPr lang="fr-FR"/>
          </a:p>
        </p:txBody>
      </p:sp>
      <p:sp>
        <p:nvSpPr>
          <p:cNvPr id="2" name="Rectangle 1">
            <a:extLst>
              <a:ext uri="{FF2B5EF4-FFF2-40B4-BE49-F238E27FC236}">
                <a16:creationId xmlns:a16="http://schemas.microsoft.com/office/drawing/2014/main" id="{0D74F9E6-CA94-4F5B-9247-714AB37C3368}"/>
              </a:ext>
            </a:extLst>
          </p:cNvPr>
          <p:cNvSpPr/>
          <p:nvPr userDrawn="1"/>
        </p:nvSpPr>
        <p:spPr>
          <a:xfrm flipV="1">
            <a:off x="5093623" y="5092538"/>
            <a:ext cx="2004753" cy="4571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Tree>
    <p:extLst>
      <p:ext uri="{BB962C8B-B14F-4D97-AF65-F5344CB8AC3E}">
        <p14:creationId xmlns:p14="http://schemas.microsoft.com/office/powerpoint/2010/main" val="260183553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17.xml"/><Relationship Id="rId2" Type="http://schemas.openxmlformats.org/officeDocument/2006/relationships/slideLayout" Target="../slideLayouts/slideLayout16.xml"/><Relationship Id="rId1" Type="http://schemas.openxmlformats.org/officeDocument/2006/relationships/slideLayout" Target="../slideLayouts/slideLayout15.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3" Type="http://schemas.openxmlformats.org/officeDocument/2006/relationships/slideLayout" Target="../slideLayouts/slideLayout20.xml"/><Relationship Id="rId7" Type="http://schemas.openxmlformats.org/officeDocument/2006/relationships/image" Target="../media/image5.png"/><Relationship Id="rId2" Type="http://schemas.openxmlformats.org/officeDocument/2006/relationships/slideLayout" Target="../slideLayouts/slideLayout19.xml"/><Relationship Id="rId1" Type="http://schemas.openxmlformats.org/officeDocument/2006/relationships/slideLayout" Target="../slideLayouts/slideLayout18.xml"/><Relationship Id="rId6" Type="http://schemas.openxmlformats.org/officeDocument/2006/relationships/theme" Target="../theme/theme3.xml"/><Relationship Id="rId5" Type="http://schemas.openxmlformats.org/officeDocument/2006/relationships/slideLayout" Target="../slideLayouts/slideLayout22.xml"/><Relationship Id="rId4" Type="http://schemas.openxmlformats.org/officeDocument/2006/relationships/slideLayout" Target="../slideLayouts/slideLayout21.xml"/></Relationships>
</file>

<file path=ppt/slideMasters/_rels/slideMaster4.xml.rels><?xml version="1.0" encoding="UTF-8" standalone="yes"?>
<Relationships xmlns="http://schemas.openxmlformats.org/package/2006/relationships"><Relationship Id="rId3" Type="http://schemas.openxmlformats.org/officeDocument/2006/relationships/theme" Target="../theme/theme4.xml"/><Relationship Id="rId2" Type="http://schemas.openxmlformats.org/officeDocument/2006/relationships/slideLayout" Target="../slideLayouts/slideLayout24.xml"/><Relationship Id="rId1" Type="http://schemas.openxmlformats.org/officeDocument/2006/relationships/slideLayout" Target="../slideLayouts/slideLayout23.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C97500AB-525E-E34C-820E-370900AC2016}"/>
              </a:ext>
            </a:extLst>
          </p:cNvPr>
          <p:cNvSpPr/>
          <p:nvPr userDrawn="1"/>
        </p:nvSpPr>
        <p:spPr>
          <a:xfrm>
            <a:off x="1" y="6595969"/>
            <a:ext cx="12192000" cy="262031"/>
          </a:xfrm>
          <a:prstGeom prst="rect">
            <a:avLst/>
          </a:prstGeom>
          <a:solidFill>
            <a:srgbClr val="0A009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dirty="0"/>
          </a:p>
        </p:txBody>
      </p:sp>
      <p:sp>
        <p:nvSpPr>
          <p:cNvPr id="7" name="Google Shape;32;p6">
            <a:extLst>
              <a:ext uri="{FF2B5EF4-FFF2-40B4-BE49-F238E27FC236}">
                <a16:creationId xmlns:a16="http://schemas.microsoft.com/office/drawing/2014/main" id="{B4891CD4-3824-4F17-BDC6-B3EE5D1F3D67}"/>
              </a:ext>
            </a:extLst>
          </p:cNvPr>
          <p:cNvSpPr txBox="1">
            <a:spLocks noGrp="1"/>
          </p:cNvSpPr>
          <p:nvPr>
            <p:ph type="sldNum" idx="4"/>
          </p:nvPr>
        </p:nvSpPr>
        <p:spPr>
          <a:xfrm>
            <a:off x="11264174" y="6154296"/>
            <a:ext cx="731600" cy="524800"/>
          </a:xfrm>
          <a:prstGeom prst="rect">
            <a:avLst/>
          </a:prstGeom>
          <a:ln>
            <a:noFill/>
          </a:ln>
        </p:spPr>
        <p:txBody>
          <a:bodyPr spcFirstLastPara="1" wrap="square" lIns="0" tIns="0" rIns="0" bIns="0" anchor="ctr" anchorCtr="0">
            <a:noAutofit/>
          </a:bodyPr>
          <a:lstStyle>
            <a:lvl1pPr lvl="0" algn="r" rtl="0">
              <a:buNone/>
              <a:defRPr>
                <a:solidFill>
                  <a:schemeClr val="bg1">
                    <a:lumMod val="50000"/>
                  </a:schemeClr>
                </a:solidFill>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fr-FR" smtClean="0"/>
              <a:pPr/>
              <a:t>‹N°›</a:t>
            </a:fld>
            <a:endParaRPr lang="fr-FR" dirty="0"/>
          </a:p>
        </p:txBody>
      </p:sp>
      <p:pic>
        <p:nvPicPr>
          <p:cNvPr id="10" name="Picture 2">
            <a:extLst>
              <a:ext uri="{FF2B5EF4-FFF2-40B4-BE49-F238E27FC236}">
                <a16:creationId xmlns:a16="http://schemas.microsoft.com/office/drawing/2014/main" id="{B1244A78-D027-704D-B511-597D4F32011A}"/>
              </a:ext>
            </a:extLst>
          </p:cNvPr>
          <p:cNvPicPr>
            <a:picLocks noChangeAspect="1" noChangeArrowheads="1"/>
          </p:cNvPicPr>
          <p:nvPr userDrawn="1"/>
        </p:nvPicPr>
        <p:blipFill>
          <a:blip r:embed="rId16" cstate="print">
            <a:extLst>
              <a:ext uri="{28A0092B-C50C-407E-A947-70E740481C1C}">
                <a14:useLocalDpi xmlns:a14="http://schemas.microsoft.com/office/drawing/2010/main" val="0"/>
              </a:ext>
            </a:extLst>
          </a:blip>
          <a:srcRect/>
          <a:stretch/>
        </p:blipFill>
        <p:spPr bwMode="auto">
          <a:xfrm>
            <a:off x="10309190" y="122549"/>
            <a:ext cx="1757935" cy="896547"/>
          </a:xfrm>
          <a:prstGeom prst="rect">
            <a:avLst/>
          </a:prstGeom>
          <a:noFill/>
          <a:extLst>
            <a:ext uri="{909E8E84-426E-40DD-AFC4-6F175D3DCCD1}">
              <a14:hiddenFill xmlns:a14="http://schemas.microsoft.com/office/drawing/2010/main">
                <a:solidFill>
                  <a:srgbClr val="FFFFFF"/>
                </a:solidFill>
              </a14:hiddenFill>
            </a:ext>
          </a:extLst>
        </p:spPr>
      </p:pic>
      <p:sp>
        <p:nvSpPr>
          <p:cNvPr id="3" name="ZoneTexte 2">
            <a:extLst>
              <a:ext uri="{FF2B5EF4-FFF2-40B4-BE49-F238E27FC236}">
                <a16:creationId xmlns:a16="http://schemas.microsoft.com/office/drawing/2014/main" id="{D7ACA563-1C77-9192-3A1B-BF09E1CD941A}"/>
              </a:ext>
            </a:extLst>
          </p:cNvPr>
          <p:cNvSpPr txBox="1"/>
          <p:nvPr userDrawn="1"/>
        </p:nvSpPr>
        <p:spPr>
          <a:xfrm>
            <a:off x="-26161" y="6588484"/>
            <a:ext cx="6079298" cy="276999"/>
          </a:xfrm>
          <a:prstGeom prst="rect">
            <a:avLst/>
          </a:prstGeom>
          <a:noFill/>
        </p:spPr>
        <p:txBody>
          <a:bodyPr wrap="square">
            <a:spAutoFit/>
          </a:bodyPr>
          <a:lstStyle/>
          <a:p>
            <a:r>
              <a:rPr lang="fr-FR" sz="1200" i="1" dirty="0">
                <a:solidFill>
                  <a:schemeClr val="bg1"/>
                </a:solidFill>
                <a:latin typeface="Montserrat" panose="00000800000000000000" pitchFamily="2" charset="0"/>
              </a:rPr>
              <a:t>v1.3.0.0 – 01/12/2024 </a:t>
            </a:r>
          </a:p>
        </p:txBody>
      </p:sp>
    </p:spTree>
    <p:extLst>
      <p:ext uri="{BB962C8B-B14F-4D97-AF65-F5344CB8AC3E}">
        <p14:creationId xmlns:p14="http://schemas.microsoft.com/office/powerpoint/2010/main" val="545781281"/>
      </p:ext>
    </p:extLst>
  </p:cSld>
  <p:clrMap bg1="lt1" tx1="dk1" bg2="lt2" tx2="dk2" accent1="accent1" accent2="accent2" accent3="accent3" accent4="accent4" accent5="accent5" accent6="accent6" hlink="hlink" folHlink="folHlink"/>
  <p:sldLayoutIdLst>
    <p:sldLayoutId id="2147483764" r:id="rId1"/>
    <p:sldLayoutId id="2147483753" r:id="rId2"/>
    <p:sldLayoutId id="2147483754" r:id="rId3"/>
    <p:sldLayoutId id="2147483763" r:id="rId4"/>
    <p:sldLayoutId id="2147483765" r:id="rId5"/>
    <p:sldLayoutId id="2147483755" r:id="rId6"/>
    <p:sldLayoutId id="2147483756" r:id="rId7"/>
    <p:sldLayoutId id="2147483757" r:id="rId8"/>
    <p:sldLayoutId id="2147483766" r:id="rId9"/>
    <p:sldLayoutId id="2147483767" r:id="rId10"/>
    <p:sldLayoutId id="2147483758" r:id="rId11"/>
    <p:sldLayoutId id="2147483759" r:id="rId12"/>
    <p:sldLayoutId id="2147483760" r:id="rId13"/>
    <p:sldLayoutId id="2147483816" r:id="rId14"/>
  </p:sldLayoutIdLst>
  <p:txStyles>
    <p:titleStyle>
      <a:lvl1pPr algn="l" defTabSz="914400" rtl="0" eaLnBrk="1" latinLnBrk="0" hangingPunct="1">
        <a:lnSpc>
          <a:spcPct val="90000"/>
        </a:lnSpc>
        <a:spcBef>
          <a:spcPct val="0"/>
        </a:spcBef>
        <a:buNone/>
        <a:defRPr sz="4400" kern="1200">
          <a:ln>
            <a:noFill/>
          </a:ln>
          <a:solidFill>
            <a:srgbClr val="5191CC"/>
          </a:solidFill>
          <a:latin typeface="+mj-lt"/>
          <a:ea typeface="+mj-ea"/>
          <a:cs typeface="+mj-cs"/>
        </a:defRPr>
      </a:lvl1pPr>
    </p:titleStyle>
    <p:bodyStyle>
      <a:lvl1pPr marL="533400" marR="0" indent="-457200" algn="l" defTabSz="914400" rtl="0" eaLnBrk="1" fontAlgn="auto" latinLnBrk="0" hangingPunct="1">
        <a:lnSpc>
          <a:spcPct val="115000"/>
        </a:lnSpc>
        <a:spcBef>
          <a:spcPts val="0"/>
        </a:spcBef>
        <a:spcAft>
          <a:spcPts val="0"/>
        </a:spcAft>
        <a:buClr>
          <a:schemeClr val="bg2">
            <a:lumMod val="90000"/>
          </a:schemeClr>
        </a:buClr>
        <a:buSzPts val="2400"/>
        <a:buFont typeface="+mj-lt"/>
        <a:buAutoNum type="arabicPeriod"/>
        <a:tabLst/>
        <a:defRPr sz="16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53982791"/>
      </p:ext>
    </p:extLst>
  </p:cSld>
  <p:clrMap bg1="lt1" tx1="dk1" bg2="lt2" tx2="dk2" accent1="accent1" accent2="accent2" accent3="accent3" accent4="accent4" accent5="accent5" accent6="accent6" hlink="hlink" folHlink="folHlink"/>
  <p:sldLayoutIdLst>
    <p:sldLayoutId id="2147483779" r:id="rId1"/>
    <p:sldLayoutId id="2147483778" r:id="rId2"/>
    <p:sldLayoutId id="2147483775" r:id="rId3"/>
  </p:sldLayoutIdLst>
  <p:txStyles>
    <p:titleStyle>
      <a:lvl1pPr algn="l" defTabSz="914400" rtl="0" eaLnBrk="1" latinLnBrk="0" hangingPunct="1">
        <a:lnSpc>
          <a:spcPct val="90000"/>
        </a:lnSpc>
        <a:spcBef>
          <a:spcPct val="0"/>
        </a:spcBef>
        <a:buNone/>
        <a:defRPr sz="4400" kern="1200">
          <a:ln>
            <a:noFill/>
          </a:ln>
          <a:solidFill>
            <a:srgbClr val="5191CC"/>
          </a:solidFill>
          <a:latin typeface="+mj-lt"/>
          <a:ea typeface="+mj-ea"/>
          <a:cs typeface="+mj-cs"/>
        </a:defRPr>
      </a:lvl1pPr>
    </p:titleStyle>
    <p:bodyStyle>
      <a:lvl1pPr marL="533400" marR="0" indent="-457200" algn="l" defTabSz="914400" rtl="0" eaLnBrk="1" fontAlgn="auto" latinLnBrk="0" hangingPunct="1">
        <a:lnSpc>
          <a:spcPct val="115000"/>
        </a:lnSpc>
        <a:spcBef>
          <a:spcPts val="0"/>
        </a:spcBef>
        <a:spcAft>
          <a:spcPts val="0"/>
        </a:spcAft>
        <a:buClr>
          <a:schemeClr val="bg2">
            <a:lumMod val="90000"/>
          </a:schemeClr>
        </a:buClr>
        <a:buSzPts val="2400"/>
        <a:buFont typeface="+mj-lt"/>
        <a:buAutoNum type="arabicPeriod"/>
        <a:tabLst/>
        <a:defRPr sz="16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27699B8B-A1B0-4142-AC30-102699662AEA}"/>
              </a:ext>
            </a:extLst>
          </p:cNvPr>
          <p:cNvSpPr/>
          <p:nvPr userDrawn="1"/>
        </p:nvSpPr>
        <p:spPr>
          <a:xfrm>
            <a:off x="0" y="0"/>
            <a:ext cx="12192000" cy="6858000"/>
          </a:xfrm>
          <a:prstGeom prst="rect">
            <a:avLst/>
          </a:prstGeom>
          <a:solidFill>
            <a:srgbClr val="0A009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dirty="0"/>
          </a:p>
        </p:txBody>
      </p:sp>
      <p:pic>
        <p:nvPicPr>
          <p:cNvPr id="5" name="Picture 2">
            <a:extLst>
              <a:ext uri="{FF2B5EF4-FFF2-40B4-BE49-F238E27FC236}">
                <a16:creationId xmlns:a16="http://schemas.microsoft.com/office/drawing/2014/main" id="{37D6C13C-99EB-5443-AA85-B2461218A8F0}"/>
              </a:ext>
            </a:extLst>
          </p:cNvPr>
          <p:cNvPicPr>
            <a:picLocks noChangeAspect="1" noChangeArrowheads="1"/>
          </p:cNvPicPr>
          <p:nvPr userDrawn="1"/>
        </p:nvPicPr>
        <p:blipFill>
          <a:blip r:embed="rId7" cstate="print">
            <a:extLst>
              <a:ext uri="{28A0092B-C50C-407E-A947-70E740481C1C}">
                <a14:useLocalDpi xmlns:a14="http://schemas.microsoft.com/office/drawing/2010/main" val="0"/>
              </a:ext>
            </a:extLst>
          </a:blip>
          <a:srcRect/>
          <a:stretch/>
        </p:blipFill>
        <p:spPr bwMode="auto">
          <a:xfrm>
            <a:off x="10309189" y="122549"/>
            <a:ext cx="1757937" cy="89654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772094030"/>
      </p:ext>
    </p:extLst>
  </p:cSld>
  <p:clrMap bg1="lt1" tx1="dk1" bg2="lt2" tx2="dk2" accent1="accent1" accent2="accent2" accent3="accent3" accent4="accent4" accent5="accent5" accent6="accent6" hlink="hlink" folHlink="folHlink"/>
  <p:sldLayoutIdLst>
    <p:sldLayoutId id="2147483751" r:id="rId1"/>
    <p:sldLayoutId id="2147483752" r:id="rId2"/>
    <p:sldLayoutId id="2147483777" r:id="rId3"/>
    <p:sldLayoutId id="2147483761" r:id="rId4"/>
    <p:sldLayoutId id="2147483817" r:id="rId5"/>
  </p:sldLayoutIdLst>
  <p:txStyles>
    <p:titleStyle>
      <a:lvl1pPr algn="l" defTabSz="914400" rtl="0" eaLnBrk="1" latinLnBrk="0" hangingPunct="1">
        <a:lnSpc>
          <a:spcPct val="90000"/>
        </a:lnSpc>
        <a:spcBef>
          <a:spcPct val="0"/>
        </a:spcBef>
        <a:buNone/>
        <a:defRPr sz="4400" kern="1200">
          <a:ln>
            <a:noFill/>
          </a:ln>
          <a:solidFill>
            <a:srgbClr val="5191CC"/>
          </a:solidFill>
          <a:latin typeface="+mj-lt"/>
          <a:ea typeface="+mj-ea"/>
          <a:cs typeface="+mj-cs"/>
        </a:defRPr>
      </a:lvl1pPr>
    </p:titleStyle>
    <p:bodyStyle>
      <a:lvl1pPr marL="533400" marR="0" indent="-457200" algn="l" defTabSz="914400" rtl="0" eaLnBrk="1" fontAlgn="auto" latinLnBrk="0" hangingPunct="1">
        <a:lnSpc>
          <a:spcPct val="115000"/>
        </a:lnSpc>
        <a:spcBef>
          <a:spcPts val="0"/>
        </a:spcBef>
        <a:spcAft>
          <a:spcPts val="0"/>
        </a:spcAft>
        <a:buClr>
          <a:schemeClr val="bg2">
            <a:lumMod val="90000"/>
          </a:schemeClr>
        </a:buClr>
        <a:buSzPts val="2400"/>
        <a:buFont typeface="+mj-lt"/>
        <a:buAutoNum type="arabicPeriod"/>
        <a:tabLst/>
        <a:defRPr sz="16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27699B8B-A1B0-4142-AC30-102699662AEA}"/>
              </a:ext>
            </a:extLst>
          </p:cNvPr>
          <p:cNvSpPr/>
          <p:nvPr userDrawn="1"/>
        </p:nvSpPr>
        <p:spPr>
          <a:xfrm>
            <a:off x="0" y="0"/>
            <a:ext cx="12192000" cy="6858000"/>
          </a:xfrm>
          <a:prstGeom prst="rect">
            <a:avLst/>
          </a:prstGeom>
          <a:solidFill>
            <a:srgbClr val="0A009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dirty="0"/>
          </a:p>
        </p:txBody>
      </p:sp>
    </p:spTree>
    <p:extLst>
      <p:ext uri="{BB962C8B-B14F-4D97-AF65-F5344CB8AC3E}">
        <p14:creationId xmlns:p14="http://schemas.microsoft.com/office/powerpoint/2010/main" val="1496652231"/>
      </p:ext>
    </p:extLst>
  </p:cSld>
  <p:clrMap bg1="lt1" tx1="dk1" bg2="lt2" tx2="dk2" accent1="accent1" accent2="accent2" accent3="accent3" accent4="accent4" accent5="accent5" accent6="accent6" hlink="hlink" folHlink="folHlink"/>
  <p:sldLayoutIdLst>
    <p:sldLayoutId id="2147483814" r:id="rId1"/>
    <p:sldLayoutId id="2147483815" r:id="rId2"/>
  </p:sldLayoutIdLst>
  <p:txStyles>
    <p:titleStyle>
      <a:lvl1pPr algn="l" defTabSz="914400" rtl="0" eaLnBrk="1" latinLnBrk="0" hangingPunct="1">
        <a:lnSpc>
          <a:spcPct val="90000"/>
        </a:lnSpc>
        <a:spcBef>
          <a:spcPct val="0"/>
        </a:spcBef>
        <a:buNone/>
        <a:defRPr sz="4400" kern="1200">
          <a:ln>
            <a:noFill/>
          </a:ln>
          <a:solidFill>
            <a:srgbClr val="5191CC"/>
          </a:solidFill>
          <a:latin typeface="+mj-lt"/>
          <a:ea typeface="+mj-ea"/>
          <a:cs typeface="+mj-cs"/>
        </a:defRPr>
      </a:lvl1pPr>
    </p:titleStyle>
    <p:bodyStyle>
      <a:lvl1pPr marL="533400" marR="0" indent="-457200" algn="l" defTabSz="914400" rtl="0" eaLnBrk="1" fontAlgn="auto" latinLnBrk="0" hangingPunct="1">
        <a:lnSpc>
          <a:spcPct val="115000"/>
        </a:lnSpc>
        <a:spcBef>
          <a:spcPts val="0"/>
        </a:spcBef>
        <a:spcAft>
          <a:spcPts val="0"/>
        </a:spcAft>
        <a:buClr>
          <a:schemeClr val="bg2">
            <a:lumMod val="90000"/>
          </a:schemeClr>
        </a:buClr>
        <a:buSzPts val="2400"/>
        <a:buFont typeface="+mj-lt"/>
        <a:buAutoNum type="arabicPeriod"/>
        <a:tabLst/>
        <a:defRPr sz="16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7.jpg"/><Relationship Id="rId1" Type="http://schemas.openxmlformats.org/officeDocument/2006/relationships/slideLayout" Target="../slideLayouts/slideLayout15.xml"/></Relationships>
</file>

<file path=ppt/slides/_rels/slide2.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Layout" Target="../slideLayouts/slideLayout1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8.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23.xml.rels><?xml version="1.0" encoding="UTF-8" standalone="yes"?>
<Relationships xmlns="http://schemas.openxmlformats.org/package/2006/relationships"><Relationship Id="rId3" Type="http://schemas.openxmlformats.org/officeDocument/2006/relationships/image" Target="../media/image21.png"/><Relationship Id="rId7" Type="http://schemas.openxmlformats.org/officeDocument/2006/relationships/image" Target="../media/image25.png"/><Relationship Id="rId2" Type="http://schemas.openxmlformats.org/officeDocument/2006/relationships/image" Target="../media/image20.png"/><Relationship Id="rId1" Type="http://schemas.openxmlformats.org/officeDocument/2006/relationships/slideLayout" Target="../slideLayouts/slideLayout2.xml"/><Relationship Id="rId6" Type="http://schemas.openxmlformats.org/officeDocument/2006/relationships/image" Target="../media/image24.jpeg"/><Relationship Id="rId5" Type="http://schemas.openxmlformats.org/officeDocument/2006/relationships/image" Target="../media/image23.png"/><Relationship Id="rId4" Type="http://schemas.openxmlformats.org/officeDocument/2006/relationships/image" Target="../media/image22.png"/></Relationships>
</file>

<file path=ppt/slides/_rels/slide24.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2.xml"/><Relationship Id="rId5" Type="http://schemas.openxmlformats.org/officeDocument/2006/relationships/image" Target="../media/image29.png"/><Relationship Id="rId4" Type="http://schemas.openxmlformats.org/officeDocument/2006/relationships/image" Target="../media/image28.png"/></Relationships>
</file>

<file path=ppt/slides/_rels/slide25.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2.xml"/><Relationship Id="rId4" Type="http://schemas.openxmlformats.org/officeDocument/2006/relationships/image" Target="../media/image28.png"/></Relationships>
</file>

<file path=ppt/slides/_rels/slide26.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2.xml"/><Relationship Id="rId5" Type="http://schemas.openxmlformats.org/officeDocument/2006/relationships/image" Target="../media/image30.png"/><Relationship Id="rId4" Type="http://schemas.openxmlformats.org/officeDocument/2006/relationships/image" Target="../media/image28.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28.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3.png"/><Relationship Id="rId1" Type="http://schemas.openxmlformats.org/officeDocument/2006/relationships/slideLayout" Target="../slideLayouts/slideLayout2.xml"/><Relationship Id="rId5" Type="http://schemas.openxmlformats.org/officeDocument/2006/relationships/image" Target="../media/image36.png"/><Relationship Id="rId4" Type="http://schemas.openxmlformats.org/officeDocument/2006/relationships/image" Target="../media/image35.png"/></Relationships>
</file>

<file path=ppt/slides/_rels/slide35.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40.png"/><Relationship Id="rId1" Type="http://schemas.openxmlformats.org/officeDocument/2006/relationships/slideLayout" Target="../slideLayouts/slideLayout2.xml"/><Relationship Id="rId5" Type="http://schemas.openxmlformats.org/officeDocument/2006/relationships/image" Target="../media/image43.png"/><Relationship Id="rId4" Type="http://schemas.openxmlformats.org/officeDocument/2006/relationships/image" Target="../media/image42.png"/></Relationships>
</file>

<file path=ppt/slides/_rels/slide40.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3" name="Espace réservé pour une image  32" descr="Une image contenant ciel nocturne&#10;&#10;Description générée automatiquement">
            <a:extLst>
              <a:ext uri="{FF2B5EF4-FFF2-40B4-BE49-F238E27FC236}">
                <a16:creationId xmlns:a16="http://schemas.microsoft.com/office/drawing/2014/main" id="{C1CD9785-FA38-4882-AC5F-57F169D12DC2}"/>
              </a:ext>
            </a:extLst>
          </p:cNvPr>
          <p:cNvPicPr>
            <a:picLocks noGrp="1" noChangeAspect="1"/>
          </p:cNvPicPr>
          <p:nvPr>
            <p:ph type="pic" sz="quarter" idx="4294967295"/>
          </p:nvPr>
        </p:nvPicPr>
        <p:blipFill>
          <a:blip r:embed="rId2" cstate="print">
            <a:extLst>
              <a:ext uri="{28A0092B-C50C-407E-A947-70E740481C1C}">
                <a14:useLocalDpi xmlns:a14="http://schemas.microsoft.com/office/drawing/2010/main" val="0"/>
              </a:ext>
            </a:extLst>
          </a:blip>
          <a:srcRect t="7813" b="7813"/>
          <a:stretch>
            <a:fillRect/>
          </a:stretch>
        </p:blipFill>
        <p:spPr>
          <a:xfrm>
            <a:off x="0" y="0"/>
            <a:ext cx="12192000" cy="6858000"/>
          </a:xfrm>
          <a:prstGeom prst="rect">
            <a:avLst/>
          </a:prstGeom>
        </p:spPr>
      </p:pic>
      <p:sp>
        <p:nvSpPr>
          <p:cNvPr id="12" name="Rectangle 11">
            <a:extLst>
              <a:ext uri="{FF2B5EF4-FFF2-40B4-BE49-F238E27FC236}">
                <a16:creationId xmlns:a16="http://schemas.microsoft.com/office/drawing/2014/main" id="{3D32FE82-AEA6-4A55-856E-579EDD1B10D4}"/>
              </a:ext>
            </a:extLst>
          </p:cNvPr>
          <p:cNvSpPr/>
          <p:nvPr/>
        </p:nvSpPr>
        <p:spPr>
          <a:xfrm>
            <a:off x="1882816" y="2723609"/>
            <a:ext cx="8426369" cy="1533099"/>
          </a:xfrm>
          <a:prstGeom prst="rect">
            <a:avLst/>
          </a:prstGeom>
          <a:solidFill>
            <a:srgbClr val="FFFFFF">
              <a:alpha val="69804"/>
            </a:srgbClr>
          </a:solidFill>
          <a:ln w="381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3" name="Titre 1">
            <a:extLst>
              <a:ext uri="{FF2B5EF4-FFF2-40B4-BE49-F238E27FC236}">
                <a16:creationId xmlns:a16="http://schemas.microsoft.com/office/drawing/2014/main" id="{2C288DE0-F2FB-40D1-8E75-A68B7E38637B}"/>
              </a:ext>
            </a:extLst>
          </p:cNvPr>
          <p:cNvSpPr txBox="1">
            <a:spLocks/>
          </p:cNvSpPr>
          <p:nvPr/>
        </p:nvSpPr>
        <p:spPr>
          <a:xfrm>
            <a:off x="1882815" y="2747751"/>
            <a:ext cx="8426369" cy="1533099"/>
          </a:xfrm>
          <a:prstGeom prst="rect">
            <a:avLst/>
          </a:prstGeom>
          <a:noFill/>
        </p:spPr>
        <p:txBody>
          <a:bodyPr>
            <a:noAutofit/>
          </a:bodyPr>
          <a:lstStyle>
            <a:lvl1pPr algn="ctr" defTabSz="914400" rtl="0" eaLnBrk="1" latinLnBrk="0" hangingPunct="1">
              <a:lnSpc>
                <a:spcPct val="90000"/>
              </a:lnSpc>
              <a:spcBef>
                <a:spcPct val="0"/>
              </a:spcBef>
              <a:buNone/>
              <a:defRPr sz="4400" b="1" kern="1200">
                <a:ln>
                  <a:noFill/>
                </a:ln>
                <a:solidFill>
                  <a:schemeClr val="bg1"/>
                </a:solidFill>
                <a:latin typeface="+mn-lt"/>
                <a:ea typeface="+mj-ea"/>
                <a:cs typeface="+mj-cs"/>
              </a:defRPr>
            </a:lvl1pPr>
          </a:lstStyle>
          <a:p>
            <a:r>
              <a:rPr lang="fr-FR" sz="4000" dirty="0">
                <a:solidFill>
                  <a:srgbClr val="0A0096"/>
                </a:solidFill>
                <a:latin typeface="Montserrat" panose="00000800000000000000" pitchFamily="2" charset="0"/>
              </a:rPr>
              <a:t>Publication Suivi Compétition</a:t>
            </a:r>
          </a:p>
          <a:p>
            <a:r>
              <a:rPr lang="fr-FR" sz="3200" i="1" dirty="0">
                <a:solidFill>
                  <a:srgbClr val="0A0096"/>
                </a:solidFill>
                <a:latin typeface="Montserrat" panose="00000800000000000000" pitchFamily="2" charset="0"/>
              </a:rPr>
              <a:t>Manuel d’utilisation</a:t>
            </a:r>
          </a:p>
          <a:p>
            <a:r>
              <a:rPr lang="fr-FR" sz="2400" i="1" dirty="0">
                <a:solidFill>
                  <a:srgbClr val="0A0096"/>
                </a:solidFill>
                <a:latin typeface="Montserrat" panose="00000800000000000000" pitchFamily="2" charset="0"/>
              </a:rPr>
              <a:t>V1.3.0.0 – 01/12/2024 </a:t>
            </a:r>
          </a:p>
        </p:txBody>
      </p:sp>
      <p:pic>
        <p:nvPicPr>
          <p:cNvPr id="6" name="Picture 2">
            <a:extLst>
              <a:ext uri="{FF2B5EF4-FFF2-40B4-BE49-F238E27FC236}">
                <a16:creationId xmlns:a16="http://schemas.microsoft.com/office/drawing/2014/main" id="{7078E40A-6D3C-F947-AB65-EDFB398C3466}"/>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p:blipFill>
        <p:spPr bwMode="auto">
          <a:xfrm>
            <a:off x="10309189" y="122549"/>
            <a:ext cx="1757937" cy="89654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5754013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Espace réservé pour une image  4">
            <a:extLst>
              <a:ext uri="{FF2B5EF4-FFF2-40B4-BE49-F238E27FC236}">
                <a16:creationId xmlns:a16="http://schemas.microsoft.com/office/drawing/2014/main" id="{B6C45F69-FDBB-463E-9DE0-1A12DDC8F185}"/>
              </a:ext>
            </a:extLst>
          </p:cNvPr>
          <p:cNvPicPr>
            <a:picLocks noGrp="1" noChangeAspect="1"/>
          </p:cNvPicPr>
          <p:nvPr>
            <p:ph type="pic" sz="quarter" idx="15"/>
          </p:nvPr>
        </p:nvPicPr>
        <p:blipFill rotWithShape="1">
          <a:blip r:embed="rId2" cstate="print">
            <a:extLst>
              <a:ext uri="{28A0092B-C50C-407E-A947-70E740481C1C}">
                <a14:useLocalDpi xmlns:a14="http://schemas.microsoft.com/office/drawing/2010/main" val="0"/>
              </a:ext>
            </a:extLst>
          </a:blip>
          <a:srcRect l="12711" r="12711"/>
          <a:stretch/>
        </p:blipFill>
        <p:spPr/>
      </p:pic>
      <p:sp>
        <p:nvSpPr>
          <p:cNvPr id="12" name="Espace réservé du texte 11">
            <a:extLst>
              <a:ext uri="{FF2B5EF4-FFF2-40B4-BE49-F238E27FC236}">
                <a16:creationId xmlns:a16="http://schemas.microsoft.com/office/drawing/2014/main" id="{8EB29456-1DEE-495F-8839-B430D09DFC5F}"/>
              </a:ext>
            </a:extLst>
          </p:cNvPr>
          <p:cNvSpPr>
            <a:spLocks noGrp="1"/>
          </p:cNvSpPr>
          <p:nvPr>
            <p:ph type="body" idx="16"/>
          </p:nvPr>
        </p:nvSpPr>
        <p:spPr/>
        <p:txBody>
          <a:bodyPr/>
          <a:lstStyle/>
          <a:p>
            <a:r>
              <a:rPr lang="fr-FR" dirty="0"/>
              <a:t>01</a:t>
            </a:r>
          </a:p>
        </p:txBody>
      </p:sp>
      <p:sp>
        <p:nvSpPr>
          <p:cNvPr id="13" name="Espace réservé du texte 12">
            <a:extLst>
              <a:ext uri="{FF2B5EF4-FFF2-40B4-BE49-F238E27FC236}">
                <a16:creationId xmlns:a16="http://schemas.microsoft.com/office/drawing/2014/main" id="{3F4D0747-7C2F-42CD-AE36-42F3281DE445}"/>
              </a:ext>
            </a:extLst>
          </p:cNvPr>
          <p:cNvSpPr>
            <a:spLocks noGrp="1"/>
          </p:cNvSpPr>
          <p:nvPr>
            <p:ph type="body" idx="17"/>
          </p:nvPr>
        </p:nvSpPr>
        <p:spPr/>
        <p:txBody>
          <a:bodyPr/>
          <a:lstStyle/>
          <a:p>
            <a:r>
              <a:rPr lang="fr-FR" dirty="0"/>
              <a:t>Ecrans &amp; fonctionnalités</a:t>
            </a:r>
          </a:p>
          <a:p>
            <a:r>
              <a:rPr lang="fr-FR" sz="1400" b="0" dirty="0"/>
              <a:t>Description des différents écrans et fonctions</a:t>
            </a:r>
          </a:p>
        </p:txBody>
      </p:sp>
      <p:sp>
        <p:nvSpPr>
          <p:cNvPr id="14" name="Espace réservé du texte 13">
            <a:extLst>
              <a:ext uri="{FF2B5EF4-FFF2-40B4-BE49-F238E27FC236}">
                <a16:creationId xmlns:a16="http://schemas.microsoft.com/office/drawing/2014/main" id="{02FB8E2F-FE0C-48C3-B556-BB42CC135670}"/>
              </a:ext>
            </a:extLst>
          </p:cNvPr>
          <p:cNvSpPr>
            <a:spLocks noGrp="1"/>
          </p:cNvSpPr>
          <p:nvPr>
            <p:ph type="body" idx="18"/>
          </p:nvPr>
        </p:nvSpPr>
        <p:spPr/>
        <p:txBody>
          <a:bodyPr/>
          <a:lstStyle/>
          <a:p>
            <a:r>
              <a:rPr lang="fr-FR" dirty="0"/>
              <a:t>02</a:t>
            </a:r>
          </a:p>
        </p:txBody>
      </p:sp>
      <p:sp>
        <p:nvSpPr>
          <p:cNvPr id="15" name="Espace réservé du texte 14">
            <a:extLst>
              <a:ext uri="{FF2B5EF4-FFF2-40B4-BE49-F238E27FC236}">
                <a16:creationId xmlns:a16="http://schemas.microsoft.com/office/drawing/2014/main" id="{12917C18-BFCF-4CCA-8469-51D9CFA4FE44}"/>
              </a:ext>
            </a:extLst>
          </p:cNvPr>
          <p:cNvSpPr>
            <a:spLocks noGrp="1"/>
          </p:cNvSpPr>
          <p:nvPr>
            <p:ph type="body" idx="19"/>
          </p:nvPr>
        </p:nvSpPr>
        <p:spPr/>
        <p:txBody>
          <a:bodyPr/>
          <a:lstStyle/>
          <a:p>
            <a:r>
              <a:rPr lang="fr-FR" dirty="0"/>
              <a:t>Mise en œuvre</a:t>
            </a:r>
          </a:p>
          <a:p>
            <a:r>
              <a:rPr lang="fr-FR" sz="1400" b="0" dirty="0"/>
              <a:t>Mise en œuvre des cas d’usage simple</a:t>
            </a:r>
          </a:p>
        </p:txBody>
      </p:sp>
      <p:sp>
        <p:nvSpPr>
          <p:cNvPr id="16" name="Espace réservé du texte 15">
            <a:extLst>
              <a:ext uri="{FF2B5EF4-FFF2-40B4-BE49-F238E27FC236}">
                <a16:creationId xmlns:a16="http://schemas.microsoft.com/office/drawing/2014/main" id="{05DEB939-C60C-4A5D-B993-E4AB1732A3D7}"/>
              </a:ext>
            </a:extLst>
          </p:cNvPr>
          <p:cNvSpPr>
            <a:spLocks noGrp="1"/>
          </p:cNvSpPr>
          <p:nvPr>
            <p:ph type="body" idx="20"/>
          </p:nvPr>
        </p:nvSpPr>
        <p:spPr/>
        <p:txBody>
          <a:bodyPr/>
          <a:lstStyle/>
          <a:p>
            <a:r>
              <a:rPr lang="fr-FR" dirty="0"/>
              <a:t>03</a:t>
            </a:r>
          </a:p>
        </p:txBody>
      </p:sp>
      <p:sp>
        <p:nvSpPr>
          <p:cNvPr id="17" name="Espace réservé du texte 16">
            <a:extLst>
              <a:ext uri="{FF2B5EF4-FFF2-40B4-BE49-F238E27FC236}">
                <a16:creationId xmlns:a16="http://schemas.microsoft.com/office/drawing/2014/main" id="{E68B9AFF-69F1-42FC-8E73-EE80452757E1}"/>
              </a:ext>
            </a:extLst>
          </p:cNvPr>
          <p:cNvSpPr>
            <a:spLocks noGrp="1"/>
          </p:cNvSpPr>
          <p:nvPr>
            <p:ph type="body" idx="21"/>
          </p:nvPr>
        </p:nvSpPr>
        <p:spPr/>
        <p:txBody>
          <a:bodyPr/>
          <a:lstStyle/>
          <a:p>
            <a:r>
              <a:rPr lang="fr-FR" dirty="0"/>
              <a:t>Dépannage</a:t>
            </a:r>
          </a:p>
          <a:p>
            <a:r>
              <a:rPr lang="fr-FR" sz="1400" b="0" dirty="0"/>
              <a:t>Aide au diagnostique et à la résolution des problèmes courants</a:t>
            </a:r>
          </a:p>
        </p:txBody>
      </p:sp>
      <p:sp>
        <p:nvSpPr>
          <p:cNvPr id="18" name="Espace réservé du texte 17">
            <a:extLst>
              <a:ext uri="{FF2B5EF4-FFF2-40B4-BE49-F238E27FC236}">
                <a16:creationId xmlns:a16="http://schemas.microsoft.com/office/drawing/2014/main" id="{8ED88D73-8A43-4E2A-B753-71F5F6D56CA9}"/>
              </a:ext>
            </a:extLst>
          </p:cNvPr>
          <p:cNvSpPr>
            <a:spLocks noGrp="1"/>
          </p:cNvSpPr>
          <p:nvPr>
            <p:ph type="body" idx="22"/>
          </p:nvPr>
        </p:nvSpPr>
        <p:spPr/>
        <p:txBody>
          <a:bodyPr/>
          <a:lstStyle/>
          <a:p>
            <a:r>
              <a:rPr lang="fr-FR" dirty="0"/>
              <a:t>04</a:t>
            </a:r>
          </a:p>
        </p:txBody>
      </p:sp>
      <p:sp>
        <p:nvSpPr>
          <p:cNvPr id="11" name="Rectangle 10">
            <a:extLst>
              <a:ext uri="{FF2B5EF4-FFF2-40B4-BE49-F238E27FC236}">
                <a16:creationId xmlns:a16="http://schemas.microsoft.com/office/drawing/2014/main" id="{17913BD2-1629-4C37-B849-A93B697D5949}"/>
              </a:ext>
            </a:extLst>
          </p:cNvPr>
          <p:cNvSpPr/>
          <p:nvPr/>
        </p:nvSpPr>
        <p:spPr>
          <a:xfrm>
            <a:off x="2832983" y="0"/>
            <a:ext cx="86441" cy="2146157"/>
          </a:xfrm>
          <a:prstGeom prst="rect">
            <a:avLst/>
          </a:prstGeom>
          <a:solidFill>
            <a:srgbClr val="E6332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0" name="Espace réservé du texte 19">
            <a:extLst>
              <a:ext uri="{FF2B5EF4-FFF2-40B4-BE49-F238E27FC236}">
                <a16:creationId xmlns:a16="http://schemas.microsoft.com/office/drawing/2014/main" id="{16671DCD-C41D-45AE-B02D-B07B1855705D}"/>
              </a:ext>
            </a:extLst>
          </p:cNvPr>
          <p:cNvSpPr>
            <a:spLocks noGrp="1"/>
          </p:cNvSpPr>
          <p:nvPr>
            <p:ph type="body" idx="1"/>
          </p:nvPr>
        </p:nvSpPr>
        <p:spPr/>
        <p:txBody>
          <a:bodyPr/>
          <a:lstStyle/>
          <a:p>
            <a:r>
              <a:rPr lang="fr-FR" dirty="0"/>
              <a:t>Description générale</a:t>
            </a:r>
          </a:p>
          <a:p>
            <a:r>
              <a:rPr lang="fr-FR" sz="1400" b="0" dirty="0"/>
              <a:t>Description du logiciel et des ses fonctionnalités</a:t>
            </a:r>
          </a:p>
        </p:txBody>
      </p:sp>
    </p:spTree>
    <p:extLst>
      <p:ext uri="{BB962C8B-B14F-4D97-AF65-F5344CB8AC3E}">
        <p14:creationId xmlns:p14="http://schemas.microsoft.com/office/powerpoint/2010/main" val="371067394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re 3">
            <a:extLst>
              <a:ext uri="{FF2B5EF4-FFF2-40B4-BE49-F238E27FC236}">
                <a16:creationId xmlns:a16="http://schemas.microsoft.com/office/drawing/2014/main" id="{5AB25890-5D2B-8A4F-90E1-E25E94E888E5}"/>
              </a:ext>
            </a:extLst>
          </p:cNvPr>
          <p:cNvSpPr>
            <a:spLocks noGrp="1"/>
          </p:cNvSpPr>
          <p:nvPr>
            <p:ph type="title"/>
          </p:nvPr>
        </p:nvSpPr>
        <p:spPr>
          <a:prstGeom prst="rect">
            <a:avLst/>
          </a:prstGeom>
        </p:spPr>
        <p:txBody>
          <a:bodyPr/>
          <a:lstStyle/>
          <a:p>
            <a:r>
              <a:rPr lang="fr-FR" dirty="0"/>
              <a:t>Description générale</a:t>
            </a:r>
          </a:p>
        </p:txBody>
      </p:sp>
      <p:sp>
        <p:nvSpPr>
          <p:cNvPr id="5" name="Espace réservé du contenu 4">
            <a:extLst>
              <a:ext uri="{FF2B5EF4-FFF2-40B4-BE49-F238E27FC236}">
                <a16:creationId xmlns:a16="http://schemas.microsoft.com/office/drawing/2014/main" id="{24F509AC-E712-3C45-AAC9-0BA6E5C35D4B}"/>
              </a:ext>
            </a:extLst>
          </p:cNvPr>
          <p:cNvSpPr>
            <a:spLocks noGrp="1"/>
          </p:cNvSpPr>
          <p:nvPr>
            <p:ph sz="half" idx="1"/>
          </p:nvPr>
        </p:nvSpPr>
        <p:spPr>
          <a:prstGeom prst="rect">
            <a:avLst/>
          </a:prstGeom>
        </p:spPr>
        <p:txBody>
          <a:bodyPr/>
          <a:lstStyle/>
          <a:p>
            <a:r>
              <a:rPr lang="fr-FR" b="0" dirty="0"/>
              <a:t>Description du logiciel et des ses fonctionnalités</a:t>
            </a:r>
          </a:p>
        </p:txBody>
      </p:sp>
      <p:sp>
        <p:nvSpPr>
          <p:cNvPr id="2" name="Espace réservé du texte 1"/>
          <p:cNvSpPr>
            <a:spLocks noGrp="1"/>
          </p:cNvSpPr>
          <p:nvPr>
            <p:ph type="body" sz="quarter" idx="10"/>
          </p:nvPr>
        </p:nvSpPr>
        <p:spPr/>
        <p:txBody>
          <a:bodyPr/>
          <a:lstStyle/>
          <a:p>
            <a:r>
              <a:rPr lang="fr-FR" dirty="0"/>
              <a:t>1</a:t>
            </a:r>
          </a:p>
        </p:txBody>
      </p:sp>
    </p:spTree>
    <p:extLst>
      <p:ext uri="{BB962C8B-B14F-4D97-AF65-F5344CB8AC3E}">
        <p14:creationId xmlns:p14="http://schemas.microsoft.com/office/powerpoint/2010/main" val="361585499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A88D8815-1B88-49CE-A8D4-493301311559}"/>
              </a:ext>
            </a:extLst>
          </p:cNvPr>
          <p:cNvSpPr>
            <a:spLocks noGrp="1"/>
          </p:cNvSpPr>
          <p:nvPr>
            <p:ph type="title"/>
          </p:nvPr>
        </p:nvSpPr>
        <p:spPr/>
        <p:txBody>
          <a:bodyPr/>
          <a:lstStyle/>
          <a:p>
            <a:r>
              <a:rPr lang="fr-FR" dirty="0"/>
              <a:t>Aperçu du logiciel</a:t>
            </a:r>
          </a:p>
        </p:txBody>
      </p:sp>
      <p:sp>
        <p:nvSpPr>
          <p:cNvPr id="3" name="Espace réservé du texte 2">
            <a:extLst>
              <a:ext uri="{FF2B5EF4-FFF2-40B4-BE49-F238E27FC236}">
                <a16:creationId xmlns:a16="http://schemas.microsoft.com/office/drawing/2014/main" id="{A6981134-79F2-4F1B-B9B0-7A097FBC5689}"/>
              </a:ext>
            </a:extLst>
          </p:cNvPr>
          <p:cNvSpPr>
            <a:spLocks noGrp="1"/>
          </p:cNvSpPr>
          <p:nvPr>
            <p:ph type="body" idx="1"/>
          </p:nvPr>
        </p:nvSpPr>
        <p:spPr/>
        <p:txBody>
          <a:bodyPr/>
          <a:lstStyle/>
          <a:p>
            <a:r>
              <a:rPr lang="fr-FR" sz="1600" dirty="0"/>
              <a:t>Le logiciel est un composant de la solution de gestion de compétition « Gestion de compétition 2.0 » de France Judo. Il permet de générer un site web permettant au public, aux coachs de suivre le déroulement d’une compétition gérée par « Gestion de compétition 2.0 » depuis un Smartphone, une tablette ou un ordinateur.</a:t>
            </a:r>
          </a:p>
          <a:p>
            <a:r>
              <a:rPr lang="fr-FR" sz="1600" dirty="0"/>
              <a:t>Le site web peut être publié sur le réseau local du site de la compétition (s’il est disponible) ou sur Internet, soit sur un site spécifique, soit sur le serveur fédéral « ftp.ffjudo.com ».</a:t>
            </a:r>
          </a:p>
          <a:p>
            <a:r>
              <a:rPr lang="fr-FR" sz="1600" dirty="0"/>
              <a:t>« </a:t>
            </a:r>
            <a:r>
              <a:rPr lang="fr-FR" sz="1600" dirty="0" err="1"/>
              <a:t>PublicationSuiviCompetition</a:t>
            </a:r>
            <a:r>
              <a:rPr lang="fr-FR" sz="1600" dirty="0"/>
              <a:t> » supporte différents types de compétitions (Equipe, Individuelle, Shiai) et différentes formules de rencontres (Tableaux, Poules).</a:t>
            </a:r>
          </a:p>
          <a:p>
            <a:pPr marL="101598" indent="0">
              <a:buNone/>
            </a:pPr>
            <a:endParaRPr lang="fr-FR" sz="1600" b="1" dirty="0"/>
          </a:p>
          <a:p>
            <a:pPr marL="101598" indent="0">
              <a:buNone/>
            </a:pPr>
            <a:r>
              <a:rPr lang="fr-FR" sz="1600" b="1" dirty="0"/>
              <a:t>Notes</a:t>
            </a:r>
            <a:r>
              <a:rPr lang="fr-FR" sz="1600" dirty="0"/>
              <a:t>:</a:t>
            </a:r>
          </a:p>
          <a:p>
            <a:r>
              <a:rPr lang="fr-FR" sz="1600" i="1" dirty="0"/>
              <a:t>« </a:t>
            </a:r>
            <a:r>
              <a:rPr lang="fr-FR" sz="1600" i="1" dirty="0" err="1"/>
              <a:t>PublicationSuiviCompetition</a:t>
            </a:r>
            <a:r>
              <a:rPr lang="fr-FR" sz="1600" i="1" dirty="0"/>
              <a:t> » nécessite d’être connecté à une instance de « Gestion de compétition 2.0 » exécutant le déroulement de la compétition.</a:t>
            </a:r>
          </a:p>
          <a:p>
            <a:r>
              <a:rPr lang="fr-FR" sz="1600" i="1" dirty="0"/>
              <a:t>La publication sur Internet nécessite de disposer d’un compte auprès d’un hébergeur comme Free, Orange, etc.</a:t>
            </a:r>
          </a:p>
          <a:p>
            <a:endParaRPr lang="fr-FR" sz="1800" dirty="0"/>
          </a:p>
          <a:p>
            <a:pPr lvl="1"/>
            <a:endParaRPr lang="fr-FR" dirty="0"/>
          </a:p>
        </p:txBody>
      </p:sp>
      <p:sp>
        <p:nvSpPr>
          <p:cNvPr id="4" name="Espace réservé du texte 3">
            <a:extLst>
              <a:ext uri="{FF2B5EF4-FFF2-40B4-BE49-F238E27FC236}">
                <a16:creationId xmlns:a16="http://schemas.microsoft.com/office/drawing/2014/main" id="{B0B6AACD-756F-43A0-96F5-4F25AEF45CB2}"/>
              </a:ext>
            </a:extLst>
          </p:cNvPr>
          <p:cNvSpPr>
            <a:spLocks noGrp="1"/>
          </p:cNvSpPr>
          <p:nvPr>
            <p:ph type="body" sz="quarter" idx="15"/>
          </p:nvPr>
        </p:nvSpPr>
        <p:spPr/>
        <p:txBody>
          <a:bodyPr/>
          <a:lstStyle/>
          <a:p>
            <a:r>
              <a:rPr lang="fr-FR" dirty="0"/>
              <a:t>Description générale</a:t>
            </a:r>
          </a:p>
        </p:txBody>
      </p:sp>
    </p:spTree>
    <p:extLst>
      <p:ext uri="{BB962C8B-B14F-4D97-AF65-F5344CB8AC3E}">
        <p14:creationId xmlns:p14="http://schemas.microsoft.com/office/powerpoint/2010/main" val="102001821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p:txBody>
          <a:bodyPr/>
          <a:lstStyle/>
          <a:p>
            <a:r>
              <a:rPr lang="fr-FR" dirty="0"/>
              <a:t>Configuration nécessaire</a:t>
            </a:r>
          </a:p>
        </p:txBody>
      </p:sp>
      <p:sp>
        <p:nvSpPr>
          <p:cNvPr id="3" name="Espace réservé du texte 2">
            <a:extLst>
              <a:ext uri="{FF2B5EF4-FFF2-40B4-BE49-F238E27FC236}">
                <a16:creationId xmlns:a16="http://schemas.microsoft.com/office/drawing/2014/main" id="{697918DB-A234-7002-388D-E181D0CF7603}"/>
              </a:ext>
            </a:extLst>
          </p:cNvPr>
          <p:cNvSpPr>
            <a:spLocks noGrp="1"/>
          </p:cNvSpPr>
          <p:nvPr>
            <p:ph type="body" idx="1"/>
          </p:nvPr>
        </p:nvSpPr>
        <p:spPr>
          <a:xfrm>
            <a:off x="422693" y="1858076"/>
            <a:ext cx="11369615" cy="3887116"/>
          </a:xfrm>
        </p:spPr>
        <p:txBody>
          <a:bodyPr/>
          <a:lstStyle/>
          <a:p>
            <a:r>
              <a:rPr lang="fr-FR" dirty="0"/>
              <a:t>Un poste de type PC équipé de Windows 10 ou supérieur avec au moins 6Go de RAM, un processeur i5 ou supérieur et aux moins 5Go d’espace disque disponible</a:t>
            </a:r>
            <a:r>
              <a:rPr lang="fr-FR" baseline="30000" dirty="0"/>
              <a:t>(*)</a:t>
            </a:r>
            <a:r>
              <a:rPr lang="fr-FR" dirty="0"/>
              <a:t>.</a:t>
            </a:r>
          </a:p>
          <a:p>
            <a:r>
              <a:rPr lang="fr-FR" dirty="0"/>
              <a:t>Le logiciel « Gestion de compétition 2.0 » doit être installé soit sur le même PC soit sur un autre PC mais joignable par le réseau, avec une version compatible</a:t>
            </a:r>
            <a:r>
              <a:rPr lang="fr-FR" baseline="30000" dirty="0"/>
              <a:t>(**)</a:t>
            </a:r>
            <a:r>
              <a:rPr lang="fr-FR" dirty="0"/>
              <a:t>.</a:t>
            </a:r>
          </a:p>
          <a:p>
            <a:r>
              <a:rPr lang="fr-FR" dirty="0"/>
              <a:t>Pour utiliser la fonction de publication locale, le PC exécutant « </a:t>
            </a:r>
            <a:r>
              <a:rPr lang="fr-FR" dirty="0" err="1"/>
              <a:t>PublicationSuiviCompetition</a:t>
            </a:r>
            <a:r>
              <a:rPr lang="fr-FR" dirty="0"/>
              <a:t> » doit être connecté au réseau local du site de la compétition.</a:t>
            </a:r>
          </a:p>
          <a:p>
            <a:r>
              <a:rPr lang="fr-FR" dirty="0"/>
              <a:t>Pour utiliser la fonction de publication à distance:</a:t>
            </a:r>
          </a:p>
          <a:p>
            <a:pPr lvl="1"/>
            <a:r>
              <a:rPr lang="fr-FR" sz="1800" dirty="0">
                <a:latin typeface="Barlow" panose="00000500000000000000" pitchFamily="2" charset="0"/>
              </a:rPr>
              <a:t>le PC exécutant « </a:t>
            </a:r>
            <a:r>
              <a:rPr lang="fr-FR" sz="1800" dirty="0" err="1">
                <a:latin typeface="Barlow" panose="00000500000000000000" pitchFamily="2" charset="0"/>
              </a:rPr>
              <a:t>PublicationSuiviCompetition</a:t>
            </a:r>
            <a:r>
              <a:rPr lang="fr-FR" sz="1800" dirty="0">
                <a:latin typeface="Barlow" panose="00000500000000000000" pitchFamily="2" charset="0"/>
              </a:rPr>
              <a:t> » doit être avoir accès à Internet.</a:t>
            </a:r>
          </a:p>
          <a:p>
            <a:pPr lvl="1"/>
            <a:r>
              <a:rPr lang="fr-FR" sz="1800" dirty="0">
                <a:latin typeface="Barlow" panose="00000500000000000000" pitchFamily="2" charset="0"/>
              </a:rPr>
              <a:t>Vous devez disposer d’un compte avec accès FTP auprès de votre fournisseur Internet OU vous disposez du mot de passe pour publier sur le site France Judo.</a:t>
            </a:r>
          </a:p>
          <a:p>
            <a:pPr lvl="1"/>
            <a:endParaRPr lang="fr-FR" sz="1800" dirty="0">
              <a:latin typeface="Barlow" panose="00000500000000000000" pitchFamily="2" charset="0"/>
            </a:endParaRPr>
          </a:p>
          <a:p>
            <a:pPr lvl="1"/>
            <a:endParaRPr lang="fr-FR" dirty="0"/>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dirty="0"/>
              <a:t>Description générale</a:t>
            </a:r>
          </a:p>
        </p:txBody>
      </p:sp>
      <p:sp>
        <p:nvSpPr>
          <p:cNvPr id="5" name="Espace réservé du texte 2">
            <a:extLst>
              <a:ext uri="{FF2B5EF4-FFF2-40B4-BE49-F238E27FC236}">
                <a16:creationId xmlns:a16="http://schemas.microsoft.com/office/drawing/2014/main" id="{7EC21768-606A-3380-D673-5D5D70E3C60D}"/>
              </a:ext>
            </a:extLst>
          </p:cNvPr>
          <p:cNvSpPr txBox="1">
            <a:spLocks/>
          </p:cNvSpPr>
          <p:nvPr/>
        </p:nvSpPr>
        <p:spPr>
          <a:xfrm>
            <a:off x="-1" y="5745192"/>
            <a:ext cx="12042475" cy="848132"/>
          </a:xfrm>
          <a:prstGeom prst="rect">
            <a:avLst/>
          </a:prstGeom>
        </p:spPr>
        <p:txBody>
          <a:bodyPr spcFirstLastPara="1" wrap="square" lIns="0" tIns="0" rIns="0" bIns="0" anchor="t" anchorCtr="0">
            <a:noAutofit/>
          </a:bodyPr>
          <a:lstStyle>
            <a:lvl1pPr marL="609585" marR="0" lvl="0" indent="-507987" algn="l" defTabSz="914400" rtl="0" eaLnBrk="1" fontAlgn="auto" latinLnBrk="0" hangingPunct="1">
              <a:lnSpc>
                <a:spcPct val="115000"/>
              </a:lnSpc>
              <a:spcBef>
                <a:spcPts val="0"/>
              </a:spcBef>
              <a:spcAft>
                <a:spcPts val="0"/>
              </a:spcAft>
              <a:buClr>
                <a:schemeClr val="tx1">
                  <a:lumMod val="50000"/>
                  <a:lumOff val="50000"/>
                </a:schemeClr>
              </a:buClr>
              <a:buSzPts val="2400"/>
              <a:buFont typeface="Inria Sans Light"/>
              <a:buChar char="▸"/>
              <a:tabLst/>
              <a:defRPr sz="2000" kern="1200">
                <a:solidFill>
                  <a:schemeClr val="tx1">
                    <a:lumMod val="85000"/>
                    <a:lumOff val="15000"/>
                  </a:schemeClr>
                </a:solidFill>
                <a:latin typeface="Barlow"/>
                <a:ea typeface="+mn-ea"/>
                <a:cs typeface="+mn-cs"/>
              </a:defRPr>
            </a:lvl1pPr>
            <a:lvl2pPr marL="1219170" lvl="1" indent="-507987" algn="l" defTabSz="914400" rtl="0" eaLnBrk="1" latinLnBrk="0" hangingPunct="1">
              <a:lnSpc>
                <a:spcPct val="90000"/>
              </a:lnSpc>
              <a:spcBef>
                <a:spcPts val="800"/>
              </a:spcBef>
              <a:spcAft>
                <a:spcPts val="0"/>
              </a:spcAft>
              <a:buSzPts val="2400"/>
              <a:buFont typeface="Arial" panose="020B0604020202020204" pitchFamily="34" charset="0"/>
              <a:buChar char="▹"/>
              <a:defRPr sz="2400" kern="1200">
                <a:solidFill>
                  <a:schemeClr val="tx1"/>
                </a:solidFill>
                <a:latin typeface="+mn-lt"/>
                <a:ea typeface="+mn-ea"/>
                <a:cs typeface="+mn-cs"/>
              </a:defRPr>
            </a:lvl2pPr>
            <a:lvl3pPr marL="1828754" lvl="2" indent="-507987" algn="l" defTabSz="914400" rtl="0" eaLnBrk="1" latinLnBrk="0" hangingPunct="1">
              <a:lnSpc>
                <a:spcPct val="90000"/>
              </a:lnSpc>
              <a:spcBef>
                <a:spcPts val="800"/>
              </a:spcBef>
              <a:spcAft>
                <a:spcPts val="0"/>
              </a:spcAft>
              <a:buSzPts val="2400"/>
              <a:buFont typeface="Arial" panose="020B0604020202020204" pitchFamily="34" charset="0"/>
              <a:buChar char="■"/>
              <a:defRPr sz="2000" kern="1200">
                <a:solidFill>
                  <a:schemeClr val="tx1"/>
                </a:solidFill>
                <a:latin typeface="+mn-lt"/>
                <a:ea typeface="+mn-ea"/>
                <a:cs typeface="+mn-cs"/>
              </a:defRPr>
            </a:lvl3pPr>
            <a:lvl4pPr marL="2438339" lvl="3"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4pPr>
            <a:lvl5pPr marL="3047924" lvl="4"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5pPr>
            <a:lvl6pPr marL="3657509" lvl="5"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6pPr>
            <a:lvl7pPr marL="4267093" lvl="6"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7pPr>
            <a:lvl8pPr marL="4876678" lvl="7"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8pPr>
            <a:lvl9pPr marL="5486263" lvl="8" indent="-507987" algn="l" defTabSz="914400" rtl="0" eaLnBrk="1" latinLnBrk="0" hangingPunct="1">
              <a:lnSpc>
                <a:spcPct val="90000"/>
              </a:lnSpc>
              <a:spcBef>
                <a:spcPts val="800"/>
              </a:spcBef>
              <a:spcAft>
                <a:spcPts val="800"/>
              </a:spcAft>
              <a:buSzPts val="2400"/>
              <a:buFont typeface="Arial" panose="020B0604020202020204" pitchFamily="34" charset="0"/>
              <a:buChar char="■"/>
              <a:defRPr sz="1800" kern="1200">
                <a:solidFill>
                  <a:schemeClr val="tx1"/>
                </a:solidFill>
                <a:latin typeface="+mn-lt"/>
                <a:ea typeface="+mn-ea"/>
                <a:cs typeface="+mn-cs"/>
              </a:defRPr>
            </a:lvl9pPr>
          </a:lstStyle>
          <a:p>
            <a:pPr marL="101598" indent="0">
              <a:buNone/>
            </a:pPr>
            <a:r>
              <a:rPr lang="fr-FR" sz="1600" i="1" dirty="0"/>
              <a:t>(*) Si « Gestion de compétition 2.0 » et « </a:t>
            </a:r>
            <a:r>
              <a:rPr lang="fr-FR" sz="1600" i="1" dirty="0" err="1"/>
              <a:t>PublicationSuiviCompetition</a:t>
            </a:r>
            <a:r>
              <a:rPr lang="fr-FR" sz="1600" i="1" dirty="0"/>
              <a:t> » sont installés sur le même PC, les besoins indiqués doivent être ajoutés à ceux de « Gestion de compétition 2.0 »</a:t>
            </a:r>
          </a:p>
          <a:p>
            <a:pPr marL="101598" indent="0">
              <a:buNone/>
            </a:pPr>
            <a:r>
              <a:rPr lang="fr-FR" sz="1600" i="1" dirty="0"/>
              <a:t>(**) La communication se fait sur le port 8480 s’il est nécessaire de configurer un pare-feu.</a:t>
            </a:r>
          </a:p>
        </p:txBody>
      </p:sp>
    </p:spTree>
    <p:extLst>
      <p:ext uri="{BB962C8B-B14F-4D97-AF65-F5344CB8AC3E}">
        <p14:creationId xmlns:p14="http://schemas.microsoft.com/office/powerpoint/2010/main" val="321223570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p:txBody>
          <a:bodyPr/>
          <a:lstStyle/>
          <a:p>
            <a:r>
              <a:rPr lang="fr-FR" dirty="0"/>
              <a:t>Principe de fonctionnement</a:t>
            </a:r>
          </a:p>
        </p:txBody>
      </p:sp>
      <p:sp>
        <p:nvSpPr>
          <p:cNvPr id="3" name="Espace réservé du texte 2">
            <a:extLst>
              <a:ext uri="{FF2B5EF4-FFF2-40B4-BE49-F238E27FC236}">
                <a16:creationId xmlns:a16="http://schemas.microsoft.com/office/drawing/2014/main" id="{697918DB-A234-7002-388D-E181D0CF7603}"/>
              </a:ext>
            </a:extLst>
          </p:cNvPr>
          <p:cNvSpPr>
            <a:spLocks noGrp="1"/>
          </p:cNvSpPr>
          <p:nvPr>
            <p:ph type="body" idx="1"/>
          </p:nvPr>
        </p:nvSpPr>
        <p:spPr>
          <a:xfrm>
            <a:off x="422693" y="1858075"/>
            <a:ext cx="11369615" cy="4552249"/>
          </a:xfrm>
        </p:spPr>
        <p:txBody>
          <a:bodyPr/>
          <a:lstStyle/>
          <a:p>
            <a:r>
              <a:rPr lang="fr-FR" sz="1800" dirty="0"/>
              <a:t>Le logiciel « Gestion de compétition 2.0  » assure le suivi de la compétition (pesées, déroulement des combats, etc.) et transmet ces informations aux clients qui lui sont connectés.</a:t>
            </a:r>
          </a:p>
          <a:p>
            <a:r>
              <a:rPr lang="fr-FR" sz="1800" dirty="0">
                <a:latin typeface="Barlow" panose="00000500000000000000" pitchFamily="2" charset="0"/>
              </a:rPr>
              <a:t>Le logiciel « </a:t>
            </a:r>
            <a:r>
              <a:rPr lang="fr-FR" sz="1800" dirty="0" err="1">
                <a:latin typeface="Barlow" panose="00000500000000000000" pitchFamily="2" charset="0"/>
              </a:rPr>
              <a:t>PublicationSuiviCompetition</a:t>
            </a:r>
            <a:r>
              <a:rPr lang="fr-FR" sz="1800" dirty="0">
                <a:latin typeface="Barlow" panose="00000500000000000000" pitchFamily="2" charset="0"/>
              </a:rPr>
              <a:t> » reçoit et stocke les informations de déroulement.</a:t>
            </a:r>
          </a:p>
          <a:p>
            <a:r>
              <a:rPr lang="fr-FR" sz="1800" dirty="0">
                <a:latin typeface="Barlow" panose="00000500000000000000" pitchFamily="2" charset="0"/>
              </a:rPr>
              <a:t>Régulièrement, « </a:t>
            </a:r>
            <a:r>
              <a:rPr lang="fr-FR" sz="1800" dirty="0" err="1">
                <a:latin typeface="Barlow" panose="00000500000000000000" pitchFamily="2" charset="0"/>
              </a:rPr>
              <a:t>PublicationSuiviCompetition</a:t>
            </a:r>
            <a:r>
              <a:rPr lang="fr-FR" sz="1800" dirty="0">
                <a:latin typeface="Barlow" panose="00000500000000000000" pitchFamily="2" charset="0"/>
              </a:rPr>
              <a:t> » génère le contenu du site web de suivi sur la base des dernières informations de déroulement dont il dispose.</a:t>
            </a:r>
          </a:p>
          <a:p>
            <a:r>
              <a:rPr lang="fr-FR" sz="1800" dirty="0">
                <a:latin typeface="Barlow" panose="00000500000000000000" pitchFamily="2" charset="0"/>
              </a:rPr>
              <a:t>Si la publication  locale est activée: « </a:t>
            </a:r>
            <a:r>
              <a:rPr lang="fr-FR" sz="1800" dirty="0" err="1">
                <a:latin typeface="Barlow" panose="00000500000000000000" pitchFamily="2" charset="0"/>
              </a:rPr>
              <a:t>PublicationSuiviCompetition</a:t>
            </a:r>
            <a:r>
              <a:rPr lang="fr-FR" sz="1800" dirty="0">
                <a:latin typeface="Barlow" panose="00000500000000000000" pitchFamily="2" charset="0"/>
              </a:rPr>
              <a:t> » donne accès directement par une adresse web locale à la dernière version généré du site de suivi.</a:t>
            </a:r>
          </a:p>
          <a:p>
            <a:r>
              <a:rPr lang="fr-FR" sz="1800" dirty="0">
                <a:latin typeface="Barlow" panose="00000500000000000000" pitchFamily="2" charset="0"/>
              </a:rPr>
              <a:t>Si la publication distante est activée: « </a:t>
            </a:r>
            <a:r>
              <a:rPr lang="fr-FR" sz="1800" dirty="0" err="1">
                <a:latin typeface="Barlow" panose="00000500000000000000" pitchFamily="2" charset="0"/>
              </a:rPr>
              <a:t>PublicationSuiviCompetition</a:t>
            </a:r>
            <a:r>
              <a:rPr lang="fr-FR" sz="1800" dirty="0">
                <a:latin typeface="Barlow" panose="00000500000000000000" pitchFamily="2" charset="0"/>
              </a:rPr>
              <a:t> » copie par FTP sur le site de l’hébergeur distant ou de France Judo la dernière version généré du site de suivi. La 1</a:t>
            </a:r>
            <a:r>
              <a:rPr lang="fr-FR" sz="1800" baseline="30000" dirty="0">
                <a:latin typeface="Barlow" panose="00000500000000000000" pitchFamily="2" charset="0"/>
              </a:rPr>
              <a:t>ère</a:t>
            </a:r>
            <a:r>
              <a:rPr lang="fr-FR" sz="1800" dirty="0">
                <a:latin typeface="Barlow" panose="00000500000000000000" pitchFamily="2" charset="0"/>
              </a:rPr>
              <a:t> copie transmet tous le fichiers du site. Les copies suivantes peuvent se faire soit en transmettant tous les fichiers du site, soit en transmettant uniquement les fichiers modifiés (option par défaut pour le site France Judo).</a:t>
            </a:r>
          </a:p>
          <a:p>
            <a:endParaRPr lang="fr-FR" sz="1800" dirty="0"/>
          </a:p>
          <a:p>
            <a:pPr marL="101598" indent="0">
              <a:buNone/>
            </a:pPr>
            <a:r>
              <a:rPr lang="fr-FR" sz="1800" b="1" i="1" dirty="0"/>
              <a:t>Note</a:t>
            </a:r>
            <a:r>
              <a:rPr lang="fr-FR" sz="1800" i="1" dirty="0"/>
              <a:t>: En cas de publication distante, l’accès des utilisateurs se fait via l’adresse distante de l’hébergeur ou du site France Judo. Il n’y a pas de lien direct avec </a:t>
            </a:r>
            <a:r>
              <a:rPr lang="fr-FR" sz="1800" i="1" dirty="0">
                <a:latin typeface="Barlow" panose="00000500000000000000" pitchFamily="2" charset="0"/>
              </a:rPr>
              <a:t>« </a:t>
            </a:r>
            <a:r>
              <a:rPr lang="fr-FR" sz="1800" i="1" dirty="0" err="1">
                <a:latin typeface="Barlow" panose="00000500000000000000" pitchFamily="2" charset="0"/>
              </a:rPr>
              <a:t>PublicationSuiviCompetition</a:t>
            </a:r>
            <a:r>
              <a:rPr lang="fr-FR" sz="1800" i="1" dirty="0">
                <a:latin typeface="Barlow" panose="00000500000000000000" pitchFamily="2" charset="0"/>
              </a:rPr>
              <a:t> ».</a:t>
            </a:r>
            <a:endParaRPr lang="fr-FR" sz="1800" i="1" dirty="0"/>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dirty="0"/>
              <a:t>Description générale</a:t>
            </a:r>
          </a:p>
        </p:txBody>
      </p:sp>
    </p:spTree>
    <p:extLst>
      <p:ext uri="{BB962C8B-B14F-4D97-AF65-F5344CB8AC3E}">
        <p14:creationId xmlns:p14="http://schemas.microsoft.com/office/powerpoint/2010/main" val="400170683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re 3">
            <a:extLst>
              <a:ext uri="{FF2B5EF4-FFF2-40B4-BE49-F238E27FC236}">
                <a16:creationId xmlns:a16="http://schemas.microsoft.com/office/drawing/2014/main" id="{5AB25890-5D2B-8A4F-90E1-E25E94E888E5}"/>
              </a:ext>
            </a:extLst>
          </p:cNvPr>
          <p:cNvSpPr>
            <a:spLocks noGrp="1"/>
          </p:cNvSpPr>
          <p:nvPr>
            <p:ph type="title"/>
          </p:nvPr>
        </p:nvSpPr>
        <p:spPr>
          <a:prstGeom prst="rect">
            <a:avLst/>
          </a:prstGeom>
        </p:spPr>
        <p:txBody>
          <a:bodyPr/>
          <a:lstStyle/>
          <a:p>
            <a:r>
              <a:rPr lang="fr-FR" dirty="0"/>
              <a:t>Ecrans &amp; fonctionnalités</a:t>
            </a:r>
          </a:p>
        </p:txBody>
      </p:sp>
      <p:sp>
        <p:nvSpPr>
          <p:cNvPr id="5" name="Espace réservé du contenu 4">
            <a:extLst>
              <a:ext uri="{FF2B5EF4-FFF2-40B4-BE49-F238E27FC236}">
                <a16:creationId xmlns:a16="http://schemas.microsoft.com/office/drawing/2014/main" id="{24F509AC-E712-3C45-AAC9-0BA6E5C35D4B}"/>
              </a:ext>
            </a:extLst>
          </p:cNvPr>
          <p:cNvSpPr>
            <a:spLocks noGrp="1"/>
          </p:cNvSpPr>
          <p:nvPr>
            <p:ph sz="half" idx="1"/>
          </p:nvPr>
        </p:nvSpPr>
        <p:spPr>
          <a:prstGeom prst="rect">
            <a:avLst/>
          </a:prstGeom>
        </p:spPr>
        <p:txBody>
          <a:bodyPr/>
          <a:lstStyle/>
          <a:p>
            <a:r>
              <a:rPr lang="fr-FR" sz="1800" b="0" dirty="0"/>
              <a:t>Description des différents écrans et fonctions</a:t>
            </a:r>
          </a:p>
        </p:txBody>
      </p:sp>
      <p:sp>
        <p:nvSpPr>
          <p:cNvPr id="2" name="Espace réservé du texte 1"/>
          <p:cNvSpPr>
            <a:spLocks noGrp="1"/>
          </p:cNvSpPr>
          <p:nvPr>
            <p:ph type="body" sz="quarter" idx="10"/>
          </p:nvPr>
        </p:nvSpPr>
        <p:spPr/>
        <p:txBody>
          <a:bodyPr/>
          <a:lstStyle/>
          <a:p>
            <a:r>
              <a:rPr lang="fr-FR" dirty="0"/>
              <a:t>2</a:t>
            </a:r>
          </a:p>
        </p:txBody>
      </p:sp>
    </p:spTree>
    <p:extLst>
      <p:ext uri="{BB962C8B-B14F-4D97-AF65-F5344CB8AC3E}">
        <p14:creationId xmlns:p14="http://schemas.microsoft.com/office/powerpoint/2010/main" val="196000025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Image 6">
            <a:extLst>
              <a:ext uri="{FF2B5EF4-FFF2-40B4-BE49-F238E27FC236}">
                <a16:creationId xmlns:a16="http://schemas.microsoft.com/office/drawing/2014/main" id="{529D4A42-A763-8E01-6F35-9129B14D9A91}"/>
              </a:ext>
            </a:extLst>
          </p:cNvPr>
          <p:cNvPicPr>
            <a:picLocks noChangeAspect="1"/>
          </p:cNvPicPr>
          <p:nvPr/>
        </p:nvPicPr>
        <p:blipFill>
          <a:blip r:embed="rId2"/>
          <a:stretch>
            <a:fillRect/>
          </a:stretch>
        </p:blipFill>
        <p:spPr>
          <a:xfrm>
            <a:off x="3680351" y="1766928"/>
            <a:ext cx="7917398" cy="4469577"/>
          </a:xfrm>
          <a:prstGeom prst="rect">
            <a:avLst/>
          </a:prstGeom>
        </p:spPr>
      </p:pic>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p:txBody>
          <a:bodyPr/>
          <a:lstStyle/>
          <a:p>
            <a:r>
              <a:rPr lang="fr-FR" dirty="0"/>
              <a:t>Ecran Principal</a:t>
            </a:r>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dirty="0"/>
              <a:t>Ecrans &amp; fonctionnalités</a:t>
            </a:r>
          </a:p>
        </p:txBody>
      </p:sp>
      <p:sp>
        <p:nvSpPr>
          <p:cNvPr id="9" name="Rectangle 8">
            <a:extLst>
              <a:ext uri="{FF2B5EF4-FFF2-40B4-BE49-F238E27FC236}">
                <a16:creationId xmlns:a16="http://schemas.microsoft.com/office/drawing/2014/main" id="{3EF85812-DC0E-5DF2-05BA-E6781244FF00}"/>
              </a:ext>
            </a:extLst>
          </p:cNvPr>
          <p:cNvSpPr/>
          <p:nvPr/>
        </p:nvSpPr>
        <p:spPr>
          <a:xfrm>
            <a:off x="3680351" y="1738092"/>
            <a:ext cx="7917398" cy="107676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Rectangle 9">
            <a:extLst>
              <a:ext uri="{FF2B5EF4-FFF2-40B4-BE49-F238E27FC236}">
                <a16:creationId xmlns:a16="http://schemas.microsoft.com/office/drawing/2014/main" id="{234BC05A-1046-B62B-BF55-075C40F57369}"/>
              </a:ext>
            </a:extLst>
          </p:cNvPr>
          <p:cNvSpPr/>
          <p:nvPr/>
        </p:nvSpPr>
        <p:spPr>
          <a:xfrm>
            <a:off x="3680351" y="2799476"/>
            <a:ext cx="3958699" cy="342745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Rectangle 10">
            <a:extLst>
              <a:ext uri="{FF2B5EF4-FFF2-40B4-BE49-F238E27FC236}">
                <a16:creationId xmlns:a16="http://schemas.microsoft.com/office/drawing/2014/main" id="{86D6A123-4204-B6B1-FD80-1AC8B7B8668E}"/>
              </a:ext>
            </a:extLst>
          </p:cNvPr>
          <p:cNvSpPr/>
          <p:nvPr/>
        </p:nvSpPr>
        <p:spPr>
          <a:xfrm>
            <a:off x="7639050" y="2799476"/>
            <a:ext cx="3958699" cy="342745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2" name="ZoneTexte 11">
            <a:extLst>
              <a:ext uri="{FF2B5EF4-FFF2-40B4-BE49-F238E27FC236}">
                <a16:creationId xmlns:a16="http://schemas.microsoft.com/office/drawing/2014/main" id="{B03627CF-F515-1173-1A6A-C1F81960D57E}"/>
              </a:ext>
            </a:extLst>
          </p:cNvPr>
          <p:cNvSpPr txBox="1"/>
          <p:nvPr/>
        </p:nvSpPr>
        <p:spPr>
          <a:xfrm>
            <a:off x="9365766" y="4043142"/>
            <a:ext cx="505267" cy="523220"/>
          </a:xfrm>
          <a:prstGeom prst="rect">
            <a:avLst/>
          </a:prstGeom>
          <a:noFill/>
        </p:spPr>
        <p:txBody>
          <a:bodyPr wrap="none" rtlCol="0">
            <a:spAutoFit/>
          </a:bodyPr>
          <a:lstStyle/>
          <a:p>
            <a:r>
              <a:rPr lang="fr-FR" sz="2800" dirty="0">
                <a:solidFill>
                  <a:srgbClr val="FF0000"/>
                </a:solidFill>
                <a:sym typeface="Wingdings" panose="05000000000000000000" pitchFamily="2" charset="2"/>
              </a:rPr>
              <a:t></a:t>
            </a:r>
            <a:endParaRPr lang="fr-FR" sz="2800" dirty="0">
              <a:solidFill>
                <a:srgbClr val="FF0000"/>
              </a:solidFill>
            </a:endParaRPr>
          </a:p>
        </p:txBody>
      </p:sp>
      <p:sp>
        <p:nvSpPr>
          <p:cNvPr id="13" name="ZoneTexte 12">
            <a:extLst>
              <a:ext uri="{FF2B5EF4-FFF2-40B4-BE49-F238E27FC236}">
                <a16:creationId xmlns:a16="http://schemas.microsoft.com/office/drawing/2014/main" id="{0A1DF1AB-91CE-6F54-59B6-B286510A1DBD}"/>
              </a:ext>
            </a:extLst>
          </p:cNvPr>
          <p:cNvSpPr txBox="1"/>
          <p:nvPr/>
        </p:nvSpPr>
        <p:spPr>
          <a:xfrm>
            <a:off x="303259" y="2489395"/>
            <a:ext cx="3254228" cy="2862322"/>
          </a:xfrm>
          <a:prstGeom prst="rect">
            <a:avLst/>
          </a:prstGeom>
          <a:noFill/>
        </p:spPr>
        <p:txBody>
          <a:bodyPr wrap="square" rtlCol="0">
            <a:spAutoFit/>
          </a:bodyPr>
          <a:lstStyle/>
          <a:p>
            <a:r>
              <a:rPr lang="fr-FR" dirty="0">
                <a:sym typeface="Wingdings" panose="05000000000000000000" pitchFamily="2" charset="2"/>
              </a:rPr>
              <a:t>: Panneau de commande principal (génération, etc.)</a:t>
            </a:r>
          </a:p>
          <a:p>
            <a:endParaRPr lang="fr-FR" dirty="0">
              <a:sym typeface="Wingdings" panose="05000000000000000000" pitchFamily="2" charset="2"/>
            </a:endParaRPr>
          </a:p>
          <a:p>
            <a:endParaRPr lang="fr-FR" dirty="0">
              <a:sym typeface="Wingdings" panose="05000000000000000000" pitchFamily="2" charset="2"/>
            </a:endParaRPr>
          </a:p>
          <a:p>
            <a:r>
              <a:rPr lang="fr-FR" dirty="0">
                <a:sym typeface="Wingdings" panose="05000000000000000000" pitchFamily="2" charset="2"/>
              </a:rPr>
              <a:t>: Panneau de gestion de la publication locale</a:t>
            </a:r>
          </a:p>
          <a:p>
            <a:endParaRPr lang="fr-FR" dirty="0">
              <a:sym typeface="Wingdings" panose="05000000000000000000" pitchFamily="2" charset="2"/>
            </a:endParaRPr>
          </a:p>
          <a:p>
            <a:endParaRPr lang="fr-FR" dirty="0">
              <a:sym typeface="Wingdings" panose="05000000000000000000" pitchFamily="2" charset="2"/>
            </a:endParaRPr>
          </a:p>
          <a:p>
            <a:r>
              <a:rPr lang="fr-FR" dirty="0">
                <a:sym typeface="Wingdings" panose="05000000000000000000" pitchFamily="2" charset="2"/>
              </a:rPr>
              <a:t>: Panneau de gestion de la publication à distance</a:t>
            </a:r>
            <a:endParaRPr lang="fr-FR" dirty="0"/>
          </a:p>
        </p:txBody>
      </p:sp>
      <p:sp>
        <p:nvSpPr>
          <p:cNvPr id="15" name="ZoneTexte 14">
            <a:extLst>
              <a:ext uri="{FF2B5EF4-FFF2-40B4-BE49-F238E27FC236}">
                <a16:creationId xmlns:a16="http://schemas.microsoft.com/office/drawing/2014/main" id="{7D581123-3D62-C575-C2C3-952DBEE99940}"/>
              </a:ext>
            </a:extLst>
          </p:cNvPr>
          <p:cNvSpPr txBox="1"/>
          <p:nvPr/>
        </p:nvSpPr>
        <p:spPr>
          <a:xfrm>
            <a:off x="5407066" y="5052792"/>
            <a:ext cx="505267" cy="523220"/>
          </a:xfrm>
          <a:prstGeom prst="rect">
            <a:avLst/>
          </a:prstGeom>
          <a:noFill/>
        </p:spPr>
        <p:txBody>
          <a:bodyPr wrap="none" rtlCol="0">
            <a:spAutoFit/>
          </a:bodyPr>
          <a:lstStyle/>
          <a:p>
            <a:r>
              <a:rPr lang="fr-FR" sz="2800" dirty="0">
                <a:solidFill>
                  <a:srgbClr val="FF0000"/>
                </a:solidFill>
                <a:sym typeface="Wingdings" panose="05000000000000000000" pitchFamily="2" charset="2"/>
              </a:rPr>
              <a:t></a:t>
            </a:r>
            <a:endParaRPr lang="fr-FR" sz="2800" dirty="0">
              <a:solidFill>
                <a:srgbClr val="FF0000"/>
              </a:solidFill>
            </a:endParaRPr>
          </a:p>
        </p:txBody>
      </p:sp>
      <p:sp>
        <p:nvSpPr>
          <p:cNvPr id="16" name="ZoneTexte 15">
            <a:extLst>
              <a:ext uri="{FF2B5EF4-FFF2-40B4-BE49-F238E27FC236}">
                <a16:creationId xmlns:a16="http://schemas.microsoft.com/office/drawing/2014/main" id="{1F77CE8F-4882-8C73-2E0F-71F5AF9C74D4}"/>
              </a:ext>
            </a:extLst>
          </p:cNvPr>
          <p:cNvSpPr txBox="1"/>
          <p:nvPr/>
        </p:nvSpPr>
        <p:spPr>
          <a:xfrm>
            <a:off x="7386416" y="1910140"/>
            <a:ext cx="505267" cy="523220"/>
          </a:xfrm>
          <a:prstGeom prst="rect">
            <a:avLst/>
          </a:prstGeom>
          <a:noFill/>
        </p:spPr>
        <p:txBody>
          <a:bodyPr wrap="none" rtlCol="0">
            <a:spAutoFit/>
          </a:bodyPr>
          <a:lstStyle/>
          <a:p>
            <a:r>
              <a:rPr lang="fr-FR" sz="2800" dirty="0">
                <a:solidFill>
                  <a:srgbClr val="FF0000"/>
                </a:solidFill>
                <a:sym typeface="Wingdings" panose="05000000000000000000" pitchFamily="2" charset="2"/>
              </a:rPr>
              <a:t></a:t>
            </a:r>
            <a:endParaRPr lang="fr-FR" sz="2800" dirty="0">
              <a:solidFill>
                <a:srgbClr val="FF0000"/>
              </a:solidFill>
            </a:endParaRPr>
          </a:p>
        </p:txBody>
      </p:sp>
      <p:sp>
        <p:nvSpPr>
          <p:cNvPr id="14" name="Rectangle 13">
            <a:extLst>
              <a:ext uri="{FF2B5EF4-FFF2-40B4-BE49-F238E27FC236}">
                <a16:creationId xmlns:a16="http://schemas.microsoft.com/office/drawing/2014/main" id="{EB9C0E32-2232-FA38-90C6-7A9E909BA1A0}"/>
              </a:ext>
            </a:extLst>
          </p:cNvPr>
          <p:cNvSpPr/>
          <p:nvPr/>
        </p:nvSpPr>
        <p:spPr>
          <a:xfrm>
            <a:off x="6919913" y="1766928"/>
            <a:ext cx="1438275" cy="107910"/>
          </a:xfrm>
          <a:prstGeom prst="rect">
            <a:avLst/>
          </a:prstGeom>
          <a:solidFill>
            <a:srgbClr val="F6F2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Tree>
    <p:extLst>
      <p:ext uri="{BB962C8B-B14F-4D97-AF65-F5344CB8AC3E}">
        <p14:creationId xmlns:p14="http://schemas.microsoft.com/office/powerpoint/2010/main" val="267359290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Image 9">
            <a:extLst>
              <a:ext uri="{FF2B5EF4-FFF2-40B4-BE49-F238E27FC236}">
                <a16:creationId xmlns:a16="http://schemas.microsoft.com/office/drawing/2014/main" id="{B1EC0E86-1DEA-4AD3-5C96-BEF25C2A6662}"/>
              </a:ext>
            </a:extLst>
          </p:cNvPr>
          <p:cNvPicPr>
            <a:picLocks noChangeAspect="1"/>
          </p:cNvPicPr>
          <p:nvPr/>
        </p:nvPicPr>
        <p:blipFill>
          <a:blip r:embed="rId2"/>
          <a:stretch>
            <a:fillRect/>
          </a:stretch>
        </p:blipFill>
        <p:spPr>
          <a:xfrm>
            <a:off x="706029" y="3229494"/>
            <a:ext cx="10792982" cy="1326175"/>
          </a:xfrm>
          <a:prstGeom prst="rect">
            <a:avLst/>
          </a:prstGeom>
        </p:spPr>
      </p:pic>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a:xfrm>
            <a:off x="980322" y="980322"/>
            <a:ext cx="10853446" cy="528400"/>
          </a:xfrm>
        </p:spPr>
        <p:txBody>
          <a:bodyPr/>
          <a:lstStyle/>
          <a:p>
            <a:r>
              <a:rPr lang="fr-FR" dirty="0"/>
              <a:t>Ecran Principal – </a:t>
            </a:r>
            <a:r>
              <a:rPr lang="fr-FR" dirty="0">
                <a:sym typeface="Wingdings" panose="05000000000000000000" pitchFamily="2" charset="2"/>
              </a:rPr>
              <a:t>Panneau de commande principal</a:t>
            </a:r>
            <a:endParaRPr lang="fr-FR" dirty="0"/>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dirty="0"/>
              <a:t>Ecrans &amp; fonctionnalités</a:t>
            </a:r>
          </a:p>
        </p:txBody>
      </p:sp>
      <p:sp>
        <p:nvSpPr>
          <p:cNvPr id="3" name="Rectangle 2">
            <a:extLst>
              <a:ext uri="{FF2B5EF4-FFF2-40B4-BE49-F238E27FC236}">
                <a16:creationId xmlns:a16="http://schemas.microsoft.com/office/drawing/2014/main" id="{18E7FD4D-8C04-4974-5239-B39E2BC9BCF2}"/>
              </a:ext>
            </a:extLst>
          </p:cNvPr>
          <p:cNvSpPr/>
          <p:nvPr/>
        </p:nvSpPr>
        <p:spPr>
          <a:xfrm>
            <a:off x="868103" y="3289842"/>
            <a:ext cx="272297" cy="329680"/>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5" name="Légende : double flèche courbée encadrée à une bordure 4">
            <a:extLst>
              <a:ext uri="{FF2B5EF4-FFF2-40B4-BE49-F238E27FC236}">
                <a16:creationId xmlns:a16="http://schemas.microsoft.com/office/drawing/2014/main" id="{8DA20678-2478-FA4B-8880-0A055A87EDFA}"/>
              </a:ext>
            </a:extLst>
          </p:cNvPr>
          <p:cNvSpPr/>
          <p:nvPr/>
        </p:nvSpPr>
        <p:spPr>
          <a:xfrm>
            <a:off x="706029" y="1614230"/>
            <a:ext cx="6018621" cy="294278"/>
          </a:xfrm>
          <a:prstGeom prst="accentBorderCallout3">
            <a:avLst>
              <a:gd name="adj1" fmla="val 31413"/>
              <a:gd name="adj2" fmla="val -2489"/>
              <a:gd name="adj3" fmla="val 31413"/>
              <a:gd name="adj4" fmla="val -4514"/>
              <a:gd name="adj5" fmla="val 294316"/>
              <a:gd name="adj6" fmla="val -4357"/>
              <a:gd name="adj7" fmla="val 616020"/>
              <a:gd name="adj8" fmla="val 2523"/>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Etat de la connexion au serveur de compétition (vert si connecté, rouge sinon)</a:t>
            </a:r>
          </a:p>
        </p:txBody>
      </p:sp>
      <p:sp>
        <p:nvSpPr>
          <p:cNvPr id="6" name="Rectangle 5">
            <a:extLst>
              <a:ext uri="{FF2B5EF4-FFF2-40B4-BE49-F238E27FC236}">
                <a16:creationId xmlns:a16="http://schemas.microsoft.com/office/drawing/2014/main" id="{FF9B5AAC-BD8A-10ED-4879-E75C4EA89365}"/>
              </a:ext>
            </a:extLst>
          </p:cNvPr>
          <p:cNvSpPr/>
          <p:nvPr/>
        </p:nvSpPr>
        <p:spPr>
          <a:xfrm>
            <a:off x="1175321" y="3283232"/>
            <a:ext cx="276982" cy="329680"/>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7" name="Légende : double flèche courbée encadrée à une bordure 6">
            <a:extLst>
              <a:ext uri="{FF2B5EF4-FFF2-40B4-BE49-F238E27FC236}">
                <a16:creationId xmlns:a16="http://schemas.microsoft.com/office/drawing/2014/main" id="{5D1872B0-6286-1BE5-3A3C-F5CEDE7FF81A}"/>
              </a:ext>
            </a:extLst>
          </p:cNvPr>
          <p:cNvSpPr/>
          <p:nvPr/>
        </p:nvSpPr>
        <p:spPr>
          <a:xfrm>
            <a:off x="1175321" y="2024084"/>
            <a:ext cx="3650980" cy="365366"/>
          </a:xfrm>
          <a:prstGeom prst="accentBorderCallout3">
            <a:avLst>
              <a:gd name="adj1" fmla="val 22921"/>
              <a:gd name="adj2" fmla="val -2698"/>
              <a:gd name="adj3" fmla="val 20836"/>
              <a:gd name="adj4" fmla="val -11867"/>
              <a:gd name="adj5" fmla="val 181338"/>
              <a:gd name="adj6" fmla="val -11658"/>
              <a:gd name="adj7" fmla="val 344462"/>
              <a:gd name="adj8" fmla="val 1059"/>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Affiche l’écran de connexion à une compétition</a:t>
            </a:r>
          </a:p>
        </p:txBody>
      </p:sp>
      <p:sp>
        <p:nvSpPr>
          <p:cNvPr id="14" name="Rectangle 13">
            <a:extLst>
              <a:ext uri="{FF2B5EF4-FFF2-40B4-BE49-F238E27FC236}">
                <a16:creationId xmlns:a16="http://schemas.microsoft.com/office/drawing/2014/main" id="{7E1F7A3F-9C16-0CE5-8C7A-B350FA4D4104}"/>
              </a:ext>
            </a:extLst>
          </p:cNvPr>
          <p:cNvSpPr/>
          <p:nvPr/>
        </p:nvSpPr>
        <p:spPr>
          <a:xfrm>
            <a:off x="1609692" y="3289604"/>
            <a:ext cx="276982" cy="329680"/>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7" name="Rectangle 16">
            <a:extLst>
              <a:ext uri="{FF2B5EF4-FFF2-40B4-BE49-F238E27FC236}">
                <a16:creationId xmlns:a16="http://schemas.microsoft.com/office/drawing/2014/main" id="{E0D1162E-16A1-8275-BFD1-818755ABE7C3}"/>
              </a:ext>
            </a:extLst>
          </p:cNvPr>
          <p:cNvSpPr/>
          <p:nvPr/>
        </p:nvSpPr>
        <p:spPr>
          <a:xfrm>
            <a:off x="1921595" y="3289604"/>
            <a:ext cx="276982" cy="329680"/>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8" name="Rectangle 17">
            <a:extLst>
              <a:ext uri="{FF2B5EF4-FFF2-40B4-BE49-F238E27FC236}">
                <a16:creationId xmlns:a16="http://schemas.microsoft.com/office/drawing/2014/main" id="{AE78E4C6-8987-ECEE-AF0D-E09C264CE9AD}"/>
              </a:ext>
            </a:extLst>
          </p:cNvPr>
          <p:cNvSpPr/>
          <p:nvPr/>
        </p:nvSpPr>
        <p:spPr>
          <a:xfrm>
            <a:off x="2355966" y="3289604"/>
            <a:ext cx="276982" cy="329680"/>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9" name="Légende : encadrée à une bordure 18">
            <a:extLst>
              <a:ext uri="{FF2B5EF4-FFF2-40B4-BE49-F238E27FC236}">
                <a16:creationId xmlns:a16="http://schemas.microsoft.com/office/drawing/2014/main" id="{572BC67F-1F9F-919B-178B-E0DA288D977F}"/>
              </a:ext>
            </a:extLst>
          </p:cNvPr>
          <p:cNvSpPr/>
          <p:nvPr/>
        </p:nvSpPr>
        <p:spPr>
          <a:xfrm>
            <a:off x="3750680" y="2904197"/>
            <a:ext cx="2573978" cy="237777"/>
          </a:xfrm>
          <a:prstGeom prst="accentBorderCallout1">
            <a:avLst>
              <a:gd name="adj1" fmla="val 18750"/>
              <a:gd name="adj2" fmla="val -8333"/>
              <a:gd name="adj3" fmla="val 161997"/>
              <a:gd name="adj4" fmla="val -46324"/>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Affiche l’écran des statistiques</a:t>
            </a:r>
          </a:p>
        </p:txBody>
      </p:sp>
      <p:sp>
        <p:nvSpPr>
          <p:cNvPr id="20" name="Légende : double flèche courbée encadrée à une bordure 19">
            <a:extLst>
              <a:ext uri="{FF2B5EF4-FFF2-40B4-BE49-F238E27FC236}">
                <a16:creationId xmlns:a16="http://schemas.microsoft.com/office/drawing/2014/main" id="{BB413D56-A6C2-A1BC-420C-6FFDAA9D32B8}"/>
              </a:ext>
            </a:extLst>
          </p:cNvPr>
          <p:cNvSpPr/>
          <p:nvPr/>
        </p:nvSpPr>
        <p:spPr>
          <a:xfrm>
            <a:off x="1452303" y="2485704"/>
            <a:ext cx="1668048" cy="294277"/>
          </a:xfrm>
          <a:prstGeom prst="accentBorderCallout3">
            <a:avLst>
              <a:gd name="adj1" fmla="val 18750"/>
              <a:gd name="adj2" fmla="val -8333"/>
              <a:gd name="adj3" fmla="val 18750"/>
              <a:gd name="adj4" fmla="val -16667"/>
              <a:gd name="adj5" fmla="val 100000"/>
              <a:gd name="adj6" fmla="val -16667"/>
              <a:gd name="adj7" fmla="val 278684"/>
              <a:gd name="adj8" fmla="val 12681"/>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Lance le site local</a:t>
            </a:r>
          </a:p>
        </p:txBody>
      </p:sp>
      <p:sp>
        <p:nvSpPr>
          <p:cNvPr id="21" name="Légende : encadrée à une bordure 20">
            <a:extLst>
              <a:ext uri="{FF2B5EF4-FFF2-40B4-BE49-F238E27FC236}">
                <a16:creationId xmlns:a16="http://schemas.microsoft.com/office/drawing/2014/main" id="{BD3746F1-EC0A-ED91-C764-20FFD3B0B40F}"/>
              </a:ext>
            </a:extLst>
          </p:cNvPr>
          <p:cNvSpPr/>
          <p:nvPr/>
        </p:nvSpPr>
        <p:spPr>
          <a:xfrm>
            <a:off x="3685059" y="2485704"/>
            <a:ext cx="1668048" cy="294277"/>
          </a:xfrm>
          <a:prstGeom prst="accentBorderCallout1">
            <a:avLst>
              <a:gd name="adj1" fmla="val 73127"/>
              <a:gd name="adj2" fmla="val -5135"/>
              <a:gd name="adj3" fmla="val 271097"/>
              <a:gd name="adj4" fmla="val -88533"/>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Lance le site distant</a:t>
            </a:r>
          </a:p>
        </p:txBody>
      </p:sp>
      <p:sp>
        <p:nvSpPr>
          <p:cNvPr id="23" name="Rectangle 22">
            <a:extLst>
              <a:ext uri="{FF2B5EF4-FFF2-40B4-BE49-F238E27FC236}">
                <a16:creationId xmlns:a16="http://schemas.microsoft.com/office/drawing/2014/main" id="{6FE0C285-0046-0D8C-79B0-4E7B8EA57031}"/>
              </a:ext>
            </a:extLst>
          </p:cNvPr>
          <p:cNvSpPr/>
          <p:nvPr/>
        </p:nvSpPr>
        <p:spPr>
          <a:xfrm>
            <a:off x="928428" y="4138277"/>
            <a:ext cx="779722" cy="243223"/>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4" name="Rectangle 23">
            <a:extLst>
              <a:ext uri="{FF2B5EF4-FFF2-40B4-BE49-F238E27FC236}">
                <a16:creationId xmlns:a16="http://schemas.microsoft.com/office/drawing/2014/main" id="{9A6D7C0C-DA98-0954-9FB7-5173A943958E}"/>
              </a:ext>
            </a:extLst>
          </p:cNvPr>
          <p:cNvSpPr/>
          <p:nvPr/>
        </p:nvSpPr>
        <p:spPr>
          <a:xfrm>
            <a:off x="1886673" y="4138277"/>
            <a:ext cx="1602651" cy="243223"/>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9" name="Rectangle 28">
            <a:extLst>
              <a:ext uri="{FF2B5EF4-FFF2-40B4-BE49-F238E27FC236}">
                <a16:creationId xmlns:a16="http://schemas.microsoft.com/office/drawing/2014/main" id="{496C745A-3333-A663-49C5-54EFC482B851}"/>
              </a:ext>
            </a:extLst>
          </p:cNvPr>
          <p:cNvSpPr/>
          <p:nvPr/>
        </p:nvSpPr>
        <p:spPr>
          <a:xfrm>
            <a:off x="3667847" y="4138277"/>
            <a:ext cx="2263053" cy="243223"/>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0" name="Rectangle 29">
            <a:extLst>
              <a:ext uri="{FF2B5EF4-FFF2-40B4-BE49-F238E27FC236}">
                <a16:creationId xmlns:a16="http://schemas.microsoft.com/office/drawing/2014/main" id="{36DAE6F7-1C58-71D8-56B8-DF982FA18C3C}"/>
              </a:ext>
            </a:extLst>
          </p:cNvPr>
          <p:cNvSpPr/>
          <p:nvPr/>
        </p:nvSpPr>
        <p:spPr>
          <a:xfrm>
            <a:off x="8331033" y="4095048"/>
            <a:ext cx="1000292" cy="329680"/>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1" name="Rectangle 30">
            <a:extLst>
              <a:ext uri="{FF2B5EF4-FFF2-40B4-BE49-F238E27FC236}">
                <a16:creationId xmlns:a16="http://schemas.microsoft.com/office/drawing/2014/main" id="{50908D09-8BC3-5D43-5A7D-62251E1B5BC7}"/>
              </a:ext>
            </a:extLst>
          </p:cNvPr>
          <p:cNvSpPr/>
          <p:nvPr/>
        </p:nvSpPr>
        <p:spPr>
          <a:xfrm>
            <a:off x="9658183" y="4095048"/>
            <a:ext cx="825667" cy="329680"/>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2" name="Rectangle 31">
            <a:extLst>
              <a:ext uri="{FF2B5EF4-FFF2-40B4-BE49-F238E27FC236}">
                <a16:creationId xmlns:a16="http://schemas.microsoft.com/office/drawing/2014/main" id="{18E80608-5F05-5F4A-450D-44D3541AC136}"/>
              </a:ext>
            </a:extLst>
          </p:cNvPr>
          <p:cNvSpPr/>
          <p:nvPr/>
        </p:nvSpPr>
        <p:spPr>
          <a:xfrm>
            <a:off x="10607675" y="4095048"/>
            <a:ext cx="708026" cy="329680"/>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3" name="Légende : encadrée à une bordure 32">
            <a:extLst>
              <a:ext uri="{FF2B5EF4-FFF2-40B4-BE49-F238E27FC236}">
                <a16:creationId xmlns:a16="http://schemas.microsoft.com/office/drawing/2014/main" id="{1DB118D8-FC86-47B4-0DC9-E1853D0FCB9E}"/>
              </a:ext>
            </a:extLst>
          </p:cNvPr>
          <p:cNvSpPr/>
          <p:nvPr/>
        </p:nvSpPr>
        <p:spPr>
          <a:xfrm>
            <a:off x="4230280" y="4596524"/>
            <a:ext cx="3989796" cy="294278"/>
          </a:xfrm>
          <a:prstGeom prst="accentBorderCallout1">
            <a:avLst>
              <a:gd name="adj1" fmla="val 18750"/>
              <a:gd name="adj2" fmla="val -8333"/>
              <a:gd name="adj3" fmla="val -75231"/>
              <a:gd name="adj4" fmla="val -12550"/>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Informations sur la dernière génération réalisée</a:t>
            </a:r>
          </a:p>
        </p:txBody>
      </p:sp>
      <p:sp>
        <p:nvSpPr>
          <p:cNvPr id="34" name="Légende : encadrée à une bordure 33">
            <a:extLst>
              <a:ext uri="{FF2B5EF4-FFF2-40B4-BE49-F238E27FC236}">
                <a16:creationId xmlns:a16="http://schemas.microsoft.com/office/drawing/2014/main" id="{782AE494-7FCE-18B8-1156-EB8F4CC349B3}"/>
              </a:ext>
            </a:extLst>
          </p:cNvPr>
          <p:cNvSpPr/>
          <p:nvPr/>
        </p:nvSpPr>
        <p:spPr>
          <a:xfrm>
            <a:off x="3685059" y="5020093"/>
            <a:ext cx="3989796" cy="294278"/>
          </a:xfrm>
          <a:prstGeom prst="accentBorderCallout1">
            <a:avLst>
              <a:gd name="adj1" fmla="val 18750"/>
              <a:gd name="adj2" fmla="val -8333"/>
              <a:gd name="adj3" fmla="val -211174"/>
              <a:gd name="adj4" fmla="val -22577"/>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Informations sur l’état courant de la génération</a:t>
            </a:r>
          </a:p>
        </p:txBody>
      </p:sp>
      <p:sp>
        <p:nvSpPr>
          <p:cNvPr id="35" name="Légende : encadrée à une bordure 34">
            <a:extLst>
              <a:ext uri="{FF2B5EF4-FFF2-40B4-BE49-F238E27FC236}">
                <a16:creationId xmlns:a16="http://schemas.microsoft.com/office/drawing/2014/main" id="{15C8248F-0553-89EF-D3B5-3B878CF08246}"/>
              </a:ext>
            </a:extLst>
          </p:cNvPr>
          <p:cNvSpPr/>
          <p:nvPr/>
        </p:nvSpPr>
        <p:spPr>
          <a:xfrm>
            <a:off x="1438420" y="5523248"/>
            <a:ext cx="2312260" cy="708859"/>
          </a:xfrm>
          <a:prstGeom prst="accentBorderCallout1">
            <a:avLst>
              <a:gd name="adj1" fmla="val 18750"/>
              <a:gd name="adj2" fmla="val -8333"/>
              <a:gd name="adj3" fmla="val -160113"/>
              <a:gd name="adj4" fmla="val -19693"/>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Etat de fonctionnement de la génération (arrêtée ou démarrée)</a:t>
            </a:r>
          </a:p>
        </p:txBody>
      </p:sp>
      <p:sp>
        <p:nvSpPr>
          <p:cNvPr id="36" name="Légende : encadrée à une bordure 35">
            <a:extLst>
              <a:ext uri="{FF2B5EF4-FFF2-40B4-BE49-F238E27FC236}">
                <a16:creationId xmlns:a16="http://schemas.microsoft.com/office/drawing/2014/main" id="{BF178A12-A0A2-F3CB-8EAE-08A20E2432B8}"/>
              </a:ext>
            </a:extLst>
          </p:cNvPr>
          <p:cNvSpPr/>
          <p:nvPr/>
        </p:nvSpPr>
        <p:spPr>
          <a:xfrm flipH="1">
            <a:off x="5915604" y="2025256"/>
            <a:ext cx="2573977" cy="728647"/>
          </a:xfrm>
          <a:prstGeom prst="accentBorderCallout1">
            <a:avLst>
              <a:gd name="adj1" fmla="val 18750"/>
              <a:gd name="adj2" fmla="val -8333"/>
              <a:gd name="adj3" fmla="val 286512"/>
              <a:gd name="adj4" fmla="val -27951"/>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Affiche l’écran de configuration (uniquement si la génération est arrêtée)</a:t>
            </a:r>
          </a:p>
        </p:txBody>
      </p:sp>
      <p:sp>
        <p:nvSpPr>
          <p:cNvPr id="37" name="Légende : encadrée à une bordure 36">
            <a:extLst>
              <a:ext uri="{FF2B5EF4-FFF2-40B4-BE49-F238E27FC236}">
                <a16:creationId xmlns:a16="http://schemas.microsoft.com/office/drawing/2014/main" id="{86741583-7C7A-DBC6-0298-25DE6CDD5796}"/>
              </a:ext>
            </a:extLst>
          </p:cNvPr>
          <p:cNvSpPr/>
          <p:nvPr/>
        </p:nvSpPr>
        <p:spPr>
          <a:xfrm flipH="1">
            <a:off x="6000750" y="5410624"/>
            <a:ext cx="2938936" cy="436361"/>
          </a:xfrm>
          <a:prstGeom prst="accentBorderCallout1">
            <a:avLst>
              <a:gd name="adj1" fmla="val 18750"/>
              <a:gd name="adj2" fmla="val -8333"/>
              <a:gd name="adj3" fmla="val -219996"/>
              <a:gd name="adj4" fmla="val -47312"/>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Démarre la génération (uniquement si connecté et arrêtée)</a:t>
            </a:r>
          </a:p>
        </p:txBody>
      </p:sp>
      <p:sp>
        <p:nvSpPr>
          <p:cNvPr id="38" name="Légende : encadrée à une bordure 37">
            <a:extLst>
              <a:ext uri="{FF2B5EF4-FFF2-40B4-BE49-F238E27FC236}">
                <a16:creationId xmlns:a16="http://schemas.microsoft.com/office/drawing/2014/main" id="{D87E87A9-DB41-87CF-2E7B-39D597A14269}"/>
              </a:ext>
            </a:extLst>
          </p:cNvPr>
          <p:cNvSpPr/>
          <p:nvPr/>
        </p:nvSpPr>
        <p:spPr>
          <a:xfrm flipH="1">
            <a:off x="7353300" y="6013926"/>
            <a:ext cx="2840580" cy="436362"/>
          </a:xfrm>
          <a:prstGeom prst="accentBorderCallout1">
            <a:avLst>
              <a:gd name="adj1" fmla="val 18750"/>
              <a:gd name="adj2" fmla="val -8333"/>
              <a:gd name="adj3" fmla="val -366244"/>
              <a:gd name="adj4" fmla="val -35702"/>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Arrête la génération (uniquement si connecté et démarrée)</a:t>
            </a:r>
          </a:p>
        </p:txBody>
      </p:sp>
      <p:sp>
        <p:nvSpPr>
          <p:cNvPr id="11" name="Rectangle 10">
            <a:extLst>
              <a:ext uri="{FF2B5EF4-FFF2-40B4-BE49-F238E27FC236}">
                <a16:creationId xmlns:a16="http://schemas.microsoft.com/office/drawing/2014/main" id="{EB46C865-4478-1651-685C-687B0E5F8826}"/>
              </a:ext>
            </a:extLst>
          </p:cNvPr>
          <p:cNvSpPr/>
          <p:nvPr/>
        </p:nvSpPr>
        <p:spPr>
          <a:xfrm>
            <a:off x="10715836" y="3267456"/>
            <a:ext cx="276982" cy="329680"/>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2" name="Rectangle 11">
            <a:extLst>
              <a:ext uri="{FF2B5EF4-FFF2-40B4-BE49-F238E27FC236}">
                <a16:creationId xmlns:a16="http://schemas.microsoft.com/office/drawing/2014/main" id="{EAD8F6E9-EDF9-0578-DC0F-E89FDB870A3E}"/>
              </a:ext>
            </a:extLst>
          </p:cNvPr>
          <p:cNvSpPr/>
          <p:nvPr/>
        </p:nvSpPr>
        <p:spPr>
          <a:xfrm>
            <a:off x="11027739" y="3267456"/>
            <a:ext cx="276982" cy="329680"/>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3" name="Légende : encadrée à une bordure 12">
            <a:extLst>
              <a:ext uri="{FF2B5EF4-FFF2-40B4-BE49-F238E27FC236}">
                <a16:creationId xmlns:a16="http://schemas.microsoft.com/office/drawing/2014/main" id="{C61510A1-368E-5904-277B-DAAA007CFB30}"/>
              </a:ext>
            </a:extLst>
          </p:cNvPr>
          <p:cNvSpPr/>
          <p:nvPr/>
        </p:nvSpPr>
        <p:spPr>
          <a:xfrm flipH="1">
            <a:off x="9052078" y="2391386"/>
            <a:ext cx="1431772" cy="528400"/>
          </a:xfrm>
          <a:prstGeom prst="accentBorderCallout1">
            <a:avLst>
              <a:gd name="adj1" fmla="val 18750"/>
              <a:gd name="adj2" fmla="val -8333"/>
              <a:gd name="adj3" fmla="val 169844"/>
              <a:gd name="adj4" fmla="val -28396"/>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Affiche l’écran d’information</a:t>
            </a:r>
          </a:p>
        </p:txBody>
      </p:sp>
      <p:sp>
        <p:nvSpPr>
          <p:cNvPr id="15" name="Légende : encadrée à une bordure 14">
            <a:extLst>
              <a:ext uri="{FF2B5EF4-FFF2-40B4-BE49-F238E27FC236}">
                <a16:creationId xmlns:a16="http://schemas.microsoft.com/office/drawing/2014/main" id="{F502D4E8-2007-F0B0-9268-6A6B52A4E4EA}"/>
              </a:ext>
            </a:extLst>
          </p:cNvPr>
          <p:cNvSpPr/>
          <p:nvPr/>
        </p:nvSpPr>
        <p:spPr>
          <a:xfrm flipH="1">
            <a:off x="9052078" y="1761369"/>
            <a:ext cx="1626897" cy="294277"/>
          </a:xfrm>
          <a:prstGeom prst="accentBorderCallout1">
            <a:avLst>
              <a:gd name="adj1" fmla="val 73127"/>
              <a:gd name="adj2" fmla="val -5135"/>
              <a:gd name="adj3" fmla="val 497356"/>
              <a:gd name="adj4" fmla="val -31782"/>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Affiche ce manuel</a:t>
            </a:r>
          </a:p>
        </p:txBody>
      </p:sp>
    </p:spTree>
    <p:extLst>
      <p:ext uri="{BB962C8B-B14F-4D97-AF65-F5344CB8AC3E}">
        <p14:creationId xmlns:p14="http://schemas.microsoft.com/office/powerpoint/2010/main" val="107676703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Image 12">
            <a:extLst>
              <a:ext uri="{FF2B5EF4-FFF2-40B4-BE49-F238E27FC236}">
                <a16:creationId xmlns:a16="http://schemas.microsoft.com/office/drawing/2014/main" id="{9BD9996D-6346-8651-5495-DF81C701F0E2}"/>
              </a:ext>
            </a:extLst>
          </p:cNvPr>
          <p:cNvPicPr>
            <a:picLocks noChangeAspect="1"/>
          </p:cNvPicPr>
          <p:nvPr/>
        </p:nvPicPr>
        <p:blipFill>
          <a:blip r:embed="rId2"/>
          <a:stretch>
            <a:fillRect/>
          </a:stretch>
        </p:blipFill>
        <p:spPr>
          <a:xfrm>
            <a:off x="4289024" y="2028084"/>
            <a:ext cx="3731995" cy="2890311"/>
          </a:xfrm>
          <a:prstGeom prst="rect">
            <a:avLst/>
          </a:prstGeom>
        </p:spPr>
      </p:pic>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p:txBody>
          <a:bodyPr/>
          <a:lstStyle/>
          <a:p>
            <a:r>
              <a:rPr lang="fr-FR" dirty="0"/>
              <a:t>Ecran Principal – Publication locale</a:t>
            </a:r>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dirty="0"/>
              <a:t>Ecrans &amp; fonctionnalités</a:t>
            </a:r>
          </a:p>
        </p:txBody>
      </p:sp>
      <p:sp>
        <p:nvSpPr>
          <p:cNvPr id="3" name="Rectangle 2">
            <a:extLst>
              <a:ext uri="{FF2B5EF4-FFF2-40B4-BE49-F238E27FC236}">
                <a16:creationId xmlns:a16="http://schemas.microsoft.com/office/drawing/2014/main" id="{BABECE64-1973-30B8-8BA8-85E8DFAD91F1}"/>
              </a:ext>
            </a:extLst>
          </p:cNvPr>
          <p:cNvSpPr/>
          <p:nvPr/>
        </p:nvSpPr>
        <p:spPr>
          <a:xfrm>
            <a:off x="4586288" y="2573141"/>
            <a:ext cx="776286" cy="760609"/>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5" name="Rectangle 4">
            <a:extLst>
              <a:ext uri="{FF2B5EF4-FFF2-40B4-BE49-F238E27FC236}">
                <a16:creationId xmlns:a16="http://schemas.microsoft.com/office/drawing/2014/main" id="{395005D2-76BB-3074-76F8-D1E48C360CCD}"/>
              </a:ext>
            </a:extLst>
          </p:cNvPr>
          <p:cNvSpPr/>
          <p:nvPr/>
        </p:nvSpPr>
        <p:spPr>
          <a:xfrm>
            <a:off x="5404820" y="2527532"/>
            <a:ext cx="217311" cy="227575"/>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6" name="Légende : encadrée à une bordure 5">
            <a:extLst>
              <a:ext uri="{FF2B5EF4-FFF2-40B4-BE49-F238E27FC236}">
                <a16:creationId xmlns:a16="http://schemas.microsoft.com/office/drawing/2014/main" id="{6CCC1849-A415-202A-0C34-FCF17F0F7B9F}"/>
              </a:ext>
            </a:extLst>
          </p:cNvPr>
          <p:cNvSpPr/>
          <p:nvPr/>
        </p:nvSpPr>
        <p:spPr>
          <a:xfrm flipH="1">
            <a:off x="1128367" y="3762522"/>
            <a:ext cx="2608296" cy="708859"/>
          </a:xfrm>
          <a:prstGeom prst="accentBorderCallout1">
            <a:avLst>
              <a:gd name="adj1" fmla="val 18750"/>
              <a:gd name="adj2" fmla="val -8333"/>
              <a:gd name="adj3" fmla="val -37567"/>
              <a:gd name="adj4" fmla="val -23783"/>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Etat de fonctionnement de la publication (arrêtée ou démarrée)</a:t>
            </a:r>
          </a:p>
        </p:txBody>
      </p:sp>
      <p:sp>
        <p:nvSpPr>
          <p:cNvPr id="7" name="Légende : encadrée à une bordure 6">
            <a:extLst>
              <a:ext uri="{FF2B5EF4-FFF2-40B4-BE49-F238E27FC236}">
                <a16:creationId xmlns:a16="http://schemas.microsoft.com/office/drawing/2014/main" id="{59208C1D-522D-3CF4-0DB4-C8C129A46416}"/>
              </a:ext>
            </a:extLst>
          </p:cNvPr>
          <p:cNvSpPr/>
          <p:nvPr/>
        </p:nvSpPr>
        <p:spPr>
          <a:xfrm>
            <a:off x="8685840" y="4494460"/>
            <a:ext cx="3093177" cy="728647"/>
          </a:xfrm>
          <a:prstGeom prst="accentBorderCallout1">
            <a:avLst>
              <a:gd name="adj1" fmla="val 18750"/>
              <a:gd name="adj2" fmla="val -8333"/>
              <a:gd name="adj3" fmla="val -53727"/>
              <a:gd name="adj4" fmla="val -72561"/>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Sélectionne l’interface réseau sur laquelle se fait la publication (uniquement la publication est arrêtée)</a:t>
            </a:r>
          </a:p>
        </p:txBody>
      </p:sp>
      <p:sp>
        <p:nvSpPr>
          <p:cNvPr id="14" name="Rectangle 13">
            <a:extLst>
              <a:ext uri="{FF2B5EF4-FFF2-40B4-BE49-F238E27FC236}">
                <a16:creationId xmlns:a16="http://schemas.microsoft.com/office/drawing/2014/main" id="{4417BE45-5776-678C-886E-B30AF6338DB5}"/>
              </a:ext>
            </a:extLst>
          </p:cNvPr>
          <p:cNvSpPr/>
          <p:nvPr/>
        </p:nvSpPr>
        <p:spPr>
          <a:xfrm>
            <a:off x="5495306" y="4638622"/>
            <a:ext cx="634031" cy="227575"/>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7" name="Rectangle 16">
            <a:extLst>
              <a:ext uri="{FF2B5EF4-FFF2-40B4-BE49-F238E27FC236}">
                <a16:creationId xmlns:a16="http://schemas.microsoft.com/office/drawing/2014/main" id="{78FA8705-3EE6-B863-051A-C0EACFFD37D6}"/>
              </a:ext>
            </a:extLst>
          </p:cNvPr>
          <p:cNvSpPr/>
          <p:nvPr/>
        </p:nvSpPr>
        <p:spPr>
          <a:xfrm>
            <a:off x="6249310" y="4638622"/>
            <a:ext cx="557831" cy="227575"/>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8" name="Rectangle 17">
            <a:extLst>
              <a:ext uri="{FF2B5EF4-FFF2-40B4-BE49-F238E27FC236}">
                <a16:creationId xmlns:a16="http://schemas.microsoft.com/office/drawing/2014/main" id="{73F52DC7-A2F8-A7FD-1DF7-4DEF03BC1ACE}"/>
              </a:ext>
            </a:extLst>
          </p:cNvPr>
          <p:cNvSpPr/>
          <p:nvPr/>
        </p:nvSpPr>
        <p:spPr>
          <a:xfrm>
            <a:off x="4338638" y="3388005"/>
            <a:ext cx="564356" cy="156506"/>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9" name="Rectangle 18">
            <a:extLst>
              <a:ext uri="{FF2B5EF4-FFF2-40B4-BE49-F238E27FC236}">
                <a16:creationId xmlns:a16="http://schemas.microsoft.com/office/drawing/2014/main" id="{E24A82F3-1AC6-950F-058A-1585E07E3363}"/>
              </a:ext>
            </a:extLst>
          </p:cNvPr>
          <p:cNvSpPr/>
          <p:nvPr/>
        </p:nvSpPr>
        <p:spPr>
          <a:xfrm>
            <a:off x="5057774" y="3388005"/>
            <a:ext cx="1071563" cy="156506"/>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0" name="Rectangle 19">
            <a:extLst>
              <a:ext uri="{FF2B5EF4-FFF2-40B4-BE49-F238E27FC236}">
                <a16:creationId xmlns:a16="http://schemas.microsoft.com/office/drawing/2014/main" id="{CB8F585F-D411-1838-ED6A-320FD56372B5}"/>
              </a:ext>
            </a:extLst>
          </p:cNvPr>
          <p:cNvSpPr/>
          <p:nvPr/>
        </p:nvSpPr>
        <p:spPr>
          <a:xfrm>
            <a:off x="5404821" y="2776023"/>
            <a:ext cx="2246810" cy="135660"/>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1" name="Rectangle 20">
            <a:extLst>
              <a:ext uri="{FF2B5EF4-FFF2-40B4-BE49-F238E27FC236}">
                <a16:creationId xmlns:a16="http://schemas.microsoft.com/office/drawing/2014/main" id="{A99432E0-FB67-7B6C-A419-8470C2B69BDE}"/>
              </a:ext>
            </a:extLst>
          </p:cNvPr>
          <p:cNvSpPr/>
          <p:nvPr/>
        </p:nvSpPr>
        <p:spPr>
          <a:xfrm>
            <a:off x="5283200" y="3929868"/>
            <a:ext cx="1149350" cy="227575"/>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2" name="Légende : encadrée à une bordure 21">
            <a:extLst>
              <a:ext uri="{FF2B5EF4-FFF2-40B4-BE49-F238E27FC236}">
                <a16:creationId xmlns:a16="http://schemas.microsoft.com/office/drawing/2014/main" id="{43C37784-6A64-22FE-527F-F90DFBFB77AA}"/>
              </a:ext>
            </a:extLst>
          </p:cNvPr>
          <p:cNvSpPr/>
          <p:nvPr/>
        </p:nvSpPr>
        <p:spPr>
          <a:xfrm flipH="1">
            <a:off x="1861943" y="5456052"/>
            <a:ext cx="2981324" cy="436361"/>
          </a:xfrm>
          <a:prstGeom prst="accentBorderCallout1">
            <a:avLst>
              <a:gd name="adj1" fmla="val 18750"/>
              <a:gd name="adj2" fmla="val -8333"/>
              <a:gd name="adj3" fmla="val -129981"/>
              <a:gd name="adj4" fmla="val -27186"/>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Démarre la publication (uniquement si connecté et arrêtée)</a:t>
            </a:r>
          </a:p>
        </p:txBody>
      </p:sp>
      <p:sp>
        <p:nvSpPr>
          <p:cNvPr id="23" name="Légende : encadrée à une bordure 22">
            <a:extLst>
              <a:ext uri="{FF2B5EF4-FFF2-40B4-BE49-F238E27FC236}">
                <a16:creationId xmlns:a16="http://schemas.microsoft.com/office/drawing/2014/main" id="{3C6CC558-66AD-0A1E-CE1F-CB2A19073262}"/>
              </a:ext>
            </a:extLst>
          </p:cNvPr>
          <p:cNvSpPr/>
          <p:nvPr/>
        </p:nvSpPr>
        <p:spPr>
          <a:xfrm>
            <a:off x="7271464" y="5456052"/>
            <a:ext cx="3093099" cy="436362"/>
          </a:xfrm>
          <a:prstGeom prst="accentBorderCallout1">
            <a:avLst>
              <a:gd name="adj1" fmla="val 18750"/>
              <a:gd name="adj2" fmla="val -8333"/>
              <a:gd name="adj3" fmla="val -138143"/>
              <a:gd name="adj4" fmla="val -23819"/>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Arrête la publication (uniquement si connecté et démarrée)</a:t>
            </a:r>
          </a:p>
        </p:txBody>
      </p:sp>
      <p:sp>
        <p:nvSpPr>
          <p:cNvPr id="24" name="Légende : encadrée à une bordure 23">
            <a:extLst>
              <a:ext uri="{FF2B5EF4-FFF2-40B4-BE49-F238E27FC236}">
                <a16:creationId xmlns:a16="http://schemas.microsoft.com/office/drawing/2014/main" id="{C956C3BA-6C73-CCF2-A04C-8C94086C7B7C}"/>
              </a:ext>
            </a:extLst>
          </p:cNvPr>
          <p:cNvSpPr/>
          <p:nvPr/>
        </p:nvSpPr>
        <p:spPr>
          <a:xfrm>
            <a:off x="6333507" y="1516089"/>
            <a:ext cx="3093177" cy="283867"/>
          </a:xfrm>
          <a:prstGeom prst="accentBorderCallout1">
            <a:avLst>
              <a:gd name="adj1" fmla="val 18750"/>
              <a:gd name="adj2" fmla="val -8333"/>
              <a:gd name="adj3" fmla="val 337422"/>
              <a:gd name="adj4" fmla="val -23693"/>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Copie le QR Code dans le presse-papier</a:t>
            </a:r>
          </a:p>
        </p:txBody>
      </p:sp>
      <p:sp>
        <p:nvSpPr>
          <p:cNvPr id="9" name="Légende : encadrée à une bordure 8">
            <a:extLst>
              <a:ext uri="{FF2B5EF4-FFF2-40B4-BE49-F238E27FC236}">
                <a16:creationId xmlns:a16="http://schemas.microsoft.com/office/drawing/2014/main" id="{B7FEAA23-6085-2E30-8572-FE73AB82590C}"/>
              </a:ext>
            </a:extLst>
          </p:cNvPr>
          <p:cNvSpPr/>
          <p:nvPr/>
        </p:nvSpPr>
        <p:spPr>
          <a:xfrm>
            <a:off x="8600315" y="3443661"/>
            <a:ext cx="2443727" cy="528400"/>
          </a:xfrm>
          <a:prstGeom prst="accentBorderCallout1">
            <a:avLst>
              <a:gd name="adj1" fmla="val 18750"/>
              <a:gd name="adj2" fmla="val -8333"/>
              <a:gd name="adj3" fmla="val 4257"/>
              <a:gd name="adj4" fmla="val -98941"/>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Informations sur l’état courant de la publication</a:t>
            </a:r>
          </a:p>
        </p:txBody>
      </p:sp>
      <p:sp>
        <p:nvSpPr>
          <p:cNvPr id="10" name="Légende : encadrée à une bordure 9">
            <a:extLst>
              <a:ext uri="{FF2B5EF4-FFF2-40B4-BE49-F238E27FC236}">
                <a16:creationId xmlns:a16="http://schemas.microsoft.com/office/drawing/2014/main" id="{B52EF86D-49EF-1F5A-5F8A-29D543E6A124}"/>
              </a:ext>
            </a:extLst>
          </p:cNvPr>
          <p:cNvSpPr/>
          <p:nvPr/>
        </p:nvSpPr>
        <p:spPr>
          <a:xfrm>
            <a:off x="8600315" y="2186324"/>
            <a:ext cx="2042286" cy="528400"/>
          </a:xfrm>
          <a:prstGeom prst="accentBorderCallout1">
            <a:avLst>
              <a:gd name="adj1" fmla="val 18750"/>
              <a:gd name="adj2" fmla="val -8333"/>
              <a:gd name="adj3" fmla="val 112460"/>
              <a:gd name="adj4" fmla="val -70991"/>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Adresse du site web local</a:t>
            </a:r>
          </a:p>
        </p:txBody>
      </p:sp>
      <p:sp>
        <p:nvSpPr>
          <p:cNvPr id="11" name="Légende : encadrée à une bordure 10">
            <a:extLst>
              <a:ext uri="{FF2B5EF4-FFF2-40B4-BE49-F238E27FC236}">
                <a16:creationId xmlns:a16="http://schemas.microsoft.com/office/drawing/2014/main" id="{899B5126-BD57-A47D-E10C-B59B778D74C6}"/>
              </a:ext>
            </a:extLst>
          </p:cNvPr>
          <p:cNvSpPr/>
          <p:nvPr/>
        </p:nvSpPr>
        <p:spPr>
          <a:xfrm flipH="1">
            <a:off x="1626623" y="2602727"/>
            <a:ext cx="1725982" cy="528400"/>
          </a:xfrm>
          <a:prstGeom prst="accentBorderCallout1">
            <a:avLst>
              <a:gd name="adj1" fmla="val 18750"/>
              <a:gd name="adj2" fmla="val -8333"/>
              <a:gd name="adj3" fmla="val 75160"/>
              <a:gd name="adj4" fmla="val -67450"/>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QR Code du site web local</a:t>
            </a:r>
          </a:p>
        </p:txBody>
      </p:sp>
      <p:sp>
        <p:nvSpPr>
          <p:cNvPr id="15" name="Rectangle 14">
            <a:extLst>
              <a:ext uri="{FF2B5EF4-FFF2-40B4-BE49-F238E27FC236}">
                <a16:creationId xmlns:a16="http://schemas.microsoft.com/office/drawing/2014/main" id="{C8F1B060-4900-4652-32FA-78E0AEE6216F}"/>
              </a:ext>
            </a:extLst>
          </p:cNvPr>
          <p:cNvSpPr/>
          <p:nvPr/>
        </p:nvSpPr>
        <p:spPr>
          <a:xfrm>
            <a:off x="7760578" y="2743908"/>
            <a:ext cx="217311" cy="227575"/>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6" name="Légende : encadrée à une bordure 15">
            <a:extLst>
              <a:ext uri="{FF2B5EF4-FFF2-40B4-BE49-F238E27FC236}">
                <a16:creationId xmlns:a16="http://schemas.microsoft.com/office/drawing/2014/main" id="{D34F33BE-3310-E160-BF33-7A046348D898}"/>
              </a:ext>
            </a:extLst>
          </p:cNvPr>
          <p:cNvSpPr/>
          <p:nvPr/>
        </p:nvSpPr>
        <p:spPr>
          <a:xfrm>
            <a:off x="8602478" y="2937259"/>
            <a:ext cx="3374424" cy="283867"/>
          </a:xfrm>
          <a:prstGeom prst="accentBorderCallout1">
            <a:avLst>
              <a:gd name="adj1" fmla="val 18750"/>
              <a:gd name="adj2" fmla="val -8333"/>
              <a:gd name="adj3" fmla="val 6183"/>
              <a:gd name="adj4" fmla="val -17743"/>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Copie l’URL complète dans le presse-papier</a:t>
            </a:r>
          </a:p>
        </p:txBody>
      </p:sp>
    </p:spTree>
    <p:extLst>
      <p:ext uri="{BB962C8B-B14F-4D97-AF65-F5344CB8AC3E}">
        <p14:creationId xmlns:p14="http://schemas.microsoft.com/office/powerpoint/2010/main" val="212434799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Image 9">
            <a:extLst>
              <a:ext uri="{FF2B5EF4-FFF2-40B4-BE49-F238E27FC236}">
                <a16:creationId xmlns:a16="http://schemas.microsoft.com/office/drawing/2014/main" id="{14546F8F-057C-C343-5073-768EBC066B12}"/>
              </a:ext>
            </a:extLst>
          </p:cNvPr>
          <p:cNvPicPr>
            <a:picLocks noChangeAspect="1"/>
          </p:cNvPicPr>
          <p:nvPr/>
        </p:nvPicPr>
        <p:blipFill>
          <a:blip r:embed="rId2"/>
          <a:stretch>
            <a:fillRect/>
          </a:stretch>
        </p:blipFill>
        <p:spPr>
          <a:xfrm>
            <a:off x="4002578" y="2148999"/>
            <a:ext cx="3631710" cy="2732564"/>
          </a:xfrm>
          <a:prstGeom prst="rect">
            <a:avLst/>
          </a:prstGeom>
        </p:spPr>
      </p:pic>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a:xfrm>
            <a:off x="980321" y="980322"/>
            <a:ext cx="11088033" cy="528400"/>
          </a:xfrm>
        </p:spPr>
        <p:txBody>
          <a:bodyPr/>
          <a:lstStyle/>
          <a:p>
            <a:r>
              <a:rPr lang="fr-FR" dirty="0"/>
              <a:t>Ecran Principal – Publication distante (config. </a:t>
            </a:r>
            <a:r>
              <a:rPr lang="fr-FR" dirty="0" err="1"/>
              <a:t>FFJudo</a:t>
            </a:r>
            <a:r>
              <a:rPr lang="fr-FR" dirty="0"/>
              <a:t>)</a:t>
            </a:r>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dirty="0"/>
              <a:t>Ecrans &amp; fonctionnalités</a:t>
            </a:r>
          </a:p>
        </p:txBody>
      </p:sp>
      <p:sp>
        <p:nvSpPr>
          <p:cNvPr id="3" name="Légende : encadrée à une bordure 2">
            <a:extLst>
              <a:ext uri="{FF2B5EF4-FFF2-40B4-BE49-F238E27FC236}">
                <a16:creationId xmlns:a16="http://schemas.microsoft.com/office/drawing/2014/main" id="{5DF710E1-6B0F-2D1A-5333-C6A339EFA4B4}"/>
              </a:ext>
            </a:extLst>
          </p:cNvPr>
          <p:cNvSpPr/>
          <p:nvPr/>
        </p:nvSpPr>
        <p:spPr>
          <a:xfrm flipH="1">
            <a:off x="158422" y="3112733"/>
            <a:ext cx="3181935" cy="528401"/>
          </a:xfrm>
          <a:prstGeom prst="accentBorderCallout1">
            <a:avLst>
              <a:gd name="adj1" fmla="val 18750"/>
              <a:gd name="adj2" fmla="val -8333"/>
              <a:gd name="adj3" fmla="val 47992"/>
              <a:gd name="adj4" fmla="val -19971"/>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Etat de fonctionnement de la publication (arrêtée ou démarrée)</a:t>
            </a:r>
          </a:p>
        </p:txBody>
      </p:sp>
      <p:sp>
        <p:nvSpPr>
          <p:cNvPr id="5" name="Légende : encadrée à une bordure 4">
            <a:extLst>
              <a:ext uri="{FF2B5EF4-FFF2-40B4-BE49-F238E27FC236}">
                <a16:creationId xmlns:a16="http://schemas.microsoft.com/office/drawing/2014/main" id="{FB2F494F-0684-98FA-ECB8-64E23EC27442}"/>
              </a:ext>
            </a:extLst>
          </p:cNvPr>
          <p:cNvSpPr/>
          <p:nvPr/>
        </p:nvSpPr>
        <p:spPr>
          <a:xfrm flipH="1">
            <a:off x="1602386" y="5140611"/>
            <a:ext cx="2890838" cy="436361"/>
          </a:xfrm>
          <a:prstGeom prst="accentBorderCallout1">
            <a:avLst>
              <a:gd name="adj1" fmla="val 18750"/>
              <a:gd name="adj2" fmla="val -8333"/>
              <a:gd name="adj3" fmla="val -65452"/>
              <a:gd name="adj4" fmla="val -27729"/>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Démarre la publication (uniquement si connecté et arrêtée)</a:t>
            </a:r>
          </a:p>
        </p:txBody>
      </p:sp>
      <p:sp>
        <p:nvSpPr>
          <p:cNvPr id="6" name="Légende : encadrée à une bordure 5">
            <a:extLst>
              <a:ext uri="{FF2B5EF4-FFF2-40B4-BE49-F238E27FC236}">
                <a16:creationId xmlns:a16="http://schemas.microsoft.com/office/drawing/2014/main" id="{95A938E3-0DA7-1487-29F8-5304DED3DFF4}"/>
              </a:ext>
            </a:extLst>
          </p:cNvPr>
          <p:cNvSpPr/>
          <p:nvPr/>
        </p:nvSpPr>
        <p:spPr>
          <a:xfrm>
            <a:off x="8408079" y="3107796"/>
            <a:ext cx="3553585" cy="318133"/>
          </a:xfrm>
          <a:prstGeom prst="accentBorderCallout1">
            <a:avLst>
              <a:gd name="adj1" fmla="val 18750"/>
              <a:gd name="adj2" fmla="val -8333"/>
              <a:gd name="adj3" fmla="val 120749"/>
              <a:gd name="adj4" fmla="val -25659"/>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Informations sur la dernière synchronisation</a:t>
            </a:r>
          </a:p>
        </p:txBody>
      </p:sp>
      <p:sp>
        <p:nvSpPr>
          <p:cNvPr id="7" name="Rectangle 6">
            <a:extLst>
              <a:ext uri="{FF2B5EF4-FFF2-40B4-BE49-F238E27FC236}">
                <a16:creationId xmlns:a16="http://schemas.microsoft.com/office/drawing/2014/main" id="{D8FA2FB0-E3EC-41F4-14F7-AB2312E487D4}"/>
              </a:ext>
            </a:extLst>
          </p:cNvPr>
          <p:cNvSpPr/>
          <p:nvPr/>
        </p:nvSpPr>
        <p:spPr>
          <a:xfrm>
            <a:off x="3986979" y="3412584"/>
            <a:ext cx="646696" cy="156506"/>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4" name="Rectangle 13">
            <a:extLst>
              <a:ext uri="{FF2B5EF4-FFF2-40B4-BE49-F238E27FC236}">
                <a16:creationId xmlns:a16="http://schemas.microsoft.com/office/drawing/2014/main" id="{EF0A17CB-3719-F037-0835-52B92B1524DA}"/>
              </a:ext>
            </a:extLst>
          </p:cNvPr>
          <p:cNvSpPr/>
          <p:nvPr/>
        </p:nvSpPr>
        <p:spPr>
          <a:xfrm>
            <a:off x="4881772" y="4008237"/>
            <a:ext cx="642728" cy="164569"/>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8" name="Rectangle 17">
            <a:extLst>
              <a:ext uri="{FF2B5EF4-FFF2-40B4-BE49-F238E27FC236}">
                <a16:creationId xmlns:a16="http://schemas.microsoft.com/office/drawing/2014/main" id="{A43F307D-D4A4-43ED-11D4-7813C0A1057E}"/>
              </a:ext>
            </a:extLst>
          </p:cNvPr>
          <p:cNvSpPr/>
          <p:nvPr/>
        </p:nvSpPr>
        <p:spPr>
          <a:xfrm>
            <a:off x="4699933" y="3414972"/>
            <a:ext cx="1361574" cy="156506"/>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9" name="Rectangle 18">
            <a:extLst>
              <a:ext uri="{FF2B5EF4-FFF2-40B4-BE49-F238E27FC236}">
                <a16:creationId xmlns:a16="http://schemas.microsoft.com/office/drawing/2014/main" id="{350CAEEF-2F76-777F-0465-CE5003589BAC}"/>
              </a:ext>
            </a:extLst>
          </p:cNvPr>
          <p:cNvSpPr/>
          <p:nvPr/>
        </p:nvSpPr>
        <p:spPr>
          <a:xfrm>
            <a:off x="6157285" y="3412584"/>
            <a:ext cx="1361574" cy="156506"/>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0" name="Rectangle 19">
            <a:extLst>
              <a:ext uri="{FF2B5EF4-FFF2-40B4-BE49-F238E27FC236}">
                <a16:creationId xmlns:a16="http://schemas.microsoft.com/office/drawing/2014/main" id="{3824035A-022A-6928-676B-A52F65DA4B32}"/>
              </a:ext>
            </a:extLst>
          </p:cNvPr>
          <p:cNvSpPr/>
          <p:nvPr/>
        </p:nvSpPr>
        <p:spPr>
          <a:xfrm>
            <a:off x="5065632" y="2575786"/>
            <a:ext cx="217311" cy="227575"/>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1" name="Légende : encadrée à une bordure 20">
            <a:extLst>
              <a:ext uri="{FF2B5EF4-FFF2-40B4-BE49-F238E27FC236}">
                <a16:creationId xmlns:a16="http://schemas.microsoft.com/office/drawing/2014/main" id="{7627A490-22C2-C8BF-7BF9-0E1743F5D9F1}"/>
              </a:ext>
            </a:extLst>
          </p:cNvPr>
          <p:cNvSpPr/>
          <p:nvPr/>
        </p:nvSpPr>
        <p:spPr>
          <a:xfrm>
            <a:off x="8229545" y="1663219"/>
            <a:ext cx="3093177" cy="283867"/>
          </a:xfrm>
          <a:prstGeom prst="accentBorderCallout1">
            <a:avLst>
              <a:gd name="adj1" fmla="val 18750"/>
              <a:gd name="adj2" fmla="val -8333"/>
              <a:gd name="adj3" fmla="val 320582"/>
              <a:gd name="adj4" fmla="val -95907"/>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Copie le QR Code dans le presse-papier</a:t>
            </a:r>
          </a:p>
        </p:txBody>
      </p:sp>
      <p:sp>
        <p:nvSpPr>
          <p:cNvPr id="22" name="Rectangle 21">
            <a:extLst>
              <a:ext uri="{FF2B5EF4-FFF2-40B4-BE49-F238E27FC236}">
                <a16:creationId xmlns:a16="http://schemas.microsoft.com/office/drawing/2014/main" id="{52130FBA-E1C2-64FE-57BE-63B025D009C8}"/>
              </a:ext>
            </a:extLst>
          </p:cNvPr>
          <p:cNvSpPr/>
          <p:nvPr/>
        </p:nvSpPr>
        <p:spPr>
          <a:xfrm>
            <a:off x="4225450" y="2613486"/>
            <a:ext cx="816450" cy="758836"/>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3" name="Rectangle 22">
            <a:extLst>
              <a:ext uri="{FF2B5EF4-FFF2-40B4-BE49-F238E27FC236}">
                <a16:creationId xmlns:a16="http://schemas.microsoft.com/office/drawing/2014/main" id="{26ABAFBB-4292-6526-E46C-AD548DD36265}"/>
              </a:ext>
            </a:extLst>
          </p:cNvPr>
          <p:cNvSpPr/>
          <p:nvPr/>
        </p:nvSpPr>
        <p:spPr>
          <a:xfrm>
            <a:off x="5084689" y="2818558"/>
            <a:ext cx="2224796" cy="155246"/>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4" name="Légende : encadrée à une bordure 23">
            <a:extLst>
              <a:ext uri="{FF2B5EF4-FFF2-40B4-BE49-F238E27FC236}">
                <a16:creationId xmlns:a16="http://schemas.microsoft.com/office/drawing/2014/main" id="{F6DDA019-BDB1-15FF-1D38-316254807098}"/>
              </a:ext>
            </a:extLst>
          </p:cNvPr>
          <p:cNvSpPr/>
          <p:nvPr/>
        </p:nvSpPr>
        <p:spPr>
          <a:xfrm>
            <a:off x="8408079" y="2148999"/>
            <a:ext cx="2667954" cy="310492"/>
          </a:xfrm>
          <a:prstGeom prst="accentBorderCallout1">
            <a:avLst>
              <a:gd name="adj1" fmla="val 18750"/>
              <a:gd name="adj2" fmla="val -8333"/>
              <a:gd name="adj3" fmla="val 206507"/>
              <a:gd name="adj4" fmla="val -48038"/>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Adresse du site web distant</a:t>
            </a:r>
          </a:p>
        </p:txBody>
      </p:sp>
      <p:sp>
        <p:nvSpPr>
          <p:cNvPr id="25" name="Légende : encadrée à une bordure 24">
            <a:extLst>
              <a:ext uri="{FF2B5EF4-FFF2-40B4-BE49-F238E27FC236}">
                <a16:creationId xmlns:a16="http://schemas.microsoft.com/office/drawing/2014/main" id="{B5AA1214-2CF5-6CE8-9EE9-1F6CD7C91B75}"/>
              </a:ext>
            </a:extLst>
          </p:cNvPr>
          <p:cNvSpPr/>
          <p:nvPr/>
        </p:nvSpPr>
        <p:spPr>
          <a:xfrm flipH="1">
            <a:off x="531845" y="2644002"/>
            <a:ext cx="2515960" cy="329802"/>
          </a:xfrm>
          <a:prstGeom prst="accentBorderCallout1">
            <a:avLst>
              <a:gd name="adj1" fmla="val 18750"/>
              <a:gd name="adj2" fmla="val -8333"/>
              <a:gd name="adj3" fmla="val 106280"/>
              <a:gd name="adj4" fmla="val -46311"/>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QR Code du site web distant</a:t>
            </a:r>
          </a:p>
        </p:txBody>
      </p:sp>
      <p:sp>
        <p:nvSpPr>
          <p:cNvPr id="26" name="Légende : encadrée à une bordure 25">
            <a:extLst>
              <a:ext uri="{FF2B5EF4-FFF2-40B4-BE49-F238E27FC236}">
                <a16:creationId xmlns:a16="http://schemas.microsoft.com/office/drawing/2014/main" id="{9B17BAE4-CF10-4A37-3608-E094E75B42ED}"/>
              </a:ext>
            </a:extLst>
          </p:cNvPr>
          <p:cNvSpPr/>
          <p:nvPr/>
        </p:nvSpPr>
        <p:spPr>
          <a:xfrm flipH="1">
            <a:off x="158421" y="3736052"/>
            <a:ext cx="3181935" cy="346586"/>
          </a:xfrm>
          <a:prstGeom prst="accentBorderCallout1">
            <a:avLst>
              <a:gd name="adj1" fmla="val 18750"/>
              <a:gd name="adj2" fmla="val -8333"/>
              <a:gd name="adj3" fmla="val -40179"/>
              <a:gd name="adj4" fmla="val -45894"/>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Etat courant de la publication</a:t>
            </a:r>
          </a:p>
        </p:txBody>
      </p:sp>
      <p:sp>
        <p:nvSpPr>
          <p:cNvPr id="27" name="Rectangle 26">
            <a:extLst>
              <a:ext uri="{FF2B5EF4-FFF2-40B4-BE49-F238E27FC236}">
                <a16:creationId xmlns:a16="http://schemas.microsoft.com/office/drawing/2014/main" id="{3E188DB9-6F25-E704-0087-60E2A8F822D0}"/>
              </a:ext>
            </a:extLst>
          </p:cNvPr>
          <p:cNvSpPr/>
          <p:nvPr/>
        </p:nvSpPr>
        <p:spPr>
          <a:xfrm>
            <a:off x="6258858" y="4613512"/>
            <a:ext cx="494367" cy="227575"/>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8" name="Rectangle 27">
            <a:extLst>
              <a:ext uri="{FF2B5EF4-FFF2-40B4-BE49-F238E27FC236}">
                <a16:creationId xmlns:a16="http://schemas.microsoft.com/office/drawing/2014/main" id="{1DF4DDB3-6697-B3CF-CED3-FC1D4C463BED}"/>
              </a:ext>
            </a:extLst>
          </p:cNvPr>
          <p:cNvSpPr/>
          <p:nvPr/>
        </p:nvSpPr>
        <p:spPr>
          <a:xfrm>
            <a:off x="4911885" y="4610113"/>
            <a:ext cx="634031" cy="227575"/>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9" name="Rectangle 28">
            <a:extLst>
              <a:ext uri="{FF2B5EF4-FFF2-40B4-BE49-F238E27FC236}">
                <a16:creationId xmlns:a16="http://schemas.microsoft.com/office/drawing/2014/main" id="{110C5125-9643-B83C-A1E1-D5EFF9128535}"/>
              </a:ext>
            </a:extLst>
          </p:cNvPr>
          <p:cNvSpPr/>
          <p:nvPr/>
        </p:nvSpPr>
        <p:spPr>
          <a:xfrm>
            <a:off x="5656410" y="4616025"/>
            <a:ext cx="535556" cy="227575"/>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0" name="Légende : encadrée à une bordure 29">
            <a:extLst>
              <a:ext uri="{FF2B5EF4-FFF2-40B4-BE49-F238E27FC236}">
                <a16:creationId xmlns:a16="http://schemas.microsoft.com/office/drawing/2014/main" id="{95C66531-5F58-187E-27AB-A9A57E47E8D4}"/>
              </a:ext>
            </a:extLst>
          </p:cNvPr>
          <p:cNvSpPr/>
          <p:nvPr/>
        </p:nvSpPr>
        <p:spPr>
          <a:xfrm flipH="1">
            <a:off x="2168591" y="5717060"/>
            <a:ext cx="2721229" cy="436362"/>
          </a:xfrm>
          <a:prstGeom prst="accentBorderCallout1">
            <a:avLst>
              <a:gd name="adj1" fmla="val 18750"/>
              <a:gd name="adj2" fmla="val -8333"/>
              <a:gd name="adj3" fmla="val -198603"/>
              <a:gd name="adj4" fmla="val -34376"/>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Arrête la publication (uniquement si connecté et démarrée)</a:t>
            </a:r>
          </a:p>
        </p:txBody>
      </p:sp>
      <p:sp>
        <p:nvSpPr>
          <p:cNvPr id="31" name="Légende : encadrée à une bordure 30">
            <a:extLst>
              <a:ext uri="{FF2B5EF4-FFF2-40B4-BE49-F238E27FC236}">
                <a16:creationId xmlns:a16="http://schemas.microsoft.com/office/drawing/2014/main" id="{D7E0AC33-E8EE-1D3F-B260-3D849A25761F}"/>
              </a:ext>
            </a:extLst>
          </p:cNvPr>
          <p:cNvSpPr/>
          <p:nvPr/>
        </p:nvSpPr>
        <p:spPr>
          <a:xfrm>
            <a:off x="7471887" y="5717060"/>
            <a:ext cx="3816602" cy="436362"/>
          </a:xfrm>
          <a:prstGeom prst="accentBorderCallout1">
            <a:avLst>
              <a:gd name="adj1" fmla="val 18750"/>
              <a:gd name="adj2" fmla="val -8333"/>
              <a:gd name="adj3" fmla="val -200265"/>
              <a:gd name="adj4" fmla="val -23305"/>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Supprimer TOUT le contenu du répertoire racine sur le site distant (uniquement si arrêtée)</a:t>
            </a:r>
          </a:p>
        </p:txBody>
      </p:sp>
      <p:sp>
        <p:nvSpPr>
          <p:cNvPr id="32" name="Rectangle 31">
            <a:extLst>
              <a:ext uri="{FF2B5EF4-FFF2-40B4-BE49-F238E27FC236}">
                <a16:creationId xmlns:a16="http://schemas.microsoft.com/office/drawing/2014/main" id="{C6F874CA-11DD-E066-B760-3451C7C1181C}"/>
              </a:ext>
            </a:extLst>
          </p:cNvPr>
          <p:cNvSpPr/>
          <p:nvPr/>
        </p:nvSpPr>
        <p:spPr>
          <a:xfrm>
            <a:off x="4881772" y="4220407"/>
            <a:ext cx="991489" cy="164569"/>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4" name="Rectangle 33">
            <a:extLst>
              <a:ext uri="{FF2B5EF4-FFF2-40B4-BE49-F238E27FC236}">
                <a16:creationId xmlns:a16="http://schemas.microsoft.com/office/drawing/2014/main" id="{00933C6C-730F-CF44-8EDD-A9937DC42276}"/>
              </a:ext>
            </a:extLst>
          </p:cNvPr>
          <p:cNvSpPr/>
          <p:nvPr/>
        </p:nvSpPr>
        <p:spPr>
          <a:xfrm>
            <a:off x="4881772" y="4438414"/>
            <a:ext cx="1668461" cy="131917"/>
          </a:xfrm>
          <a:prstGeom prst="rect">
            <a:avLst/>
          </a:prstGeom>
          <a:solidFill>
            <a:srgbClr val="FFFFFF"/>
          </a:solid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8" name="Rectangle 37">
            <a:extLst>
              <a:ext uri="{FF2B5EF4-FFF2-40B4-BE49-F238E27FC236}">
                <a16:creationId xmlns:a16="http://schemas.microsoft.com/office/drawing/2014/main" id="{E5B5F181-801B-3B8F-63B5-76314004EE25}"/>
              </a:ext>
            </a:extLst>
          </p:cNvPr>
          <p:cNvSpPr/>
          <p:nvPr/>
        </p:nvSpPr>
        <p:spPr>
          <a:xfrm>
            <a:off x="3971553" y="3886410"/>
            <a:ext cx="991489" cy="130137"/>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48" name="Légende : encadrée à une bordure 47">
            <a:extLst>
              <a:ext uri="{FF2B5EF4-FFF2-40B4-BE49-F238E27FC236}">
                <a16:creationId xmlns:a16="http://schemas.microsoft.com/office/drawing/2014/main" id="{0D09D379-D56C-7101-8F9E-FE3B3F5B9FAB}"/>
              </a:ext>
            </a:extLst>
          </p:cNvPr>
          <p:cNvSpPr/>
          <p:nvPr/>
        </p:nvSpPr>
        <p:spPr>
          <a:xfrm flipH="1">
            <a:off x="178669" y="4226719"/>
            <a:ext cx="3141429" cy="294010"/>
          </a:xfrm>
          <a:prstGeom prst="accentBorderCallout1">
            <a:avLst>
              <a:gd name="adj1" fmla="val 18750"/>
              <a:gd name="adj2" fmla="val -8333"/>
              <a:gd name="adj3" fmla="val -78504"/>
              <a:gd name="adj4" fmla="val -21461"/>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Active l’isolation des compétitions</a:t>
            </a:r>
          </a:p>
        </p:txBody>
      </p:sp>
      <p:sp>
        <p:nvSpPr>
          <p:cNvPr id="49" name="Légende : encadrée à une bordure 48">
            <a:extLst>
              <a:ext uri="{FF2B5EF4-FFF2-40B4-BE49-F238E27FC236}">
                <a16:creationId xmlns:a16="http://schemas.microsoft.com/office/drawing/2014/main" id="{EB806472-C540-6680-553C-F34BEE69F471}"/>
              </a:ext>
            </a:extLst>
          </p:cNvPr>
          <p:cNvSpPr/>
          <p:nvPr/>
        </p:nvSpPr>
        <p:spPr>
          <a:xfrm>
            <a:off x="8411102" y="4084805"/>
            <a:ext cx="3550562" cy="436361"/>
          </a:xfrm>
          <a:prstGeom prst="accentBorderCallout1">
            <a:avLst>
              <a:gd name="adj1" fmla="val 18750"/>
              <a:gd name="adj2" fmla="val -8333"/>
              <a:gd name="adj3" fmla="val -14010"/>
              <a:gd name="adj4" fmla="val -81249"/>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Niveau de publication (Comites, Ligues ou Nationaux)</a:t>
            </a:r>
          </a:p>
        </p:txBody>
      </p:sp>
      <p:sp>
        <p:nvSpPr>
          <p:cNvPr id="51" name="Légende : encadrée à une bordure 50">
            <a:extLst>
              <a:ext uri="{FF2B5EF4-FFF2-40B4-BE49-F238E27FC236}">
                <a16:creationId xmlns:a16="http://schemas.microsoft.com/office/drawing/2014/main" id="{1331D3F2-975A-E815-C18B-1E07A9C0EDEF}"/>
              </a:ext>
            </a:extLst>
          </p:cNvPr>
          <p:cNvSpPr/>
          <p:nvPr/>
        </p:nvSpPr>
        <p:spPr>
          <a:xfrm flipH="1">
            <a:off x="178669" y="4714052"/>
            <a:ext cx="3141431" cy="286471"/>
          </a:xfrm>
          <a:prstGeom prst="accentBorderCallout1">
            <a:avLst>
              <a:gd name="adj1" fmla="val 18750"/>
              <a:gd name="adj2" fmla="val -8333"/>
              <a:gd name="adj3" fmla="val -51417"/>
              <a:gd name="adj4" fmla="val -49258"/>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Mot de passe de connexion FTP</a:t>
            </a:r>
          </a:p>
        </p:txBody>
      </p:sp>
      <p:sp>
        <p:nvSpPr>
          <p:cNvPr id="11" name="Légende : encadrée à une bordure 10">
            <a:extLst>
              <a:ext uri="{FF2B5EF4-FFF2-40B4-BE49-F238E27FC236}">
                <a16:creationId xmlns:a16="http://schemas.microsoft.com/office/drawing/2014/main" id="{CAEB548B-42DB-11DA-0F85-97130796DF53}"/>
              </a:ext>
            </a:extLst>
          </p:cNvPr>
          <p:cNvSpPr/>
          <p:nvPr/>
        </p:nvSpPr>
        <p:spPr>
          <a:xfrm>
            <a:off x="8411102" y="3671460"/>
            <a:ext cx="3550562" cy="228497"/>
          </a:xfrm>
          <a:prstGeom prst="accentBorderCallout1">
            <a:avLst>
              <a:gd name="adj1" fmla="val 18750"/>
              <a:gd name="adj2" fmla="val -8333"/>
              <a:gd name="adj3" fmla="val 55198"/>
              <a:gd name="adj4" fmla="val -78404"/>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Active la configuration </a:t>
            </a:r>
            <a:r>
              <a:rPr lang="fr-FR" sz="1400" dirty="0" err="1"/>
              <a:t>FFJudo</a:t>
            </a:r>
            <a:endParaRPr lang="fr-FR" sz="1400" dirty="0"/>
          </a:p>
        </p:txBody>
      </p:sp>
      <p:sp>
        <p:nvSpPr>
          <p:cNvPr id="12" name="Rectangle 11">
            <a:extLst>
              <a:ext uri="{FF2B5EF4-FFF2-40B4-BE49-F238E27FC236}">
                <a16:creationId xmlns:a16="http://schemas.microsoft.com/office/drawing/2014/main" id="{9357D6A4-0B0F-89EC-1C4E-A72B31E70BB4}"/>
              </a:ext>
            </a:extLst>
          </p:cNvPr>
          <p:cNvSpPr/>
          <p:nvPr/>
        </p:nvSpPr>
        <p:spPr>
          <a:xfrm>
            <a:off x="4599415" y="3711748"/>
            <a:ext cx="991489" cy="163267"/>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3" name="Légende : encadrée à une bordure 12">
            <a:extLst>
              <a:ext uri="{FF2B5EF4-FFF2-40B4-BE49-F238E27FC236}">
                <a16:creationId xmlns:a16="http://schemas.microsoft.com/office/drawing/2014/main" id="{08E7E34B-C990-81F3-D52C-CB8D1C5A0F74}"/>
              </a:ext>
            </a:extLst>
          </p:cNvPr>
          <p:cNvSpPr/>
          <p:nvPr/>
        </p:nvSpPr>
        <p:spPr>
          <a:xfrm>
            <a:off x="8411102" y="4704250"/>
            <a:ext cx="3550562" cy="436361"/>
          </a:xfrm>
          <a:prstGeom prst="accentBorderCallout1">
            <a:avLst>
              <a:gd name="adj1" fmla="val 18750"/>
              <a:gd name="adj2" fmla="val -8333"/>
              <a:gd name="adj3" fmla="val -103507"/>
              <a:gd name="adj4" fmla="val -70787"/>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Entité sélectionnée pour le niveau de publication</a:t>
            </a:r>
          </a:p>
        </p:txBody>
      </p:sp>
      <p:sp>
        <p:nvSpPr>
          <p:cNvPr id="15" name="Rectangle 14">
            <a:extLst>
              <a:ext uri="{FF2B5EF4-FFF2-40B4-BE49-F238E27FC236}">
                <a16:creationId xmlns:a16="http://schemas.microsoft.com/office/drawing/2014/main" id="{8CBD5103-C6D2-EEA2-AC3E-90D826D11C05}"/>
              </a:ext>
            </a:extLst>
          </p:cNvPr>
          <p:cNvSpPr/>
          <p:nvPr/>
        </p:nvSpPr>
        <p:spPr>
          <a:xfrm>
            <a:off x="7363231" y="2810974"/>
            <a:ext cx="217311" cy="227575"/>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6" name="Légende : encadrée à une bordure 15">
            <a:extLst>
              <a:ext uri="{FF2B5EF4-FFF2-40B4-BE49-F238E27FC236}">
                <a16:creationId xmlns:a16="http://schemas.microsoft.com/office/drawing/2014/main" id="{ABD65DE1-1A88-2F00-870A-C23EE9620DC1}"/>
              </a:ext>
            </a:extLst>
          </p:cNvPr>
          <p:cNvSpPr/>
          <p:nvPr/>
        </p:nvSpPr>
        <p:spPr>
          <a:xfrm>
            <a:off x="8411102" y="2647713"/>
            <a:ext cx="3374424" cy="283867"/>
          </a:xfrm>
          <a:prstGeom prst="accentBorderCallout1">
            <a:avLst>
              <a:gd name="adj1" fmla="val 18750"/>
              <a:gd name="adj2" fmla="val -8333"/>
              <a:gd name="adj3" fmla="val 90069"/>
              <a:gd name="adj4" fmla="val -24800"/>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Copie l’URL complète dans le presse-papier</a:t>
            </a:r>
          </a:p>
        </p:txBody>
      </p:sp>
    </p:spTree>
    <p:extLst>
      <p:ext uri="{BB962C8B-B14F-4D97-AF65-F5344CB8AC3E}">
        <p14:creationId xmlns:p14="http://schemas.microsoft.com/office/powerpoint/2010/main" val="65238852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Image 8">
            <a:extLst>
              <a:ext uri="{FF2B5EF4-FFF2-40B4-BE49-F238E27FC236}">
                <a16:creationId xmlns:a16="http://schemas.microsoft.com/office/drawing/2014/main" id="{11821224-780E-100C-5A9F-C4484A51D2E0}"/>
              </a:ext>
            </a:extLst>
          </p:cNvPr>
          <p:cNvPicPr>
            <a:picLocks noChangeAspect="1"/>
          </p:cNvPicPr>
          <p:nvPr/>
        </p:nvPicPr>
        <p:blipFill>
          <a:blip r:embed="rId2"/>
          <a:stretch>
            <a:fillRect/>
          </a:stretch>
        </p:blipFill>
        <p:spPr>
          <a:xfrm>
            <a:off x="4015886" y="1731456"/>
            <a:ext cx="3734882" cy="3429516"/>
          </a:xfrm>
          <a:prstGeom prst="rect">
            <a:avLst/>
          </a:prstGeom>
        </p:spPr>
      </p:pic>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a:xfrm>
            <a:off x="980321" y="980322"/>
            <a:ext cx="11088033" cy="528400"/>
          </a:xfrm>
        </p:spPr>
        <p:txBody>
          <a:bodyPr/>
          <a:lstStyle/>
          <a:p>
            <a:r>
              <a:rPr lang="fr-FR" dirty="0"/>
              <a:t>Ecran Principal – Publication distante (config. avancée)</a:t>
            </a:r>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dirty="0"/>
              <a:t>Ecrans &amp; fonctionnalités</a:t>
            </a:r>
          </a:p>
        </p:txBody>
      </p:sp>
      <p:sp>
        <p:nvSpPr>
          <p:cNvPr id="3" name="Légende : encadrée à une bordure 2">
            <a:extLst>
              <a:ext uri="{FF2B5EF4-FFF2-40B4-BE49-F238E27FC236}">
                <a16:creationId xmlns:a16="http://schemas.microsoft.com/office/drawing/2014/main" id="{5DF710E1-6B0F-2D1A-5333-C6A339EFA4B4}"/>
              </a:ext>
            </a:extLst>
          </p:cNvPr>
          <p:cNvSpPr/>
          <p:nvPr/>
        </p:nvSpPr>
        <p:spPr>
          <a:xfrm flipH="1">
            <a:off x="158422" y="2750783"/>
            <a:ext cx="3181935" cy="528401"/>
          </a:xfrm>
          <a:prstGeom prst="accentBorderCallout1">
            <a:avLst>
              <a:gd name="adj1" fmla="val 18750"/>
              <a:gd name="adj2" fmla="val -8333"/>
              <a:gd name="adj3" fmla="val 47992"/>
              <a:gd name="adj4" fmla="val -19971"/>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Etat de fonctionnement de la publication (arrêtée ou démarrée)</a:t>
            </a:r>
          </a:p>
        </p:txBody>
      </p:sp>
      <p:sp>
        <p:nvSpPr>
          <p:cNvPr id="5" name="Légende : encadrée à une bordure 4">
            <a:extLst>
              <a:ext uri="{FF2B5EF4-FFF2-40B4-BE49-F238E27FC236}">
                <a16:creationId xmlns:a16="http://schemas.microsoft.com/office/drawing/2014/main" id="{FB2F494F-0684-98FA-ECB8-64E23EC27442}"/>
              </a:ext>
            </a:extLst>
          </p:cNvPr>
          <p:cNvSpPr/>
          <p:nvPr/>
        </p:nvSpPr>
        <p:spPr>
          <a:xfrm flipH="1">
            <a:off x="1390650" y="5425059"/>
            <a:ext cx="2890838" cy="436361"/>
          </a:xfrm>
          <a:prstGeom prst="accentBorderCallout1">
            <a:avLst>
              <a:gd name="adj1" fmla="val 18750"/>
              <a:gd name="adj2" fmla="val -8333"/>
              <a:gd name="adj3" fmla="val -61086"/>
              <a:gd name="adj4" fmla="val -32177"/>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Démarre la publication (uniquement si connecté et arrêtée)</a:t>
            </a:r>
          </a:p>
        </p:txBody>
      </p:sp>
      <p:sp>
        <p:nvSpPr>
          <p:cNvPr id="6" name="Légende : encadrée à une bordure 5">
            <a:extLst>
              <a:ext uri="{FF2B5EF4-FFF2-40B4-BE49-F238E27FC236}">
                <a16:creationId xmlns:a16="http://schemas.microsoft.com/office/drawing/2014/main" id="{95A938E3-0DA7-1487-29F8-5304DED3DFF4}"/>
              </a:ext>
            </a:extLst>
          </p:cNvPr>
          <p:cNvSpPr/>
          <p:nvPr/>
        </p:nvSpPr>
        <p:spPr>
          <a:xfrm>
            <a:off x="8408079" y="2848749"/>
            <a:ext cx="3553585" cy="318133"/>
          </a:xfrm>
          <a:prstGeom prst="accentBorderCallout1">
            <a:avLst>
              <a:gd name="adj1" fmla="val 18750"/>
              <a:gd name="adj2" fmla="val -8333"/>
              <a:gd name="adj3" fmla="val 125240"/>
              <a:gd name="adj4" fmla="val -23113"/>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Informations sur la dernière synchronisation</a:t>
            </a:r>
          </a:p>
        </p:txBody>
      </p:sp>
      <p:sp>
        <p:nvSpPr>
          <p:cNvPr id="7" name="Rectangle 6">
            <a:extLst>
              <a:ext uri="{FF2B5EF4-FFF2-40B4-BE49-F238E27FC236}">
                <a16:creationId xmlns:a16="http://schemas.microsoft.com/office/drawing/2014/main" id="{D8FA2FB0-E3EC-41F4-14F7-AB2312E487D4}"/>
              </a:ext>
            </a:extLst>
          </p:cNvPr>
          <p:cNvSpPr/>
          <p:nvPr/>
        </p:nvSpPr>
        <p:spPr>
          <a:xfrm>
            <a:off x="3958140" y="3089566"/>
            <a:ext cx="646696" cy="156506"/>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4" name="Rectangle 13">
            <a:extLst>
              <a:ext uri="{FF2B5EF4-FFF2-40B4-BE49-F238E27FC236}">
                <a16:creationId xmlns:a16="http://schemas.microsoft.com/office/drawing/2014/main" id="{EF0A17CB-3719-F037-0835-52B92B1524DA}"/>
              </a:ext>
            </a:extLst>
          </p:cNvPr>
          <p:cNvSpPr/>
          <p:nvPr/>
        </p:nvSpPr>
        <p:spPr>
          <a:xfrm>
            <a:off x="5202325" y="3765315"/>
            <a:ext cx="2551026" cy="164569"/>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8" name="Rectangle 17">
            <a:extLst>
              <a:ext uri="{FF2B5EF4-FFF2-40B4-BE49-F238E27FC236}">
                <a16:creationId xmlns:a16="http://schemas.microsoft.com/office/drawing/2014/main" id="{A43F307D-D4A4-43ED-11D4-7813C0A1057E}"/>
              </a:ext>
            </a:extLst>
          </p:cNvPr>
          <p:cNvSpPr/>
          <p:nvPr/>
        </p:nvSpPr>
        <p:spPr>
          <a:xfrm>
            <a:off x="4734426" y="3093907"/>
            <a:ext cx="1361574" cy="156506"/>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9" name="Rectangle 18">
            <a:extLst>
              <a:ext uri="{FF2B5EF4-FFF2-40B4-BE49-F238E27FC236}">
                <a16:creationId xmlns:a16="http://schemas.microsoft.com/office/drawing/2014/main" id="{350CAEEF-2F76-777F-0465-CE5003589BAC}"/>
              </a:ext>
            </a:extLst>
          </p:cNvPr>
          <p:cNvSpPr/>
          <p:nvPr/>
        </p:nvSpPr>
        <p:spPr>
          <a:xfrm>
            <a:off x="6252937" y="3096243"/>
            <a:ext cx="1361574" cy="156506"/>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0" name="Rectangle 19">
            <a:extLst>
              <a:ext uri="{FF2B5EF4-FFF2-40B4-BE49-F238E27FC236}">
                <a16:creationId xmlns:a16="http://schemas.microsoft.com/office/drawing/2014/main" id="{3824035A-022A-6928-676B-A52F65DA4B32}"/>
              </a:ext>
            </a:extLst>
          </p:cNvPr>
          <p:cNvSpPr/>
          <p:nvPr/>
        </p:nvSpPr>
        <p:spPr>
          <a:xfrm>
            <a:off x="5134214" y="2242657"/>
            <a:ext cx="217311" cy="227575"/>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1" name="Légende : encadrée à une bordure 20">
            <a:extLst>
              <a:ext uri="{FF2B5EF4-FFF2-40B4-BE49-F238E27FC236}">
                <a16:creationId xmlns:a16="http://schemas.microsoft.com/office/drawing/2014/main" id="{7627A490-22C2-C8BF-7BF9-0E1743F5D9F1}"/>
              </a:ext>
            </a:extLst>
          </p:cNvPr>
          <p:cNvSpPr/>
          <p:nvPr/>
        </p:nvSpPr>
        <p:spPr>
          <a:xfrm>
            <a:off x="8414125" y="1669065"/>
            <a:ext cx="3093177" cy="283867"/>
          </a:xfrm>
          <a:prstGeom prst="accentBorderCallout1">
            <a:avLst>
              <a:gd name="adj1" fmla="val 18750"/>
              <a:gd name="adj2" fmla="val -8333"/>
              <a:gd name="adj3" fmla="val 223337"/>
              <a:gd name="adj4" fmla="val -93902"/>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Copie le QR Code dans le presse-papier</a:t>
            </a:r>
          </a:p>
        </p:txBody>
      </p:sp>
      <p:sp>
        <p:nvSpPr>
          <p:cNvPr id="22" name="Rectangle 21">
            <a:extLst>
              <a:ext uri="{FF2B5EF4-FFF2-40B4-BE49-F238E27FC236}">
                <a16:creationId xmlns:a16="http://schemas.microsoft.com/office/drawing/2014/main" id="{52130FBA-E1C2-64FE-57BE-63B025D009C8}"/>
              </a:ext>
            </a:extLst>
          </p:cNvPr>
          <p:cNvSpPr/>
          <p:nvPr/>
        </p:nvSpPr>
        <p:spPr>
          <a:xfrm>
            <a:off x="4295655" y="2308519"/>
            <a:ext cx="816450" cy="758836"/>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3" name="Rectangle 22">
            <a:extLst>
              <a:ext uri="{FF2B5EF4-FFF2-40B4-BE49-F238E27FC236}">
                <a16:creationId xmlns:a16="http://schemas.microsoft.com/office/drawing/2014/main" id="{26ABAFBB-4292-6526-E46C-AD548DD36265}"/>
              </a:ext>
            </a:extLst>
          </p:cNvPr>
          <p:cNvSpPr/>
          <p:nvPr/>
        </p:nvSpPr>
        <p:spPr>
          <a:xfrm>
            <a:off x="5114689" y="2476681"/>
            <a:ext cx="2314812" cy="201763"/>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4" name="Légende : encadrée à une bordure 23">
            <a:extLst>
              <a:ext uri="{FF2B5EF4-FFF2-40B4-BE49-F238E27FC236}">
                <a16:creationId xmlns:a16="http://schemas.microsoft.com/office/drawing/2014/main" id="{F6DDA019-BDB1-15FF-1D38-316254807098}"/>
              </a:ext>
            </a:extLst>
          </p:cNvPr>
          <p:cNvSpPr/>
          <p:nvPr/>
        </p:nvSpPr>
        <p:spPr>
          <a:xfrm>
            <a:off x="8426297" y="2060394"/>
            <a:ext cx="2667954" cy="310492"/>
          </a:xfrm>
          <a:prstGeom prst="accentBorderCallout1">
            <a:avLst>
              <a:gd name="adj1" fmla="val 18750"/>
              <a:gd name="adj2" fmla="val -8333"/>
              <a:gd name="adj3" fmla="val 126766"/>
              <a:gd name="adj4" fmla="val -49107"/>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Adresse du site web distant</a:t>
            </a:r>
          </a:p>
        </p:txBody>
      </p:sp>
      <p:sp>
        <p:nvSpPr>
          <p:cNvPr id="25" name="Légende : encadrée à une bordure 24">
            <a:extLst>
              <a:ext uri="{FF2B5EF4-FFF2-40B4-BE49-F238E27FC236}">
                <a16:creationId xmlns:a16="http://schemas.microsoft.com/office/drawing/2014/main" id="{B5AA1214-2CF5-6CE8-9EE9-1F6CD7C91B75}"/>
              </a:ext>
            </a:extLst>
          </p:cNvPr>
          <p:cNvSpPr/>
          <p:nvPr/>
        </p:nvSpPr>
        <p:spPr>
          <a:xfrm flipH="1">
            <a:off x="531845" y="2282052"/>
            <a:ext cx="2515960" cy="329802"/>
          </a:xfrm>
          <a:prstGeom prst="accentBorderCallout1">
            <a:avLst>
              <a:gd name="adj1" fmla="val 18750"/>
              <a:gd name="adj2" fmla="val -8333"/>
              <a:gd name="adj3" fmla="val 106280"/>
              <a:gd name="adj4" fmla="val -46311"/>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QR Code du site web distant</a:t>
            </a:r>
          </a:p>
        </p:txBody>
      </p:sp>
      <p:sp>
        <p:nvSpPr>
          <p:cNvPr id="26" name="Légende : encadrée à une bordure 25">
            <a:extLst>
              <a:ext uri="{FF2B5EF4-FFF2-40B4-BE49-F238E27FC236}">
                <a16:creationId xmlns:a16="http://schemas.microsoft.com/office/drawing/2014/main" id="{9B17BAE4-CF10-4A37-3608-E094E75B42ED}"/>
              </a:ext>
            </a:extLst>
          </p:cNvPr>
          <p:cNvSpPr/>
          <p:nvPr/>
        </p:nvSpPr>
        <p:spPr>
          <a:xfrm flipH="1">
            <a:off x="158421" y="3374102"/>
            <a:ext cx="3181935" cy="346586"/>
          </a:xfrm>
          <a:prstGeom prst="accentBorderCallout1">
            <a:avLst>
              <a:gd name="adj1" fmla="val 18750"/>
              <a:gd name="adj2" fmla="val -8333"/>
              <a:gd name="adj3" fmla="val -40179"/>
              <a:gd name="adj4" fmla="val -45894"/>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Etat courant de la publication</a:t>
            </a:r>
          </a:p>
        </p:txBody>
      </p:sp>
      <p:sp>
        <p:nvSpPr>
          <p:cNvPr id="27" name="Rectangle 26">
            <a:extLst>
              <a:ext uri="{FF2B5EF4-FFF2-40B4-BE49-F238E27FC236}">
                <a16:creationId xmlns:a16="http://schemas.microsoft.com/office/drawing/2014/main" id="{3E188DB9-6F25-E704-0087-60E2A8F822D0}"/>
              </a:ext>
            </a:extLst>
          </p:cNvPr>
          <p:cNvSpPr/>
          <p:nvPr/>
        </p:nvSpPr>
        <p:spPr>
          <a:xfrm>
            <a:off x="6274029" y="4887794"/>
            <a:ext cx="590124" cy="227575"/>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8" name="Rectangle 27">
            <a:extLst>
              <a:ext uri="{FF2B5EF4-FFF2-40B4-BE49-F238E27FC236}">
                <a16:creationId xmlns:a16="http://schemas.microsoft.com/office/drawing/2014/main" id="{1DF4DDB3-6697-B3CF-CED3-FC1D4C463BED}"/>
              </a:ext>
            </a:extLst>
          </p:cNvPr>
          <p:cNvSpPr/>
          <p:nvPr/>
        </p:nvSpPr>
        <p:spPr>
          <a:xfrm>
            <a:off x="4906723" y="4894145"/>
            <a:ext cx="634031" cy="227575"/>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9" name="Rectangle 28">
            <a:extLst>
              <a:ext uri="{FF2B5EF4-FFF2-40B4-BE49-F238E27FC236}">
                <a16:creationId xmlns:a16="http://schemas.microsoft.com/office/drawing/2014/main" id="{110C5125-9643-B83C-A1E1-D5EFF9128535}"/>
              </a:ext>
            </a:extLst>
          </p:cNvPr>
          <p:cNvSpPr/>
          <p:nvPr/>
        </p:nvSpPr>
        <p:spPr>
          <a:xfrm>
            <a:off x="5680727" y="4887795"/>
            <a:ext cx="535556" cy="227575"/>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0" name="Légende : encadrée à une bordure 29">
            <a:extLst>
              <a:ext uri="{FF2B5EF4-FFF2-40B4-BE49-F238E27FC236}">
                <a16:creationId xmlns:a16="http://schemas.microsoft.com/office/drawing/2014/main" id="{95C66531-5F58-187E-27AB-A9A57E47E8D4}"/>
              </a:ext>
            </a:extLst>
          </p:cNvPr>
          <p:cNvSpPr/>
          <p:nvPr/>
        </p:nvSpPr>
        <p:spPr>
          <a:xfrm flipH="1">
            <a:off x="2486025" y="6005501"/>
            <a:ext cx="2721229" cy="436362"/>
          </a:xfrm>
          <a:prstGeom prst="accentBorderCallout1">
            <a:avLst>
              <a:gd name="adj1" fmla="val 18750"/>
              <a:gd name="adj2" fmla="val -8333"/>
              <a:gd name="adj3" fmla="val -198603"/>
              <a:gd name="adj4" fmla="val -34376"/>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Arrête la publication (uniquement si connecté et démarrée)</a:t>
            </a:r>
          </a:p>
        </p:txBody>
      </p:sp>
      <p:sp>
        <p:nvSpPr>
          <p:cNvPr id="31" name="Légende : encadrée à une bordure 30">
            <a:extLst>
              <a:ext uri="{FF2B5EF4-FFF2-40B4-BE49-F238E27FC236}">
                <a16:creationId xmlns:a16="http://schemas.microsoft.com/office/drawing/2014/main" id="{D7E0AC33-E8EE-1D3F-B260-3D849A25761F}"/>
              </a:ext>
            </a:extLst>
          </p:cNvPr>
          <p:cNvSpPr/>
          <p:nvPr/>
        </p:nvSpPr>
        <p:spPr>
          <a:xfrm>
            <a:off x="6984747" y="6012222"/>
            <a:ext cx="4125363" cy="436362"/>
          </a:xfrm>
          <a:prstGeom prst="accentBorderCallout1">
            <a:avLst>
              <a:gd name="adj1" fmla="val 18750"/>
              <a:gd name="adj2" fmla="val -8333"/>
              <a:gd name="adj3" fmla="val -202448"/>
              <a:gd name="adj4" fmla="val -15194"/>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Supprimer TOUT le contenu du répertoire de la compétition sur le site distant (uniquement si arrêtée)</a:t>
            </a:r>
          </a:p>
        </p:txBody>
      </p:sp>
      <p:sp>
        <p:nvSpPr>
          <p:cNvPr id="32" name="Rectangle 31">
            <a:extLst>
              <a:ext uri="{FF2B5EF4-FFF2-40B4-BE49-F238E27FC236}">
                <a16:creationId xmlns:a16="http://schemas.microsoft.com/office/drawing/2014/main" id="{C6F874CA-11DD-E066-B760-3451C7C1181C}"/>
              </a:ext>
            </a:extLst>
          </p:cNvPr>
          <p:cNvSpPr/>
          <p:nvPr/>
        </p:nvSpPr>
        <p:spPr>
          <a:xfrm>
            <a:off x="5202325" y="4034497"/>
            <a:ext cx="2551026" cy="164569"/>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3" name="Rectangle 32">
            <a:extLst>
              <a:ext uri="{FF2B5EF4-FFF2-40B4-BE49-F238E27FC236}">
                <a16:creationId xmlns:a16="http://schemas.microsoft.com/office/drawing/2014/main" id="{1523E849-AA1F-9C4D-38EE-EA679E5C1042}"/>
              </a:ext>
            </a:extLst>
          </p:cNvPr>
          <p:cNvSpPr/>
          <p:nvPr/>
        </p:nvSpPr>
        <p:spPr>
          <a:xfrm>
            <a:off x="5227623" y="4251226"/>
            <a:ext cx="1610449" cy="164569"/>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4" name="Rectangle 33">
            <a:extLst>
              <a:ext uri="{FF2B5EF4-FFF2-40B4-BE49-F238E27FC236}">
                <a16:creationId xmlns:a16="http://schemas.microsoft.com/office/drawing/2014/main" id="{00933C6C-730F-CF44-8EDD-A9937DC42276}"/>
              </a:ext>
            </a:extLst>
          </p:cNvPr>
          <p:cNvSpPr/>
          <p:nvPr/>
        </p:nvSpPr>
        <p:spPr>
          <a:xfrm>
            <a:off x="5230814" y="4722976"/>
            <a:ext cx="1668461" cy="131917"/>
          </a:xfrm>
          <a:prstGeom prst="rect">
            <a:avLst/>
          </a:prstGeom>
          <a:solidFill>
            <a:srgbClr val="FFFFFF"/>
          </a:solid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5" name="Rectangle 34">
            <a:extLst>
              <a:ext uri="{FF2B5EF4-FFF2-40B4-BE49-F238E27FC236}">
                <a16:creationId xmlns:a16="http://schemas.microsoft.com/office/drawing/2014/main" id="{84FAD669-AF4E-1526-D7A1-6A66B7265B89}"/>
              </a:ext>
            </a:extLst>
          </p:cNvPr>
          <p:cNvSpPr/>
          <p:nvPr/>
        </p:nvSpPr>
        <p:spPr>
          <a:xfrm>
            <a:off x="5223739" y="4474044"/>
            <a:ext cx="1675536" cy="164569"/>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8" name="Rectangle 37">
            <a:extLst>
              <a:ext uri="{FF2B5EF4-FFF2-40B4-BE49-F238E27FC236}">
                <a16:creationId xmlns:a16="http://schemas.microsoft.com/office/drawing/2014/main" id="{E5B5F181-801B-3B8F-63B5-76314004EE25}"/>
              </a:ext>
            </a:extLst>
          </p:cNvPr>
          <p:cNvSpPr/>
          <p:nvPr/>
        </p:nvSpPr>
        <p:spPr>
          <a:xfrm>
            <a:off x="3953150" y="3586691"/>
            <a:ext cx="991489" cy="163267"/>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9" name="Rectangle 38">
            <a:extLst>
              <a:ext uri="{FF2B5EF4-FFF2-40B4-BE49-F238E27FC236}">
                <a16:creationId xmlns:a16="http://schemas.microsoft.com/office/drawing/2014/main" id="{9397FA4A-8612-C2D8-2919-71C58DB14ADD}"/>
              </a:ext>
            </a:extLst>
          </p:cNvPr>
          <p:cNvSpPr/>
          <p:nvPr/>
        </p:nvSpPr>
        <p:spPr>
          <a:xfrm>
            <a:off x="6933724" y="4474004"/>
            <a:ext cx="819627" cy="164569"/>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42" name="Rectangle 41">
            <a:extLst>
              <a:ext uri="{FF2B5EF4-FFF2-40B4-BE49-F238E27FC236}">
                <a16:creationId xmlns:a16="http://schemas.microsoft.com/office/drawing/2014/main" id="{10695851-CDF2-6522-418A-538B9BECA5CB}"/>
              </a:ext>
            </a:extLst>
          </p:cNvPr>
          <p:cNvSpPr/>
          <p:nvPr/>
        </p:nvSpPr>
        <p:spPr>
          <a:xfrm>
            <a:off x="6933724" y="4706651"/>
            <a:ext cx="886548" cy="164569"/>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43" name="Légende : encadrée à une bordure 42">
            <a:extLst>
              <a:ext uri="{FF2B5EF4-FFF2-40B4-BE49-F238E27FC236}">
                <a16:creationId xmlns:a16="http://schemas.microsoft.com/office/drawing/2014/main" id="{B897D5A8-96FD-305C-3145-ADC884742E13}"/>
              </a:ext>
            </a:extLst>
          </p:cNvPr>
          <p:cNvSpPr/>
          <p:nvPr/>
        </p:nvSpPr>
        <p:spPr>
          <a:xfrm>
            <a:off x="8414128" y="5441969"/>
            <a:ext cx="3550560" cy="343173"/>
          </a:xfrm>
          <a:prstGeom prst="accentBorderCallout1">
            <a:avLst>
              <a:gd name="adj1" fmla="val 18750"/>
              <a:gd name="adj2" fmla="val -8333"/>
              <a:gd name="adj3" fmla="val -172710"/>
              <a:gd name="adj4" fmla="val -23108"/>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Active la synchronisation des différences</a:t>
            </a:r>
          </a:p>
        </p:txBody>
      </p:sp>
      <p:sp>
        <p:nvSpPr>
          <p:cNvPr id="44" name="Légende : encadrée à une bordure 43">
            <a:extLst>
              <a:ext uri="{FF2B5EF4-FFF2-40B4-BE49-F238E27FC236}">
                <a16:creationId xmlns:a16="http://schemas.microsoft.com/office/drawing/2014/main" id="{BE9B544B-86F3-306E-4995-BC137530A2CC}"/>
              </a:ext>
            </a:extLst>
          </p:cNvPr>
          <p:cNvSpPr/>
          <p:nvPr/>
        </p:nvSpPr>
        <p:spPr>
          <a:xfrm flipH="1">
            <a:off x="178669" y="4251226"/>
            <a:ext cx="3141431" cy="293700"/>
          </a:xfrm>
          <a:prstGeom prst="accentBorderCallout1">
            <a:avLst>
              <a:gd name="adj1" fmla="val 18750"/>
              <a:gd name="adj2" fmla="val -8333"/>
              <a:gd name="adj3" fmla="val 23566"/>
              <a:gd name="adj4" fmla="val -60881"/>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Répertoire FTP racine sur le site distant</a:t>
            </a:r>
          </a:p>
        </p:txBody>
      </p:sp>
      <p:sp>
        <p:nvSpPr>
          <p:cNvPr id="46" name="Légende : encadrée à une bordure 45">
            <a:extLst>
              <a:ext uri="{FF2B5EF4-FFF2-40B4-BE49-F238E27FC236}">
                <a16:creationId xmlns:a16="http://schemas.microsoft.com/office/drawing/2014/main" id="{6F9A59D6-3EE8-C265-7A50-210783F5FDCE}"/>
              </a:ext>
            </a:extLst>
          </p:cNvPr>
          <p:cNvSpPr/>
          <p:nvPr/>
        </p:nvSpPr>
        <p:spPr>
          <a:xfrm flipH="1">
            <a:off x="178669" y="4633400"/>
            <a:ext cx="3141431" cy="286471"/>
          </a:xfrm>
          <a:prstGeom prst="accentBorderCallout1">
            <a:avLst>
              <a:gd name="adj1" fmla="val 18750"/>
              <a:gd name="adj2" fmla="val -8333"/>
              <a:gd name="adj3" fmla="val -30359"/>
              <a:gd name="adj4" fmla="val -60477"/>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Identifiant de connexion FTP</a:t>
            </a:r>
          </a:p>
        </p:txBody>
      </p:sp>
      <p:sp>
        <p:nvSpPr>
          <p:cNvPr id="47" name="Légende : encadrée à une bordure 46">
            <a:extLst>
              <a:ext uri="{FF2B5EF4-FFF2-40B4-BE49-F238E27FC236}">
                <a16:creationId xmlns:a16="http://schemas.microsoft.com/office/drawing/2014/main" id="{CE16F0FA-0C08-37B6-F383-CEFEE8C20DA7}"/>
              </a:ext>
            </a:extLst>
          </p:cNvPr>
          <p:cNvSpPr/>
          <p:nvPr/>
        </p:nvSpPr>
        <p:spPr>
          <a:xfrm>
            <a:off x="8414126" y="4972190"/>
            <a:ext cx="3550561" cy="343173"/>
          </a:xfrm>
          <a:prstGeom prst="accentBorderCallout1">
            <a:avLst>
              <a:gd name="adj1" fmla="val 18750"/>
              <a:gd name="adj2" fmla="val -8333"/>
              <a:gd name="adj3" fmla="val -127376"/>
              <a:gd name="adj4" fmla="val -17856"/>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Active le mode FTP Actif (selon fournisseur)</a:t>
            </a:r>
          </a:p>
        </p:txBody>
      </p:sp>
      <p:sp>
        <p:nvSpPr>
          <p:cNvPr id="48" name="Légende : encadrée à une bordure 47">
            <a:extLst>
              <a:ext uri="{FF2B5EF4-FFF2-40B4-BE49-F238E27FC236}">
                <a16:creationId xmlns:a16="http://schemas.microsoft.com/office/drawing/2014/main" id="{0D09D379-D56C-7101-8F9E-FE3B3F5B9FAB}"/>
              </a:ext>
            </a:extLst>
          </p:cNvPr>
          <p:cNvSpPr/>
          <p:nvPr/>
        </p:nvSpPr>
        <p:spPr>
          <a:xfrm flipH="1">
            <a:off x="178669" y="3864769"/>
            <a:ext cx="3141429" cy="294010"/>
          </a:xfrm>
          <a:prstGeom prst="accentBorderCallout1">
            <a:avLst>
              <a:gd name="adj1" fmla="val 18750"/>
              <a:gd name="adj2" fmla="val -8333"/>
              <a:gd name="adj3" fmla="val -59066"/>
              <a:gd name="adj4" fmla="val -19945"/>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Active l’isolation des compétitions</a:t>
            </a:r>
          </a:p>
        </p:txBody>
      </p:sp>
      <p:sp>
        <p:nvSpPr>
          <p:cNvPr id="49" name="Légende : encadrée à une bordure 48">
            <a:extLst>
              <a:ext uri="{FF2B5EF4-FFF2-40B4-BE49-F238E27FC236}">
                <a16:creationId xmlns:a16="http://schemas.microsoft.com/office/drawing/2014/main" id="{EB806472-C540-6680-553C-F34BEE69F471}"/>
              </a:ext>
            </a:extLst>
          </p:cNvPr>
          <p:cNvSpPr/>
          <p:nvPr/>
        </p:nvSpPr>
        <p:spPr>
          <a:xfrm>
            <a:off x="8414125" y="3722711"/>
            <a:ext cx="3550562" cy="436361"/>
          </a:xfrm>
          <a:prstGeom prst="accentBorderCallout1">
            <a:avLst>
              <a:gd name="adj1" fmla="val 18750"/>
              <a:gd name="adj2" fmla="val -8333"/>
              <a:gd name="adj3" fmla="val 29646"/>
              <a:gd name="adj4" fmla="val -17938"/>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Racine de l’adresse web du site distant (Selon fournisseur)</a:t>
            </a:r>
          </a:p>
        </p:txBody>
      </p:sp>
      <p:sp>
        <p:nvSpPr>
          <p:cNvPr id="50" name="Légende : encadrée à une bordure 49">
            <a:extLst>
              <a:ext uri="{FF2B5EF4-FFF2-40B4-BE49-F238E27FC236}">
                <a16:creationId xmlns:a16="http://schemas.microsoft.com/office/drawing/2014/main" id="{B145271E-6C6B-2F49-0B41-B09D717414D0}"/>
              </a:ext>
            </a:extLst>
          </p:cNvPr>
          <p:cNvSpPr/>
          <p:nvPr/>
        </p:nvSpPr>
        <p:spPr>
          <a:xfrm>
            <a:off x="8414125" y="4326745"/>
            <a:ext cx="3550562" cy="436361"/>
          </a:xfrm>
          <a:prstGeom prst="accentBorderCallout1">
            <a:avLst>
              <a:gd name="adj1" fmla="val 18750"/>
              <a:gd name="adj2" fmla="val -8333"/>
              <a:gd name="adj3" fmla="val -49736"/>
              <a:gd name="adj4" fmla="val -18010"/>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Adresse FTP pour copie les fichiers sur le site distant (Selon fournisseur)</a:t>
            </a:r>
          </a:p>
        </p:txBody>
      </p:sp>
      <p:sp>
        <p:nvSpPr>
          <p:cNvPr id="51" name="Légende : encadrée à une bordure 50">
            <a:extLst>
              <a:ext uri="{FF2B5EF4-FFF2-40B4-BE49-F238E27FC236}">
                <a16:creationId xmlns:a16="http://schemas.microsoft.com/office/drawing/2014/main" id="{1331D3F2-975A-E815-C18B-1E07A9C0EDEF}"/>
              </a:ext>
            </a:extLst>
          </p:cNvPr>
          <p:cNvSpPr/>
          <p:nvPr/>
        </p:nvSpPr>
        <p:spPr>
          <a:xfrm flipH="1">
            <a:off x="178672" y="5028892"/>
            <a:ext cx="3141431" cy="286471"/>
          </a:xfrm>
          <a:prstGeom prst="accentBorderCallout1">
            <a:avLst>
              <a:gd name="adj1" fmla="val 18750"/>
              <a:gd name="adj2" fmla="val -8333"/>
              <a:gd name="adj3" fmla="val -85774"/>
              <a:gd name="adj4" fmla="val -60477"/>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Mot de passe de connexion FTP</a:t>
            </a:r>
          </a:p>
        </p:txBody>
      </p:sp>
      <p:sp>
        <p:nvSpPr>
          <p:cNvPr id="11" name="Légende : encadrée à une bordure 10">
            <a:extLst>
              <a:ext uri="{FF2B5EF4-FFF2-40B4-BE49-F238E27FC236}">
                <a16:creationId xmlns:a16="http://schemas.microsoft.com/office/drawing/2014/main" id="{CAEB548B-42DB-11DA-0F85-97130796DF53}"/>
              </a:ext>
            </a:extLst>
          </p:cNvPr>
          <p:cNvSpPr/>
          <p:nvPr/>
        </p:nvSpPr>
        <p:spPr>
          <a:xfrm>
            <a:off x="8411102" y="3309510"/>
            <a:ext cx="3550562" cy="228497"/>
          </a:xfrm>
          <a:prstGeom prst="accentBorderCallout1">
            <a:avLst>
              <a:gd name="adj1" fmla="val 18750"/>
              <a:gd name="adj2" fmla="val -8333"/>
              <a:gd name="adj3" fmla="val 84378"/>
              <a:gd name="adj4" fmla="val -77063"/>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Active la configuration avancée</a:t>
            </a:r>
          </a:p>
        </p:txBody>
      </p:sp>
      <p:sp>
        <p:nvSpPr>
          <p:cNvPr id="12" name="Rectangle 11">
            <a:extLst>
              <a:ext uri="{FF2B5EF4-FFF2-40B4-BE49-F238E27FC236}">
                <a16:creationId xmlns:a16="http://schemas.microsoft.com/office/drawing/2014/main" id="{9357D6A4-0B0F-89EC-1C4E-A72B31E70BB4}"/>
              </a:ext>
            </a:extLst>
          </p:cNvPr>
          <p:cNvSpPr/>
          <p:nvPr/>
        </p:nvSpPr>
        <p:spPr>
          <a:xfrm>
            <a:off x="4618943" y="3423759"/>
            <a:ext cx="991489" cy="163267"/>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3" name="Rectangle 12">
            <a:extLst>
              <a:ext uri="{FF2B5EF4-FFF2-40B4-BE49-F238E27FC236}">
                <a16:creationId xmlns:a16="http://schemas.microsoft.com/office/drawing/2014/main" id="{39B16C27-E2EB-3457-DFC6-2BE7B6BB888E}"/>
              </a:ext>
            </a:extLst>
          </p:cNvPr>
          <p:cNvSpPr/>
          <p:nvPr/>
        </p:nvSpPr>
        <p:spPr>
          <a:xfrm>
            <a:off x="7478179" y="2469511"/>
            <a:ext cx="217311" cy="227575"/>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5" name="Légende : encadrée à une bordure 14">
            <a:extLst>
              <a:ext uri="{FF2B5EF4-FFF2-40B4-BE49-F238E27FC236}">
                <a16:creationId xmlns:a16="http://schemas.microsoft.com/office/drawing/2014/main" id="{485DAB41-D0C3-1559-125A-95D225F35F08}"/>
              </a:ext>
            </a:extLst>
          </p:cNvPr>
          <p:cNvSpPr/>
          <p:nvPr/>
        </p:nvSpPr>
        <p:spPr>
          <a:xfrm>
            <a:off x="8413896" y="2458085"/>
            <a:ext cx="3374424" cy="283867"/>
          </a:xfrm>
          <a:prstGeom prst="accentBorderCallout1">
            <a:avLst>
              <a:gd name="adj1" fmla="val 18750"/>
              <a:gd name="adj2" fmla="val -8333"/>
              <a:gd name="adj3" fmla="val 58751"/>
              <a:gd name="adj4" fmla="val -21225"/>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Copie l’URL complète dans le presse-papier</a:t>
            </a:r>
          </a:p>
        </p:txBody>
      </p:sp>
    </p:spTree>
    <p:extLst>
      <p:ext uri="{BB962C8B-B14F-4D97-AF65-F5344CB8AC3E}">
        <p14:creationId xmlns:p14="http://schemas.microsoft.com/office/powerpoint/2010/main" val="242524071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p:txBody>
          <a:bodyPr/>
          <a:lstStyle/>
          <a:p>
            <a:r>
              <a:rPr lang="fr-FR" dirty="0"/>
              <a:t>Ecran Principal – Publication sur </a:t>
            </a:r>
            <a:r>
              <a:rPr lang="fr-FR" dirty="0" err="1"/>
              <a:t>FFJudo</a:t>
            </a:r>
            <a:endParaRPr lang="fr-FR" dirty="0"/>
          </a:p>
        </p:txBody>
      </p:sp>
      <p:sp>
        <p:nvSpPr>
          <p:cNvPr id="9" name="Espace réservé du texte 8">
            <a:extLst>
              <a:ext uri="{FF2B5EF4-FFF2-40B4-BE49-F238E27FC236}">
                <a16:creationId xmlns:a16="http://schemas.microsoft.com/office/drawing/2014/main" id="{7F2FF6CB-FB38-819D-538A-B0CA9B188417}"/>
              </a:ext>
            </a:extLst>
          </p:cNvPr>
          <p:cNvSpPr>
            <a:spLocks noGrp="1"/>
          </p:cNvSpPr>
          <p:nvPr>
            <p:ph type="body" idx="1"/>
          </p:nvPr>
        </p:nvSpPr>
        <p:spPr>
          <a:xfrm>
            <a:off x="180221" y="1619950"/>
            <a:ext cx="12011779" cy="4895149"/>
          </a:xfrm>
        </p:spPr>
        <p:txBody>
          <a:bodyPr/>
          <a:lstStyle/>
          <a:p>
            <a:r>
              <a:rPr lang="fr-FR" b="1" dirty="0"/>
              <a:t>I</a:t>
            </a:r>
            <a:r>
              <a:rPr lang="fr-FR" sz="2000" b="1" dirty="0"/>
              <a:t>solation des compétitions</a:t>
            </a:r>
            <a:r>
              <a:rPr lang="fr-FR" sz="2000" dirty="0"/>
              <a:t> – Lorsque cette option est activée, le site de suivi d’une compétition est copié sur le site distant dans un répertoire dédié nommé selon l’ID de la compétition. Dans le cas contraire, le site de suivi est copié dans le répertoire « courante », commun à toutes les compétitions.</a:t>
            </a:r>
            <a:endParaRPr lang="fr-FR" b="1" dirty="0"/>
          </a:p>
          <a:p>
            <a:r>
              <a:rPr lang="fr-FR" b="1" dirty="0"/>
              <a:t>Niveau de publication</a:t>
            </a:r>
            <a:r>
              <a:rPr lang="fr-FR" sz="2000" dirty="0"/>
              <a:t> – </a:t>
            </a:r>
            <a:r>
              <a:rPr lang="fr-FR" dirty="0"/>
              <a:t>La liste présente les niveaux pré-configurés sur le serveur </a:t>
            </a:r>
            <a:r>
              <a:rPr lang="fr-FR" dirty="0" err="1"/>
              <a:t>FFJudo</a:t>
            </a:r>
            <a:r>
              <a:rPr lang="fr-FR" dirty="0"/>
              <a:t>. Il s’agit du niveau fédéral de la compétition (Comites, Ligues ou National)</a:t>
            </a:r>
            <a:r>
              <a:rPr lang="fr-FR" sz="2000" dirty="0"/>
              <a:t>.</a:t>
            </a:r>
            <a:endParaRPr lang="fr-FR" dirty="0"/>
          </a:p>
          <a:p>
            <a:r>
              <a:rPr lang="fr-FR" sz="2000" b="1" dirty="0"/>
              <a:t>Entité de publication</a:t>
            </a:r>
            <a:r>
              <a:rPr lang="fr-FR" sz="2000" dirty="0"/>
              <a:t> – La liste dépend du niveau de publication préalablement sélectionné. La liste </a:t>
            </a:r>
            <a:r>
              <a:rPr lang="fr-FR" dirty="0"/>
              <a:t>présente les entités pré-configurés sur le serveur </a:t>
            </a:r>
            <a:r>
              <a:rPr lang="fr-FR" dirty="0" err="1"/>
              <a:t>FFJudo</a:t>
            </a:r>
            <a:r>
              <a:rPr lang="fr-FR" sz="2000" dirty="0"/>
              <a:t>. </a:t>
            </a:r>
            <a:r>
              <a:rPr lang="fr-FR" dirty="0"/>
              <a:t>Il s’agit des entités fédérales (ex. Comité de l’Ain, Ligue AURA, etc.)</a:t>
            </a:r>
            <a:r>
              <a:rPr lang="fr-FR" sz="2000" dirty="0"/>
              <a:t>.</a:t>
            </a:r>
          </a:p>
          <a:p>
            <a:r>
              <a:rPr lang="fr-FR" sz="2000" b="1" dirty="0"/>
              <a:t>Adresse </a:t>
            </a:r>
            <a:r>
              <a:rPr lang="fr-FR" sz="2000" b="1" dirty="0" err="1"/>
              <a:t>FFJudo</a:t>
            </a:r>
            <a:r>
              <a:rPr lang="fr-FR" sz="2000" dirty="0"/>
              <a:t>- L</a:t>
            </a:r>
            <a:r>
              <a:rPr lang="fr-FR" dirty="0"/>
              <a:t>’adresse complète est calculée comme:</a:t>
            </a:r>
          </a:p>
          <a:p>
            <a:pPr lvl="1"/>
            <a:r>
              <a:rPr lang="fr-FR" sz="1800" dirty="0">
                <a:latin typeface="Barlow" panose="00000500000000000000" pitchFamily="2" charset="0"/>
              </a:rPr>
              <a:t>Avec isolation:</a:t>
            </a:r>
          </a:p>
          <a:p>
            <a:pPr marL="711183" lvl="1" indent="0" algn="ctr">
              <a:buNone/>
            </a:pPr>
            <a:r>
              <a:rPr lang="fr-FR" sz="1800" dirty="0">
                <a:latin typeface="Barlow" panose="00000500000000000000" pitchFamily="2" charset="0"/>
              </a:rPr>
              <a:t>http://ftp.ffjudo.com/SuiviCompetition/{Niveau}/{Entité}/{ID Compétition}/</a:t>
            </a:r>
            <a:r>
              <a:rPr lang="fr-FR" sz="1800" dirty="0" err="1">
                <a:latin typeface="Barlow" panose="00000500000000000000" pitchFamily="2" charset="0"/>
              </a:rPr>
              <a:t>common</a:t>
            </a:r>
            <a:r>
              <a:rPr lang="fr-FR" sz="1800" dirty="0">
                <a:latin typeface="Barlow" panose="00000500000000000000" pitchFamily="2" charset="0"/>
              </a:rPr>
              <a:t>/index.html</a:t>
            </a:r>
          </a:p>
          <a:p>
            <a:pPr lvl="1"/>
            <a:r>
              <a:rPr lang="fr-FR" sz="1800" dirty="0">
                <a:latin typeface="Barlow" panose="00000500000000000000" pitchFamily="2" charset="0"/>
              </a:rPr>
              <a:t>Sans isolation:</a:t>
            </a:r>
          </a:p>
          <a:p>
            <a:pPr marL="711183" lvl="1" indent="0" algn="ctr">
              <a:buNone/>
            </a:pPr>
            <a:r>
              <a:rPr lang="fr-FR" sz="1800" dirty="0">
                <a:latin typeface="Barlow" panose="00000500000000000000" pitchFamily="2" charset="0"/>
              </a:rPr>
              <a:t>http://ftp.ffjudo.com/</a:t>
            </a:r>
            <a:r>
              <a:rPr lang="fr-FR" sz="1800" dirty="0" err="1">
                <a:latin typeface="Barlow" panose="00000500000000000000" pitchFamily="2" charset="0"/>
              </a:rPr>
              <a:t>SuiviCompetition</a:t>
            </a:r>
            <a:r>
              <a:rPr lang="fr-FR" sz="1800" dirty="0">
                <a:latin typeface="Barlow" panose="00000500000000000000" pitchFamily="2" charset="0"/>
              </a:rPr>
              <a:t>/{Niveau}/{Entité}/courante/</a:t>
            </a:r>
            <a:r>
              <a:rPr lang="fr-FR" sz="1800" dirty="0" err="1">
                <a:latin typeface="Barlow" panose="00000500000000000000" pitchFamily="2" charset="0"/>
              </a:rPr>
              <a:t>common</a:t>
            </a:r>
            <a:r>
              <a:rPr lang="fr-FR" sz="1800" dirty="0">
                <a:latin typeface="Barlow" panose="00000500000000000000" pitchFamily="2" charset="0"/>
              </a:rPr>
              <a:t>/index.html</a:t>
            </a:r>
          </a:p>
          <a:p>
            <a:pPr lvl="1"/>
            <a:endParaRPr lang="fr-FR" dirty="0"/>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dirty="0"/>
              <a:t>Ecrans &amp; fonctionnalités</a:t>
            </a:r>
          </a:p>
        </p:txBody>
      </p:sp>
    </p:spTree>
    <p:extLst>
      <p:ext uri="{BB962C8B-B14F-4D97-AF65-F5344CB8AC3E}">
        <p14:creationId xmlns:p14="http://schemas.microsoft.com/office/powerpoint/2010/main" val="299032494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p:txBody>
          <a:bodyPr/>
          <a:lstStyle/>
          <a:p>
            <a:r>
              <a:rPr lang="fr-FR" dirty="0"/>
              <a:t>Ecran Principal - Compléments</a:t>
            </a:r>
          </a:p>
        </p:txBody>
      </p:sp>
      <p:sp>
        <p:nvSpPr>
          <p:cNvPr id="9" name="Espace réservé du texte 8">
            <a:extLst>
              <a:ext uri="{FF2B5EF4-FFF2-40B4-BE49-F238E27FC236}">
                <a16:creationId xmlns:a16="http://schemas.microsoft.com/office/drawing/2014/main" id="{7F2FF6CB-FB38-819D-538A-B0CA9B188417}"/>
              </a:ext>
            </a:extLst>
          </p:cNvPr>
          <p:cNvSpPr>
            <a:spLocks noGrp="1"/>
          </p:cNvSpPr>
          <p:nvPr>
            <p:ph type="body" idx="1"/>
          </p:nvPr>
        </p:nvSpPr>
        <p:spPr>
          <a:xfrm>
            <a:off x="180221" y="1619951"/>
            <a:ext cx="11259303" cy="4045200"/>
          </a:xfrm>
        </p:spPr>
        <p:txBody>
          <a:bodyPr/>
          <a:lstStyle/>
          <a:p>
            <a:r>
              <a:rPr lang="fr-FR" b="1" dirty="0"/>
              <a:t>I</a:t>
            </a:r>
            <a:r>
              <a:rPr lang="fr-FR" sz="2000" b="1" dirty="0"/>
              <a:t>solation des compétitions</a:t>
            </a:r>
            <a:r>
              <a:rPr lang="fr-FR" sz="2000" dirty="0"/>
              <a:t> – Lorsque cette option est activée, le site de suivi d’une compétition est copié sur le site distant dans un répertoire dédié nommé selon l’ID de la compétition. Dans le cas contraire, le site de suivi est copié dans le répertoire « courante », commun à toutes les compétitions.</a:t>
            </a:r>
            <a:br>
              <a:rPr lang="fr-FR" sz="2000" dirty="0"/>
            </a:br>
            <a:endParaRPr lang="fr-FR" dirty="0"/>
          </a:p>
          <a:p>
            <a:r>
              <a:rPr lang="fr-FR" sz="2000" b="1" dirty="0"/>
              <a:t>synchronisation des différences</a:t>
            </a:r>
            <a:r>
              <a:rPr lang="fr-FR" sz="2000" dirty="0"/>
              <a:t> – Lorsque cette option est activée, le logiciel « </a:t>
            </a:r>
            <a:r>
              <a:rPr lang="fr-FR" sz="2000" dirty="0" err="1"/>
              <a:t>PublicationSuiviCompetition</a:t>
            </a:r>
            <a:r>
              <a:rPr lang="fr-FR" sz="2000" dirty="0"/>
              <a:t> » ne copie sur le site distant que les fichiers modifiés depuis la dernière synchronisation. Ceci permet d’optimiser le temps de transfert notamment si la connexion vers Internet est faible.</a:t>
            </a:r>
            <a:br>
              <a:rPr lang="fr-FR" sz="2000" dirty="0"/>
            </a:br>
            <a:endParaRPr lang="fr-FR" sz="2000" dirty="0"/>
          </a:p>
          <a:p>
            <a:r>
              <a:rPr lang="fr-FR" sz="2000" b="1" dirty="0"/>
              <a:t>Adresse du site web distant</a:t>
            </a:r>
            <a:r>
              <a:rPr lang="fr-FR" sz="2000" dirty="0"/>
              <a:t> - L</a:t>
            </a:r>
            <a:r>
              <a:rPr lang="fr-FR" dirty="0"/>
              <a:t>’adresse complète est calculée comme:</a:t>
            </a:r>
          </a:p>
          <a:p>
            <a:pPr lvl="1"/>
            <a:r>
              <a:rPr lang="fr-FR" sz="1800" dirty="0">
                <a:latin typeface="Barlow" panose="00000500000000000000" pitchFamily="2" charset="0"/>
              </a:rPr>
              <a:t>Avec isolation: {Racine de l’adresse web }/{ID Compétition}/</a:t>
            </a:r>
            <a:r>
              <a:rPr lang="fr-FR" sz="1800" dirty="0" err="1">
                <a:latin typeface="Barlow" panose="00000500000000000000" pitchFamily="2" charset="0"/>
              </a:rPr>
              <a:t>common</a:t>
            </a:r>
            <a:r>
              <a:rPr lang="fr-FR" sz="1800" dirty="0">
                <a:latin typeface="Barlow" panose="00000500000000000000" pitchFamily="2" charset="0"/>
              </a:rPr>
              <a:t>/index.html</a:t>
            </a:r>
          </a:p>
          <a:p>
            <a:pPr lvl="1"/>
            <a:r>
              <a:rPr lang="fr-FR" sz="1800" dirty="0">
                <a:latin typeface="Barlow" panose="00000500000000000000" pitchFamily="2" charset="0"/>
              </a:rPr>
              <a:t>Sans isolation: {Racine de l’adresse web }/courante/</a:t>
            </a:r>
            <a:r>
              <a:rPr lang="fr-FR" sz="1800" dirty="0" err="1">
                <a:latin typeface="Barlow" panose="00000500000000000000" pitchFamily="2" charset="0"/>
              </a:rPr>
              <a:t>common</a:t>
            </a:r>
            <a:r>
              <a:rPr lang="fr-FR" sz="1800" dirty="0">
                <a:latin typeface="Barlow" panose="00000500000000000000" pitchFamily="2" charset="0"/>
              </a:rPr>
              <a:t>/index.html</a:t>
            </a:r>
          </a:p>
          <a:p>
            <a:pPr lvl="1"/>
            <a:endParaRPr lang="fr-FR" dirty="0"/>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dirty="0"/>
              <a:t>Ecrans &amp; fonctionnalités</a:t>
            </a:r>
          </a:p>
        </p:txBody>
      </p:sp>
    </p:spTree>
    <p:extLst>
      <p:ext uri="{BB962C8B-B14F-4D97-AF65-F5344CB8AC3E}">
        <p14:creationId xmlns:p14="http://schemas.microsoft.com/office/powerpoint/2010/main" val="304844704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p:txBody>
          <a:bodyPr/>
          <a:lstStyle/>
          <a:p>
            <a:r>
              <a:rPr lang="fr-FR" dirty="0"/>
              <a:t>Ecran de connexion à une compétition</a:t>
            </a:r>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dirty="0"/>
              <a:t>Ecrans &amp; fonctionnalités</a:t>
            </a:r>
          </a:p>
        </p:txBody>
      </p:sp>
      <p:pic>
        <p:nvPicPr>
          <p:cNvPr id="7" name="Image 6">
            <a:extLst>
              <a:ext uri="{FF2B5EF4-FFF2-40B4-BE49-F238E27FC236}">
                <a16:creationId xmlns:a16="http://schemas.microsoft.com/office/drawing/2014/main" id="{E1B9E928-1B5F-C80F-9EBF-D027A9052282}"/>
              </a:ext>
            </a:extLst>
          </p:cNvPr>
          <p:cNvPicPr>
            <a:picLocks noChangeAspect="1"/>
          </p:cNvPicPr>
          <p:nvPr/>
        </p:nvPicPr>
        <p:blipFill>
          <a:blip r:embed="rId2"/>
          <a:stretch>
            <a:fillRect/>
          </a:stretch>
        </p:blipFill>
        <p:spPr>
          <a:xfrm>
            <a:off x="3505200" y="2205790"/>
            <a:ext cx="4895850" cy="3671888"/>
          </a:xfrm>
          <a:prstGeom prst="rect">
            <a:avLst/>
          </a:prstGeom>
        </p:spPr>
      </p:pic>
      <p:sp>
        <p:nvSpPr>
          <p:cNvPr id="8" name="Rectangle 7">
            <a:extLst>
              <a:ext uri="{FF2B5EF4-FFF2-40B4-BE49-F238E27FC236}">
                <a16:creationId xmlns:a16="http://schemas.microsoft.com/office/drawing/2014/main" id="{000424AE-1C82-C6DA-CE47-52D2FAC46BCC}"/>
              </a:ext>
            </a:extLst>
          </p:cNvPr>
          <p:cNvSpPr/>
          <p:nvPr/>
        </p:nvSpPr>
        <p:spPr>
          <a:xfrm>
            <a:off x="6315075" y="2619375"/>
            <a:ext cx="1162050" cy="257175"/>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9" name="Légende : encadrée à une bordure 8">
            <a:extLst>
              <a:ext uri="{FF2B5EF4-FFF2-40B4-BE49-F238E27FC236}">
                <a16:creationId xmlns:a16="http://schemas.microsoft.com/office/drawing/2014/main" id="{396C6FE9-9445-E42D-3C93-E6FCAD642CD7}"/>
              </a:ext>
            </a:extLst>
          </p:cNvPr>
          <p:cNvSpPr/>
          <p:nvPr/>
        </p:nvSpPr>
        <p:spPr>
          <a:xfrm>
            <a:off x="8753475" y="2106739"/>
            <a:ext cx="2724150" cy="636461"/>
          </a:xfrm>
          <a:prstGeom prst="accentBorderCallout1">
            <a:avLst>
              <a:gd name="adj1" fmla="val 18750"/>
              <a:gd name="adj2" fmla="val -8333"/>
              <a:gd name="adj3" fmla="val 107778"/>
              <a:gd name="adj4" fmla="val -46782"/>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Lance la recherche des compétitions sur le réseau local</a:t>
            </a:r>
          </a:p>
        </p:txBody>
      </p:sp>
      <p:sp>
        <p:nvSpPr>
          <p:cNvPr id="10" name="Rectangle 9">
            <a:extLst>
              <a:ext uri="{FF2B5EF4-FFF2-40B4-BE49-F238E27FC236}">
                <a16:creationId xmlns:a16="http://schemas.microsoft.com/office/drawing/2014/main" id="{CB8E593F-E2A3-09CD-6672-99AB38C2A276}"/>
              </a:ext>
            </a:extLst>
          </p:cNvPr>
          <p:cNvSpPr/>
          <p:nvPr/>
        </p:nvSpPr>
        <p:spPr>
          <a:xfrm>
            <a:off x="3571875" y="2876550"/>
            <a:ext cx="4762500" cy="2914650"/>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Légende : encadrée à une bordure 10">
            <a:extLst>
              <a:ext uri="{FF2B5EF4-FFF2-40B4-BE49-F238E27FC236}">
                <a16:creationId xmlns:a16="http://schemas.microsoft.com/office/drawing/2014/main" id="{B4A986D4-7FFA-FC52-3615-F6DAEDEA7F3B}"/>
              </a:ext>
            </a:extLst>
          </p:cNvPr>
          <p:cNvSpPr/>
          <p:nvPr/>
        </p:nvSpPr>
        <p:spPr>
          <a:xfrm>
            <a:off x="9039225" y="3916489"/>
            <a:ext cx="2438400" cy="636461"/>
          </a:xfrm>
          <a:prstGeom prst="accentBorderCallout1">
            <a:avLst>
              <a:gd name="adj1" fmla="val 18750"/>
              <a:gd name="adj2" fmla="val -8333"/>
              <a:gd name="adj3" fmla="val 109274"/>
              <a:gd name="adj4" fmla="val -25803"/>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Affiche la liste des compétitions trouvées</a:t>
            </a:r>
          </a:p>
        </p:txBody>
      </p:sp>
      <p:sp>
        <p:nvSpPr>
          <p:cNvPr id="12" name="Rectangle 11">
            <a:extLst>
              <a:ext uri="{FF2B5EF4-FFF2-40B4-BE49-F238E27FC236}">
                <a16:creationId xmlns:a16="http://schemas.microsoft.com/office/drawing/2014/main" id="{AA731DDC-9506-E769-D48D-2E0DCBEB56E1}"/>
              </a:ext>
            </a:extLst>
          </p:cNvPr>
          <p:cNvSpPr/>
          <p:nvPr/>
        </p:nvSpPr>
        <p:spPr>
          <a:xfrm>
            <a:off x="5219699" y="2662238"/>
            <a:ext cx="1052513" cy="178593"/>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3" name="Légende : encadrée à une bordure 12">
            <a:extLst>
              <a:ext uri="{FF2B5EF4-FFF2-40B4-BE49-F238E27FC236}">
                <a16:creationId xmlns:a16="http://schemas.microsoft.com/office/drawing/2014/main" id="{8FDFAE3A-3A6C-DE60-721E-AD2DB7234D0C}"/>
              </a:ext>
            </a:extLst>
          </p:cNvPr>
          <p:cNvSpPr/>
          <p:nvPr/>
        </p:nvSpPr>
        <p:spPr>
          <a:xfrm flipH="1">
            <a:off x="214266" y="2202862"/>
            <a:ext cx="2809875" cy="636461"/>
          </a:xfrm>
          <a:prstGeom prst="accentBorderCallout1">
            <a:avLst>
              <a:gd name="adj1" fmla="val 18750"/>
              <a:gd name="adj2" fmla="val -8333"/>
              <a:gd name="adj3" fmla="val 74302"/>
              <a:gd name="adj4" fmla="val -77113"/>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Adresse IP pour recherche un serveur de compétition spécifique (optionnelle)</a:t>
            </a:r>
          </a:p>
        </p:txBody>
      </p:sp>
    </p:spTree>
    <p:extLst>
      <p:ext uri="{BB962C8B-B14F-4D97-AF65-F5344CB8AC3E}">
        <p14:creationId xmlns:p14="http://schemas.microsoft.com/office/powerpoint/2010/main" val="176376375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7" name="Image 16">
            <a:extLst>
              <a:ext uri="{FF2B5EF4-FFF2-40B4-BE49-F238E27FC236}">
                <a16:creationId xmlns:a16="http://schemas.microsoft.com/office/drawing/2014/main" id="{27DD014A-692F-B398-DD35-CD366E991A3A}"/>
              </a:ext>
            </a:extLst>
          </p:cNvPr>
          <p:cNvPicPr>
            <a:picLocks noChangeAspect="1"/>
          </p:cNvPicPr>
          <p:nvPr/>
        </p:nvPicPr>
        <p:blipFill>
          <a:blip r:embed="rId2"/>
          <a:stretch>
            <a:fillRect/>
          </a:stretch>
        </p:blipFill>
        <p:spPr>
          <a:xfrm>
            <a:off x="3557997" y="1885601"/>
            <a:ext cx="7773485" cy="4086795"/>
          </a:xfrm>
          <a:prstGeom prst="rect">
            <a:avLst/>
          </a:prstGeom>
        </p:spPr>
      </p:pic>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p:txBody>
          <a:bodyPr/>
          <a:lstStyle/>
          <a:p>
            <a:r>
              <a:rPr lang="fr-FR" dirty="0"/>
              <a:t>Ecran de Configuration</a:t>
            </a:r>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dirty="0"/>
              <a:t>Ecrans &amp; fonctionnalités</a:t>
            </a:r>
          </a:p>
        </p:txBody>
      </p:sp>
      <p:sp>
        <p:nvSpPr>
          <p:cNvPr id="9" name="Rectangle 8">
            <a:extLst>
              <a:ext uri="{FF2B5EF4-FFF2-40B4-BE49-F238E27FC236}">
                <a16:creationId xmlns:a16="http://schemas.microsoft.com/office/drawing/2014/main" id="{DF88C5BE-8A7D-7692-F037-2C25DA6FD90A}"/>
              </a:ext>
            </a:extLst>
          </p:cNvPr>
          <p:cNvSpPr/>
          <p:nvPr/>
        </p:nvSpPr>
        <p:spPr>
          <a:xfrm>
            <a:off x="3727005" y="2307014"/>
            <a:ext cx="3933055" cy="317938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Rectangle 9">
            <a:extLst>
              <a:ext uri="{FF2B5EF4-FFF2-40B4-BE49-F238E27FC236}">
                <a16:creationId xmlns:a16="http://schemas.microsoft.com/office/drawing/2014/main" id="{C8E3516E-B308-263B-9C32-A7D8928EE329}"/>
              </a:ext>
            </a:extLst>
          </p:cNvPr>
          <p:cNvSpPr/>
          <p:nvPr/>
        </p:nvSpPr>
        <p:spPr>
          <a:xfrm>
            <a:off x="7744905" y="2307013"/>
            <a:ext cx="3470491" cy="3179385"/>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ZoneTexte 10">
            <a:extLst>
              <a:ext uri="{FF2B5EF4-FFF2-40B4-BE49-F238E27FC236}">
                <a16:creationId xmlns:a16="http://schemas.microsoft.com/office/drawing/2014/main" id="{02F22DC4-07A8-E70F-12BE-52BB9F29079F}"/>
              </a:ext>
            </a:extLst>
          </p:cNvPr>
          <p:cNvSpPr txBox="1"/>
          <p:nvPr/>
        </p:nvSpPr>
        <p:spPr>
          <a:xfrm>
            <a:off x="164657" y="2977365"/>
            <a:ext cx="3254228" cy="1754326"/>
          </a:xfrm>
          <a:prstGeom prst="rect">
            <a:avLst/>
          </a:prstGeom>
          <a:noFill/>
        </p:spPr>
        <p:txBody>
          <a:bodyPr wrap="square" rtlCol="0">
            <a:spAutoFit/>
          </a:bodyPr>
          <a:lstStyle/>
          <a:p>
            <a:r>
              <a:rPr lang="fr-FR" dirty="0">
                <a:sym typeface="Wingdings" panose="05000000000000000000" pitchFamily="2" charset="2"/>
              </a:rPr>
              <a:t>: Panneau de configuration du contenu du site</a:t>
            </a:r>
          </a:p>
          <a:p>
            <a:endParaRPr lang="fr-FR" dirty="0">
              <a:sym typeface="Wingdings" panose="05000000000000000000" pitchFamily="2" charset="2"/>
            </a:endParaRPr>
          </a:p>
          <a:p>
            <a:endParaRPr lang="fr-FR" dirty="0">
              <a:sym typeface="Wingdings" panose="05000000000000000000" pitchFamily="2" charset="2"/>
            </a:endParaRPr>
          </a:p>
          <a:p>
            <a:r>
              <a:rPr lang="fr-FR" dirty="0">
                <a:sym typeface="Wingdings" panose="05000000000000000000" pitchFamily="2" charset="2"/>
              </a:rPr>
              <a:t>: Panneau configuration technique de la génération</a:t>
            </a:r>
          </a:p>
        </p:txBody>
      </p:sp>
      <p:sp>
        <p:nvSpPr>
          <p:cNvPr id="12" name="ZoneTexte 11">
            <a:extLst>
              <a:ext uri="{FF2B5EF4-FFF2-40B4-BE49-F238E27FC236}">
                <a16:creationId xmlns:a16="http://schemas.microsoft.com/office/drawing/2014/main" id="{FBAB07F8-FD11-726F-9B83-2F510506E61F}"/>
              </a:ext>
            </a:extLst>
          </p:cNvPr>
          <p:cNvSpPr txBox="1"/>
          <p:nvPr/>
        </p:nvSpPr>
        <p:spPr>
          <a:xfrm>
            <a:off x="9298272" y="3678517"/>
            <a:ext cx="505267" cy="523220"/>
          </a:xfrm>
          <a:prstGeom prst="rect">
            <a:avLst/>
          </a:prstGeom>
          <a:noFill/>
        </p:spPr>
        <p:txBody>
          <a:bodyPr wrap="none" rtlCol="0">
            <a:spAutoFit/>
          </a:bodyPr>
          <a:lstStyle/>
          <a:p>
            <a:r>
              <a:rPr lang="fr-FR" sz="2800" dirty="0">
                <a:solidFill>
                  <a:srgbClr val="FF0000"/>
                </a:solidFill>
                <a:sym typeface="Wingdings" panose="05000000000000000000" pitchFamily="2" charset="2"/>
              </a:rPr>
              <a:t></a:t>
            </a:r>
            <a:endParaRPr lang="fr-FR" sz="2800" dirty="0">
              <a:solidFill>
                <a:srgbClr val="FF0000"/>
              </a:solidFill>
            </a:endParaRPr>
          </a:p>
        </p:txBody>
      </p:sp>
      <p:sp>
        <p:nvSpPr>
          <p:cNvPr id="13" name="ZoneTexte 12">
            <a:extLst>
              <a:ext uri="{FF2B5EF4-FFF2-40B4-BE49-F238E27FC236}">
                <a16:creationId xmlns:a16="http://schemas.microsoft.com/office/drawing/2014/main" id="{2ACFD3E4-ACF2-1F6B-16C4-0AAE1D1AA967}"/>
              </a:ext>
            </a:extLst>
          </p:cNvPr>
          <p:cNvSpPr txBox="1"/>
          <p:nvPr/>
        </p:nvSpPr>
        <p:spPr>
          <a:xfrm>
            <a:off x="5372068" y="3592918"/>
            <a:ext cx="505267" cy="523220"/>
          </a:xfrm>
          <a:prstGeom prst="rect">
            <a:avLst/>
          </a:prstGeom>
          <a:noFill/>
        </p:spPr>
        <p:txBody>
          <a:bodyPr wrap="none" rtlCol="0">
            <a:spAutoFit/>
          </a:bodyPr>
          <a:lstStyle/>
          <a:p>
            <a:r>
              <a:rPr lang="fr-FR" sz="2800" dirty="0">
                <a:solidFill>
                  <a:srgbClr val="FF0000"/>
                </a:solidFill>
                <a:sym typeface="Wingdings" panose="05000000000000000000" pitchFamily="2" charset="2"/>
              </a:rPr>
              <a:t></a:t>
            </a:r>
            <a:endParaRPr lang="fr-FR" sz="2800" dirty="0">
              <a:solidFill>
                <a:srgbClr val="FF0000"/>
              </a:solidFill>
            </a:endParaRPr>
          </a:p>
        </p:txBody>
      </p:sp>
      <p:sp>
        <p:nvSpPr>
          <p:cNvPr id="14" name="Espace réservé du texte 2">
            <a:extLst>
              <a:ext uri="{FF2B5EF4-FFF2-40B4-BE49-F238E27FC236}">
                <a16:creationId xmlns:a16="http://schemas.microsoft.com/office/drawing/2014/main" id="{C5238C37-DE22-EF7D-E138-0BE8C7B02A05}"/>
              </a:ext>
            </a:extLst>
          </p:cNvPr>
          <p:cNvSpPr>
            <a:spLocks noGrp="1"/>
          </p:cNvSpPr>
          <p:nvPr>
            <p:ph type="body" idx="1"/>
          </p:nvPr>
        </p:nvSpPr>
        <p:spPr>
          <a:xfrm>
            <a:off x="411192" y="6135963"/>
            <a:ext cx="11369615" cy="336752"/>
          </a:xfrm>
        </p:spPr>
        <p:txBody>
          <a:bodyPr/>
          <a:lstStyle/>
          <a:p>
            <a:pPr marL="101598" indent="0">
              <a:buNone/>
            </a:pPr>
            <a:r>
              <a:rPr lang="fr-FR" sz="1800" b="1" i="1" dirty="0"/>
              <a:t>Note</a:t>
            </a:r>
            <a:r>
              <a:rPr lang="fr-FR" sz="1800" i="1" dirty="0"/>
              <a:t>: Cet écran n’est accessible que si la génération est arrêtée.</a:t>
            </a:r>
          </a:p>
        </p:txBody>
      </p:sp>
      <p:sp>
        <p:nvSpPr>
          <p:cNvPr id="7" name="Rectangle 6">
            <a:extLst>
              <a:ext uri="{FF2B5EF4-FFF2-40B4-BE49-F238E27FC236}">
                <a16:creationId xmlns:a16="http://schemas.microsoft.com/office/drawing/2014/main" id="{08E3E894-E2E1-764A-1C38-F1E84EE162F2}"/>
              </a:ext>
            </a:extLst>
          </p:cNvPr>
          <p:cNvSpPr/>
          <p:nvPr/>
        </p:nvSpPr>
        <p:spPr>
          <a:xfrm>
            <a:off x="5927715" y="1916081"/>
            <a:ext cx="3464690" cy="204362"/>
          </a:xfrm>
          <a:prstGeom prst="rect">
            <a:avLst/>
          </a:prstGeom>
          <a:solidFill>
            <a:srgbClr val="ECF6F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Tree>
    <p:extLst>
      <p:ext uri="{BB962C8B-B14F-4D97-AF65-F5344CB8AC3E}">
        <p14:creationId xmlns:p14="http://schemas.microsoft.com/office/powerpoint/2010/main" val="153348174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p:txBody>
          <a:bodyPr/>
          <a:lstStyle/>
          <a:p>
            <a:r>
              <a:rPr lang="fr-FR" dirty="0"/>
              <a:t>Ecran de Configuration – Contenu du site</a:t>
            </a:r>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dirty="0"/>
              <a:t>Ecrans &amp; fonctionnalités</a:t>
            </a:r>
          </a:p>
        </p:txBody>
      </p:sp>
      <p:pic>
        <p:nvPicPr>
          <p:cNvPr id="5" name="Image 4">
            <a:extLst>
              <a:ext uri="{FF2B5EF4-FFF2-40B4-BE49-F238E27FC236}">
                <a16:creationId xmlns:a16="http://schemas.microsoft.com/office/drawing/2014/main" id="{84CC962D-3DBE-400A-60DA-11F73D3CE8A8}"/>
              </a:ext>
            </a:extLst>
          </p:cNvPr>
          <p:cNvPicPr>
            <a:picLocks noChangeAspect="1"/>
          </p:cNvPicPr>
          <p:nvPr/>
        </p:nvPicPr>
        <p:blipFill rotWithShape="1">
          <a:blip r:embed="rId2"/>
          <a:srcRect l="2049" t="9116" r="47338" b="13785"/>
          <a:stretch/>
        </p:blipFill>
        <p:spPr>
          <a:xfrm>
            <a:off x="4000500" y="2352675"/>
            <a:ext cx="3933825" cy="2886075"/>
          </a:xfrm>
          <a:prstGeom prst="rect">
            <a:avLst/>
          </a:prstGeom>
        </p:spPr>
      </p:pic>
      <p:sp>
        <p:nvSpPr>
          <p:cNvPr id="7" name="Légende : encadrée à une bordure 6">
            <a:extLst>
              <a:ext uri="{FF2B5EF4-FFF2-40B4-BE49-F238E27FC236}">
                <a16:creationId xmlns:a16="http://schemas.microsoft.com/office/drawing/2014/main" id="{51F91BE3-E67F-3200-59BB-8DE3A9DA7856}"/>
              </a:ext>
            </a:extLst>
          </p:cNvPr>
          <p:cNvSpPr/>
          <p:nvPr/>
        </p:nvSpPr>
        <p:spPr>
          <a:xfrm flipH="1">
            <a:off x="142547" y="2146346"/>
            <a:ext cx="3181935" cy="528401"/>
          </a:xfrm>
          <a:prstGeom prst="accentBorderCallout1">
            <a:avLst>
              <a:gd name="adj1" fmla="val 18750"/>
              <a:gd name="adj2" fmla="val -8333"/>
              <a:gd name="adj3" fmla="val 160638"/>
              <a:gd name="adj4" fmla="val -22953"/>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Active la publication des pages « Prochaines combats » et « Se Prépare »</a:t>
            </a:r>
          </a:p>
        </p:txBody>
      </p:sp>
      <p:sp>
        <p:nvSpPr>
          <p:cNvPr id="8" name="Rectangle 7">
            <a:extLst>
              <a:ext uri="{FF2B5EF4-FFF2-40B4-BE49-F238E27FC236}">
                <a16:creationId xmlns:a16="http://schemas.microsoft.com/office/drawing/2014/main" id="{C3439464-4227-042B-FE8E-D5D3BCA0611B}"/>
              </a:ext>
            </a:extLst>
          </p:cNvPr>
          <p:cNvSpPr/>
          <p:nvPr/>
        </p:nvSpPr>
        <p:spPr>
          <a:xfrm>
            <a:off x="4086224" y="2889158"/>
            <a:ext cx="2238375" cy="235042"/>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7" name="Légende : encadrée à une bordure 16">
            <a:extLst>
              <a:ext uri="{FF2B5EF4-FFF2-40B4-BE49-F238E27FC236}">
                <a16:creationId xmlns:a16="http://schemas.microsoft.com/office/drawing/2014/main" id="{C04BD2F9-C9BA-CC83-E0B0-EC07180D1137}"/>
              </a:ext>
            </a:extLst>
          </p:cNvPr>
          <p:cNvSpPr/>
          <p:nvPr/>
        </p:nvSpPr>
        <p:spPr>
          <a:xfrm>
            <a:off x="8515093" y="2352675"/>
            <a:ext cx="3439110" cy="775123"/>
          </a:xfrm>
          <a:prstGeom prst="accentBorderCallout1">
            <a:avLst>
              <a:gd name="adj1" fmla="val 18750"/>
              <a:gd name="adj2" fmla="val -8333"/>
              <a:gd name="adj3" fmla="val 108615"/>
              <a:gd name="adj4" fmla="val -22187"/>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Nombre maximum de combats à afficher dans la chambre d’appel (uniquement si Publier Prochains Combats)</a:t>
            </a:r>
          </a:p>
        </p:txBody>
      </p:sp>
      <p:sp>
        <p:nvSpPr>
          <p:cNvPr id="18" name="Légende : encadrée à une bordure 17">
            <a:extLst>
              <a:ext uri="{FF2B5EF4-FFF2-40B4-BE49-F238E27FC236}">
                <a16:creationId xmlns:a16="http://schemas.microsoft.com/office/drawing/2014/main" id="{23FCA8CF-D867-EB41-544A-4B183204DC29}"/>
              </a:ext>
            </a:extLst>
          </p:cNvPr>
          <p:cNvSpPr/>
          <p:nvPr/>
        </p:nvSpPr>
        <p:spPr>
          <a:xfrm>
            <a:off x="8524874" y="3584189"/>
            <a:ext cx="3439110" cy="775123"/>
          </a:xfrm>
          <a:prstGeom prst="accentBorderCallout1">
            <a:avLst>
              <a:gd name="adj1" fmla="val 18750"/>
              <a:gd name="adj2" fmla="val -8333"/>
              <a:gd name="adj3" fmla="val 43077"/>
              <a:gd name="adj4" fmla="val -22464"/>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Message d’avertissement afficher en entête des pages de la chambre d’appel (uniquement si Publier Prochains Combats)</a:t>
            </a:r>
          </a:p>
        </p:txBody>
      </p:sp>
      <p:sp>
        <p:nvSpPr>
          <p:cNvPr id="19" name="Légende : encadrée à une bordure 18">
            <a:extLst>
              <a:ext uri="{FF2B5EF4-FFF2-40B4-BE49-F238E27FC236}">
                <a16:creationId xmlns:a16="http://schemas.microsoft.com/office/drawing/2014/main" id="{6C6B9492-1BFA-D19B-F8ED-5F509FEDFDE0}"/>
              </a:ext>
            </a:extLst>
          </p:cNvPr>
          <p:cNvSpPr/>
          <p:nvPr/>
        </p:nvSpPr>
        <p:spPr>
          <a:xfrm>
            <a:off x="8515093" y="5009598"/>
            <a:ext cx="3439110" cy="985760"/>
          </a:xfrm>
          <a:prstGeom prst="accentBorderCallout1">
            <a:avLst>
              <a:gd name="adj1" fmla="val 18750"/>
              <a:gd name="adj2" fmla="val -8333"/>
              <a:gd name="adj3" fmla="val -18365"/>
              <a:gd name="adj4" fmla="val -23295"/>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Taille maximum pour qu’une poule soit affichée en colonnes (uniquement si Afficher les poules en colonnes et affichage selon la taille)</a:t>
            </a:r>
          </a:p>
        </p:txBody>
      </p:sp>
      <p:sp>
        <p:nvSpPr>
          <p:cNvPr id="20" name="Rectangle 19">
            <a:extLst>
              <a:ext uri="{FF2B5EF4-FFF2-40B4-BE49-F238E27FC236}">
                <a16:creationId xmlns:a16="http://schemas.microsoft.com/office/drawing/2014/main" id="{B6E012AE-D1BE-4C32-3DBA-9DA6F9682D66}"/>
              </a:ext>
            </a:extLst>
          </p:cNvPr>
          <p:cNvSpPr/>
          <p:nvPr/>
        </p:nvSpPr>
        <p:spPr>
          <a:xfrm>
            <a:off x="4086224" y="4203608"/>
            <a:ext cx="2238375" cy="235042"/>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1" name="Rectangle 20">
            <a:extLst>
              <a:ext uri="{FF2B5EF4-FFF2-40B4-BE49-F238E27FC236}">
                <a16:creationId xmlns:a16="http://schemas.microsoft.com/office/drawing/2014/main" id="{B3C2CECC-E6F2-5A96-2CF9-D71AF5EA3447}"/>
              </a:ext>
            </a:extLst>
          </p:cNvPr>
          <p:cNvSpPr/>
          <p:nvPr/>
        </p:nvSpPr>
        <p:spPr>
          <a:xfrm>
            <a:off x="4086223" y="4476612"/>
            <a:ext cx="2238375" cy="235042"/>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2" name="Rectangle 21">
            <a:extLst>
              <a:ext uri="{FF2B5EF4-FFF2-40B4-BE49-F238E27FC236}">
                <a16:creationId xmlns:a16="http://schemas.microsoft.com/office/drawing/2014/main" id="{F3253003-C0BE-664C-97EE-0099A75F0657}"/>
              </a:ext>
            </a:extLst>
          </p:cNvPr>
          <p:cNvSpPr/>
          <p:nvPr/>
        </p:nvSpPr>
        <p:spPr>
          <a:xfrm>
            <a:off x="4591049" y="3733801"/>
            <a:ext cx="3124201" cy="431844"/>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3" name="Rectangle 22">
            <a:extLst>
              <a:ext uri="{FF2B5EF4-FFF2-40B4-BE49-F238E27FC236}">
                <a16:creationId xmlns:a16="http://schemas.microsoft.com/office/drawing/2014/main" id="{7DD8DC5B-F36C-2A33-B7C1-B60D2C0E1110}"/>
              </a:ext>
            </a:extLst>
          </p:cNvPr>
          <p:cNvSpPr/>
          <p:nvPr/>
        </p:nvSpPr>
        <p:spPr>
          <a:xfrm>
            <a:off x="6921500" y="3174839"/>
            <a:ext cx="793750" cy="235042"/>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4" name="Rectangle 23">
            <a:extLst>
              <a:ext uri="{FF2B5EF4-FFF2-40B4-BE49-F238E27FC236}">
                <a16:creationId xmlns:a16="http://schemas.microsoft.com/office/drawing/2014/main" id="{CAE22278-E213-96AD-FBEC-95F7140E743C}"/>
              </a:ext>
            </a:extLst>
          </p:cNvPr>
          <p:cNvSpPr/>
          <p:nvPr/>
        </p:nvSpPr>
        <p:spPr>
          <a:xfrm>
            <a:off x="6921500" y="4774556"/>
            <a:ext cx="793750" cy="235042"/>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5" name="Rectangle 24">
            <a:extLst>
              <a:ext uri="{FF2B5EF4-FFF2-40B4-BE49-F238E27FC236}">
                <a16:creationId xmlns:a16="http://schemas.microsoft.com/office/drawing/2014/main" id="{F00BC9DA-2CE2-F53B-1218-E994A92EBF0A}"/>
              </a:ext>
            </a:extLst>
          </p:cNvPr>
          <p:cNvSpPr/>
          <p:nvPr/>
        </p:nvSpPr>
        <p:spPr>
          <a:xfrm>
            <a:off x="4476750" y="4761764"/>
            <a:ext cx="2165349" cy="235042"/>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6" name="Légende : encadrée à une bordure 25">
            <a:extLst>
              <a:ext uri="{FF2B5EF4-FFF2-40B4-BE49-F238E27FC236}">
                <a16:creationId xmlns:a16="http://schemas.microsoft.com/office/drawing/2014/main" id="{B19605DF-529D-844F-A45A-57A7D7D28250}"/>
              </a:ext>
            </a:extLst>
          </p:cNvPr>
          <p:cNvSpPr/>
          <p:nvPr/>
        </p:nvSpPr>
        <p:spPr>
          <a:xfrm flipH="1">
            <a:off x="142547" y="3267311"/>
            <a:ext cx="3181935" cy="528401"/>
          </a:xfrm>
          <a:prstGeom prst="accentBorderCallout1">
            <a:avLst>
              <a:gd name="adj1" fmla="val 18750"/>
              <a:gd name="adj2" fmla="val -8333"/>
              <a:gd name="adj3" fmla="val 188391"/>
              <a:gd name="adj4" fmla="val -24038"/>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Active la publication de la page d’affectation des tapis</a:t>
            </a:r>
          </a:p>
        </p:txBody>
      </p:sp>
      <p:sp>
        <p:nvSpPr>
          <p:cNvPr id="27" name="Légende : encadrée à une bordure 26">
            <a:extLst>
              <a:ext uri="{FF2B5EF4-FFF2-40B4-BE49-F238E27FC236}">
                <a16:creationId xmlns:a16="http://schemas.microsoft.com/office/drawing/2014/main" id="{49BBCFC1-D248-97E9-F639-DFC30825C324}"/>
              </a:ext>
            </a:extLst>
          </p:cNvPr>
          <p:cNvSpPr/>
          <p:nvPr/>
        </p:nvSpPr>
        <p:spPr>
          <a:xfrm flipH="1">
            <a:off x="121407" y="4321129"/>
            <a:ext cx="3181935" cy="528401"/>
          </a:xfrm>
          <a:prstGeom prst="accentBorderCallout1">
            <a:avLst>
              <a:gd name="adj1" fmla="val 18750"/>
              <a:gd name="adj2" fmla="val -8333"/>
              <a:gd name="adj3" fmla="val 65950"/>
              <a:gd name="adj4" fmla="val -24309"/>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Active l’affichage des poules en colonnes (diagonales sinon)</a:t>
            </a:r>
          </a:p>
        </p:txBody>
      </p:sp>
      <p:sp>
        <p:nvSpPr>
          <p:cNvPr id="28" name="Légende : encadrée à une bordure 27">
            <a:extLst>
              <a:ext uri="{FF2B5EF4-FFF2-40B4-BE49-F238E27FC236}">
                <a16:creationId xmlns:a16="http://schemas.microsoft.com/office/drawing/2014/main" id="{7960BD14-3931-F369-C513-60E60FF51E4B}"/>
              </a:ext>
            </a:extLst>
          </p:cNvPr>
          <p:cNvSpPr/>
          <p:nvPr/>
        </p:nvSpPr>
        <p:spPr>
          <a:xfrm flipH="1">
            <a:off x="91746" y="5397159"/>
            <a:ext cx="3181935" cy="775123"/>
          </a:xfrm>
          <a:prstGeom prst="accentBorderCallout1">
            <a:avLst>
              <a:gd name="adj1" fmla="val 18750"/>
              <a:gd name="adj2" fmla="val -8333"/>
              <a:gd name="adj3" fmla="val -49944"/>
              <a:gd name="adj4" fmla="val -38406"/>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Active la sélection de l’affichage des poules en colonnes selon la taille de la poule</a:t>
            </a:r>
          </a:p>
        </p:txBody>
      </p:sp>
    </p:spTree>
    <p:extLst>
      <p:ext uri="{BB962C8B-B14F-4D97-AF65-F5344CB8AC3E}">
        <p14:creationId xmlns:p14="http://schemas.microsoft.com/office/powerpoint/2010/main" val="370251318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Image 11">
            <a:extLst>
              <a:ext uri="{FF2B5EF4-FFF2-40B4-BE49-F238E27FC236}">
                <a16:creationId xmlns:a16="http://schemas.microsoft.com/office/drawing/2014/main" id="{A04F54A9-DC11-4E5C-D6CC-5E6B335A409D}"/>
              </a:ext>
            </a:extLst>
          </p:cNvPr>
          <p:cNvPicPr>
            <a:picLocks noChangeAspect="1"/>
          </p:cNvPicPr>
          <p:nvPr/>
        </p:nvPicPr>
        <p:blipFill>
          <a:blip r:embed="rId2"/>
          <a:srcRect l="53137" t="8170" r="2164" b="10572"/>
          <a:stretch/>
        </p:blipFill>
        <p:spPr>
          <a:xfrm>
            <a:off x="4200872" y="2049070"/>
            <a:ext cx="3474720" cy="3320866"/>
          </a:xfrm>
          <a:prstGeom prst="rect">
            <a:avLst/>
          </a:prstGeom>
        </p:spPr>
      </p:pic>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a:xfrm>
            <a:off x="980322" y="980322"/>
            <a:ext cx="10563978" cy="528400"/>
          </a:xfrm>
        </p:spPr>
        <p:txBody>
          <a:bodyPr/>
          <a:lstStyle/>
          <a:p>
            <a:r>
              <a:rPr lang="fr-FR" dirty="0"/>
              <a:t>Ecran de Configuration – Configuration technique</a:t>
            </a:r>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dirty="0"/>
              <a:t>Ecrans &amp; fonctionnalités</a:t>
            </a:r>
          </a:p>
        </p:txBody>
      </p:sp>
      <p:sp>
        <p:nvSpPr>
          <p:cNvPr id="7" name="Légende : encadrée à une bordure 6">
            <a:extLst>
              <a:ext uri="{FF2B5EF4-FFF2-40B4-BE49-F238E27FC236}">
                <a16:creationId xmlns:a16="http://schemas.microsoft.com/office/drawing/2014/main" id="{373F3982-EA07-55DA-0039-F75B4A13ADCF}"/>
              </a:ext>
            </a:extLst>
          </p:cNvPr>
          <p:cNvSpPr/>
          <p:nvPr/>
        </p:nvSpPr>
        <p:spPr>
          <a:xfrm flipH="1">
            <a:off x="305069" y="4200798"/>
            <a:ext cx="3181935" cy="528401"/>
          </a:xfrm>
          <a:prstGeom prst="accentBorderCallout1">
            <a:avLst>
              <a:gd name="adj1" fmla="val 18750"/>
              <a:gd name="adj2" fmla="val -8333"/>
              <a:gd name="adj3" fmla="val 31667"/>
              <a:gd name="adj4" fmla="val -26206"/>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Sélectionne le logo affiché en entête</a:t>
            </a:r>
          </a:p>
        </p:txBody>
      </p:sp>
      <p:sp>
        <p:nvSpPr>
          <p:cNvPr id="8" name="Rectangle 7">
            <a:extLst>
              <a:ext uri="{FF2B5EF4-FFF2-40B4-BE49-F238E27FC236}">
                <a16:creationId xmlns:a16="http://schemas.microsoft.com/office/drawing/2014/main" id="{9472EA27-B2D3-CDF4-99E3-817A65089C68}"/>
              </a:ext>
            </a:extLst>
          </p:cNvPr>
          <p:cNvSpPr/>
          <p:nvPr/>
        </p:nvSpPr>
        <p:spPr>
          <a:xfrm>
            <a:off x="4328916" y="4117689"/>
            <a:ext cx="1299240" cy="235042"/>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5" name="Rectangle 14">
            <a:extLst>
              <a:ext uri="{FF2B5EF4-FFF2-40B4-BE49-F238E27FC236}">
                <a16:creationId xmlns:a16="http://schemas.microsoft.com/office/drawing/2014/main" id="{26B49485-7BC6-6F10-5232-6F61478DB371}"/>
              </a:ext>
            </a:extLst>
          </p:cNvPr>
          <p:cNvSpPr/>
          <p:nvPr/>
        </p:nvSpPr>
        <p:spPr>
          <a:xfrm>
            <a:off x="6172199" y="4582430"/>
            <a:ext cx="907473" cy="313128"/>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6" name="Légende : encadrée à une bordure 15">
            <a:extLst>
              <a:ext uri="{FF2B5EF4-FFF2-40B4-BE49-F238E27FC236}">
                <a16:creationId xmlns:a16="http://schemas.microsoft.com/office/drawing/2014/main" id="{D1E33C24-0AE3-72E0-29CB-5EF18D674F79}"/>
              </a:ext>
            </a:extLst>
          </p:cNvPr>
          <p:cNvSpPr/>
          <p:nvPr/>
        </p:nvSpPr>
        <p:spPr>
          <a:xfrm>
            <a:off x="8143436" y="3997576"/>
            <a:ext cx="3093177" cy="283867"/>
          </a:xfrm>
          <a:prstGeom prst="accentBorderCallout1">
            <a:avLst>
              <a:gd name="adj1" fmla="val 18750"/>
              <a:gd name="adj2" fmla="val -8333"/>
              <a:gd name="adj3" fmla="val -23117"/>
              <a:gd name="adj4" fmla="val -29470"/>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Prévisualisation du logo sélectionné</a:t>
            </a:r>
          </a:p>
        </p:txBody>
      </p:sp>
      <p:sp>
        <p:nvSpPr>
          <p:cNvPr id="17" name="Rectangle 16">
            <a:extLst>
              <a:ext uri="{FF2B5EF4-FFF2-40B4-BE49-F238E27FC236}">
                <a16:creationId xmlns:a16="http://schemas.microsoft.com/office/drawing/2014/main" id="{DC0F730F-9019-F9ED-5E5B-934349C181D9}"/>
              </a:ext>
            </a:extLst>
          </p:cNvPr>
          <p:cNvSpPr/>
          <p:nvPr/>
        </p:nvSpPr>
        <p:spPr>
          <a:xfrm>
            <a:off x="4292312" y="4933950"/>
            <a:ext cx="3257372" cy="189182"/>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8" name="Légende : encadrée à une bordure 17">
            <a:extLst>
              <a:ext uri="{FF2B5EF4-FFF2-40B4-BE49-F238E27FC236}">
                <a16:creationId xmlns:a16="http://schemas.microsoft.com/office/drawing/2014/main" id="{6610CA9C-D428-8F88-8568-1277889DA891}"/>
              </a:ext>
            </a:extLst>
          </p:cNvPr>
          <p:cNvSpPr/>
          <p:nvPr/>
        </p:nvSpPr>
        <p:spPr>
          <a:xfrm flipH="1">
            <a:off x="323699" y="5040349"/>
            <a:ext cx="3181937" cy="283867"/>
          </a:xfrm>
          <a:prstGeom prst="accentBorderCallout1">
            <a:avLst>
              <a:gd name="adj1" fmla="val 18750"/>
              <a:gd name="adj2" fmla="val -8333"/>
              <a:gd name="adj3" fmla="val -74626"/>
              <a:gd name="adj4" fmla="val -21580"/>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Répertoire de travail de l’application</a:t>
            </a:r>
          </a:p>
        </p:txBody>
      </p:sp>
      <p:sp>
        <p:nvSpPr>
          <p:cNvPr id="19" name="Légende : encadrée à une bordure 18">
            <a:extLst>
              <a:ext uri="{FF2B5EF4-FFF2-40B4-BE49-F238E27FC236}">
                <a16:creationId xmlns:a16="http://schemas.microsoft.com/office/drawing/2014/main" id="{BCDCB479-EFDF-194D-1CBD-42B9F7A668CA}"/>
              </a:ext>
            </a:extLst>
          </p:cNvPr>
          <p:cNvSpPr/>
          <p:nvPr/>
        </p:nvSpPr>
        <p:spPr>
          <a:xfrm>
            <a:off x="8143436" y="2328593"/>
            <a:ext cx="2974144" cy="322765"/>
          </a:xfrm>
          <a:prstGeom prst="accentBorderCallout1">
            <a:avLst>
              <a:gd name="adj1" fmla="val 18750"/>
              <a:gd name="adj2" fmla="val -8333"/>
              <a:gd name="adj3" fmla="val 144407"/>
              <a:gd name="adj4" fmla="val -37493"/>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Délai en seconde entre 2 générations</a:t>
            </a:r>
          </a:p>
        </p:txBody>
      </p:sp>
      <p:sp>
        <p:nvSpPr>
          <p:cNvPr id="20" name="Rectangle 19">
            <a:extLst>
              <a:ext uri="{FF2B5EF4-FFF2-40B4-BE49-F238E27FC236}">
                <a16:creationId xmlns:a16="http://schemas.microsoft.com/office/drawing/2014/main" id="{0061C9EA-91E8-100F-45B3-6EF6020CF3A5}"/>
              </a:ext>
            </a:extLst>
          </p:cNvPr>
          <p:cNvSpPr/>
          <p:nvPr/>
        </p:nvSpPr>
        <p:spPr>
          <a:xfrm>
            <a:off x="6020773" y="2678960"/>
            <a:ext cx="984864" cy="235042"/>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1" name="Légende : encadrée à une bordure 20">
            <a:extLst>
              <a:ext uri="{FF2B5EF4-FFF2-40B4-BE49-F238E27FC236}">
                <a16:creationId xmlns:a16="http://schemas.microsoft.com/office/drawing/2014/main" id="{9C093B0B-756A-2503-D230-63E8584C3B36}"/>
              </a:ext>
            </a:extLst>
          </p:cNvPr>
          <p:cNvSpPr/>
          <p:nvPr/>
        </p:nvSpPr>
        <p:spPr>
          <a:xfrm>
            <a:off x="8143436" y="2950547"/>
            <a:ext cx="2974144" cy="671379"/>
          </a:xfrm>
          <a:prstGeom prst="accentBorderCallout1">
            <a:avLst>
              <a:gd name="adj1" fmla="val 18750"/>
              <a:gd name="adj2" fmla="val -8333"/>
              <a:gd name="adj3" fmla="val 30757"/>
              <a:gd name="adj4" fmla="val -37910"/>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Délai en seconde entre 2 actualisations automatique pour les utilisateurs</a:t>
            </a:r>
          </a:p>
        </p:txBody>
      </p:sp>
      <p:sp>
        <p:nvSpPr>
          <p:cNvPr id="22" name="Rectangle 21">
            <a:extLst>
              <a:ext uri="{FF2B5EF4-FFF2-40B4-BE49-F238E27FC236}">
                <a16:creationId xmlns:a16="http://schemas.microsoft.com/office/drawing/2014/main" id="{0CAF02E3-789A-F6AE-D6B8-4AEAA56C6F61}"/>
              </a:ext>
            </a:extLst>
          </p:cNvPr>
          <p:cNvSpPr/>
          <p:nvPr/>
        </p:nvSpPr>
        <p:spPr>
          <a:xfrm>
            <a:off x="6020773" y="3052706"/>
            <a:ext cx="984864" cy="235042"/>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3" name="Légende : encadrée à une bordure 22">
            <a:extLst>
              <a:ext uri="{FF2B5EF4-FFF2-40B4-BE49-F238E27FC236}">
                <a16:creationId xmlns:a16="http://schemas.microsoft.com/office/drawing/2014/main" id="{D7363339-5944-CE99-EA93-78C581C69F9A}"/>
              </a:ext>
            </a:extLst>
          </p:cNvPr>
          <p:cNvSpPr/>
          <p:nvPr/>
        </p:nvSpPr>
        <p:spPr>
          <a:xfrm>
            <a:off x="8143436" y="4895557"/>
            <a:ext cx="2974144" cy="483119"/>
          </a:xfrm>
          <a:prstGeom prst="accentBorderCallout1">
            <a:avLst>
              <a:gd name="adj1" fmla="val 18750"/>
              <a:gd name="adj2" fmla="val -8333"/>
              <a:gd name="adj3" fmla="val -48523"/>
              <a:gd name="adj4" fmla="val -34931"/>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Sélectionne le répertoire de travail de l’application</a:t>
            </a:r>
          </a:p>
        </p:txBody>
      </p:sp>
      <p:sp>
        <p:nvSpPr>
          <p:cNvPr id="24" name="Rectangle 23">
            <a:extLst>
              <a:ext uri="{FF2B5EF4-FFF2-40B4-BE49-F238E27FC236}">
                <a16:creationId xmlns:a16="http://schemas.microsoft.com/office/drawing/2014/main" id="{C282BC4B-5C5F-B6E8-2259-9EDB31EC06AC}"/>
              </a:ext>
            </a:extLst>
          </p:cNvPr>
          <p:cNvSpPr/>
          <p:nvPr/>
        </p:nvSpPr>
        <p:spPr>
          <a:xfrm>
            <a:off x="6063635" y="3372135"/>
            <a:ext cx="1137265" cy="1123665"/>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3" name="Rectangle 12">
            <a:extLst>
              <a:ext uri="{FF2B5EF4-FFF2-40B4-BE49-F238E27FC236}">
                <a16:creationId xmlns:a16="http://schemas.microsoft.com/office/drawing/2014/main" id="{95017283-CD23-6073-13F5-3183B7E8A9FE}"/>
              </a:ext>
            </a:extLst>
          </p:cNvPr>
          <p:cNvSpPr/>
          <p:nvPr/>
        </p:nvSpPr>
        <p:spPr>
          <a:xfrm>
            <a:off x="5667375" y="4117689"/>
            <a:ext cx="232244" cy="235042"/>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4" name="Légende : encadrée à une bordure 13">
            <a:extLst>
              <a:ext uri="{FF2B5EF4-FFF2-40B4-BE49-F238E27FC236}">
                <a16:creationId xmlns:a16="http://schemas.microsoft.com/office/drawing/2014/main" id="{D35BE13C-247E-B746-8D5B-2BD4553393E3}"/>
              </a:ext>
            </a:extLst>
          </p:cNvPr>
          <p:cNvSpPr/>
          <p:nvPr/>
        </p:nvSpPr>
        <p:spPr>
          <a:xfrm flipH="1">
            <a:off x="305069" y="3286236"/>
            <a:ext cx="3181935" cy="528401"/>
          </a:xfrm>
          <a:prstGeom prst="accentBorderCallout1">
            <a:avLst>
              <a:gd name="adj1" fmla="val 18750"/>
              <a:gd name="adj2" fmla="val -8333"/>
              <a:gd name="adj3" fmla="val 150842"/>
              <a:gd name="adj4" fmla="val -71210"/>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Ajoute un logo dans la liste</a:t>
            </a:r>
          </a:p>
        </p:txBody>
      </p:sp>
      <p:sp>
        <p:nvSpPr>
          <p:cNvPr id="25" name="Espace réservé du texte 2">
            <a:extLst>
              <a:ext uri="{FF2B5EF4-FFF2-40B4-BE49-F238E27FC236}">
                <a16:creationId xmlns:a16="http://schemas.microsoft.com/office/drawing/2014/main" id="{D564C843-8267-7C67-D6D5-FAF034B79965}"/>
              </a:ext>
            </a:extLst>
          </p:cNvPr>
          <p:cNvSpPr>
            <a:spLocks noGrp="1"/>
          </p:cNvSpPr>
          <p:nvPr>
            <p:ph type="body" idx="1"/>
          </p:nvPr>
        </p:nvSpPr>
        <p:spPr>
          <a:xfrm>
            <a:off x="411192" y="6135963"/>
            <a:ext cx="11369615" cy="336752"/>
          </a:xfrm>
        </p:spPr>
        <p:txBody>
          <a:bodyPr>
            <a:normAutofit fontScale="85000" lnSpcReduction="10000"/>
          </a:bodyPr>
          <a:lstStyle/>
          <a:p>
            <a:pPr marL="101598" indent="0">
              <a:buNone/>
            </a:pPr>
            <a:r>
              <a:rPr lang="fr-FR" sz="1800" b="1" i="1" dirty="0"/>
              <a:t>Note</a:t>
            </a:r>
            <a:r>
              <a:rPr lang="fr-FR" sz="1800" i="1" dirty="0"/>
              <a:t>: Pour ajouter un logo, ce dernier doit être au format png, avoir une taille maximum de 200x200 et contenir le mot « logo » dans son nom.</a:t>
            </a:r>
          </a:p>
        </p:txBody>
      </p:sp>
    </p:spTree>
    <p:extLst>
      <p:ext uri="{BB962C8B-B14F-4D97-AF65-F5344CB8AC3E}">
        <p14:creationId xmlns:p14="http://schemas.microsoft.com/office/powerpoint/2010/main" val="194674290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p:txBody>
          <a:bodyPr/>
          <a:lstStyle/>
          <a:p>
            <a:r>
              <a:rPr lang="fr-FR" dirty="0"/>
              <a:t>Ecran des statistiques</a:t>
            </a:r>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dirty="0"/>
              <a:t>Ecrans &amp; fonctionnalités</a:t>
            </a:r>
          </a:p>
        </p:txBody>
      </p:sp>
      <p:pic>
        <p:nvPicPr>
          <p:cNvPr id="5" name="Image 4">
            <a:extLst>
              <a:ext uri="{FF2B5EF4-FFF2-40B4-BE49-F238E27FC236}">
                <a16:creationId xmlns:a16="http://schemas.microsoft.com/office/drawing/2014/main" id="{B86E7361-FF86-741B-77FD-BFA13AC59593}"/>
              </a:ext>
            </a:extLst>
          </p:cNvPr>
          <p:cNvPicPr>
            <a:picLocks noChangeAspect="1"/>
          </p:cNvPicPr>
          <p:nvPr/>
        </p:nvPicPr>
        <p:blipFill>
          <a:blip r:embed="rId2"/>
          <a:stretch>
            <a:fillRect/>
          </a:stretch>
        </p:blipFill>
        <p:spPr>
          <a:xfrm>
            <a:off x="2541738" y="1595886"/>
            <a:ext cx="6852608" cy="4111565"/>
          </a:xfrm>
          <a:prstGeom prst="rect">
            <a:avLst/>
          </a:prstGeom>
        </p:spPr>
      </p:pic>
      <p:sp>
        <p:nvSpPr>
          <p:cNvPr id="6" name="Rectangle 5">
            <a:extLst>
              <a:ext uri="{FF2B5EF4-FFF2-40B4-BE49-F238E27FC236}">
                <a16:creationId xmlns:a16="http://schemas.microsoft.com/office/drawing/2014/main" id="{985D6089-7A25-3467-1A11-EB17E5E06885}"/>
              </a:ext>
            </a:extLst>
          </p:cNvPr>
          <p:cNvSpPr/>
          <p:nvPr/>
        </p:nvSpPr>
        <p:spPr>
          <a:xfrm>
            <a:off x="2622969" y="1875886"/>
            <a:ext cx="3312005" cy="1661041"/>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7" name="Légende : encadrée à une bordure 6">
            <a:extLst>
              <a:ext uri="{FF2B5EF4-FFF2-40B4-BE49-F238E27FC236}">
                <a16:creationId xmlns:a16="http://schemas.microsoft.com/office/drawing/2014/main" id="{9A4B764B-B252-CB40-E956-144836DCFE39}"/>
              </a:ext>
            </a:extLst>
          </p:cNvPr>
          <p:cNvSpPr/>
          <p:nvPr/>
        </p:nvSpPr>
        <p:spPr>
          <a:xfrm flipH="1">
            <a:off x="129397" y="2015701"/>
            <a:ext cx="2078966" cy="636461"/>
          </a:xfrm>
          <a:prstGeom prst="accentBorderCallout1">
            <a:avLst>
              <a:gd name="adj1" fmla="val 18750"/>
              <a:gd name="adj2" fmla="val -8333"/>
              <a:gd name="adj3" fmla="val 114695"/>
              <a:gd name="adj4" fmla="val -20686"/>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Statistiques de génération</a:t>
            </a:r>
          </a:p>
        </p:txBody>
      </p:sp>
      <p:sp>
        <p:nvSpPr>
          <p:cNvPr id="9" name="Rectangle 8">
            <a:extLst>
              <a:ext uri="{FF2B5EF4-FFF2-40B4-BE49-F238E27FC236}">
                <a16:creationId xmlns:a16="http://schemas.microsoft.com/office/drawing/2014/main" id="{08270597-BE85-DE57-3442-B8D7305DECBD}"/>
              </a:ext>
            </a:extLst>
          </p:cNvPr>
          <p:cNvSpPr/>
          <p:nvPr/>
        </p:nvSpPr>
        <p:spPr>
          <a:xfrm>
            <a:off x="6016205" y="2213429"/>
            <a:ext cx="3312005" cy="1661041"/>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Légende : encadrée à une bordure 9">
            <a:extLst>
              <a:ext uri="{FF2B5EF4-FFF2-40B4-BE49-F238E27FC236}">
                <a16:creationId xmlns:a16="http://schemas.microsoft.com/office/drawing/2014/main" id="{02848745-633A-9681-061D-58C42EEA84E9}"/>
              </a:ext>
            </a:extLst>
          </p:cNvPr>
          <p:cNvSpPr/>
          <p:nvPr/>
        </p:nvSpPr>
        <p:spPr>
          <a:xfrm>
            <a:off x="9727721" y="2333931"/>
            <a:ext cx="2279710" cy="636461"/>
          </a:xfrm>
          <a:prstGeom prst="accentBorderCallout1">
            <a:avLst>
              <a:gd name="adj1" fmla="val 18750"/>
              <a:gd name="adj2" fmla="val -8333"/>
              <a:gd name="adj3" fmla="val 105208"/>
              <a:gd name="adj4" fmla="val -15965"/>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Statistiques d’envoi complet du site vers le serveur distant </a:t>
            </a:r>
          </a:p>
        </p:txBody>
      </p:sp>
      <p:sp>
        <p:nvSpPr>
          <p:cNvPr id="11" name="Rectangle 10">
            <a:extLst>
              <a:ext uri="{FF2B5EF4-FFF2-40B4-BE49-F238E27FC236}">
                <a16:creationId xmlns:a16="http://schemas.microsoft.com/office/drawing/2014/main" id="{664E4F95-16ED-56DD-365A-95311BF21DA6}"/>
              </a:ext>
            </a:extLst>
          </p:cNvPr>
          <p:cNvSpPr/>
          <p:nvPr/>
        </p:nvSpPr>
        <p:spPr>
          <a:xfrm>
            <a:off x="6016205" y="3954313"/>
            <a:ext cx="3312005" cy="1445823"/>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2" name="Légende : encadrée à une bordure 11">
            <a:extLst>
              <a:ext uri="{FF2B5EF4-FFF2-40B4-BE49-F238E27FC236}">
                <a16:creationId xmlns:a16="http://schemas.microsoft.com/office/drawing/2014/main" id="{E949497C-CD0A-19E6-1C77-62AFD8BAE3CF}"/>
              </a:ext>
            </a:extLst>
          </p:cNvPr>
          <p:cNvSpPr/>
          <p:nvPr/>
        </p:nvSpPr>
        <p:spPr>
          <a:xfrm>
            <a:off x="9727719" y="3954313"/>
            <a:ext cx="2279711" cy="1078205"/>
          </a:xfrm>
          <a:prstGeom prst="accentBorderCallout1">
            <a:avLst>
              <a:gd name="adj1" fmla="val 18750"/>
              <a:gd name="adj2" fmla="val -8333"/>
              <a:gd name="adj3" fmla="val 81271"/>
              <a:gd name="adj4" fmla="val -17478"/>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Statistiques d’envoi uniquement des fichiers modifiés du site vers le serveur distant </a:t>
            </a:r>
          </a:p>
        </p:txBody>
      </p:sp>
      <p:sp>
        <p:nvSpPr>
          <p:cNvPr id="13" name="Espace réservé du texte 2">
            <a:extLst>
              <a:ext uri="{FF2B5EF4-FFF2-40B4-BE49-F238E27FC236}">
                <a16:creationId xmlns:a16="http://schemas.microsoft.com/office/drawing/2014/main" id="{1C1F426F-D783-A1FE-B636-46DF3E62F8AE}"/>
              </a:ext>
            </a:extLst>
          </p:cNvPr>
          <p:cNvSpPr>
            <a:spLocks noGrp="1"/>
          </p:cNvSpPr>
          <p:nvPr>
            <p:ph type="body" idx="1"/>
          </p:nvPr>
        </p:nvSpPr>
        <p:spPr>
          <a:xfrm>
            <a:off x="411192" y="6135963"/>
            <a:ext cx="11369615" cy="336752"/>
          </a:xfrm>
        </p:spPr>
        <p:txBody>
          <a:bodyPr/>
          <a:lstStyle/>
          <a:p>
            <a:pPr marL="101598" indent="0">
              <a:buNone/>
            </a:pPr>
            <a:r>
              <a:rPr lang="fr-FR" sz="1800" b="1" i="1" dirty="0"/>
              <a:t>Note</a:t>
            </a:r>
            <a:r>
              <a:rPr lang="fr-FR" sz="1800" i="1" dirty="0"/>
              <a:t>: Cet écran peut rester ouvert en même temps que l’écran principal sans gêner le fonctionnement.</a:t>
            </a:r>
          </a:p>
        </p:txBody>
      </p:sp>
    </p:spTree>
    <p:extLst>
      <p:ext uri="{BB962C8B-B14F-4D97-AF65-F5344CB8AC3E}">
        <p14:creationId xmlns:p14="http://schemas.microsoft.com/office/powerpoint/2010/main" val="55215289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B8C8A4-BD1F-2564-B744-50DE2B030DB3}"/>
            </a:ext>
          </a:extLst>
        </p:cNvPr>
        <p:cNvGrpSpPr/>
        <p:nvPr/>
      </p:nvGrpSpPr>
      <p:grpSpPr>
        <a:xfrm>
          <a:off x="0" y="0"/>
          <a:ext cx="0" cy="0"/>
          <a:chOff x="0" y="0"/>
          <a:chExt cx="0" cy="0"/>
        </a:xfrm>
      </p:grpSpPr>
      <p:pic>
        <p:nvPicPr>
          <p:cNvPr id="8" name="Image 7">
            <a:extLst>
              <a:ext uri="{FF2B5EF4-FFF2-40B4-BE49-F238E27FC236}">
                <a16:creationId xmlns:a16="http://schemas.microsoft.com/office/drawing/2014/main" id="{E3FC3E6C-3878-EE79-50A9-315B90138293}"/>
              </a:ext>
            </a:extLst>
          </p:cNvPr>
          <p:cNvPicPr>
            <a:picLocks noChangeAspect="1"/>
          </p:cNvPicPr>
          <p:nvPr/>
        </p:nvPicPr>
        <p:blipFill>
          <a:blip r:embed="rId2"/>
          <a:stretch>
            <a:fillRect/>
          </a:stretch>
        </p:blipFill>
        <p:spPr>
          <a:xfrm>
            <a:off x="3985193" y="1913235"/>
            <a:ext cx="6591962" cy="3964443"/>
          </a:xfrm>
          <a:prstGeom prst="rect">
            <a:avLst/>
          </a:prstGeom>
        </p:spPr>
      </p:pic>
      <p:sp>
        <p:nvSpPr>
          <p:cNvPr id="2" name="Titre 1">
            <a:extLst>
              <a:ext uri="{FF2B5EF4-FFF2-40B4-BE49-F238E27FC236}">
                <a16:creationId xmlns:a16="http://schemas.microsoft.com/office/drawing/2014/main" id="{505FE863-5F45-4616-306E-3A70C1A987E0}"/>
              </a:ext>
            </a:extLst>
          </p:cNvPr>
          <p:cNvSpPr>
            <a:spLocks noGrp="1"/>
          </p:cNvSpPr>
          <p:nvPr>
            <p:ph type="title"/>
          </p:nvPr>
        </p:nvSpPr>
        <p:spPr/>
        <p:txBody>
          <a:bodyPr/>
          <a:lstStyle/>
          <a:p>
            <a:r>
              <a:rPr lang="fr-FR" dirty="0"/>
              <a:t>Manuel</a:t>
            </a:r>
          </a:p>
        </p:txBody>
      </p:sp>
      <p:sp>
        <p:nvSpPr>
          <p:cNvPr id="4" name="Espace réservé du texte 3">
            <a:extLst>
              <a:ext uri="{FF2B5EF4-FFF2-40B4-BE49-F238E27FC236}">
                <a16:creationId xmlns:a16="http://schemas.microsoft.com/office/drawing/2014/main" id="{81D7BCA9-8A39-08D8-8856-31B868189B7B}"/>
              </a:ext>
            </a:extLst>
          </p:cNvPr>
          <p:cNvSpPr>
            <a:spLocks noGrp="1"/>
          </p:cNvSpPr>
          <p:nvPr>
            <p:ph type="body" sz="quarter" idx="15"/>
          </p:nvPr>
        </p:nvSpPr>
        <p:spPr/>
        <p:txBody>
          <a:bodyPr/>
          <a:lstStyle/>
          <a:p>
            <a:r>
              <a:rPr lang="fr-FR" dirty="0"/>
              <a:t>Ecrans &amp; fonctionnalités</a:t>
            </a:r>
          </a:p>
        </p:txBody>
      </p:sp>
      <p:sp>
        <p:nvSpPr>
          <p:cNvPr id="6" name="Rectangle 5">
            <a:extLst>
              <a:ext uri="{FF2B5EF4-FFF2-40B4-BE49-F238E27FC236}">
                <a16:creationId xmlns:a16="http://schemas.microsoft.com/office/drawing/2014/main" id="{E8273C3B-1555-1DFB-63F6-BE1E955FBF70}"/>
              </a:ext>
            </a:extLst>
          </p:cNvPr>
          <p:cNvSpPr/>
          <p:nvPr/>
        </p:nvSpPr>
        <p:spPr>
          <a:xfrm>
            <a:off x="4130194" y="2459173"/>
            <a:ext cx="6350481" cy="3285819"/>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7" name="Légende : encadrée à une bordure 6">
            <a:extLst>
              <a:ext uri="{FF2B5EF4-FFF2-40B4-BE49-F238E27FC236}">
                <a16:creationId xmlns:a16="http://schemas.microsoft.com/office/drawing/2014/main" id="{09EEB137-99C6-891B-D2F9-62B20F46E9C2}"/>
              </a:ext>
            </a:extLst>
          </p:cNvPr>
          <p:cNvSpPr/>
          <p:nvPr/>
        </p:nvSpPr>
        <p:spPr>
          <a:xfrm flipH="1">
            <a:off x="1437497" y="4598393"/>
            <a:ext cx="2078966" cy="636461"/>
          </a:xfrm>
          <a:prstGeom prst="accentBorderCallout1">
            <a:avLst>
              <a:gd name="adj1" fmla="val 18750"/>
              <a:gd name="adj2" fmla="val -8333"/>
              <a:gd name="adj3" fmla="val -40947"/>
              <a:gd name="adj4" fmla="val -28475"/>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Page du manuel utilisateur</a:t>
            </a:r>
          </a:p>
        </p:txBody>
      </p:sp>
      <p:sp>
        <p:nvSpPr>
          <p:cNvPr id="13" name="Espace réservé du texte 2">
            <a:extLst>
              <a:ext uri="{FF2B5EF4-FFF2-40B4-BE49-F238E27FC236}">
                <a16:creationId xmlns:a16="http://schemas.microsoft.com/office/drawing/2014/main" id="{4442073D-B5DB-E84B-D6A8-B2E46F016971}"/>
              </a:ext>
            </a:extLst>
          </p:cNvPr>
          <p:cNvSpPr>
            <a:spLocks noGrp="1"/>
          </p:cNvSpPr>
          <p:nvPr>
            <p:ph type="body" idx="1"/>
          </p:nvPr>
        </p:nvSpPr>
        <p:spPr>
          <a:xfrm>
            <a:off x="411192" y="6135963"/>
            <a:ext cx="11369615" cy="336752"/>
          </a:xfrm>
        </p:spPr>
        <p:txBody>
          <a:bodyPr/>
          <a:lstStyle/>
          <a:p>
            <a:pPr marL="101598" indent="0">
              <a:buNone/>
            </a:pPr>
            <a:r>
              <a:rPr lang="fr-FR" sz="1800" b="1" i="1" dirty="0"/>
              <a:t>Note</a:t>
            </a:r>
            <a:r>
              <a:rPr lang="fr-FR" sz="1800" i="1" dirty="0"/>
              <a:t>: Cet écran peut rester ouvert en même temps que l’écran principal sans gêner le fonctionnement.</a:t>
            </a:r>
          </a:p>
        </p:txBody>
      </p:sp>
      <p:sp>
        <p:nvSpPr>
          <p:cNvPr id="14" name="Rectangle 13">
            <a:extLst>
              <a:ext uri="{FF2B5EF4-FFF2-40B4-BE49-F238E27FC236}">
                <a16:creationId xmlns:a16="http://schemas.microsoft.com/office/drawing/2014/main" id="{82BB2F06-B806-94DE-0650-E503AA275CE2}"/>
              </a:ext>
            </a:extLst>
          </p:cNvPr>
          <p:cNvSpPr/>
          <p:nvPr/>
        </p:nvSpPr>
        <p:spPr>
          <a:xfrm>
            <a:off x="5451475" y="2140944"/>
            <a:ext cx="418382" cy="232198"/>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5" name="Légende : encadrée à une bordure 14">
            <a:extLst>
              <a:ext uri="{FF2B5EF4-FFF2-40B4-BE49-F238E27FC236}">
                <a16:creationId xmlns:a16="http://schemas.microsoft.com/office/drawing/2014/main" id="{819EC0AE-07CE-63E1-3734-342780575EF7}"/>
              </a:ext>
            </a:extLst>
          </p:cNvPr>
          <p:cNvSpPr/>
          <p:nvPr/>
        </p:nvSpPr>
        <p:spPr>
          <a:xfrm>
            <a:off x="7127874" y="1455344"/>
            <a:ext cx="2543176" cy="283867"/>
          </a:xfrm>
          <a:prstGeom prst="accentBorderCallout1">
            <a:avLst>
              <a:gd name="adj1" fmla="val 18750"/>
              <a:gd name="adj2" fmla="val -8333"/>
              <a:gd name="adj3" fmla="val 249174"/>
              <a:gd name="adj4" fmla="val -61892"/>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Zoom (+ et -) sur la page</a:t>
            </a:r>
          </a:p>
        </p:txBody>
      </p:sp>
      <p:sp>
        <p:nvSpPr>
          <p:cNvPr id="16" name="Rectangle 15">
            <a:extLst>
              <a:ext uri="{FF2B5EF4-FFF2-40B4-BE49-F238E27FC236}">
                <a16:creationId xmlns:a16="http://schemas.microsoft.com/office/drawing/2014/main" id="{53A72B99-EC85-427C-2E6A-F5D19EED64EB}"/>
              </a:ext>
            </a:extLst>
          </p:cNvPr>
          <p:cNvSpPr/>
          <p:nvPr/>
        </p:nvSpPr>
        <p:spPr>
          <a:xfrm>
            <a:off x="6384925" y="1939629"/>
            <a:ext cx="1793875" cy="201315"/>
          </a:xfrm>
          <a:prstGeom prst="rect">
            <a:avLst/>
          </a:prstGeom>
          <a:solidFill>
            <a:srgbClr val="494A4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7" name="Rectangle 16">
            <a:extLst>
              <a:ext uri="{FF2B5EF4-FFF2-40B4-BE49-F238E27FC236}">
                <a16:creationId xmlns:a16="http://schemas.microsoft.com/office/drawing/2014/main" id="{D43A3E9D-E9D8-AD3A-C699-30F633EE9284}"/>
              </a:ext>
            </a:extLst>
          </p:cNvPr>
          <p:cNvSpPr/>
          <p:nvPr/>
        </p:nvSpPr>
        <p:spPr>
          <a:xfrm>
            <a:off x="4330700" y="2140944"/>
            <a:ext cx="219075" cy="232198"/>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8" name="Légende : encadrée à une bordure 17">
            <a:extLst>
              <a:ext uri="{FF2B5EF4-FFF2-40B4-BE49-F238E27FC236}">
                <a16:creationId xmlns:a16="http://schemas.microsoft.com/office/drawing/2014/main" id="{C1E9F9D5-2EBF-3A26-DDC5-AC1FF10C4FA4}"/>
              </a:ext>
            </a:extLst>
          </p:cNvPr>
          <p:cNvSpPr/>
          <p:nvPr/>
        </p:nvSpPr>
        <p:spPr>
          <a:xfrm flipH="1">
            <a:off x="1323915" y="2332031"/>
            <a:ext cx="2078966" cy="283867"/>
          </a:xfrm>
          <a:prstGeom prst="accentBorderCallout1">
            <a:avLst>
              <a:gd name="adj1" fmla="val 18750"/>
              <a:gd name="adj2" fmla="val -8333"/>
              <a:gd name="adj3" fmla="val -27315"/>
              <a:gd name="adj4" fmla="val -44665"/>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Enregistrer le fichier</a:t>
            </a:r>
          </a:p>
        </p:txBody>
      </p:sp>
      <p:sp>
        <p:nvSpPr>
          <p:cNvPr id="19" name="Légende : encadrée à une bordure 18">
            <a:extLst>
              <a:ext uri="{FF2B5EF4-FFF2-40B4-BE49-F238E27FC236}">
                <a16:creationId xmlns:a16="http://schemas.microsoft.com/office/drawing/2014/main" id="{D240264E-0D42-706A-0ED4-69BB4F9F6A49}"/>
              </a:ext>
            </a:extLst>
          </p:cNvPr>
          <p:cNvSpPr/>
          <p:nvPr/>
        </p:nvSpPr>
        <p:spPr>
          <a:xfrm flipH="1">
            <a:off x="1323915" y="3080263"/>
            <a:ext cx="2078966" cy="283867"/>
          </a:xfrm>
          <a:prstGeom prst="accentBorderCallout1">
            <a:avLst>
              <a:gd name="adj1" fmla="val 18750"/>
              <a:gd name="adj2" fmla="val -8333"/>
              <a:gd name="adj3" fmla="val -255485"/>
              <a:gd name="adj4" fmla="val -61892"/>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Page précédente</a:t>
            </a:r>
          </a:p>
        </p:txBody>
      </p:sp>
      <p:sp>
        <p:nvSpPr>
          <p:cNvPr id="20" name="Légende : encadrée à une bordure 19">
            <a:extLst>
              <a:ext uri="{FF2B5EF4-FFF2-40B4-BE49-F238E27FC236}">
                <a16:creationId xmlns:a16="http://schemas.microsoft.com/office/drawing/2014/main" id="{CD85B687-4E51-0D6D-654F-2898AD298DCF}"/>
              </a:ext>
            </a:extLst>
          </p:cNvPr>
          <p:cNvSpPr/>
          <p:nvPr/>
        </p:nvSpPr>
        <p:spPr>
          <a:xfrm flipH="1">
            <a:off x="1323915" y="3538475"/>
            <a:ext cx="2078966" cy="283867"/>
          </a:xfrm>
          <a:prstGeom prst="accentBorderCallout1">
            <a:avLst>
              <a:gd name="adj1" fmla="val 18750"/>
              <a:gd name="adj2" fmla="val -8333"/>
              <a:gd name="adj3" fmla="val -400440"/>
              <a:gd name="adj4" fmla="val -72521"/>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Page Suivante</a:t>
            </a:r>
          </a:p>
        </p:txBody>
      </p:sp>
      <p:sp>
        <p:nvSpPr>
          <p:cNvPr id="23" name="Rectangle 22">
            <a:extLst>
              <a:ext uri="{FF2B5EF4-FFF2-40B4-BE49-F238E27FC236}">
                <a16:creationId xmlns:a16="http://schemas.microsoft.com/office/drawing/2014/main" id="{EF351576-FE79-2127-6B71-DA7B9A890C01}"/>
              </a:ext>
            </a:extLst>
          </p:cNvPr>
          <p:cNvSpPr/>
          <p:nvPr/>
        </p:nvSpPr>
        <p:spPr>
          <a:xfrm>
            <a:off x="4588233" y="2140944"/>
            <a:ext cx="219075" cy="232198"/>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4" name="Rectangle 23">
            <a:extLst>
              <a:ext uri="{FF2B5EF4-FFF2-40B4-BE49-F238E27FC236}">
                <a16:creationId xmlns:a16="http://schemas.microsoft.com/office/drawing/2014/main" id="{338B93F2-743D-EEE0-2A51-E474038FED5D}"/>
              </a:ext>
            </a:extLst>
          </p:cNvPr>
          <p:cNvSpPr/>
          <p:nvPr/>
        </p:nvSpPr>
        <p:spPr>
          <a:xfrm>
            <a:off x="4815147" y="2136368"/>
            <a:ext cx="219075" cy="232198"/>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Tree>
    <p:extLst>
      <p:ext uri="{BB962C8B-B14F-4D97-AF65-F5344CB8AC3E}">
        <p14:creationId xmlns:p14="http://schemas.microsoft.com/office/powerpoint/2010/main" val="155972504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26C679-49AB-7B39-1D31-C661F142B7D0}"/>
            </a:ext>
          </a:extLst>
        </p:cNvPr>
        <p:cNvGrpSpPr/>
        <p:nvPr/>
      </p:nvGrpSpPr>
      <p:grpSpPr>
        <a:xfrm>
          <a:off x="0" y="0"/>
          <a:ext cx="0" cy="0"/>
          <a:chOff x="0" y="0"/>
          <a:chExt cx="0" cy="0"/>
        </a:xfrm>
      </p:grpSpPr>
      <p:pic>
        <p:nvPicPr>
          <p:cNvPr id="6" name="Image 5">
            <a:extLst>
              <a:ext uri="{FF2B5EF4-FFF2-40B4-BE49-F238E27FC236}">
                <a16:creationId xmlns:a16="http://schemas.microsoft.com/office/drawing/2014/main" id="{FFBE9FB1-84B2-1E3A-E71F-668D1427F18F}"/>
              </a:ext>
            </a:extLst>
          </p:cNvPr>
          <p:cNvPicPr>
            <a:picLocks noChangeAspect="1"/>
          </p:cNvPicPr>
          <p:nvPr/>
        </p:nvPicPr>
        <p:blipFill>
          <a:blip r:embed="rId2"/>
          <a:stretch>
            <a:fillRect/>
          </a:stretch>
        </p:blipFill>
        <p:spPr>
          <a:xfrm>
            <a:off x="5325095" y="1361305"/>
            <a:ext cx="5944430" cy="3667637"/>
          </a:xfrm>
          <a:prstGeom prst="rect">
            <a:avLst/>
          </a:prstGeom>
        </p:spPr>
      </p:pic>
      <p:sp>
        <p:nvSpPr>
          <p:cNvPr id="2" name="Titre 1">
            <a:extLst>
              <a:ext uri="{FF2B5EF4-FFF2-40B4-BE49-F238E27FC236}">
                <a16:creationId xmlns:a16="http://schemas.microsoft.com/office/drawing/2014/main" id="{8DCFBD5E-E7B7-5C28-D96D-5B0D50DADA94}"/>
              </a:ext>
            </a:extLst>
          </p:cNvPr>
          <p:cNvSpPr>
            <a:spLocks noGrp="1"/>
          </p:cNvSpPr>
          <p:nvPr>
            <p:ph type="title"/>
          </p:nvPr>
        </p:nvSpPr>
        <p:spPr>
          <a:xfrm>
            <a:off x="980322" y="980322"/>
            <a:ext cx="10563978" cy="528400"/>
          </a:xfrm>
        </p:spPr>
        <p:txBody>
          <a:bodyPr/>
          <a:lstStyle/>
          <a:p>
            <a:r>
              <a:rPr lang="fr-FR" dirty="0"/>
              <a:t>Ecran d’information</a:t>
            </a:r>
          </a:p>
        </p:txBody>
      </p:sp>
      <p:sp>
        <p:nvSpPr>
          <p:cNvPr id="4" name="Espace réservé du texte 3">
            <a:extLst>
              <a:ext uri="{FF2B5EF4-FFF2-40B4-BE49-F238E27FC236}">
                <a16:creationId xmlns:a16="http://schemas.microsoft.com/office/drawing/2014/main" id="{090D95C5-A562-491F-8057-DBE6C9F66EE3}"/>
              </a:ext>
            </a:extLst>
          </p:cNvPr>
          <p:cNvSpPr>
            <a:spLocks noGrp="1"/>
          </p:cNvSpPr>
          <p:nvPr>
            <p:ph type="body" sz="quarter" idx="15"/>
          </p:nvPr>
        </p:nvSpPr>
        <p:spPr/>
        <p:txBody>
          <a:bodyPr/>
          <a:lstStyle/>
          <a:p>
            <a:r>
              <a:rPr lang="fr-FR" dirty="0"/>
              <a:t>Ecrans &amp; fonctionnalités</a:t>
            </a:r>
          </a:p>
        </p:txBody>
      </p:sp>
      <p:sp>
        <p:nvSpPr>
          <p:cNvPr id="7" name="Légende : encadrée à une bordure 6">
            <a:extLst>
              <a:ext uri="{FF2B5EF4-FFF2-40B4-BE49-F238E27FC236}">
                <a16:creationId xmlns:a16="http://schemas.microsoft.com/office/drawing/2014/main" id="{60C19B25-4B6F-47A1-6519-08A784C81D47}"/>
              </a:ext>
            </a:extLst>
          </p:cNvPr>
          <p:cNvSpPr/>
          <p:nvPr/>
        </p:nvSpPr>
        <p:spPr>
          <a:xfrm flipH="1">
            <a:off x="494979" y="1827413"/>
            <a:ext cx="3181935" cy="1223491"/>
          </a:xfrm>
          <a:prstGeom prst="accentBorderCallout1">
            <a:avLst>
              <a:gd name="adj1" fmla="val 18750"/>
              <a:gd name="adj2" fmla="val -8333"/>
              <a:gd name="adj3" fmla="val 101471"/>
              <a:gd name="adj4" fmla="val -53187"/>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Informations sur l’application:</a:t>
            </a:r>
          </a:p>
          <a:p>
            <a:pPr marL="285750" indent="-285750">
              <a:buFontTx/>
              <a:buChar char="-"/>
            </a:pPr>
            <a:r>
              <a:rPr lang="fr-FR" sz="1400" dirty="0"/>
              <a:t>Description</a:t>
            </a:r>
          </a:p>
          <a:p>
            <a:pPr marL="285750" indent="-285750">
              <a:buFontTx/>
              <a:buChar char="-"/>
            </a:pPr>
            <a:r>
              <a:rPr lang="fr-FR" sz="1400" dirty="0"/>
              <a:t>Version</a:t>
            </a:r>
          </a:p>
          <a:p>
            <a:pPr marL="285750" indent="-285750">
              <a:buFontTx/>
              <a:buChar char="-"/>
            </a:pPr>
            <a:r>
              <a:rPr lang="fr-FR" sz="1400" dirty="0"/>
              <a:t>Editeur</a:t>
            </a:r>
          </a:p>
          <a:p>
            <a:pPr marL="285750" indent="-285750">
              <a:buFontTx/>
              <a:buChar char="-"/>
            </a:pPr>
            <a:r>
              <a:rPr lang="fr-FR" sz="1400" dirty="0"/>
              <a:t>Copyright</a:t>
            </a:r>
          </a:p>
        </p:txBody>
      </p:sp>
      <p:sp>
        <p:nvSpPr>
          <p:cNvPr id="8" name="Rectangle 7">
            <a:extLst>
              <a:ext uri="{FF2B5EF4-FFF2-40B4-BE49-F238E27FC236}">
                <a16:creationId xmlns:a16="http://schemas.microsoft.com/office/drawing/2014/main" id="{BC80D871-2E74-C16C-7654-9C18C941F56D}"/>
              </a:ext>
            </a:extLst>
          </p:cNvPr>
          <p:cNvSpPr/>
          <p:nvPr/>
        </p:nvSpPr>
        <p:spPr>
          <a:xfrm>
            <a:off x="5375079" y="2190703"/>
            <a:ext cx="5721546" cy="2039792"/>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5" name="Rectangle 14">
            <a:extLst>
              <a:ext uri="{FF2B5EF4-FFF2-40B4-BE49-F238E27FC236}">
                <a16:creationId xmlns:a16="http://schemas.microsoft.com/office/drawing/2014/main" id="{DD71EE0B-2532-D429-12EF-0C25D337BC16}"/>
              </a:ext>
            </a:extLst>
          </p:cNvPr>
          <p:cNvSpPr/>
          <p:nvPr/>
        </p:nvSpPr>
        <p:spPr>
          <a:xfrm>
            <a:off x="7486650" y="4294147"/>
            <a:ext cx="1295400" cy="455001"/>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7" name="Rectangle 16">
            <a:extLst>
              <a:ext uri="{FF2B5EF4-FFF2-40B4-BE49-F238E27FC236}">
                <a16:creationId xmlns:a16="http://schemas.microsoft.com/office/drawing/2014/main" id="{951D9210-9A84-6560-3A58-B7CE21A1F31B}"/>
              </a:ext>
            </a:extLst>
          </p:cNvPr>
          <p:cNvSpPr/>
          <p:nvPr/>
        </p:nvSpPr>
        <p:spPr>
          <a:xfrm>
            <a:off x="8879284" y="4430572"/>
            <a:ext cx="2064321" cy="227575"/>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8" name="Légende : encadrée à une bordure 17">
            <a:extLst>
              <a:ext uri="{FF2B5EF4-FFF2-40B4-BE49-F238E27FC236}">
                <a16:creationId xmlns:a16="http://schemas.microsoft.com/office/drawing/2014/main" id="{7B46172C-47FA-95E1-93E6-D6E3B8CFA497}"/>
              </a:ext>
            </a:extLst>
          </p:cNvPr>
          <p:cNvSpPr/>
          <p:nvPr/>
        </p:nvSpPr>
        <p:spPr>
          <a:xfrm flipH="1">
            <a:off x="478068" y="4521389"/>
            <a:ext cx="3181937" cy="655227"/>
          </a:xfrm>
          <a:prstGeom prst="accentBorderCallout1">
            <a:avLst>
              <a:gd name="adj1" fmla="val 18750"/>
              <a:gd name="adj2" fmla="val -8333"/>
              <a:gd name="adj3" fmla="val 19864"/>
              <a:gd name="adj4" fmla="val -119167"/>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Génère un fichier zip contenant les données de diagnostiques (pour documenter un incident)</a:t>
            </a:r>
          </a:p>
        </p:txBody>
      </p:sp>
      <p:sp>
        <p:nvSpPr>
          <p:cNvPr id="9" name="Légende : encadrée à une bordure 8">
            <a:extLst>
              <a:ext uri="{FF2B5EF4-FFF2-40B4-BE49-F238E27FC236}">
                <a16:creationId xmlns:a16="http://schemas.microsoft.com/office/drawing/2014/main" id="{864500D4-696A-756E-B459-1F4696730373}"/>
              </a:ext>
            </a:extLst>
          </p:cNvPr>
          <p:cNvSpPr/>
          <p:nvPr/>
        </p:nvSpPr>
        <p:spPr>
          <a:xfrm flipH="1">
            <a:off x="5443320" y="5228534"/>
            <a:ext cx="4086659" cy="399263"/>
          </a:xfrm>
          <a:prstGeom prst="accentBorderCallout1">
            <a:avLst>
              <a:gd name="adj1" fmla="val 18750"/>
              <a:gd name="adj2" fmla="val -8333"/>
              <a:gd name="adj3" fmla="val -141424"/>
              <a:gd name="adj4" fmla="val -19249"/>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Permet d’activer les traces détaillées de l’application</a:t>
            </a:r>
          </a:p>
        </p:txBody>
      </p:sp>
      <p:sp>
        <p:nvSpPr>
          <p:cNvPr id="13" name="Espace réservé du texte 2">
            <a:extLst>
              <a:ext uri="{FF2B5EF4-FFF2-40B4-BE49-F238E27FC236}">
                <a16:creationId xmlns:a16="http://schemas.microsoft.com/office/drawing/2014/main" id="{2153E937-35F6-7666-4A49-DF6C82F9BB8A}"/>
              </a:ext>
            </a:extLst>
          </p:cNvPr>
          <p:cNvSpPr txBox="1">
            <a:spLocks/>
          </p:cNvSpPr>
          <p:nvPr/>
        </p:nvSpPr>
        <p:spPr>
          <a:xfrm>
            <a:off x="77817" y="5627797"/>
            <a:ext cx="11369615" cy="1019303"/>
          </a:xfrm>
          <a:prstGeom prst="rect">
            <a:avLst/>
          </a:prstGeom>
        </p:spPr>
        <p:txBody>
          <a:bodyPr spcFirstLastPara="1" wrap="square" lIns="0" tIns="0" rIns="0" bIns="0" anchor="t" anchorCtr="0">
            <a:noAutofit/>
          </a:bodyPr>
          <a:lstStyle>
            <a:lvl1pPr marL="609585" marR="0" lvl="0" indent="-507987" algn="l" defTabSz="914400" rtl="0" eaLnBrk="1" fontAlgn="auto" latinLnBrk="0" hangingPunct="1">
              <a:lnSpc>
                <a:spcPct val="115000"/>
              </a:lnSpc>
              <a:spcBef>
                <a:spcPts val="0"/>
              </a:spcBef>
              <a:spcAft>
                <a:spcPts val="0"/>
              </a:spcAft>
              <a:buClr>
                <a:schemeClr val="tx1">
                  <a:lumMod val="50000"/>
                  <a:lumOff val="50000"/>
                </a:schemeClr>
              </a:buClr>
              <a:buSzPts val="2400"/>
              <a:buFont typeface="Inria Sans Light"/>
              <a:buChar char="▸"/>
              <a:tabLst/>
              <a:defRPr sz="2000" kern="1200">
                <a:solidFill>
                  <a:schemeClr val="tx1">
                    <a:lumMod val="85000"/>
                    <a:lumOff val="15000"/>
                  </a:schemeClr>
                </a:solidFill>
                <a:latin typeface="Barlow"/>
                <a:ea typeface="+mn-ea"/>
                <a:cs typeface="+mn-cs"/>
              </a:defRPr>
            </a:lvl1pPr>
            <a:lvl2pPr marL="1219170" lvl="1" indent="-507987" algn="l" defTabSz="914400" rtl="0" eaLnBrk="1" latinLnBrk="0" hangingPunct="1">
              <a:lnSpc>
                <a:spcPct val="90000"/>
              </a:lnSpc>
              <a:spcBef>
                <a:spcPts val="800"/>
              </a:spcBef>
              <a:spcAft>
                <a:spcPts val="0"/>
              </a:spcAft>
              <a:buSzPts val="2400"/>
              <a:buFont typeface="Arial" panose="020B0604020202020204" pitchFamily="34" charset="0"/>
              <a:buChar char="▹"/>
              <a:defRPr sz="2400" kern="1200">
                <a:solidFill>
                  <a:schemeClr val="tx1"/>
                </a:solidFill>
                <a:latin typeface="+mn-lt"/>
                <a:ea typeface="+mn-ea"/>
                <a:cs typeface="+mn-cs"/>
              </a:defRPr>
            </a:lvl2pPr>
            <a:lvl3pPr marL="1828754" lvl="2" indent="-507987" algn="l" defTabSz="914400" rtl="0" eaLnBrk="1" latinLnBrk="0" hangingPunct="1">
              <a:lnSpc>
                <a:spcPct val="90000"/>
              </a:lnSpc>
              <a:spcBef>
                <a:spcPts val="800"/>
              </a:spcBef>
              <a:spcAft>
                <a:spcPts val="0"/>
              </a:spcAft>
              <a:buSzPts val="2400"/>
              <a:buFont typeface="Arial" panose="020B0604020202020204" pitchFamily="34" charset="0"/>
              <a:buChar char="■"/>
              <a:defRPr sz="2000" kern="1200">
                <a:solidFill>
                  <a:schemeClr val="tx1"/>
                </a:solidFill>
                <a:latin typeface="+mn-lt"/>
                <a:ea typeface="+mn-ea"/>
                <a:cs typeface="+mn-cs"/>
              </a:defRPr>
            </a:lvl3pPr>
            <a:lvl4pPr marL="2438339" lvl="3"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4pPr>
            <a:lvl5pPr marL="3047924" lvl="4"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5pPr>
            <a:lvl6pPr marL="3657509" lvl="5"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6pPr>
            <a:lvl7pPr marL="4267093" lvl="6"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7pPr>
            <a:lvl8pPr marL="4876678" lvl="7"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8pPr>
            <a:lvl9pPr marL="5486263" lvl="8" indent="-507987" algn="l" defTabSz="914400" rtl="0" eaLnBrk="1" latinLnBrk="0" hangingPunct="1">
              <a:lnSpc>
                <a:spcPct val="90000"/>
              </a:lnSpc>
              <a:spcBef>
                <a:spcPts val="800"/>
              </a:spcBef>
              <a:spcAft>
                <a:spcPts val="800"/>
              </a:spcAft>
              <a:buSzPts val="2400"/>
              <a:buFont typeface="Arial" panose="020B0604020202020204" pitchFamily="34" charset="0"/>
              <a:buChar char="■"/>
              <a:defRPr sz="1800" kern="1200">
                <a:solidFill>
                  <a:schemeClr val="tx1"/>
                </a:solidFill>
                <a:latin typeface="+mn-lt"/>
                <a:ea typeface="+mn-ea"/>
                <a:cs typeface="+mn-cs"/>
              </a:defRPr>
            </a:lvl9pPr>
          </a:lstStyle>
          <a:p>
            <a:pPr marL="101598" indent="0">
              <a:buFont typeface="Inria Sans Light"/>
              <a:buNone/>
            </a:pPr>
            <a:r>
              <a:rPr lang="fr-FR" sz="1800" b="1" i="1" dirty="0"/>
              <a:t>Notes</a:t>
            </a:r>
            <a:r>
              <a:rPr lang="fr-FR" sz="1800" i="1" dirty="0"/>
              <a:t>: Cet écran peut rester ouvert en même temps que l’écran principal sans gêner le fonctionnement mais il reste au 1</a:t>
            </a:r>
            <a:r>
              <a:rPr lang="fr-FR" sz="1800" i="1" baseline="30000" dirty="0"/>
              <a:t>er</a:t>
            </a:r>
            <a:r>
              <a:rPr lang="fr-FR" sz="1800" i="1" dirty="0"/>
              <a:t> plan. Attention, l’activation des traces détaillées peut générer des fichiers de taille importante et engendrer un permet de performance.</a:t>
            </a:r>
          </a:p>
        </p:txBody>
      </p:sp>
    </p:spTree>
    <p:extLst>
      <p:ext uri="{BB962C8B-B14F-4D97-AF65-F5344CB8AC3E}">
        <p14:creationId xmlns:p14="http://schemas.microsoft.com/office/powerpoint/2010/main" val="23772229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re 3">
            <a:extLst>
              <a:ext uri="{FF2B5EF4-FFF2-40B4-BE49-F238E27FC236}">
                <a16:creationId xmlns:a16="http://schemas.microsoft.com/office/drawing/2014/main" id="{5AB25890-5D2B-8A4F-90E1-E25E94E888E5}"/>
              </a:ext>
            </a:extLst>
          </p:cNvPr>
          <p:cNvSpPr>
            <a:spLocks noGrp="1"/>
          </p:cNvSpPr>
          <p:nvPr>
            <p:ph type="title"/>
          </p:nvPr>
        </p:nvSpPr>
        <p:spPr>
          <a:prstGeom prst="rect">
            <a:avLst/>
          </a:prstGeom>
        </p:spPr>
        <p:txBody>
          <a:bodyPr/>
          <a:lstStyle/>
          <a:p>
            <a:r>
              <a:rPr lang="fr-FR" dirty="0"/>
              <a:t>Mise en œuvre</a:t>
            </a:r>
          </a:p>
        </p:txBody>
      </p:sp>
      <p:sp>
        <p:nvSpPr>
          <p:cNvPr id="5" name="Espace réservé du contenu 4">
            <a:extLst>
              <a:ext uri="{FF2B5EF4-FFF2-40B4-BE49-F238E27FC236}">
                <a16:creationId xmlns:a16="http://schemas.microsoft.com/office/drawing/2014/main" id="{24F509AC-E712-3C45-AAC9-0BA6E5C35D4B}"/>
              </a:ext>
            </a:extLst>
          </p:cNvPr>
          <p:cNvSpPr>
            <a:spLocks noGrp="1"/>
          </p:cNvSpPr>
          <p:nvPr>
            <p:ph sz="half" idx="1"/>
          </p:nvPr>
        </p:nvSpPr>
        <p:spPr>
          <a:prstGeom prst="rect">
            <a:avLst/>
          </a:prstGeom>
        </p:spPr>
        <p:txBody>
          <a:bodyPr/>
          <a:lstStyle/>
          <a:p>
            <a:r>
              <a:rPr lang="fr-FR" sz="1800" b="0" dirty="0"/>
              <a:t>Mise en œuvre des cas d’usage simple</a:t>
            </a:r>
          </a:p>
        </p:txBody>
      </p:sp>
      <p:sp>
        <p:nvSpPr>
          <p:cNvPr id="2" name="Espace réservé du texte 1"/>
          <p:cNvSpPr>
            <a:spLocks noGrp="1"/>
          </p:cNvSpPr>
          <p:nvPr>
            <p:ph type="body" sz="quarter" idx="10"/>
          </p:nvPr>
        </p:nvSpPr>
        <p:spPr/>
        <p:txBody>
          <a:bodyPr/>
          <a:lstStyle/>
          <a:p>
            <a:r>
              <a:rPr lang="fr-FR" dirty="0"/>
              <a:t>3</a:t>
            </a:r>
          </a:p>
        </p:txBody>
      </p:sp>
    </p:spTree>
    <p:extLst>
      <p:ext uri="{BB962C8B-B14F-4D97-AF65-F5344CB8AC3E}">
        <p14:creationId xmlns:p14="http://schemas.microsoft.com/office/powerpoint/2010/main" val="83774082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p:txBody>
          <a:bodyPr/>
          <a:lstStyle/>
          <a:p>
            <a:r>
              <a:rPr lang="fr-FR" dirty="0"/>
              <a:t>Installation</a:t>
            </a:r>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dirty="0"/>
              <a:t>Mise en œuvre</a:t>
            </a:r>
          </a:p>
        </p:txBody>
      </p:sp>
      <p:pic>
        <p:nvPicPr>
          <p:cNvPr id="8" name="Image 7">
            <a:extLst>
              <a:ext uri="{FF2B5EF4-FFF2-40B4-BE49-F238E27FC236}">
                <a16:creationId xmlns:a16="http://schemas.microsoft.com/office/drawing/2014/main" id="{0B0C767B-974F-E959-6140-4938A52F8449}"/>
              </a:ext>
            </a:extLst>
          </p:cNvPr>
          <p:cNvPicPr>
            <a:picLocks noChangeAspect="1"/>
          </p:cNvPicPr>
          <p:nvPr/>
        </p:nvPicPr>
        <p:blipFill>
          <a:blip r:embed="rId2"/>
          <a:stretch>
            <a:fillRect/>
          </a:stretch>
        </p:blipFill>
        <p:spPr>
          <a:xfrm>
            <a:off x="691212" y="1404765"/>
            <a:ext cx="823183" cy="913733"/>
          </a:xfrm>
          <a:prstGeom prst="rect">
            <a:avLst/>
          </a:prstGeom>
        </p:spPr>
      </p:pic>
      <p:pic>
        <p:nvPicPr>
          <p:cNvPr id="12" name="Image 11">
            <a:extLst>
              <a:ext uri="{FF2B5EF4-FFF2-40B4-BE49-F238E27FC236}">
                <a16:creationId xmlns:a16="http://schemas.microsoft.com/office/drawing/2014/main" id="{6CC45401-B294-C0D5-5779-1E7BA73F24E3}"/>
              </a:ext>
            </a:extLst>
          </p:cNvPr>
          <p:cNvPicPr>
            <a:picLocks noChangeAspect="1"/>
          </p:cNvPicPr>
          <p:nvPr/>
        </p:nvPicPr>
        <p:blipFill>
          <a:blip r:embed="rId3"/>
          <a:stretch>
            <a:fillRect/>
          </a:stretch>
        </p:blipFill>
        <p:spPr>
          <a:xfrm>
            <a:off x="110237" y="3349315"/>
            <a:ext cx="2078129" cy="1612461"/>
          </a:xfrm>
          <a:prstGeom prst="rect">
            <a:avLst/>
          </a:prstGeom>
        </p:spPr>
      </p:pic>
      <p:pic>
        <p:nvPicPr>
          <p:cNvPr id="14" name="Image 13">
            <a:extLst>
              <a:ext uri="{FF2B5EF4-FFF2-40B4-BE49-F238E27FC236}">
                <a16:creationId xmlns:a16="http://schemas.microsoft.com/office/drawing/2014/main" id="{2951444F-7147-9475-3A27-2FA4B3AC7B0C}"/>
              </a:ext>
            </a:extLst>
          </p:cNvPr>
          <p:cNvPicPr>
            <a:picLocks noChangeAspect="1"/>
          </p:cNvPicPr>
          <p:nvPr/>
        </p:nvPicPr>
        <p:blipFill>
          <a:blip r:embed="rId4"/>
          <a:stretch>
            <a:fillRect/>
          </a:stretch>
        </p:blipFill>
        <p:spPr>
          <a:xfrm>
            <a:off x="110236" y="5034190"/>
            <a:ext cx="2078129" cy="1612462"/>
          </a:xfrm>
          <a:prstGeom prst="rect">
            <a:avLst/>
          </a:prstGeom>
        </p:spPr>
      </p:pic>
      <p:pic>
        <p:nvPicPr>
          <p:cNvPr id="16" name="Image 15">
            <a:extLst>
              <a:ext uri="{FF2B5EF4-FFF2-40B4-BE49-F238E27FC236}">
                <a16:creationId xmlns:a16="http://schemas.microsoft.com/office/drawing/2014/main" id="{E5E05F2A-E7DF-257F-308E-1A8CF41AD3C0}"/>
              </a:ext>
            </a:extLst>
          </p:cNvPr>
          <p:cNvPicPr>
            <a:picLocks noChangeAspect="1"/>
          </p:cNvPicPr>
          <p:nvPr/>
        </p:nvPicPr>
        <p:blipFill>
          <a:blip r:embed="rId5"/>
          <a:stretch>
            <a:fillRect/>
          </a:stretch>
        </p:blipFill>
        <p:spPr>
          <a:xfrm>
            <a:off x="7873573" y="995567"/>
            <a:ext cx="2581308" cy="1991909"/>
          </a:xfrm>
          <a:prstGeom prst="rect">
            <a:avLst/>
          </a:prstGeom>
        </p:spPr>
      </p:pic>
      <p:pic>
        <p:nvPicPr>
          <p:cNvPr id="18" name="Image 17">
            <a:extLst>
              <a:ext uri="{FF2B5EF4-FFF2-40B4-BE49-F238E27FC236}">
                <a16:creationId xmlns:a16="http://schemas.microsoft.com/office/drawing/2014/main" id="{BC02C3AC-E04F-B414-5E71-8BE3185F2B79}"/>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519683" y="2166510"/>
            <a:ext cx="1166240" cy="1094157"/>
          </a:xfrm>
          <a:prstGeom prst="rect">
            <a:avLst/>
          </a:prstGeom>
        </p:spPr>
      </p:pic>
      <p:sp>
        <p:nvSpPr>
          <p:cNvPr id="19" name="ZoneTexte 18">
            <a:extLst>
              <a:ext uri="{FF2B5EF4-FFF2-40B4-BE49-F238E27FC236}">
                <a16:creationId xmlns:a16="http://schemas.microsoft.com/office/drawing/2014/main" id="{5C13711E-8445-48B0-1C8E-DFFF516CDC60}"/>
              </a:ext>
            </a:extLst>
          </p:cNvPr>
          <p:cNvSpPr txBox="1"/>
          <p:nvPr/>
        </p:nvSpPr>
        <p:spPr>
          <a:xfrm>
            <a:off x="2414588" y="1742407"/>
            <a:ext cx="3033882" cy="4801314"/>
          </a:xfrm>
          <a:prstGeom prst="rect">
            <a:avLst/>
          </a:prstGeom>
          <a:noFill/>
        </p:spPr>
        <p:txBody>
          <a:bodyPr wrap="square" rtlCol="0">
            <a:spAutoFit/>
          </a:bodyPr>
          <a:lstStyle/>
          <a:p>
            <a:r>
              <a:rPr lang="fr-FR" dirty="0"/>
              <a:t>1 – Lancer l’installeur en double cliquant sur l’icone.</a:t>
            </a:r>
          </a:p>
          <a:p>
            <a:endParaRPr lang="fr-FR" dirty="0"/>
          </a:p>
          <a:p>
            <a:r>
              <a:rPr lang="fr-FR" dirty="0"/>
              <a:t>2 – Autoriser l’installation de l’application</a:t>
            </a:r>
          </a:p>
          <a:p>
            <a:endParaRPr lang="fr-FR" dirty="0"/>
          </a:p>
          <a:p>
            <a:endParaRPr lang="fr-FR" dirty="0"/>
          </a:p>
          <a:p>
            <a:endParaRPr lang="fr-FR" dirty="0"/>
          </a:p>
          <a:p>
            <a:r>
              <a:rPr lang="fr-FR" dirty="0"/>
              <a:t>3 – Cliquer sur Suivant</a:t>
            </a:r>
          </a:p>
          <a:p>
            <a:endParaRPr lang="fr-FR" dirty="0"/>
          </a:p>
          <a:p>
            <a:endParaRPr lang="fr-FR" dirty="0"/>
          </a:p>
          <a:p>
            <a:endParaRPr lang="fr-FR" dirty="0"/>
          </a:p>
          <a:p>
            <a:endParaRPr lang="fr-FR" dirty="0"/>
          </a:p>
          <a:p>
            <a:endParaRPr lang="fr-FR" dirty="0"/>
          </a:p>
          <a:p>
            <a:r>
              <a:rPr lang="fr-FR" dirty="0"/>
              <a:t>4 – Lancer l’installation</a:t>
            </a:r>
          </a:p>
          <a:p>
            <a:endParaRPr lang="fr-FR" dirty="0"/>
          </a:p>
          <a:p>
            <a:endParaRPr lang="fr-FR" dirty="0"/>
          </a:p>
        </p:txBody>
      </p:sp>
      <p:sp>
        <p:nvSpPr>
          <p:cNvPr id="20" name="Rectangle : coins arrondis 19">
            <a:extLst>
              <a:ext uri="{FF2B5EF4-FFF2-40B4-BE49-F238E27FC236}">
                <a16:creationId xmlns:a16="http://schemas.microsoft.com/office/drawing/2014/main" id="{60F54B69-1716-B667-18A0-0641A47ECF64}"/>
              </a:ext>
            </a:extLst>
          </p:cNvPr>
          <p:cNvSpPr/>
          <p:nvPr/>
        </p:nvSpPr>
        <p:spPr>
          <a:xfrm>
            <a:off x="432020" y="3023103"/>
            <a:ext cx="823183" cy="237564"/>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1" name="Rectangle : coins arrondis 20">
            <a:extLst>
              <a:ext uri="{FF2B5EF4-FFF2-40B4-BE49-F238E27FC236}">
                <a16:creationId xmlns:a16="http://schemas.microsoft.com/office/drawing/2014/main" id="{9DED1198-CC09-A70D-6806-9F540BF394BB}"/>
              </a:ext>
            </a:extLst>
          </p:cNvPr>
          <p:cNvSpPr/>
          <p:nvPr/>
        </p:nvSpPr>
        <p:spPr>
          <a:xfrm>
            <a:off x="1552495" y="6508503"/>
            <a:ext cx="358553" cy="123848"/>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2" name="Rectangle : coins arrondis 21">
            <a:extLst>
              <a:ext uri="{FF2B5EF4-FFF2-40B4-BE49-F238E27FC236}">
                <a16:creationId xmlns:a16="http://schemas.microsoft.com/office/drawing/2014/main" id="{5AD23E91-712A-90D5-13DA-9D47E7B49CAB}"/>
              </a:ext>
            </a:extLst>
          </p:cNvPr>
          <p:cNvSpPr/>
          <p:nvPr/>
        </p:nvSpPr>
        <p:spPr>
          <a:xfrm>
            <a:off x="1542438" y="4818561"/>
            <a:ext cx="358553" cy="123848"/>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3" name="ZoneTexte 22">
            <a:extLst>
              <a:ext uri="{FF2B5EF4-FFF2-40B4-BE49-F238E27FC236}">
                <a16:creationId xmlns:a16="http://schemas.microsoft.com/office/drawing/2014/main" id="{9F06C21A-28E0-3C09-D778-6C6F64E9ABDC}"/>
              </a:ext>
            </a:extLst>
          </p:cNvPr>
          <p:cNvSpPr txBox="1"/>
          <p:nvPr/>
        </p:nvSpPr>
        <p:spPr>
          <a:xfrm>
            <a:off x="6747580" y="3083267"/>
            <a:ext cx="4720998" cy="923330"/>
          </a:xfrm>
          <a:prstGeom prst="rect">
            <a:avLst/>
          </a:prstGeom>
          <a:noFill/>
        </p:spPr>
        <p:txBody>
          <a:bodyPr wrap="square" rtlCol="0">
            <a:spAutoFit/>
          </a:bodyPr>
          <a:lstStyle/>
          <a:p>
            <a:r>
              <a:rPr lang="fr-FR" dirty="0"/>
              <a:t>5 – Une fois l’installation terminée, cliquer sur Terminer (laisser la case cochée si vous souhaitez lancer l’application immédiatement)</a:t>
            </a:r>
          </a:p>
        </p:txBody>
      </p:sp>
      <p:pic>
        <p:nvPicPr>
          <p:cNvPr id="27" name="Image 26">
            <a:extLst>
              <a:ext uri="{FF2B5EF4-FFF2-40B4-BE49-F238E27FC236}">
                <a16:creationId xmlns:a16="http://schemas.microsoft.com/office/drawing/2014/main" id="{5676C6D7-4F8C-E132-EBFF-FE4964CAA918}"/>
              </a:ext>
            </a:extLst>
          </p:cNvPr>
          <p:cNvPicPr>
            <a:picLocks noChangeAspect="1"/>
          </p:cNvPicPr>
          <p:nvPr/>
        </p:nvPicPr>
        <p:blipFill>
          <a:blip r:embed="rId7"/>
          <a:stretch>
            <a:fillRect/>
          </a:stretch>
        </p:blipFill>
        <p:spPr>
          <a:xfrm>
            <a:off x="7443869" y="4815076"/>
            <a:ext cx="990600" cy="923925"/>
          </a:xfrm>
          <a:prstGeom prst="rect">
            <a:avLst/>
          </a:prstGeom>
        </p:spPr>
      </p:pic>
      <p:sp>
        <p:nvSpPr>
          <p:cNvPr id="28" name="ZoneTexte 27">
            <a:extLst>
              <a:ext uri="{FF2B5EF4-FFF2-40B4-BE49-F238E27FC236}">
                <a16:creationId xmlns:a16="http://schemas.microsoft.com/office/drawing/2014/main" id="{C271D5E0-8555-283C-16B6-6A747620EFD2}"/>
              </a:ext>
            </a:extLst>
          </p:cNvPr>
          <p:cNvSpPr txBox="1"/>
          <p:nvPr/>
        </p:nvSpPr>
        <p:spPr>
          <a:xfrm>
            <a:off x="8693661" y="4880485"/>
            <a:ext cx="3033882" cy="923330"/>
          </a:xfrm>
          <a:prstGeom prst="rect">
            <a:avLst/>
          </a:prstGeom>
          <a:noFill/>
        </p:spPr>
        <p:txBody>
          <a:bodyPr wrap="square" rtlCol="0">
            <a:spAutoFit/>
          </a:bodyPr>
          <a:lstStyle/>
          <a:p>
            <a:r>
              <a:rPr lang="fr-FR" dirty="0"/>
              <a:t>6 – Pour lancer l’application, double-cliquez sur l’icone qui a été ajoutée sur le bureau</a:t>
            </a:r>
          </a:p>
        </p:txBody>
      </p:sp>
      <p:cxnSp>
        <p:nvCxnSpPr>
          <p:cNvPr id="30" name="Connecteur droit 29">
            <a:extLst>
              <a:ext uri="{FF2B5EF4-FFF2-40B4-BE49-F238E27FC236}">
                <a16:creationId xmlns:a16="http://schemas.microsoft.com/office/drawing/2014/main" id="{E3D19940-7302-D2FD-192E-E5478E656AB2}"/>
              </a:ext>
            </a:extLst>
          </p:cNvPr>
          <p:cNvCxnSpPr/>
          <p:nvPr/>
        </p:nvCxnSpPr>
        <p:spPr>
          <a:xfrm flipV="1">
            <a:off x="5986733" y="980322"/>
            <a:ext cx="0" cy="5489536"/>
          </a:xfrm>
          <a:prstGeom prst="line">
            <a:avLst/>
          </a:prstGeom>
        </p:spPr>
        <p:style>
          <a:lnRef idx="3">
            <a:schemeClr val="accent1"/>
          </a:lnRef>
          <a:fillRef idx="0">
            <a:schemeClr val="accent1"/>
          </a:fillRef>
          <a:effectRef idx="2">
            <a:schemeClr val="accent1"/>
          </a:effectRef>
          <a:fontRef idx="minor">
            <a:schemeClr val="tx1"/>
          </a:fontRef>
        </p:style>
      </p:cxnSp>
      <p:sp>
        <p:nvSpPr>
          <p:cNvPr id="31" name="Rectangle : coins arrondis 30">
            <a:extLst>
              <a:ext uri="{FF2B5EF4-FFF2-40B4-BE49-F238E27FC236}">
                <a16:creationId xmlns:a16="http://schemas.microsoft.com/office/drawing/2014/main" id="{1F682B0C-804A-3137-E057-E1E755FE25BA}"/>
              </a:ext>
            </a:extLst>
          </p:cNvPr>
          <p:cNvSpPr/>
          <p:nvPr/>
        </p:nvSpPr>
        <p:spPr>
          <a:xfrm>
            <a:off x="9703431" y="2834891"/>
            <a:ext cx="358553" cy="123848"/>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Tree>
    <p:extLst>
      <p:ext uri="{BB962C8B-B14F-4D97-AF65-F5344CB8AC3E}">
        <p14:creationId xmlns:p14="http://schemas.microsoft.com/office/powerpoint/2010/main" val="114680515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C7CAED-8724-C0CA-CD8A-2847DB1844DD}"/>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9EF72043-9B5A-EF72-2148-E1CE83B63F64}"/>
              </a:ext>
            </a:extLst>
          </p:cNvPr>
          <p:cNvSpPr>
            <a:spLocks noGrp="1"/>
          </p:cNvSpPr>
          <p:nvPr>
            <p:ph type="title"/>
          </p:nvPr>
        </p:nvSpPr>
        <p:spPr/>
        <p:txBody>
          <a:bodyPr/>
          <a:lstStyle/>
          <a:p>
            <a:r>
              <a:rPr lang="fr-FR" dirty="0"/>
              <a:t> Publier une compétition sur le site </a:t>
            </a:r>
            <a:r>
              <a:rPr lang="fr-FR" dirty="0" err="1"/>
              <a:t>FFJudo</a:t>
            </a:r>
            <a:endParaRPr lang="fr-FR" dirty="0"/>
          </a:p>
        </p:txBody>
      </p:sp>
      <p:sp>
        <p:nvSpPr>
          <p:cNvPr id="3" name="Espace réservé du texte 2">
            <a:extLst>
              <a:ext uri="{FF2B5EF4-FFF2-40B4-BE49-F238E27FC236}">
                <a16:creationId xmlns:a16="http://schemas.microsoft.com/office/drawing/2014/main" id="{C03FB6C3-8F46-62DF-8DED-9AFC422BC8D4}"/>
              </a:ext>
            </a:extLst>
          </p:cNvPr>
          <p:cNvSpPr>
            <a:spLocks noGrp="1"/>
          </p:cNvSpPr>
          <p:nvPr>
            <p:ph type="body" idx="1"/>
          </p:nvPr>
        </p:nvSpPr>
        <p:spPr>
          <a:xfrm>
            <a:off x="304047" y="1629476"/>
            <a:ext cx="9911200" cy="4908484"/>
          </a:xfrm>
        </p:spPr>
        <p:txBody>
          <a:bodyPr/>
          <a:lstStyle/>
          <a:p>
            <a:pPr marL="101598" indent="0">
              <a:buNone/>
            </a:pPr>
            <a:r>
              <a:rPr lang="fr-FR" b="1" dirty="0"/>
              <a:t>Prérequis:</a:t>
            </a:r>
          </a:p>
          <a:p>
            <a:r>
              <a:rPr lang="fr-FR" sz="1400" dirty="0"/>
              <a:t>Disposer des informations de connexion FTP pour votre entité sur </a:t>
            </a:r>
            <a:r>
              <a:rPr lang="fr-FR" sz="1400" dirty="0" err="1"/>
              <a:t>FFJudo</a:t>
            </a:r>
            <a:endParaRPr lang="fr-FR" sz="1400" dirty="0"/>
          </a:p>
          <a:p>
            <a:r>
              <a:rPr lang="fr-FR" sz="1400" dirty="0"/>
              <a:t>Une compétition est démarrée avec l’application « Gestion de compétition 2.0 » </a:t>
            </a:r>
          </a:p>
          <a:p>
            <a:pPr marL="101598" indent="0">
              <a:buNone/>
            </a:pPr>
            <a:r>
              <a:rPr lang="fr-FR" b="1" dirty="0"/>
              <a:t>Etapes:</a:t>
            </a:r>
          </a:p>
          <a:p>
            <a:pPr>
              <a:lnSpc>
                <a:spcPct val="250000"/>
              </a:lnSpc>
            </a:pPr>
            <a:r>
              <a:rPr lang="fr-FR" sz="1400" dirty="0"/>
              <a:t>Démarrer l’application </a:t>
            </a:r>
          </a:p>
          <a:p>
            <a:pPr>
              <a:lnSpc>
                <a:spcPct val="250000"/>
              </a:lnSpc>
            </a:pPr>
            <a:r>
              <a:rPr lang="fr-FR" sz="1400" dirty="0"/>
              <a:t>Connecter l’application à la compétition</a:t>
            </a:r>
          </a:p>
          <a:p>
            <a:pPr>
              <a:lnSpc>
                <a:spcPct val="250000"/>
              </a:lnSpc>
            </a:pPr>
            <a:r>
              <a:rPr lang="fr-FR" sz="1400" dirty="0"/>
              <a:t>Configurer les options de génération</a:t>
            </a:r>
          </a:p>
          <a:p>
            <a:pPr>
              <a:lnSpc>
                <a:spcPct val="250000"/>
              </a:lnSpc>
            </a:pPr>
            <a:r>
              <a:rPr lang="fr-FR" sz="1400" dirty="0"/>
              <a:t>Démarrer la génération du site</a:t>
            </a:r>
          </a:p>
          <a:p>
            <a:pPr>
              <a:lnSpc>
                <a:spcPct val="250000"/>
              </a:lnSpc>
            </a:pPr>
            <a:r>
              <a:rPr lang="fr-FR" sz="1400" dirty="0"/>
              <a:t>Configurer les paramètres du site </a:t>
            </a:r>
            <a:r>
              <a:rPr lang="fr-FR" sz="1400" dirty="0" err="1"/>
              <a:t>FFJudo</a:t>
            </a:r>
            <a:endParaRPr lang="fr-FR" sz="1400" dirty="0"/>
          </a:p>
          <a:p>
            <a:pPr>
              <a:lnSpc>
                <a:spcPct val="250000"/>
              </a:lnSpc>
            </a:pPr>
            <a:r>
              <a:rPr lang="fr-FR" sz="1400" dirty="0"/>
              <a:t>Nettoyer le site distant (optionnel)</a:t>
            </a:r>
          </a:p>
          <a:p>
            <a:pPr>
              <a:lnSpc>
                <a:spcPct val="250000"/>
              </a:lnSpc>
            </a:pPr>
            <a:r>
              <a:rPr lang="fr-FR" sz="1400" dirty="0"/>
              <a:t>Lancer la synchronisation du site distant</a:t>
            </a:r>
          </a:p>
          <a:p>
            <a:endParaRPr lang="fr-FR" dirty="0"/>
          </a:p>
        </p:txBody>
      </p:sp>
      <p:sp>
        <p:nvSpPr>
          <p:cNvPr id="4" name="Espace réservé du texte 3">
            <a:extLst>
              <a:ext uri="{FF2B5EF4-FFF2-40B4-BE49-F238E27FC236}">
                <a16:creationId xmlns:a16="http://schemas.microsoft.com/office/drawing/2014/main" id="{C986DA90-8EAF-C4C9-CB46-0B988B5CD384}"/>
              </a:ext>
            </a:extLst>
          </p:cNvPr>
          <p:cNvSpPr>
            <a:spLocks noGrp="1"/>
          </p:cNvSpPr>
          <p:nvPr>
            <p:ph type="body" sz="quarter" idx="15"/>
          </p:nvPr>
        </p:nvSpPr>
        <p:spPr/>
        <p:txBody>
          <a:bodyPr/>
          <a:lstStyle/>
          <a:p>
            <a:r>
              <a:rPr lang="fr-FR" dirty="0"/>
              <a:t>Mise en œuvre</a:t>
            </a:r>
          </a:p>
        </p:txBody>
      </p:sp>
      <p:pic>
        <p:nvPicPr>
          <p:cNvPr id="6" name="Image 5">
            <a:extLst>
              <a:ext uri="{FF2B5EF4-FFF2-40B4-BE49-F238E27FC236}">
                <a16:creationId xmlns:a16="http://schemas.microsoft.com/office/drawing/2014/main" id="{2A63B4F9-BEA4-D6C5-8AE3-403D7CEEA431}"/>
              </a:ext>
            </a:extLst>
          </p:cNvPr>
          <p:cNvPicPr>
            <a:picLocks noChangeAspect="1"/>
          </p:cNvPicPr>
          <p:nvPr/>
        </p:nvPicPr>
        <p:blipFill>
          <a:blip r:embed="rId2"/>
          <a:stretch>
            <a:fillRect/>
          </a:stretch>
        </p:blipFill>
        <p:spPr>
          <a:xfrm>
            <a:off x="7612083" y="2882054"/>
            <a:ext cx="486209" cy="436596"/>
          </a:xfrm>
          <a:prstGeom prst="rect">
            <a:avLst/>
          </a:prstGeom>
        </p:spPr>
      </p:pic>
      <p:grpSp>
        <p:nvGrpSpPr>
          <p:cNvPr id="43" name="Groupe 42">
            <a:extLst>
              <a:ext uri="{FF2B5EF4-FFF2-40B4-BE49-F238E27FC236}">
                <a16:creationId xmlns:a16="http://schemas.microsoft.com/office/drawing/2014/main" id="{33791D6D-937F-4C47-46B5-3B3BF011EF26}"/>
              </a:ext>
            </a:extLst>
          </p:cNvPr>
          <p:cNvGrpSpPr/>
          <p:nvPr/>
        </p:nvGrpSpPr>
        <p:grpSpPr>
          <a:xfrm>
            <a:off x="4588674" y="3410043"/>
            <a:ext cx="1882449" cy="484186"/>
            <a:chOff x="4623180" y="3263681"/>
            <a:chExt cx="1882449" cy="484186"/>
          </a:xfrm>
        </p:grpSpPr>
        <p:pic>
          <p:nvPicPr>
            <p:cNvPr id="7" name="Image 6">
              <a:extLst>
                <a:ext uri="{FF2B5EF4-FFF2-40B4-BE49-F238E27FC236}">
                  <a16:creationId xmlns:a16="http://schemas.microsoft.com/office/drawing/2014/main" id="{52D40EB3-DA06-B6F5-54EC-C14D03F5CAC1}"/>
                </a:ext>
              </a:extLst>
            </p:cNvPr>
            <p:cNvPicPr>
              <a:picLocks noChangeAspect="1"/>
            </p:cNvPicPr>
            <p:nvPr/>
          </p:nvPicPr>
          <p:blipFill rotWithShape="1">
            <a:blip r:embed="rId3"/>
            <a:srcRect t="108" r="72355" b="87900"/>
            <a:stretch/>
          </p:blipFill>
          <p:spPr>
            <a:xfrm>
              <a:off x="4623180" y="3263681"/>
              <a:ext cx="1882449" cy="484186"/>
            </a:xfrm>
            <a:prstGeom prst="rect">
              <a:avLst/>
            </a:prstGeom>
          </p:spPr>
        </p:pic>
        <p:sp>
          <p:nvSpPr>
            <p:cNvPr id="9" name="Rectangle 8">
              <a:extLst>
                <a:ext uri="{FF2B5EF4-FFF2-40B4-BE49-F238E27FC236}">
                  <a16:creationId xmlns:a16="http://schemas.microsoft.com/office/drawing/2014/main" id="{84895146-2DDE-BBA5-EB83-ABD9BAAC1009}"/>
                </a:ext>
              </a:extLst>
            </p:cNvPr>
            <p:cNvSpPr/>
            <p:nvPr/>
          </p:nvSpPr>
          <p:spPr>
            <a:xfrm>
              <a:off x="4885598" y="3396629"/>
              <a:ext cx="250825" cy="270276"/>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grpSp>
      <p:grpSp>
        <p:nvGrpSpPr>
          <p:cNvPr id="41" name="Groupe 40">
            <a:extLst>
              <a:ext uri="{FF2B5EF4-FFF2-40B4-BE49-F238E27FC236}">
                <a16:creationId xmlns:a16="http://schemas.microsoft.com/office/drawing/2014/main" id="{EDC9AC2D-CC81-2320-6516-F37595D9B3DB}"/>
              </a:ext>
            </a:extLst>
          </p:cNvPr>
          <p:cNvGrpSpPr/>
          <p:nvPr/>
        </p:nvGrpSpPr>
        <p:grpSpPr>
          <a:xfrm>
            <a:off x="5642280" y="4571228"/>
            <a:ext cx="2590800" cy="384079"/>
            <a:chOff x="4623180" y="4236875"/>
            <a:chExt cx="2590800" cy="384079"/>
          </a:xfrm>
        </p:grpSpPr>
        <p:pic>
          <p:nvPicPr>
            <p:cNvPr id="26" name="Image 25">
              <a:extLst>
                <a:ext uri="{FF2B5EF4-FFF2-40B4-BE49-F238E27FC236}">
                  <a16:creationId xmlns:a16="http://schemas.microsoft.com/office/drawing/2014/main" id="{34B86F24-099F-E781-45C5-7F7E55C9FA56}"/>
                </a:ext>
              </a:extLst>
            </p:cNvPr>
            <p:cNvPicPr>
              <a:picLocks noChangeAspect="1"/>
            </p:cNvPicPr>
            <p:nvPr/>
          </p:nvPicPr>
          <p:blipFill rotWithShape="1">
            <a:blip r:embed="rId4"/>
            <a:srcRect l="69182" t="15849" b="76446"/>
            <a:stretch/>
          </p:blipFill>
          <p:spPr>
            <a:xfrm>
              <a:off x="4623180" y="4236875"/>
              <a:ext cx="2590800" cy="384079"/>
            </a:xfrm>
            <a:prstGeom prst="rect">
              <a:avLst/>
            </a:prstGeom>
          </p:spPr>
        </p:pic>
        <p:sp>
          <p:nvSpPr>
            <p:cNvPr id="15" name="Rectangle 14">
              <a:extLst>
                <a:ext uri="{FF2B5EF4-FFF2-40B4-BE49-F238E27FC236}">
                  <a16:creationId xmlns:a16="http://schemas.microsoft.com/office/drawing/2014/main" id="{FD93FD8A-B4B4-CBE6-FC1A-CB14CD5E5722}"/>
                </a:ext>
              </a:extLst>
            </p:cNvPr>
            <p:cNvSpPr/>
            <p:nvPr/>
          </p:nvSpPr>
          <p:spPr>
            <a:xfrm>
              <a:off x="5807861" y="4299230"/>
              <a:ext cx="606659" cy="243980"/>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grpSp>
      <p:grpSp>
        <p:nvGrpSpPr>
          <p:cNvPr id="42" name="Groupe 41">
            <a:extLst>
              <a:ext uri="{FF2B5EF4-FFF2-40B4-BE49-F238E27FC236}">
                <a16:creationId xmlns:a16="http://schemas.microsoft.com/office/drawing/2014/main" id="{4F53FBF2-55AF-9887-5D45-A6E1080E48B4}"/>
              </a:ext>
            </a:extLst>
          </p:cNvPr>
          <p:cNvGrpSpPr/>
          <p:nvPr/>
        </p:nvGrpSpPr>
        <p:grpSpPr>
          <a:xfrm>
            <a:off x="6598255" y="3927767"/>
            <a:ext cx="2660650" cy="394434"/>
            <a:chOff x="4623180" y="3804829"/>
            <a:chExt cx="2660650" cy="394434"/>
          </a:xfrm>
        </p:grpSpPr>
        <p:pic>
          <p:nvPicPr>
            <p:cNvPr id="29" name="Image 28">
              <a:extLst>
                <a:ext uri="{FF2B5EF4-FFF2-40B4-BE49-F238E27FC236}">
                  <a16:creationId xmlns:a16="http://schemas.microsoft.com/office/drawing/2014/main" id="{FFF4F037-FDA7-1273-2E23-63D3C5E1263E}"/>
                </a:ext>
              </a:extLst>
            </p:cNvPr>
            <p:cNvPicPr>
              <a:picLocks noChangeAspect="1"/>
            </p:cNvPicPr>
            <p:nvPr/>
          </p:nvPicPr>
          <p:blipFill rotWithShape="1">
            <a:blip r:embed="rId4"/>
            <a:srcRect l="69182" t="15849" b="76446"/>
            <a:stretch/>
          </p:blipFill>
          <p:spPr>
            <a:xfrm>
              <a:off x="4623180" y="3804829"/>
              <a:ext cx="2660650" cy="394434"/>
            </a:xfrm>
            <a:prstGeom prst="rect">
              <a:avLst/>
            </a:prstGeom>
          </p:spPr>
        </p:pic>
        <p:sp>
          <p:nvSpPr>
            <p:cNvPr id="33" name="Rectangle 32">
              <a:extLst>
                <a:ext uri="{FF2B5EF4-FFF2-40B4-BE49-F238E27FC236}">
                  <a16:creationId xmlns:a16="http://schemas.microsoft.com/office/drawing/2014/main" id="{F3D3660D-B9AF-5EFF-1E77-AA35B4D70476}"/>
                </a:ext>
              </a:extLst>
            </p:cNvPr>
            <p:cNvSpPr/>
            <p:nvPr/>
          </p:nvSpPr>
          <p:spPr>
            <a:xfrm>
              <a:off x="4785421" y="3898416"/>
              <a:ext cx="754275" cy="202466"/>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grpSp>
      <p:grpSp>
        <p:nvGrpSpPr>
          <p:cNvPr id="40" name="Groupe 39">
            <a:extLst>
              <a:ext uri="{FF2B5EF4-FFF2-40B4-BE49-F238E27FC236}">
                <a16:creationId xmlns:a16="http://schemas.microsoft.com/office/drawing/2014/main" id="{A5A9E80C-A9D6-833E-3AE1-D7B967E81576}"/>
              </a:ext>
            </a:extLst>
          </p:cNvPr>
          <p:cNvGrpSpPr/>
          <p:nvPr/>
        </p:nvGrpSpPr>
        <p:grpSpPr>
          <a:xfrm>
            <a:off x="5777067" y="5628686"/>
            <a:ext cx="2321226" cy="402827"/>
            <a:chOff x="4623180" y="5087268"/>
            <a:chExt cx="2321226" cy="402827"/>
          </a:xfrm>
        </p:grpSpPr>
        <p:pic>
          <p:nvPicPr>
            <p:cNvPr id="35" name="Image 34">
              <a:extLst>
                <a:ext uri="{FF2B5EF4-FFF2-40B4-BE49-F238E27FC236}">
                  <a16:creationId xmlns:a16="http://schemas.microsoft.com/office/drawing/2014/main" id="{484F2DAA-B641-16C3-D097-319A864BEF2A}"/>
                </a:ext>
              </a:extLst>
            </p:cNvPr>
            <p:cNvPicPr>
              <a:picLocks noChangeAspect="1"/>
            </p:cNvPicPr>
            <p:nvPr/>
          </p:nvPicPr>
          <p:blipFill rotWithShape="1">
            <a:blip r:embed="rId4"/>
            <a:srcRect l="62630" t="91065" r="12693" b="1713"/>
            <a:stretch/>
          </p:blipFill>
          <p:spPr>
            <a:xfrm>
              <a:off x="4623180" y="5087268"/>
              <a:ext cx="2321226" cy="402827"/>
            </a:xfrm>
            <a:prstGeom prst="rect">
              <a:avLst/>
            </a:prstGeom>
          </p:spPr>
        </p:pic>
        <p:sp>
          <p:nvSpPr>
            <p:cNvPr id="37" name="Rectangle 36">
              <a:extLst>
                <a:ext uri="{FF2B5EF4-FFF2-40B4-BE49-F238E27FC236}">
                  <a16:creationId xmlns:a16="http://schemas.microsoft.com/office/drawing/2014/main" id="{B399E4B5-EEBA-5E7E-9706-A4A3014A867F}"/>
                </a:ext>
              </a:extLst>
            </p:cNvPr>
            <p:cNvSpPr/>
            <p:nvPr/>
          </p:nvSpPr>
          <p:spPr>
            <a:xfrm>
              <a:off x="6206820" y="5146890"/>
              <a:ext cx="678794" cy="224747"/>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grpSp>
      <p:grpSp>
        <p:nvGrpSpPr>
          <p:cNvPr id="39" name="Groupe 38">
            <a:extLst>
              <a:ext uri="{FF2B5EF4-FFF2-40B4-BE49-F238E27FC236}">
                <a16:creationId xmlns:a16="http://schemas.microsoft.com/office/drawing/2014/main" id="{200DFA5D-AB23-891D-C819-D3D8848BEC11}"/>
              </a:ext>
            </a:extLst>
          </p:cNvPr>
          <p:cNvGrpSpPr/>
          <p:nvPr/>
        </p:nvGrpSpPr>
        <p:grpSpPr>
          <a:xfrm>
            <a:off x="6937680" y="6135133"/>
            <a:ext cx="2321225" cy="402827"/>
            <a:chOff x="4623257" y="5588250"/>
            <a:chExt cx="2321225" cy="402827"/>
          </a:xfrm>
        </p:grpSpPr>
        <p:pic>
          <p:nvPicPr>
            <p:cNvPr id="36" name="Image 35">
              <a:extLst>
                <a:ext uri="{FF2B5EF4-FFF2-40B4-BE49-F238E27FC236}">
                  <a16:creationId xmlns:a16="http://schemas.microsoft.com/office/drawing/2014/main" id="{A3905DB8-B84D-6D61-89D6-3F74816CBC7F}"/>
                </a:ext>
              </a:extLst>
            </p:cNvPr>
            <p:cNvPicPr>
              <a:picLocks noChangeAspect="1"/>
            </p:cNvPicPr>
            <p:nvPr/>
          </p:nvPicPr>
          <p:blipFill rotWithShape="1">
            <a:blip r:embed="rId4"/>
            <a:srcRect l="62630" t="91065" r="12693" b="1713"/>
            <a:stretch/>
          </p:blipFill>
          <p:spPr>
            <a:xfrm>
              <a:off x="4623257" y="5588250"/>
              <a:ext cx="2321225" cy="402827"/>
            </a:xfrm>
            <a:prstGeom prst="rect">
              <a:avLst/>
            </a:prstGeom>
          </p:spPr>
        </p:pic>
        <p:sp>
          <p:nvSpPr>
            <p:cNvPr id="38" name="Rectangle 37">
              <a:extLst>
                <a:ext uri="{FF2B5EF4-FFF2-40B4-BE49-F238E27FC236}">
                  <a16:creationId xmlns:a16="http://schemas.microsoft.com/office/drawing/2014/main" id="{0276365E-197C-04F1-40F9-589942247FAC}"/>
                </a:ext>
              </a:extLst>
            </p:cNvPr>
            <p:cNvSpPr/>
            <p:nvPr/>
          </p:nvSpPr>
          <p:spPr>
            <a:xfrm>
              <a:off x="4663269" y="5625862"/>
              <a:ext cx="678793" cy="269411"/>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grpSp>
      <p:cxnSp>
        <p:nvCxnSpPr>
          <p:cNvPr id="45" name="Connecteur droit 44">
            <a:extLst>
              <a:ext uri="{FF2B5EF4-FFF2-40B4-BE49-F238E27FC236}">
                <a16:creationId xmlns:a16="http://schemas.microsoft.com/office/drawing/2014/main" id="{DB6AFE12-6561-0BA1-1C21-CC6D8A840120}"/>
              </a:ext>
            </a:extLst>
          </p:cNvPr>
          <p:cNvCxnSpPr/>
          <p:nvPr/>
        </p:nvCxnSpPr>
        <p:spPr>
          <a:xfrm>
            <a:off x="2793163" y="3176751"/>
            <a:ext cx="4617507"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6" name="Connecteur droit 45">
            <a:extLst>
              <a:ext uri="{FF2B5EF4-FFF2-40B4-BE49-F238E27FC236}">
                <a16:creationId xmlns:a16="http://schemas.microsoft.com/office/drawing/2014/main" id="{A3311969-DDB7-DDB7-6BFD-086BD19EC8AC}"/>
              </a:ext>
            </a:extLst>
          </p:cNvPr>
          <p:cNvCxnSpPr>
            <a:cxnSpLocks/>
          </p:cNvCxnSpPr>
          <p:nvPr/>
        </p:nvCxnSpPr>
        <p:spPr>
          <a:xfrm>
            <a:off x="4162413" y="3680359"/>
            <a:ext cx="331949"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8" name="Connecteur droit 47">
            <a:extLst>
              <a:ext uri="{FF2B5EF4-FFF2-40B4-BE49-F238E27FC236}">
                <a16:creationId xmlns:a16="http://schemas.microsoft.com/office/drawing/2014/main" id="{7B842B3F-5CB2-1D0F-5145-DC84ED26C6D3}"/>
              </a:ext>
            </a:extLst>
          </p:cNvPr>
          <p:cNvCxnSpPr>
            <a:cxnSpLocks/>
          </p:cNvCxnSpPr>
          <p:nvPr/>
        </p:nvCxnSpPr>
        <p:spPr>
          <a:xfrm>
            <a:off x="3787246" y="4217424"/>
            <a:ext cx="2683877"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0" name="Connecteur droit 49">
            <a:extLst>
              <a:ext uri="{FF2B5EF4-FFF2-40B4-BE49-F238E27FC236}">
                <a16:creationId xmlns:a16="http://schemas.microsoft.com/office/drawing/2014/main" id="{2C069405-CF33-BF70-604C-FEB81D8A9C32}"/>
              </a:ext>
            </a:extLst>
          </p:cNvPr>
          <p:cNvCxnSpPr>
            <a:cxnSpLocks/>
          </p:cNvCxnSpPr>
          <p:nvPr/>
        </p:nvCxnSpPr>
        <p:spPr>
          <a:xfrm>
            <a:off x="3359630" y="4763267"/>
            <a:ext cx="2170268"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3" name="Connecteur droit 52">
            <a:extLst>
              <a:ext uri="{FF2B5EF4-FFF2-40B4-BE49-F238E27FC236}">
                <a16:creationId xmlns:a16="http://schemas.microsoft.com/office/drawing/2014/main" id="{5F3CDE73-9A11-3406-F522-7AF504407ECC}"/>
              </a:ext>
            </a:extLst>
          </p:cNvPr>
          <p:cNvCxnSpPr>
            <a:cxnSpLocks/>
          </p:cNvCxnSpPr>
          <p:nvPr/>
        </p:nvCxnSpPr>
        <p:spPr>
          <a:xfrm>
            <a:off x="4162413" y="5341237"/>
            <a:ext cx="5205874"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5" name="Connecteur droit 54">
            <a:extLst>
              <a:ext uri="{FF2B5EF4-FFF2-40B4-BE49-F238E27FC236}">
                <a16:creationId xmlns:a16="http://schemas.microsoft.com/office/drawing/2014/main" id="{550435D9-D8F4-4619-41CB-AEF028E1C8C2}"/>
              </a:ext>
            </a:extLst>
          </p:cNvPr>
          <p:cNvCxnSpPr>
            <a:cxnSpLocks/>
          </p:cNvCxnSpPr>
          <p:nvPr/>
        </p:nvCxnSpPr>
        <p:spPr>
          <a:xfrm>
            <a:off x="3586569" y="5848838"/>
            <a:ext cx="2055711"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8" name="Connecteur droit 57">
            <a:extLst>
              <a:ext uri="{FF2B5EF4-FFF2-40B4-BE49-F238E27FC236}">
                <a16:creationId xmlns:a16="http://schemas.microsoft.com/office/drawing/2014/main" id="{6D53E3A0-C117-D473-AA7B-D899020606F4}"/>
              </a:ext>
            </a:extLst>
          </p:cNvPr>
          <p:cNvCxnSpPr>
            <a:cxnSpLocks/>
          </p:cNvCxnSpPr>
          <p:nvPr/>
        </p:nvCxnSpPr>
        <p:spPr>
          <a:xfrm>
            <a:off x="4074060" y="6345301"/>
            <a:ext cx="2686436"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pic>
        <p:nvPicPr>
          <p:cNvPr id="8" name="Image 7">
            <a:extLst>
              <a:ext uri="{FF2B5EF4-FFF2-40B4-BE49-F238E27FC236}">
                <a16:creationId xmlns:a16="http://schemas.microsoft.com/office/drawing/2014/main" id="{590EAA69-7369-2E97-CBA8-B2B7E03B7D37}"/>
              </a:ext>
            </a:extLst>
          </p:cNvPr>
          <p:cNvPicPr>
            <a:picLocks noChangeAspect="1"/>
          </p:cNvPicPr>
          <p:nvPr/>
        </p:nvPicPr>
        <p:blipFill>
          <a:blip r:embed="rId5"/>
          <a:stretch>
            <a:fillRect/>
          </a:stretch>
        </p:blipFill>
        <p:spPr>
          <a:xfrm>
            <a:off x="9480669" y="4898262"/>
            <a:ext cx="2519714" cy="885949"/>
          </a:xfrm>
          <a:prstGeom prst="rect">
            <a:avLst/>
          </a:prstGeom>
        </p:spPr>
      </p:pic>
    </p:spTree>
    <p:extLst>
      <p:ext uri="{BB962C8B-B14F-4D97-AF65-F5344CB8AC3E}">
        <p14:creationId xmlns:p14="http://schemas.microsoft.com/office/powerpoint/2010/main" val="133962791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p:txBody>
          <a:bodyPr/>
          <a:lstStyle/>
          <a:p>
            <a:r>
              <a:rPr lang="fr-FR" dirty="0"/>
              <a:t> Publier une compétition sur un site distant</a:t>
            </a:r>
          </a:p>
        </p:txBody>
      </p:sp>
      <p:sp>
        <p:nvSpPr>
          <p:cNvPr id="3" name="Espace réservé du texte 2">
            <a:extLst>
              <a:ext uri="{FF2B5EF4-FFF2-40B4-BE49-F238E27FC236}">
                <a16:creationId xmlns:a16="http://schemas.microsoft.com/office/drawing/2014/main" id="{97448A69-D666-8037-1A82-8CC5BA6EA5B7}"/>
              </a:ext>
            </a:extLst>
          </p:cNvPr>
          <p:cNvSpPr>
            <a:spLocks noGrp="1"/>
          </p:cNvSpPr>
          <p:nvPr>
            <p:ph type="body" idx="1"/>
          </p:nvPr>
        </p:nvSpPr>
        <p:spPr>
          <a:xfrm>
            <a:off x="304047" y="1629476"/>
            <a:ext cx="9911200" cy="4908484"/>
          </a:xfrm>
        </p:spPr>
        <p:txBody>
          <a:bodyPr/>
          <a:lstStyle/>
          <a:p>
            <a:pPr marL="101598" indent="0">
              <a:buNone/>
            </a:pPr>
            <a:r>
              <a:rPr lang="fr-FR" b="1" dirty="0"/>
              <a:t>Prérequis:</a:t>
            </a:r>
          </a:p>
          <a:p>
            <a:r>
              <a:rPr lang="fr-FR" sz="1400" dirty="0"/>
              <a:t>Disposer des informations de connexion FTP de votre hébergeur</a:t>
            </a:r>
          </a:p>
          <a:p>
            <a:r>
              <a:rPr lang="fr-FR" sz="1400" dirty="0"/>
              <a:t>Une compétition est démarrée avec l’application « Gestion de compétition 2.0 » </a:t>
            </a:r>
          </a:p>
          <a:p>
            <a:pPr marL="101598" indent="0">
              <a:buNone/>
            </a:pPr>
            <a:r>
              <a:rPr lang="fr-FR" b="1" dirty="0"/>
              <a:t>Etapes:</a:t>
            </a:r>
          </a:p>
          <a:p>
            <a:pPr>
              <a:lnSpc>
                <a:spcPct val="250000"/>
              </a:lnSpc>
            </a:pPr>
            <a:r>
              <a:rPr lang="fr-FR" sz="1400" dirty="0"/>
              <a:t>Démarrer l’application </a:t>
            </a:r>
          </a:p>
          <a:p>
            <a:pPr>
              <a:lnSpc>
                <a:spcPct val="250000"/>
              </a:lnSpc>
            </a:pPr>
            <a:r>
              <a:rPr lang="fr-FR" sz="1400" dirty="0"/>
              <a:t>Connecter l’application à la compétition</a:t>
            </a:r>
          </a:p>
          <a:p>
            <a:pPr>
              <a:lnSpc>
                <a:spcPct val="250000"/>
              </a:lnSpc>
            </a:pPr>
            <a:r>
              <a:rPr lang="fr-FR" sz="1400" dirty="0"/>
              <a:t>Configurer les options de génération</a:t>
            </a:r>
          </a:p>
          <a:p>
            <a:pPr>
              <a:lnSpc>
                <a:spcPct val="250000"/>
              </a:lnSpc>
            </a:pPr>
            <a:r>
              <a:rPr lang="fr-FR" sz="1400" dirty="0"/>
              <a:t>Démarrer la génération du site</a:t>
            </a:r>
          </a:p>
          <a:p>
            <a:pPr>
              <a:lnSpc>
                <a:spcPct val="250000"/>
              </a:lnSpc>
            </a:pPr>
            <a:r>
              <a:rPr lang="fr-FR" sz="1400" dirty="0"/>
              <a:t>Configurer les paramètres du site distant</a:t>
            </a:r>
          </a:p>
          <a:p>
            <a:pPr>
              <a:lnSpc>
                <a:spcPct val="250000"/>
              </a:lnSpc>
            </a:pPr>
            <a:r>
              <a:rPr lang="fr-FR" sz="1400" dirty="0"/>
              <a:t>Nettoyer le site distant (optionnel)</a:t>
            </a:r>
          </a:p>
          <a:p>
            <a:pPr>
              <a:lnSpc>
                <a:spcPct val="250000"/>
              </a:lnSpc>
            </a:pPr>
            <a:r>
              <a:rPr lang="fr-FR" sz="1400" dirty="0"/>
              <a:t>Lancer la synchronisation du site distant</a:t>
            </a:r>
          </a:p>
          <a:p>
            <a:endParaRPr lang="fr-FR" dirty="0"/>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dirty="0"/>
              <a:t>Mise en œuvre</a:t>
            </a:r>
          </a:p>
        </p:txBody>
      </p:sp>
      <p:pic>
        <p:nvPicPr>
          <p:cNvPr id="6" name="Image 5">
            <a:extLst>
              <a:ext uri="{FF2B5EF4-FFF2-40B4-BE49-F238E27FC236}">
                <a16:creationId xmlns:a16="http://schemas.microsoft.com/office/drawing/2014/main" id="{4E3DC57B-A2D9-4E48-90FC-AE556FC7FAF7}"/>
              </a:ext>
            </a:extLst>
          </p:cNvPr>
          <p:cNvPicPr>
            <a:picLocks noChangeAspect="1"/>
          </p:cNvPicPr>
          <p:nvPr/>
        </p:nvPicPr>
        <p:blipFill>
          <a:blip r:embed="rId2"/>
          <a:stretch>
            <a:fillRect/>
          </a:stretch>
        </p:blipFill>
        <p:spPr>
          <a:xfrm>
            <a:off x="7612083" y="2882054"/>
            <a:ext cx="486209" cy="436596"/>
          </a:xfrm>
          <a:prstGeom prst="rect">
            <a:avLst/>
          </a:prstGeom>
        </p:spPr>
      </p:pic>
      <p:grpSp>
        <p:nvGrpSpPr>
          <p:cNvPr id="43" name="Groupe 42">
            <a:extLst>
              <a:ext uri="{FF2B5EF4-FFF2-40B4-BE49-F238E27FC236}">
                <a16:creationId xmlns:a16="http://schemas.microsoft.com/office/drawing/2014/main" id="{E22A634B-7E62-8772-3741-B10B9A8EC392}"/>
              </a:ext>
            </a:extLst>
          </p:cNvPr>
          <p:cNvGrpSpPr/>
          <p:nvPr/>
        </p:nvGrpSpPr>
        <p:grpSpPr>
          <a:xfrm>
            <a:off x="4588674" y="3410043"/>
            <a:ext cx="1882449" cy="484186"/>
            <a:chOff x="4623180" y="3263681"/>
            <a:chExt cx="1882449" cy="484186"/>
          </a:xfrm>
        </p:grpSpPr>
        <p:pic>
          <p:nvPicPr>
            <p:cNvPr id="7" name="Image 6">
              <a:extLst>
                <a:ext uri="{FF2B5EF4-FFF2-40B4-BE49-F238E27FC236}">
                  <a16:creationId xmlns:a16="http://schemas.microsoft.com/office/drawing/2014/main" id="{003B1883-BAA3-B346-CC8B-1C92143C03D7}"/>
                </a:ext>
              </a:extLst>
            </p:cNvPr>
            <p:cNvPicPr>
              <a:picLocks noChangeAspect="1"/>
            </p:cNvPicPr>
            <p:nvPr/>
          </p:nvPicPr>
          <p:blipFill rotWithShape="1">
            <a:blip r:embed="rId3"/>
            <a:srcRect t="108" r="72355" b="87900"/>
            <a:stretch/>
          </p:blipFill>
          <p:spPr>
            <a:xfrm>
              <a:off x="4623180" y="3263681"/>
              <a:ext cx="1882449" cy="484186"/>
            </a:xfrm>
            <a:prstGeom prst="rect">
              <a:avLst/>
            </a:prstGeom>
          </p:spPr>
        </p:pic>
        <p:sp>
          <p:nvSpPr>
            <p:cNvPr id="9" name="Rectangle 8">
              <a:extLst>
                <a:ext uri="{FF2B5EF4-FFF2-40B4-BE49-F238E27FC236}">
                  <a16:creationId xmlns:a16="http://schemas.microsoft.com/office/drawing/2014/main" id="{527FC6BF-6E56-A344-BD6E-9129ECBDA695}"/>
                </a:ext>
              </a:extLst>
            </p:cNvPr>
            <p:cNvSpPr/>
            <p:nvPr/>
          </p:nvSpPr>
          <p:spPr>
            <a:xfrm>
              <a:off x="4885598" y="3396629"/>
              <a:ext cx="250825" cy="270276"/>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grpSp>
      <p:grpSp>
        <p:nvGrpSpPr>
          <p:cNvPr id="41" name="Groupe 40">
            <a:extLst>
              <a:ext uri="{FF2B5EF4-FFF2-40B4-BE49-F238E27FC236}">
                <a16:creationId xmlns:a16="http://schemas.microsoft.com/office/drawing/2014/main" id="{B2161F7C-7AB9-A9B0-A2AC-EF73E06F9C7F}"/>
              </a:ext>
            </a:extLst>
          </p:cNvPr>
          <p:cNvGrpSpPr/>
          <p:nvPr/>
        </p:nvGrpSpPr>
        <p:grpSpPr>
          <a:xfrm>
            <a:off x="5642280" y="4571228"/>
            <a:ext cx="2590800" cy="384079"/>
            <a:chOff x="4623180" y="4236875"/>
            <a:chExt cx="2590800" cy="384079"/>
          </a:xfrm>
        </p:grpSpPr>
        <p:pic>
          <p:nvPicPr>
            <p:cNvPr id="26" name="Image 25">
              <a:extLst>
                <a:ext uri="{FF2B5EF4-FFF2-40B4-BE49-F238E27FC236}">
                  <a16:creationId xmlns:a16="http://schemas.microsoft.com/office/drawing/2014/main" id="{BE4A45A8-D3A0-393D-077F-67D5914270D4}"/>
                </a:ext>
              </a:extLst>
            </p:cNvPr>
            <p:cNvPicPr>
              <a:picLocks noChangeAspect="1"/>
            </p:cNvPicPr>
            <p:nvPr/>
          </p:nvPicPr>
          <p:blipFill rotWithShape="1">
            <a:blip r:embed="rId4"/>
            <a:srcRect l="69182" t="15849" b="76446"/>
            <a:stretch/>
          </p:blipFill>
          <p:spPr>
            <a:xfrm>
              <a:off x="4623180" y="4236875"/>
              <a:ext cx="2590800" cy="384079"/>
            </a:xfrm>
            <a:prstGeom prst="rect">
              <a:avLst/>
            </a:prstGeom>
          </p:spPr>
        </p:pic>
        <p:sp>
          <p:nvSpPr>
            <p:cNvPr id="15" name="Rectangle 14">
              <a:extLst>
                <a:ext uri="{FF2B5EF4-FFF2-40B4-BE49-F238E27FC236}">
                  <a16:creationId xmlns:a16="http://schemas.microsoft.com/office/drawing/2014/main" id="{17F9B2D3-2532-E702-8C2E-FA16AF946378}"/>
                </a:ext>
              </a:extLst>
            </p:cNvPr>
            <p:cNvSpPr/>
            <p:nvPr/>
          </p:nvSpPr>
          <p:spPr>
            <a:xfrm>
              <a:off x="5807861" y="4299230"/>
              <a:ext cx="606659" cy="243980"/>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grpSp>
      <p:pic>
        <p:nvPicPr>
          <p:cNvPr id="17" name="Image 16">
            <a:extLst>
              <a:ext uri="{FF2B5EF4-FFF2-40B4-BE49-F238E27FC236}">
                <a16:creationId xmlns:a16="http://schemas.microsoft.com/office/drawing/2014/main" id="{5ECC501E-AA0F-07DF-73B1-570273A81892}"/>
              </a:ext>
            </a:extLst>
          </p:cNvPr>
          <p:cNvPicPr>
            <a:picLocks noChangeAspect="1"/>
          </p:cNvPicPr>
          <p:nvPr/>
        </p:nvPicPr>
        <p:blipFill rotWithShape="1">
          <a:blip r:embed="rId3"/>
          <a:srcRect l="50846" t="59178" r="878" b="8456"/>
          <a:stretch/>
        </p:blipFill>
        <p:spPr>
          <a:xfrm>
            <a:off x="9496606" y="4854353"/>
            <a:ext cx="1882449" cy="748341"/>
          </a:xfrm>
          <a:prstGeom prst="rect">
            <a:avLst/>
          </a:prstGeom>
        </p:spPr>
      </p:pic>
      <p:grpSp>
        <p:nvGrpSpPr>
          <p:cNvPr id="42" name="Groupe 41">
            <a:extLst>
              <a:ext uri="{FF2B5EF4-FFF2-40B4-BE49-F238E27FC236}">
                <a16:creationId xmlns:a16="http://schemas.microsoft.com/office/drawing/2014/main" id="{442CE8BC-E5D1-6AA2-4D02-B1388BCB72CD}"/>
              </a:ext>
            </a:extLst>
          </p:cNvPr>
          <p:cNvGrpSpPr/>
          <p:nvPr/>
        </p:nvGrpSpPr>
        <p:grpSpPr>
          <a:xfrm>
            <a:off x="6598255" y="3927767"/>
            <a:ext cx="2660650" cy="394434"/>
            <a:chOff x="4623180" y="3804829"/>
            <a:chExt cx="2660650" cy="394434"/>
          </a:xfrm>
        </p:grpSpPr>
        <p:pic>
          <p:nvPicPr>
            <p:cNvPr id="29" name="Image 28">
              <a:extLst>
                <a:ext uri="{FF2B5EF4-FFF2-40B4-BE49-F238E27FC236}">
                  <a16:creationId xmlns:a16="http://schemas.microsoft.com/office/drawing/2014/main" id="{03C644DA-4AB6-7B76-8F93-E1A1177DFFB1}"/>
                </a:ext>
              </a:extLst>
            </p:cNvPr>
            <p:cNvPicPr>
              <a:picLocks noChangeAspect="1"/>
            </p:cNvPicPr>
            <p:nvPr/>
          </p:nvPicPr>
          <p:blipFill rotWithShape="1">
            <a:blip r:embed="rId4"/>
            <a:srcRect l="69182" t="15849" b="76446"/>
            <a:stretch/>
          </p:blipFill>
          <p:spPr>
            <a:xfrm>
              <a:off x="4623180" y="3804829"/>
              <a:ext cx="2660650" cy="394434"/>
            </a:xfrm>
            <a:prstGeom prst="rect">
              <a:avLst/>
            </a:prstGeom>
          </p:spPr>
        </p:pic>
        <p:sp>
          <p:nvSpPr>
            <p:cNvPr id="33" name="Rectangle 32">
              <a:extLst>
                <a:ext uri="{FF2B5EF4-FFF2-40B4-BE49-F238E27FC236}">
                  <a16:creationId xmlns:a16="http://schemas.microsoft.com/office/drawing/2014/main" id="{D448A0C7-60B9-0957-0714-AA01E6613043}"/>
                </a:ext>
              </a:extLst>
            </p:cNvPr>
            <p:cNvSpPr/>
            <p:nvPr/>
          </p:nvSpPr>
          <p:spPr>
            <a:xfrm>
              <a:off x="4785421" y="3898416"/>
              <a:ext cx="754275" cy="202466"/>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grpSp>
      <p:grpSp>
        <p:nvGrpSpPr>
          <p:cNvPr id="40" name="Groupe 39">
            <a:extLst>
              <a:ext uri="{FF2B5EF4-FFF2-40B4-BE49-F238E27FC236}">
                <a16:creationId xmlns:a16="http://schemas.microsoft.com/office/drawing/2014/main" id="{4317B6E0-15B8-0408-0D84-592B5FE4EA72}"/>
              </a:ext>
            </a:extLst>
          </p:cNvPr>
          <p:cNvGrpSpPr/>
          <p:nvPr/>
        </p:nvGrpSpPr>
        <p:grpSpPr>
          <a:xfrm>
            <a:off x="5777067" y="5628686"/>
            <a:ext cx="2321226" cy="402827"/>
            <a:chOff x="4623180" y="5087268"/>
            <a:chExt cx="2321226" cy="402827"/>
          </a:xfrm>
        </p:grpSpPr>
        <p:pic>
          <p:nvPicPr>
            <p:cNvPr id="35" name="Image 34">
              <a:extLst>
                <a:ext uri="{FF2B5EF4-FFF2-40B4-BE49-F238E27FC236}">
                  <a16:creationId xmlns:a16="http://schemas.microsoft.com/office/drawing/2014/main" id="{E67EC40D-2CBE-66A6-D242-B0D6BF72680B}"/>
                </a:ext>
              </a:extLst>
            </p:cNvPr>
            <p:cNvPicPr>
              <a:picLocks noChangeAspect="1"/>
            </p:cNvPicPr>
            <p:nvPr/>
          </p:nvPicPr>
          <p:blipFill rotWithShape="1">
            <a:blip r:embed="rId4"/>
            <a:srcRect l="62630" t="91065" r="12693" b="1713"/>
            <a:stretch/>
          </p:blipFill>
          <p:spPr>
            <a:xfrm>
              <a:off x="4623180" y="5087268"/>
              <a:ext cx="2321226" cy="402827"/>
            </a:xfrm>
            <a:prstGeom prst="rect">
              <a:avLst/>
            </a:prstGeom>
          </p:spPr>
        </p:pic>
        <p:sp>
          <p:nvSpPr>
            <p:cNvPr id="37" name="Rectangle 36">
              <a:extLst>
                <a:ext uri="{FF2B5EF4-FFF2-40B4-BE49-F238E27FC236}">
                  <a16:creationId xmlns:a16="http://schemas.microsoft.com/office/drawing/2014/main" id="{FA65EF1F-19C5-5EF0-F9DB-A9E95ED28F8D}"/>
                </a:ext>
              </a:extLst>
            </p:cNvPr>
            <p:cNvSpPr/>
            <p:nvPr/>
          </p:nvSpPr>
          <p:spPr>
            <a:xfrm>
              <a:off x="6206820" y="5146890"/>
              <a:ext cx="678794" cy="224747"/>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grpSp>
      <p:grpSp>
        <p:nvGrpSpPr>
          <p:cNvPr id="39" name="Groupe 38">
            <a:extLst>
              <a:ext uri="{FF2B5EF4-FFF2-40B4-BE49-F238E27FC236}">
                <a16:creationId xmlns:a16="http://schemas.microsoft.com/office/drawing/2014/main" id="{3843FC2B-704E-8432-944E-B839F5231EFD}"/>
              </a:ext>
            </a:extLst>
          </p:cNvPr>
          <p:cNvGrpSpPr/>
          <p:nvPr/>
        </p:nvGrpSpPr>
        <p:grpSpPr>
          <a:xfrm>
            <a:off x="6937680" y="6135133"/>
            <a:ext cx="2321225" cy="402827"/>
            <a:chOff x="4623257" y="5588250"/>
            <a:chExt cx="2321225" cy="402827"/>
          </a:xfrm>
        </p:grpSpPr>
        <p:pic>
          <p:nvPicPr>
            <p:cNvPr id="36" name="Image 35">
              <a:extLst>
                <a:ext uri="{FF2B5EF4-FFF2-40B4-BE49-F238E27FC236}">
                  <a16:creationId xmlns:a16="http://schemas.microsoft.com/office/drawing/2014/main" id="{C1D3162D-FE47-37A9-BBDB-B4F56551663A}"/>
                </a:ext>
              </a:extLst>
            </p:cNvPr>
            <p:cNvPicPr>
              <a:picLocks noChangeAspect="1"/>
            </p:cNvPicPr>
            <p:nvPr/>
          </p:nvPicPr>
          <p:blipFill rotWithShape="1">
            <a:blip r:embed="rId4"/>
            <a:srcRect l="62630" t="91065" r="12693" b="1713"/>
            <a:stretch/>
          </p:blipFill>
          <p:spPr>
            <a:xfrm>
              <a:off x="4623257" y="5588250"/>
              <a:ext cx="2321225" cy="402827"/>
            </a:xfrm>
            <a:prstGeom prst="rect">
              <a:avLst/>
            </a:prstGeom>
          </p:spPr>
        </p:pic>
        <p:sp>
          <p:nvSpPr>
            <p:cNvPr id="38" name="Rectangle 37">
              <a:extLst>
                <a:ext uri="{FF2B5EF4-FFF2-40B4-BE49-F238E27FC236}">
                  <a16:creationId xmlns:a16="http://schemas.microsoft.com/office/drawing/2014/main" id="{1E7F572B-FF81-1984-8760-EFDB5600D0A7}"/>
                </a:ext>
              </a:extLst>
            </p:cNvPr>
            <p:cNvSpPr/>
            <p:nvPr/>
          </p:nvSpPr>
          <p:spPr>
            <a:xfrm>
              <a:off x="4663269" y="5625862"/>
              <a:ext cx="678793" cy="269411"/>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grpSp>
      <p:cxnSp>
        <p:nvCxnSpPr>
          <p:cNvPr id="45" name="Connecteur droit 44">
            <a:extLst>
              <a:ext uri="{FF2B5EF4-FFF2-40B4-BE49-F238E27FC236}">
                <a16:creationId xmlns:a16="http://schemas.microsoft.com/office/drawing/2014/main" id="{13624DF1-99AA-9572-ED62-9F3F98814159}"/>
              </a:ext>
            </a:extLst>
          </p:cNvPr>
          <p:cNvCxnSpPr/>
          <p:nvPr/>
        </p:nvCxnSpPr>
        <p:spPr>
          <a:xfrm>
            <a:off x="2793163" y="3176751"/>
            <a:ext cx="4617507"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6" name="Connecteur droit 45">
            <a:extLst>
              <a:ext uri="{FF2B5EF4-FFF2-40B4-BE49-F238E27FC236}">
                <a16:creationId xmlns:a16="http://schemas.microsoft.com/office/drawing/2014/main" id="{40554947-3A86-BB38-83B7-8EC678DFD13C}"/>
              </a:ext>
            </a:extLst>
          </p:cNvPr>
          <p:cNvCxnSpPr>
            <a:cxnSpLocks/>
          </p:cNvCxnSpPr>
          <p:nvPr/>
        </p:nvCxnSpPr>
        <p:spPr>
          <a:xfrm>
            <a:off x="4162413" y="3680359"/>
            <a:ext cx="331949"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8" name="Connecteur droit 47">
            <a:extLst>
              <a:ext uri="{FF2B5EF4-FFF2-40B4-BE49-F238E27FC236}">
                <a16:creationId xmlns:a16="http://schemas.microsoft.com/office/drawing/2014/main" id="{7EE7EF60-10B2-DCB4-6E5C-60D3B7086BF6}"/>
              </a:ext>
            </a:extLst>
          </p:cNvPr>
          <p:cNvCxnSpPr>
            <a:cxnSpLocks/>
          </p:cNvCxnSpPr>
          <p:nvPr/>
        </p:nvCxnSpPr>
        <p:spPr>
          <a:xfrm>
            <a:off x="3787246" y="4217424"/>
            <a:ext cx="2683877"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0" name="Connecteur droit 49">
            <a:extLst>
              <a:ext uri="{FF2B5EF4-FFF2-40B4-BE49-F238E27FC236}">
                <a16:creationId xmlns:a16="http://schemas.microsoft.com/office/drawing/2014/main" id="{C00242EA-BAFF-1480-C23B-D32DC160ED5D}"/>
              </a:ext>
            </a:extLst>
          </p:cNvPr>
          <p:cNvCxnSpPr>
            <a:cxnSpLocks/>
          </p:cNvCxnSpPr>
          <p:nvPr/>
        </p:nvCxnSpPr>
        <p:spPr>
          <a:xfrm>
            <a:off x="3359630" y="4763267"/>
            <a:ext cx="2170268"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3" name="Connecteur droit 52">
            <a:extLst>
              <a:ext uri="{FF2B5EF4-FFF2-40B4-BE49-F238E27FC236}">
                <a16:creationId xmlns:a16="http://schemas.microsoft.com/office/drawing/2014/main" id="{F0DC5306-7438-6E69-5A6E-D4086227C3B6}"/>
              </a:ext>
            </a:extLst>
          </p:cNvPr>
          <p:cNvCxnSpPr>
            <a:cxnSpLocks/>
          </p:cNvCxnSpPr>
          <p:nvPr/>
        </p:nvCxnSpPr>
        <p:spPr>
          <a:xfrm>
            <a:off x="4162413" y="5341237"/>
            <a:ext cx="5205874"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5" name="Connecteur droit 54">
            <a:extLst>
              <a:ext uri="{FF2B5EF4-FFF2-40B4-BE49-F238E27FC236}">
                <a16:creationId xmlns:a16="http://schemas.microsoft.com/office/drawing/2014/main" id="{15EDADCE-CB2D-50AC-FC54-EFAEBE209B13}"/>
              </a:ext>
            </a:extLst>
          </p:cNvPr>
          <p:cNvCxnSpPr>
            <a:cxnSpLocks/>
          </p:cNvCxnSpPr>
          <p:nvPr/>
        </p:nvCxnSpPr>
        <p:spPr>
          <a:xfrm>
            <a:off x="3586569" y="5848838"/>
            <a:ext cx="2055711"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8" name="Connecteur droit 57">
            <a:extLst>
              <a:ext uri="{FF2B5EF4-FFF2-40B4-BE49-F238E27FC236}">
                <a16:creationId xmlns:a16="http://schemas.microsoft.com/office/drawing/2014/main" id="{7E273BD0-0B62-268D-E116-BFF24666F0B4}"/>
              </a:ext>
            </a:extLst>
          </p:cNvPr>
          <p:cNvCxnSpPr>
            <a:cxnSpLocks/>
          </p:cNvCxnSpPr>
          <p:nvPr/>
        </p:nvCxnSpPr>
        <p:spPr>
          <a:xfrm>
            <a:off x="4074060" y="6345301"/>
            <a:ext cx="2686436"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8861231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4A9A61-54E7-1292-2331-CEEADAAA48A3}"/>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7A5F4D0C-9D2D-C001-906A-D5E1E6B26AFE}"/>
              </a:ext>
            </a:extLst>
          </p:cNvPr>
          <p:cNvSpPr>
            <a:spLocks noGrp="1"/>
          </p:cNvSpPr>
          <p:nvPr>
            <p:ph type="title"/>
          </p:nvPr>
        </p:nvSpPr>
        <p:spPr/>
        <p:txBody>
          <a:bodyPr/>
          <a:lstStyle/>
          <a:p>
            <a:r>
              <a:rPr lang="fr-FR" dirty="0"/>
              <a:t> Publier une compétition sur le site local</a:t>
            </a:r>
          </a:p>
        </p:txBody>
      </p:sp>
      <p:sp>
        <p:nvSpPr>
          <p:cNvPr id="3" name="Espace réservé du texte 2">
            <a:extLst>
              <a:ext uri="{FF2B5EF4-FFF2-40B4-BE49-F238E27FC236}">
                <a16:creationId xmlns:a16="http://schemas.microsoft.com/office/drawing/2014/main" id="{12635099-1FCE-24CA-34B4-E855900F3A0C}"/>
              </a:ext>
            </a:extLst>
          </p:cNvPr>
          <p:cNvSpPr>
            <a:spLocks noGrp="1"/>
          </p:cNvSpPr>
          <p:nvPr>
            <p:ph type="body" idx="1"/>
          </p:nvPr>
        </p:nvSpPr>
        <p:spPr>
          <a:xfrm>
            <a:off x="304047" y="1629476"/>
            <a:ext cx="9911200" cy="4908484"/>
          </a:xfrm>
        </p:spPr>
        <p:txBody>
          <a:bodyPr/>
          <a:lstStyle/>
          <a:p>
            <a:pPr marL="101598" indent="0">
              <a:buNone/>
            </a:pPr>
            <a:r>
              <a:rPr lang="fr-FR" b="1" dirty="0"/>
              <a:t>Prérequis:</a:t>
            </a:r>
          </a:p>
          <a:p>
            <a:r>
              <a:rPr lang="fr-FR" sz="1400" dirty="0"/>
              <a:t>Une compétition est démarrée avec l’application « Gestion de compétition 2.0 » </a:t>
            </a:r>
          </a:p>
          <a:p>
            <a:pPr marL="101598" indent="0">
              <a:buNone/>
            </a:pPr>
            <a:r>
              <a:rPr lang="fr-FR" b="1" dirty="0"/>
              <a:t>Etapes:</a:t>
            </a:r>
          </a:p>
          <a:p>
            <a:pPr>
              <a:lnSpc>
                <a:spcPct val="250000"/>
              </a:lnSpc>
            </a:pPr>
            <a:r>
              <a:rPr lang="fr-FR" sz="1400" dirty="0"/>
              <a:t>Démarrer l’application </a:t>
            </a:r>
          </a:p>
          <a:p>
            <a:pPr>
              <a:lnSpc>
                <a:spcPct val="250000"/>
              </a:lnSpc>
            </a:pPr>
            <a:r>
              <a:rPr lang="fr-FR" sz="1400" dirty="0"/>
              <a:t>Connecter l’application à la compétition</a:t>
            </a:r>
          </a:p>
          <a:p>
            <a:pPr>
              <a:lnSpc>
                <a:spcPct val="250000"/>
              </a:lnSpc>
            </a:pPr>
            <a:r>
              <a:rPr lang="fr-FR" sz="1400" dirty="0"/>
              <a:t>Configurer les options de génération</a:t>
            </a:r>
          </a:p>
          <a:p>
            <a:pPr>
              <a:lnSpc>
                <a:spcPct val="250000"/>
              </a:lnSpc>
            </a:pPr>
            <a:r>
              <a:rPr lang="fr-FR" sz="1400" dirty="0"/>
              <a:t>Démarrer la génération du site</a:t>
            </a:r>
          </a:p>
          <a:p>
            <a:pPr>
              <a:lnSpc>
                <a:spcPct val="250000"/>
              </a:lnSpc>
            </a:pPr>
            <a:r>
              <a:rPr lang="fr-FR" sz="1400" dirty="0"/>
              <a:t>Sélectionner l’interface du réseau local à utiliser</a:t>
            </a:r>
          </a:p>
          <a:p>
            <a:pPr>
              <a:lnSpc>
                <a:spcPct val="250000"/>
              </a:lnSpc>
            </a:pPr>
            <a:r>
              <a:rPr lang="fr-FR" sz="1400" dirty="0"/>
              <a:t>Lancer la publication locale</a:t>
            </a:r>
          </a:p>
          <a:p>
            <a:endParaRPr lang="fr-FR" dirty="0"/>
          </a:p>
        </p:txBody>
      </p:sp>
      <p:sp>
        <p:nvSpPr>
          <p:cNvPr id="4" name="Espace réservé du texte 3">
            <a:extLst>
              <a:ext uri="{FF2B5EF4-FFF2-40B4-BE49-F238E27FC236}">
                <a16:creationId xmlns:a16="http://schemas.microsoft.com/office/drawing/2014/main" id="{19BAFA66-66E4-D08A-8886-FE3577892964}"/>
              </a:ext>
            </a:extLst>
          </p:cNvPr>
          <p:cNvSpPr>
            <a:spLocks noGrp="1"/>
          </p:cNvSpPr>
          <p:nvPr>
            <p:ph type="body" sz="quarter" idx="15"/>
          </p:nvPr>
        </p:nvSpPr>
        <p:spPr/>
        <p:txBody>
          <a:bodyPr/>
          <a:lstStyle/>
          <a:p>
            <a:r>
              <a:rPr lang="fr-FR" dirty="0"/>
              <a:t>Mise en œuvre</a:t>
            </a:r>
          </a:p>
        </p:txBody>
      </p:sp>
      <p:pic>
        <p:nvPicPr>
          <p:cNvPr id="6" name="Image 5">
            <a:extLst>
              <a:ext uri="{FF2B5EF4-FFF2-40B4-BE49-F238E27FC236}">
                <a16:creationId xmlns:a16="http://schemas.microsoft.com/office/drawing/2014/main" id="{A4614B62-E039-AC16-5DD6-870469795966}"/>
              </a:ext>
            </a:extLst>
          </p:cNvPr>
          <p:cNvPicPr>
            <a:picLocks noChangeAspect="1"/>
          </p:cNvPicPr>
          <p:nvPr/>
        </p:nvPicPr>
        <p:blipFill>
          <a:blip r:embed="rId2"/>
          <a:stretch>
            <a:fillRect/>
          </a:stretch>
        </p:blipFill>
        <p:spPr>
          <a:xfrm>
            <a:off x="7514771" y="2690416"/>
            <a:ext cx="486209" cy="436596"/>
          </a:xfrm>
          <a:prstGeom prst="rect">
            <a:avLst/>
          </a:prstGeom>
        </p:spPr>
      </p:pic>
      <p:grpSp>
        <p:nvGrpSpPr>
          <p:cNvPr id="43" name="Groupe 42">
            <a:extLst>
              <a:ext uri="{FF2B5EF4-FFF2-40B4-BE49-F238E27FC236}">
                <a16:creationId xmlns:a16="http://schemas.microsoft.com/office/drawing/2014/main" id="{22DC4149-B2D2-C3FB-69C9-C317DF95B312}"/>
              </a:ext>
            </a:extLst>
          </p:cNvPr>
          <p:cNvGrpSpPr/>
          <p:nvPr/>
        </p:nvGrpSpPr>
        <p:grpSpPr>
          <a:xfrm>
            <a:off x="4614424" y="3192672"/>
            <a:ext cx="1882449" cy="484186"/>
            <a:chOff x="4623180" y="3263681"/>
            <a:chExt cx="1882449" cy="484186"/>
          </a:xfrm>
        </p:grpSpPr>
        <p:pic>
          <p:nvPicPr>
            <p:cNvPr id="7" name="Image 6">
              <a:extLst>
                <a:ext uri="{FF2B5EF4-FFF2-40B4-BE49-F238E27FC236}">
                  <a16:creationId xmlns:a16="http://schemas.microsoft.com/office/drawing/2014/main" id="{C95A5200-4AF4-6353-C8E8-3B2A6EC72D02}"/>
                </a:ext>
              </a:extLst>
            </p:cNvPr>
            <p:cNvPicPr>
              <a:picLocks noChangeAspect="1"/>
            </p:cNvPicPr>
            <p:nvPr/>
          </p:nvPicPr>
          <p:blipFill rotWithShape="1">
            <a:blip r:embed="rId3"/>
            <a:srcRect t="108" r="72355" b="87900"/>
            <a:stretch/>
          </p:blipFill>
          <p:spPr>
            <a:xfrm>
              <a:off x="4623180" y="3263681"/>
              <a:ext cx="1882449" cy="484186"/>
            </a:xfrm>
            <a:prstGeom prst="rect">
              <a:avLst/>
            </a:prstGeom>
          </p:spPr>
        </p:pic>
        <p:sp>
          <p:nvSpPr>
            <p:cNvPr id="9" name="Rectangle 8">
              <a:extLst>
                <a:ext uri="{FF2B5EF4-FFF2-40B4-BE49-F238E27FC236}">
                  <a16:creationId xmlns:a16="http://schemas.microsoft.com/office/drawing/2014/main" id="{9D0D8FA0-5834-70A4-5757-DDACE223BA2D}"/>
                </a:ext>
              </a:extLst>
            </p:cNvPr>
            <p:cNvSpPr/>
            <p:nvPr/>
          </p:nvSpPr>
          <p:spPr>
            <a:xfrm>
              <a:off x="4885598" y="3396629"/>
              <a:ext cx="250825" cy="270276"/>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grpSp>
      <p:grpSp>
        <p:nvGrpSpPr>
          <p:cNvPr id="41" name="Groupe 40">
            <a:extLst>
              <a:ext uri="{FF2B5EF4-FFF2-40B4-BE49-F238E27FC236}">
                <a16:creationId xmlns:a16="http://schemas.microsoft.com/office/drawing/2014/main" id="{FDEC57F2-7FFF-CF32-9A09-4FE1AD7CB181}"/>
              </a:ext>
            </a:extLst>
          </p:cNvPr>
          <p:cNvGrpSpPr/>
          <p:nvPr/>
        </p:nvGrpSpPr>
        <p:grpSpPr>
          <a:xfrm>
            <a:off x="5682292" y="4337174"/>
            <a:ext cx="2590800" cy="384079"/>
            <a:chOff x="4623180" y="4236875"/>
            <a:chExt cx="2590800" cy="384079"/>
          </a:xfrm>
        </p:grpSpPr>
        <p:pic>
          <p:nvPicPr>
            <p:cNvPr id="26" name="Image 25">
              <a:extLst>
                <a:ext uri="{FF2B5EF4-FFF2-40B4-BE49-F238E27FC236}">
                  <a16:creationId xmlns:a16="http://schemas.microsoft.com/office/drawing/2014/main" id="{43F4DF9C-8BA5-E20F-7E44-019CD30EDB51}"/>
                </a:ext>
              </a:extLst>
            </p:cNvPr>
            <p:cNvPicPr>
              <a:picLocks noChangeAspect="1"/>
            </p:cNvPicPr>
            <p:nvPr/>
          </p:nvPicPr>
          <p:blipFill rotWithShape="1">
            <a:blip r:embed="rId4"/>
            <a:srcRect l="69182" t="15849" b="76446"/>
            <a:stretch/>
          </p:blipFill>
          <p:spPr>
            <a:xfrm>
              <a:off x="4623180" y="4236875"/>
              <a:ext cx="2590800" cy="384079"/>
            </a:xfrm>
            <a:prstGeom prst="rect">
              <a:avLst/>
            </a:prstGeom>
          </p:spPr>
        </p:pic>
        <p:sp>
          <p:nvSpPr>
            <p:cNvPr id="15" name="Rectangle 14">
              <a:extLst>
                <a:ext uri="{FF2B5EF4-FFF2-40B4-BE49-F238E27FC236}">
                  <a16:creationId xmlns:a16="http://schemas.microsoft.com/office/drawing/2014/main" id="{8E6178F4-650A-BA7A-4225-96ADD06A57FA}"/>
                </a:ext>
              </a:extLst>
            </p:cNvPr>
            <p:cNvSpPr/>
            <p:nvPr/>
          </p:nvSpPr>
          <p:spPr>
            <a:xfrm>
              <a:off x="5807861" y="4299230"/>
              <a:ext cx="606659" cy="243980"/>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grpSp>
      <p:grpSp>
        <p:nvGrpSpPr>
          <p:cNvPr id="42" name="Groupe 41">
            <a:extLst>
              <a:ext uri="{FF2B5EF4-FFF2-40B4-BE49-F238E27FC236}">
                <a16:creationId xmlns:a16="http://schemas.microsoft.com/office/drawing/2014/main" id="{C1754EE9-40BC-2FB0-BB97-7081D7F7974C}"/>
              </a:ext>
            </a:extLst>
          </p:cNvPr>
          <p:cNvGrpSpPr/>
          <p:nvPr/>
        </p:nvGrpSpPr>
        <p:grpSpPr>
          <a:xfrm>
            <a:off x="6707637" y="3770696"/>
            <a:ext cx="2660650" cy="394434"/>
            <a:chOff x="4623180" y="3804829"/>
            <a:chExt cx="2660650" cy="394434"/>
          </a:xfrm>
        </p:grpSpPr>
        <p:pic>
          <p:nvPicPr>
            <p:cNvPr id="29" name="Image 28">
              <a:extLst>
                <a:ext uri="{FF2B5EF4-FFF2-40B4-BE49-F238E27FC236}">
                  <a16:creationId xmlns:a16="http://schemas.microsoft.com/office/drawing/2014/main" id="{E597DCAA-F198-42F9-BA2B-F0426402561E}"/>
                </a:ext>
              </a:extLst>
            </p:cNvPr>
            <p:cNvPicPr>
              <a:picLocks noChangeAspect="1"/>
            </p:cNvPicPr>
            <p:nvPr/>
          </p:nvPicPr>
          <p:blipFill rotWithShape="1">
            <a:blip r:embed="rId4"/>
            <a:srcRect l="69182" t="15849" b="76446"/>
            <a:stretch/>
          </p:blipFill>
          <p:spPr>
            <a:xfrm>
              <a:off x="4623180" y="3804829"/>
              <a:ext cx="2660650" cy="394434"/>
            </a:xfrm>
            <a:prstGeom prst="rect">
              <a:avLst/>
            </a:prstGeom>
          </p:spPr>
        </p:pic>
        <p:sp>
          <p:nvSpPr>
            <p:cNvPr id="33" name="Rectangle 32">
              <a:extLst>
                <a:ext uri="{FF2B5EF4-FFF2-40B4-BE49-F238E27FC236}">
                  <a16:creationId xmlns:a16="http://schemas.microsoft.com/office/drawing/2014/main" id="{CCBE9E11-EB7C-FC7D-8E8F-B3A20E3E7775}"/>
                </a:ext>
              </a:extLst>
            </p:cNvPr>
            <p:cNvSpPr/>
            <p:nvPr/>
          </p:nvSpPr>
          <p:spPr>
            <a:xfrm>
              <a:off x="4785421" y="3898416"/>
              <a:ext cx="754275" cy="202466"/>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grpSp>
      <p:grpSp>
        <p:nvGrpSpPr>
          <p:cNvPr id="39" name="Groupe 38">
            <a:extLst>
              <a:ext uri="{FF2B5EF4-FFF2-40B4-BE49-F238E27FC236}">
                <a16:creationId xmlns:a16="http://schemas.microsoft.com/office/drawing/2014/main" id="{DB0AD27C-0B0E-5DBD-C6E5-69F6B40AD59C}"/>
              </a:ext>
            </a:extLst>
          </p:cNvPr>
          <p:cNvGrpSpPr/>
          <p:nvPr/>
        </p:nvGrpSpPr>
        <p:grpSpPr>
          <a:xfrm>
            <a:off x="5336261" y="5437558"/>
            <a:ext cx="1619636" cy="321942"/>
            <a:chOff x="4623258" y="5588251"/>
            <a:chExt cx="1619636" cy="321942"/>
          </a:xfrm>
        </p:grpSpPr>
        <p:pic>
          <p:nvPicPr>
            <p:cNvPr id="36" name="Image 35">
              <a:extLst>
                <a:ext uri="{FF2B5EF4-FFF2-40B4-BE49-F238E27FC236}">
                  <a16:creationId xmlns:a16="http://schemas.microsoft.com/office/drawing/2014/main" id="{ED353902-C34F-05E2-2F8E-1AA0589913B6}"/>
                </a:ext>
              </a:extLst>
            </p:cNvPr>
            <p:cNvPicPr>
              <a:picLocks noChangeAspect="1"/>
            </p:cNvPicPr>
            <p:nvPr/>
          </p:nvPicPr>
          <p:blipFill rotWithShape="1">
            <a:blip r:embed="rId4"/>
            <a:srcRect l="62630" t="91065" r="20152" b="3163"/>
            <a:stretch/>
          </p:blipFill>
          <p:spPr>
            <a:xfrm>
              <a:off x="4623258" y="5588251"/>
              <a:ext cx="1619636" cy="321942"/>
            </a:xfrm>
            <a:prstGeom prst="rect">
              <a:avLst/>
            </a:prstGeom>
          </p:spPr>
        </p:pic>
        <p:sp>
          <p:nvSpPr>
            <p:cNvPr id="38" name="Rectangle 37">
              <a:extLst>
                <a:ext uri="{FF2B5EF4-FFF2-40B4-BE49-F238E27FC236}">
                  <a16:creationId xmlns:a16="http://schemas.microsoft.com/office/drawing/2014/main" id="{B4B7D63C-E2AC-E487-06AF-84FF2FC611B8}"/>
                </a:ext>
              </a:extLst>
            </p:cNvPr>
            <p:cNvSpPr/>
            <p:nvPr/>
          </p:nvSpPr>
          <p:spPr>
            <a:xfrm>
              <a:off x="4663269" y="5625862"/>
              <a:ext cx="678793" cy="269411"/>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grpSp>
      <p:cxnSp>
        <p:nvCxnSpPr>
          <p:cNvPr id="45" name="Connecteur droit 44">
            <a:extLst>
              <a:ext uri="{FF2B5EF4-FFF2-40B4-BE49-F238E27FC236}">
                <a16:creationId xmlns:a16="http://schemas.microsoft.com/office/drawing/2014/main" id="{38620603-75DB-AA3B-E0AB-D72319C1C291}"/>
              </a:ext>
            </a:extLst>
          </p:cNvPr>
          <p:cNvCxnSpPr/>
          <p:nvPr/>
        </p:nvCxnSpPr>
        <p:spPr>
          <a:xfrm>
            <a:off x="2740826" y="2969717"/>
            <a:ext cx="4617507"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6" name="Connecteur droit 45">
            <a:extLst>
              <a:ext uri="{FF2B5EF4-FFF2-40B4-BE49-F238E27FC236}">
                <a16:creationId xmlns:a16="http://schemas.microsoft.com/office/drawing/2014/main" id="{3F434FF1-38A0-3667-E8EB-6EEA04F25188}"/>
              </a:ext>
            </a:extLst>
          </p:cNvPr>
          <p:cNvCxnSpPr>
            <a:cxnSpLocks/>
          </p:cNvCxnSpPr>
          <p:nvPr/>
        </p:nvCxnSpPr>
        <p:spPr>
          <a:xfrm>
            <a:off x="4112815" y="3429000"/>
            <a:ext cx="331949"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8" name="Connecteur droit 47">
            <a:extLst>
              <a:ext uri="{FF2B5EF4-FFF2-40B4-BE49-F238E27FC236}">
                <a16:creationId xmlns:a16="http://schemas.microsoft.com/office/drawing/2014/main" id="{EA988B9F-EEEF-4A97-B86E-4249C8A09FAA}"/>
              </a:ext>
            </a:extLst>
          </p:cNvPr>
          <p:cNvCxnSpPr>
            <a:cxnSpLocks/>
          </p:cNvCxnSpPr>
          <p:nvPr/>
        </p:nvCxnSpPr>
        <p:spPr>
          <a:xfrm>
            <a:off x="3812996" y="4020461"/>
            <a:ext cx="2683877"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0" name="Connecteur droit 49">
            <a:extLst>
              <a:ext uri="{FF2B5EF4-FFF2-40B4-BE49-F238E27FC236}">
                <a16:creationId xmlns:a16="http://schemas.microsoft.com/office/drawing/2014/main" id="{8FB97CA6-6DE1-2565-BC0D-181B330C8AEA}"/>
              </a:ext>
            </a:extLst>
          </p:cNvPr>
          <p:cNvCxnSpPr>
            <a:cxnSpLocks/>
          </p:cNvCxnSpPr>
          <p:nvPr/>
        </p:nvCxnSpPr>
        <p:spPr>
          <a:xfrm>
            <a:off x="3359630" y="4564087"/>
            <a:ext cx="2170268"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3" name="Connecteur droit 52">
            <a:extLst>
              <a:ext uri="{FF2B5EF4-FFF2-40B4-BE49-F238E27FC236}">
                <a16:creationId xmlns:a16="http://schemas.microsoft.com/office/drawing/2014/main" id="{A62486CC-0EF2-EE9D-B2EF-EF5C493685F8}"/>
              </a:ext>
            </a:extLst>
          </p:cNvPr>
          <p:cNvCxnSpPr>
            <a:cxnSpLocks/>
          </p:cNvCxnSpPr>
          <p:nvPr/>
        </p:nvCxnSpPr>
        <p:spPr>
          <a:xfrm>
            <a:off x="4660653" y="5101339"/>
            <a:ext cx="2870693"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8" name="Connecteur droit 57">
            <a:extLst>
              <a:ext uri="{FF2B5EF4-FFF2-40B4-BE49-F238E27FC236}">
                <a16:creationId xmlns:a16="http://schemas.microsoft.com/office/drawing/2014/main" id="{6F09FDAA-A338-7942-3159-0BCA1910F05C}"/>
              </a:ext>
            </a:extLst>
          </p:cNvPr>
          <p:cNvCxnSpPr>
            <a:cxnSpLocks/>
          </p:cNvCxnSpPr>
          <p:nvPr/>
        </p:nvCxnSpPr>
        <p:spPr>
          <a:xfrm>
            <a:off x="3409564" y="5611876"/>
            <a:ext cx="1619636"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grpSp>
        <p:nvGrpSpPr>
          <p:cNvPr id="11" name="Groupe 10">
            <a:extLst>
              <a:ext uri="{FF2B5EF4-FFF2-40B4-BE49-F238E27FC236}">
                <a16:creationId xmlns:a16="http://schemas.microsoft.com/office/drawing/2014/main" id="{82876973-A791-4368-5D5A-B190B62937B9}"/>
              </a:ext>
            </a:extLst>
          </p:cNvPr>
          <p:cNvGrpSpPr/>
          <p:nvPr/>
        </p:nvGrpSpPr>
        <p:grpSpPr>
          <a:xfrm>
            <a:off x="7634283" y="4929909"/>
            <a:ext cx="3360348" cy="342860"/>
            <a:chOff x="8460177" y="4956391"/>
            <a:chExt cx="3829050" cy="495300"/>
          </a:xfrm>
        </p:grpSpPr>
        <p:pic>
          <p:nvPicPr>
            <p:cNvPr id="8" name="Image 7">
              <a:extLst>
                <a:ext uri="{FF2B5EF4-FFF2-40B4-BE49-F238E27FC236}">
                  <a16:creationId xmlns:a16="http://schemas.microsoft.com/office/drawing/2014/main" id="{C465E434-7A64-1693-7CB7-CBB6C863F4B0}"/>
                </a:ext>
              </a:extLst>
            </p:cNvPr>
            <p:cNvPicPr>
              <a:picLocks noChangeAspect="1"/>
            </p:cNvPicPr>
            <p:nvPr/>
          </p:nvPicPr>
          <p:blipFill>
            <a:blip r:embed="rId5"/>
            <a:stretch>
              <a:fillRect/>
            </a:stretch>
          </p:blipFill>
          <p:spPr>
            <a:xfrm>
              <a:off x="8460177" y="4956391"/>
              <a:ext cx="3829050" cy="495300"/>
            </a:xfrm>
            <a:prstGeom prst="rect">
              <a:avLst/>
            </a:prstGeom>
          </p:spPr>
        </p:pic>
        <p:sp>
          <p:nvSpPr>
            <p:cNvPr id="10" name="Rectangle 9">
              <a:extLst>
                <a:ext uri="{FF2B5EF4-FFF2-40B4-BE49-F238E27FC236}">
                  <a16:creationId xmlns:a16="http://schemas.microsoft.com/office/drawing/2014/main" id="{68911852-34C6-7F9A-6593-83277EC8FBCC}"/>
                </a:ext>
              </a:extLst>
            </p:cNvPr>
            <p:cNvSpPr/>
            <p:nvPr/>
          </p:nvSpPr>
          <p:spPr>
            <a:xfrm>
              <a:off x="10236519" y="5082051"/>
              <a:ext cx="1955481" cy="243980"/>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grpSp>
    </p:spTree>
    <p:extLst>
      <p:ext uri="{BB962C8B-B14F-4D97-AF65-F5344CB8AC3E}">
        <p14:creationId xmlns:p14="http://schemas.microsoft.com/office/powerpoint/2010/main" val="301234020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re 3">
            <a:extLst>
              <a:ext uri="{FF2B5EF4-FFF2-40B4-BE49-F238E27FC236}">
                <a16:creationId xmlns:a16="http://schemas.microsoft.com/office/drawing/2014/main" id="{5AB25890-5D2B-8A4F-90E1-E25E94E888E5}"/>
              </a:ext>
            </a:extLst>
          </p:cNvPr>
          <p:cNvSpPr>
            <a:spLocks noGrp="1"/>
          </p:cNvSpPr>
          <p:nvPr>
            <p:ph type="title"/>
          </p:nvPr>
        </p:nvSpPr>
        <p:spPr>
          <a:prstGeom prst="rect">
            <a:avLst/>
          </a:prstGeom>
        </p:spPr>
        <p:txBody>
          <a:bodyPr/>
          <a:lstStyle/>
          <a:p>
            <a:r>
              <a:rPr lang="fr-FR" dirty="0"/>
              <a:t>Dépannage</a:t>
            </a:r>
          </a:p>
        </p:txBody>
      </p:sp>
      <p:sp>
        <p:nvSpPr>
          <p:cNvPr id="5" name="Espace réservé du contenu 4">
            <a:extLst>
              <a:ext uri="{FF2B5EF4-FFF2-40B4-BE49-F238E27FC236}">
                <a16:creationId xmlns:a16="http://schemas.microsoft.com/office/drawing/2014/main" id="{24F509AC-E712-3C45-AAC9-0BA6E5C35D4B}"/>
              </a:ext>
            </a:extLst>
          </p:cNvPr>
          <p:cNvSpPr>
            <a:spLocks noGrp="1"/>
          </p:cNvSpPr>
          <p:nvPr>
            <p:ph sz="half" idx="1"/>
          </p:nvPr>
        </p:nvSpPr>
        <p:spPr>
          <a:prstGeom prst="rect">
            <a:avLst/>
          </a:prstGeom>
        </p:spPr>
        <p:txBody>
          <a:bodyPr/>
          <a:lstStyle/>
          <a:p>
            <a:r>
              <a:rPr lang="fr-FR" sz="1800" b="0" dirty="0"/>
              <a:t>Aide au diagnostique et à la résolution des problèmes courants</a:t>
            </a:r>
          </a:p>
        </p:txBody>
      </p:sp>
      <p:sp>
        <p:nvSpPr>
          <p:cNvPr id="2" name="Espace réservé du texte 1"/>
          <p:cNvSpPr>
            <a:spLocks noGrp="1"/>
          </p:cNvSpPr>
          <p:nvPr>
            <p:ph type="body" sz="quarter" idx="10"/>
          </p:nvPr>
        </p:nvSpPr>
        <p:spPr/>
        <p:txBody>
          <a:bodyPr/>
          <a:lstStyle/>
          <a:p>
            <a:r>
              <a:rPr lang="fr-FR" dirty="0"/>
              <a:t>4</a:t>
            </a:r>
          </a:p>
        </p:txBody>
      </p:sp>
    </p:spTree>
    <p:extLst>
      <p:ext uri="{BB962C8B-B14F-4D97-AF65-F5344CB8AC3E}">
        <p14:creationId xmlns:p14="http://schemas.microsoft.com/office/powerpoint/2010/main" val="418825945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p:txBody>
          <a:bodyPr/>
          <a:lstStyle/>
          <a:p>
            <a:r>
              <a:rPr lang="fr-FR" dirty="0"/>
              <a:t>Eléments à contrôler - Génération</a:t>
            </a:r>
          </a:p>
        </p:txBody>
      </p:sp>
      <p:sp>
        <p:nvSpPr>
          <p:cNvPr id="10" name="Espace réservé du texte 9">
            <a:extLst>
              <a:ext uri="{FF2B5EF4-FFF2-40B4-BE49-F238E27FC236}">
                <a16:creationId xmlns:a16="http://schemas.microsoft.com/office/drawing/2014/main" id="{CF3C03EA-DDD4-445D-9A36-DC7D32FDA7A4}"/>
              </a:ext>
            </a:extLst>
          </p:cNvPr>
          <p:cNvSpPr>
            <a:spLocks noGrp="1"/>
          </p:cNvSpPr>
          <p:nvPr>
            <p:ph type="body" idx="1"/>
          </p:nvPr>
        </p:nvSpPr>
        <p:spPr>
          <a:xfrm>
            <a:off x="270763" y="1580233"/>
            <a:ext cx="11797412" cy="448592"/>
          </a:xfrm>
        </p:spPr>
        <p:txBody>
          <a:bodyPr/>
          <a:lstStyle/>
          <a:p>
            <a:pPr marL="101598" indent="0">
              <a:buNone/>
            </a:pPr>
            <a:r>
              <a:rPr lang="fr-FR" sz="1800" dirty="0"/>
              <a:t>Si vous constatez que les données ne sont pas publiées ou ne sont pas actualisées, vérifiez les points suivants:</a:t>
            </a:r>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dirty="0"/>
              <a:t>Dépannage</a:t>
            </a:r>
          </a:p>
        </p:txBody>
      </p:sp>
      <p:graphicFrame>
        <p:nvGraphicFramePr>
          <p:cNvPr id="7" name="Tableau 6">
            <a:extLst>
              <a:ext uri="{FF2B5EF4-FFF2-40B4-BE49-F238E27FC236}">
                <a16:creationId xmlns:a16="http://schemas.microsoft.com/office/drawing/2014/main" id="{C142FFEE-659B-6571-73CA-6E3D3E5DB0D6}"/>
              </a:ext>
            </a:extLst>
          </p:cNvPr>
          <p:cNvGraphicFramePr>
            <a:graphicFrameLocks noGrp="1"/>
          </p:cNvGraphicFramePr>
          <p:nvPr>
            <p:extLst>
              <p:ext uri="{D42A27DB-BD31-4B8C-83A1-F6EECF244321}">
                <p14:modId xmlns:p14="http://schemas.microsoft.com/office/powerpoint/2010/main" val="615822682"/>
              </p:ext>
            </p:extLst>
          </p:nvPr>
        </p:nvGraphicFramePr>
        <p:xfrm>
          <a:off x="270763" y="2017468"/>
          <a:ext cx="11549762" cy="3768017"/>
        </p:xfrm>
        <a:graphic>
          <a:graphicData uri="http://schemas.openxmlformats.org/drawingml/2006/table">
            <a:tbl>
              <a:tblPr firstRow="1" bandRow="1">
                <a:tableStyleId>{5C22544A-7EE6-4342-B048-85BDC9FD1C3A}</a:tableStyleId>
              </a:tblPr>
              <a:tblGrid>
                <a:gridCol w="5605364">
                  <a:extLst>
                    <a:ext uri="{9D8B030D-6E8A-4147-A177-3AD203B41FA5}">
                      <a16:colId xmlns:a16="http://schemas.microsoft.com/office/drawing/2014/main" val="1181157168"/>
                    </a:ext>
                  </a:extLst>
                </a:gridCol>
                <a:gridCol w="5944398">
                  <a:extLst>
                    <a:ext uri="{9D8B030D-6E8A-4147-A177-3AD203B41FA5}">
                      <a16:colId xmlns:a16="http://schemas.microsoft.com/office/drawing/2014/main" val="3916079968"/>
                    </a:ext>
                  </a:extLst>
                </a:gridCol>
              </a:tblGrid>
              <a:tr h="370840">
                <a:tc>
                  <a:txBody>
                    <a:bodyPr/>
                    <a:lstStyle/>
                    <a:p>
                      <a:r>
                        <a:rPr lang="fr-FR" dirty="0"/>
                        <a:t>Contrôle</a:t>
                      </a:r>
                    </a:p>
                  </a:txBody>
                  <a:tcPr anchor="ctr"/>
                </a:tc>
                <a:tc>
                  <a:txBody>
                    <a:bodyPr/>
                    <a:lstStyle/>
                    <a:p>
                      <a:r>
                        <a:rPr lang="fr-FR" dirty="0"/>
                        <a:t>Que faire</a:t>
                      </a:r>
                    </a:p>
                  </a:txBody>
                  <a:tcPr anchor="ctr"/>
                </a:tc>
                <a:extLst>
                  <a:ext uri="{0D108BD9-81ED-4DB2-BD59-A6C34878D82A}">
                    <a16:rowId xmlns:a16="http://schemas.microsoft.com/office/drawing/2014/main" val="2896649042"/>
                  </a:ext>
                </a:extLst>
              </a:tr>
              <a:tr h="720770">
                <a:tc>
                  <a:txBody>
                    <a:bodyPr/>
                    <a:lstStyle/>
                    <a:p>
                      <a:r>
                        <a:rPr lang="fr-FR" dirty="0"/>
                        <a:t>L’application est connecté au serveur de compétition (icone verte             )</a:t>
                      </a:r>
                    </a:p>
                  </a:txBody>
                  <a:tcPr anchor="ctr"/>
                </a:tc>
                <a:tc>
                  <a:txBody>
                    <a:bodyPr/>
                    <a:lstStyle/>
                    <a:p>
                      <a:r>
                        <a:rPr lang="fr-FR" dirty="0"/>
                        <a:t>Reconnectez l’application au serveur</a:t>
                      </a:r>
                    </a:p>
                  </a:txBody>
                  <a:tcPr anchor="ctr"/>
                </a:tc>
                <a:extLst>
                  <a:ext uri="{0D108BD9-81ED-4DB2-BD59-A6C34878D82A}">
                    <a16:rowId xmlns:a16="http://schemas.microsoft.com/office/drawing/2014/main" val="2586581298"/>
                  </a:ext>
                </a:extLst>
              </a:tr>
              <a:tr h="481847">
                <a:tc>
                  <a:txBody>
                    <a:bodyPr/>
                    <a:lstStyle/>
                    <a:p>
                      <a:r>
                        <a:rPr lang="fr-FR" dirty="0"/>
                        <a:t>La génération est démarrée</a:t>
                      </a:r>
                    </a:p>
                  </a:txBody>
                  <a:tcPr anchor="ctr"/>
                </a:tc>
                <a:tc>
                  <a:txBody>
                    <a:bodyPr/>
                    <a:lstStyle/>
                    <a:p>
                      <a:r>
                        <a:rPr lang="fr-FR" dirty="0"/>
                        <a:t>Démarrez la génération</a:t>
                      </a:r>
                    </a:p>
                  </a:txBody>
                  <a:tcPr anchor="ctr"/>
                </a:tc>
                <a:extLst>
                  <a:ext uri="{0D108BD9-81ED-4DB2-BD59-A6C34878D82A}">
                    <a16:rowId xmlns:a16="http://schemas.microsoft.com/office/drawing/2014/main" val="2578065560"/>
                  </a:ext>
                </a:extLst>
              </a:tr>
              <a:tr h="370840">
                <a:tc>
                  <a:txBody>
                    <a:bodyPr/>
                    <a:lstStyle/>
                    <a:p>
                      <a:r>
                        <a:rPr lang="fr-FR" dirty="0"/>
                        <a:t>Absence de message d’erreur</a:t>
                      </a:r>
                    </a:p>
                  </a:txBody>
                  <a:tcPr anchor="ctr"/>
                </a:tc>
                <a:tc>
                  <a:txBody>
                    <a:bodyPr/>
                    <a:lstStyle/>
                    <a:p>
                      <a:r>
                        <a:rPr lang="fr-FR" dirty="0"/>
                        <a:t>Fermez la fenêtre d’erreur. Si l’erreur persiste ou si l’application ne fonctionne pas correctement, relancez cette dernière</a:t>
                      </a:r>
                    </a:p>
                  </a:txBody>
                  <a:tcPr anchor="ctr"/>
                </a:tc>
                <a:extLst>
                  <a:ext uri="{0D108BD9-81ED-4DB2-BD59-A6C34878D82A}">
                    <a16:rowId xmlns:a16="http://schemas.microsoft.com/office/drawing/2014/main" val="2675461195"/>
                  </a:ext>
                </a:extLst>
              </a:tr>
              <a:tr h="370840">
                <a:tc>
                  <a:txBody>
                    <a:bodyPr/>
                    <a:lstStyle/>
                    <a:p>
                      <a:r>
                        <a:rPr lang="fr-FR" dirty="0"/>
                        <a:t>La fréquence de mise à jour est trop faible</a:t>
                      </a:r>
                    </a:p>
                  </a:txBody>
                  <a:tcPr anchor="ctr"/>
                </a:tc>
                <a:tc>
                  <a:txBody>
                    <a:bodyPr/>
                    <a:lstStyle/>
                    <a:p>
                      <a:r>
                        <a:rPr lang="fr-FR" dirty="0"/>
                        <a:t>Arrêtez la génération, modifiez le délai de génération et redémarrez la génération.</a:t>
                      </a:r>
                    </a:p>
                  </a:txBody>
                  <a:tcPr anchor="ctr"/>
                </a:tc>
                <a:extLst>
                  <a:ext uri="{0D108BD9-81ED-4DB2-BD59-A6C34878D82A}">
                    <a16:rowId xmlns:a16="http://schemas.microsoft.com/office/drawing/2014/main" val="2306318331"/>
                  </a:ext>
                </a:extLst>
              </a:tr>
              <a:tr h="370840">
                <a:tc>
                  <a:txBody>
                    <a:bodyPr/>
                    <a:lstStyle/>
                    <a:p>
                      <a:r>
                        <a:rPr lang="fr-FR" dirty="0"/>
                        <a:t>Le répertoire de travail est inaccessible</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dirty="0"/>
                        <a:t>Arrêtez la génération, modifiez le répertoire de travail et redémarrez la génération.</a:t>
                      </a:r>
                    </a:p>
                  </a:txBody>
                  <a:tcPr anchor="ctr"/>
                </a:tc>
                <a:extLst>
                  <a:ext uri="{0D108BD9-81ED-4DB2-BD59-A6C34878D82A}">
                    <a16:rowId xmlns:a16="http://schemas.microsoft.com/office/drawing/2014/main" val="1667609265"/>
                  </a:ext>
                </a:extLst>
              </a:tr>
            </a:tbl>
          </a:graphicData>
        </a:graphic>
      </p:graphicFrame>
      <p:pic>
        <p:nvPicPr>
          <p:cNvPr id="9" name="Image 8">
            <a:extLst>
              <a:ext uri="{FF2B5EF4-FFF2-40B4-BE49-F238E27FC236}">
                <a16:creationId xmlns:a16="http://schemas.microsoft.com/office/drawing/2014/main" id="{A4B598AD-7E9B-2B25-9A4A-511376C52C7B}"/>
              </a:ext>
            </a:extLst>
          </p:cNvPr>
          <p:cNvPicPr>
            <a:picLocks noChangeAspect="1"/>
          </p:cNvPicPr>
          <p:nvPr/>
        </p:nvPicPr>
        <p:blipFill>
          <a:blip r:embed="rId2"/>
          <a:stretch>
            <a:fillRect/>
          </a:stretch>
        </p:blipFill>
        <p:spPr>
          <a:xfrm>
            <a:off x="1504302" y="2726533"/>
            <a:ext cx="592155" cy="361526"/>
          </a:xfrm>
          <a:prstGeom prst="rect">
            <a:avLst/>
          </a:prstGeom>
        </p:spPr>
      </p:pic>
      <p:pic>
        <p:nvPicPr>
          <p:cNvPr id="14" name="Image 13">
            <a:extLst>
              <a:ext uri="{FF2B5EF4-FFF2-40B4-BE49-F238E27FC236}">
                <a16:creationId xmlns:a16="http://schemas.microsoft.com/office/drawing/2014/main" id="{F0EEA465-103F-046F-E098-6AF471671979}"/>
              </a:ext>
            </a:extLst>
          </p:cNvPr>
          <p:cNvPicPr>
            <a:picLocks noChangeAspect="1"/>
          </p:cNvPicPr>
          <p:nvPr/>
        </p:nvPicPr>
        <p:blipFill>
          <a:blip r:embed="rId3"/>
          <a:stretch>
            <a:fillRect/>
          </a:stretch>
        </p:blipFill>
        <p:spPr>
          <a:xfrm>
            <a:off x="3071812" y="3179148"/>
            <a:ext cx="1161403" cy="354627"/>
          </a:xfrm>
          <a:prstGeom prst="rect">
            <a:avLst/>
          </a:prstGeom>
        </p:spPr>
      </p:pic>
    </p:spTree>
    <p:extLst>
      <p:ext uri="{BB962C8B-B14F-4D97-AF65-F5344CB8AC3E}">
        <p14:creationId xmlns:p14="http://schemas.microsoft.com/office/powerpoint/2010/main" val="246736338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p:txBody>
          <a:bodyPr/>
          <a:lstStyle/>
          <a:p>
            <a:r>
              <a:rPr lang="fr-FR" dirty="0"/>
              <a:t>Eléments à contrôler – Publication locale</a:t>
            </a:r>
          </a:p>
        </p:txBody>
      </p:sp>
      <p:sp>
        <p:nvSpPr>
          <p:cNvPr id="10" name="Espace réservé du texte 9">
            <a:extLst>
              <a:ext uri="{FF2B5EF4-FFF2-40B4-BE49-F238E27FC236}">
                <a16:creationId xmlns:a16="http://schemas.microsoft.com/office/drawing/2014/main" id="{CF3C03EA-DDD4-445D-9A36-DC7D32FDA7A4}"/>
              </a:ext>
            </a:extLst>
          </p:cNvPr>
          <p:cNvSpPr>
            <a:spLocks noGrp="1"/>
          </p:cNvSpPr>
          <p:nvPr>
            <p:ph type="body" idx="1"/>
          </p:nvPr>
        </p:nvSpPr>
        <p:spPr>
          <a:xfrm>
            <a:off x="270763" y="1580233"/>
            <a:ext cx="11797412" cy="448592"/>
          </a:xfrm>
        </p:spPr>
        <p:txBody>
          <a:bodyPr/>
          <a:lstStyle/>
          <a:p>
            <a:pPr marL="101598" indent="0">
              <a:buNone/>
            </a:pPr>
            <a:r>
              <a:rPr lang="fr-FR" sz="1800" dirty="0"/>
              <a:t>Si vous constatez que le site n’est pas accessible localement, vérifiez les points suivants:</a:t>
            </a:r>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dirty="0"/>
              <a:t>Dépannage</a:t>
            </a:r>
          </a:p>
        </p:txBody>
      </p:sp>
      <p:graphicFrame>
        <p:nvGraphicFramePr>
          <p:cNvPr id="7" name="Tableau 6">
            <a:extLst>
              <a:ext uri="{FF2B5EF4-FFF2-40B4-BE49-F238E27FC236}">
                <a16:creationId xmlns:a16="http://schemas.microsoft.com/office/drawing/2014/main" id="{C142FFEE-659B-6571-73CA-6E3D3E5DB0D6}"/>
              </a:ext>
            </a:extLst>
          </p:cNvPr>
          <p:cNvGraphicFramePr>
            <a:graphicFrameLocks noGrp="1"/>
          </p:cNvGraphicFramePr>
          <p:nvPr>
            <p:extLst>
              <p:ext uri="{D42A27DB-BD31-4B8C-83A1-F6EECF244321}">
                <p14:modId xmlns:p14="http://schemas.microsoft.com/office/powerpoint/2010/main" val="2456733157"/>
              </p:ext>
            </p:extLst>
          </p:nvPr>
        </p:nvGraphicFramePr>
        <p:xfrm>
          <a:off x="270763" y="2017468"/>
          <a:ext cx="11549762" cy="1946202"/>
        </p:xfrm>
        <a:graphic>
          <a:graphicData uri="http://schemas.openxmlformats.org/drawingml/2006/table">
            <a:tbl>
              <a:tblPr firstRow="1" bandRow="1">
                <a:tableStyleId>{5C22544A-7EE6-4342-B048-85BDC9FD1C3A}</a:tableStyleId>
              </a:tblPr>
              <a:tblGrid>
                <a:gridCol w="5605364">
                  <a:extLst>
                    <a:ext uri="{9D8B030D-6E8A-4147-A177-3AD203B41FA5}">
                      <a16:colId xmlns:a16="http://schemas.microsoft.com/office/drawing/2014/main" val="1181157168"/>
                    </a:ext>
                  </a:extLst>
                </a:gridCol>
                <a:gridCol w="5944398">
                  <a:extLst>
                    <a:ext uri="{9D8B030D-6E8A-4147-A177-3AD203B41FA5}">
                      <a16:colId xmlns:a16="http://schemas.microsoft.com/office/drawing/2014/main" val="3916079968"/>
                    </a:ext>
                  </a:extLst>
                </a:gridCol>
              </a:tblGrid>
              <a:tr h="370840">
                <a:tc>
                  <a:txBody>
                    <a:bodyPr/>
                    <a:lstStyle/>
                    <a:p>
                      <a:r>
                        <a:rPr lang="fr-FR" dirty="0"/>
                        <a:t>Contrôle</a:t>
                      </a:r>
                    </a:p>
                  </a:txBody>
                  <a:tcPr anchor="ctr"/>
                </a:tc>
                <a:tc>
                  <a:txBody>
                    <a:bodyPr/>
                    <a:lstStyle/>
                    <a:p>
                      <a:r>
                        <a:rPr lang="fr-FR" dirty="0"/>
                        <a:t>Que faire</a:t>
                      </a:r>
                    </a:p>
                  </a:txBody>
                  <a:tcPr anchor="ctr"/>
                </a:tc>
                <a:extLst>
                  <a:ext uri="{0D108BD9-81ED-4DB2-BD59-A6C34878D82A}">
                    <a16:rowId xmlns:a16="http://schemas.microsoft.com/office/drawing/2014/main" val="2896649042"/>
                  </a:ext>
                </a:extLst>
              </a:tr>
              <a:tr h="564442">
                <a:tc>
                  <a:txBody>
                    <a:bodyPr/>
                    <a:lstStyle/>
                    <a:p>
                      <a:r>
                        <a:rPr lang="fr-FR" dirty="0"/>
                        <a:t>La publication locale est démarrée </a:t>
                      </a:r>
                    </a:p>
                  </a:txBody>
                  <a:tcPr anchor="ctr"/>
                </a:tc>
                <a:tc>
                  <a:txBody>
                    <a:bodyPr/>
                    <a:lstStyle/>
                    <a:p>
                      <a:r>
                        <a:rPr lang="fr-FR" dirty="0"/>
                        <a:t>Démarrez la publication</a:t>
                      </a:r>
                    </a:p>
                  </a:txBody>
                  <a:tcPr anchor="ctr"/>
                </a:tc>
                <a:extLst>
                  <a:ext uri="{0D108BD9-81ED-4DB2-BD59-A6C34878D82A}">
                    <a16:rowId xmlns:a16="http://schemas.microsoft.com/office/drawing/2014/main" val="2586581298"/>
                  </a:ext>
                </a:extLst>
              </a:tr>
              <a:tr h="370840">
                <a:tc>
                  <a:txBody>
                    <a:bodyPr/>
                    <a:lstStyle/>
                    <a:p>
                      <a:r>
                        <a:rPr lang="fr-FR" dirty="0"/>
                        <a:t>La publication se fait sur la bonne interface réseau</a:t>
                      </a:r>
                    </a:p>
                  </a:txBody>
                  <a:tcPr anchor="ctr"/>
                </a:tc>
                <a:tc>
                  <a:txBody>
                    <a:bodyPr/>
                    <a:lstStyle/>
                    <a:p>
                      <a:r>
                        <a:rPr lang="fr-FR" dirty="0"/>
                        <a:t>Arrêtez la publication locale, sélectionnez la bonne interface réseau et démarrez la publication locale</a:t>
                      </a:r>
                    </a:p>
                  </a:txBody>
                  <a:tcPr anchor="ctr"/>
                </a:tc>
                <a:extLst>
                  <a:ext uri="{0D108BD9-81ED-4DB2-BD59-A6C34878D82A}">
                    <a16:rowId xmlns:a16="http://schemas.microsoft.com/office/drawing/2014/main" val="4129515051"/>
                  </a:ext>
                </a:extLst>
              </a:tr>
              <a:tr h="370840">
                <a:tc>
                  <a:txBody>
                    <a:bodyPr/>
                    <a:lstStyle/>
                    <a:p>
                      <a:r>
                        <a:rPr lang="fr-FR" dirty="0"/>
                        <a:t>Le pare-feu Windows autorise la l’accès Web</a:t>
                      </a:r>
                    </a:p>
                  </a:txBody>
                  <a:tcPr anchor="ctr"/>
                </a:tc>
                <a:tc>
                  <a:txBody>
                    <a:bodyPr/>
                    <a:lstStyle/>
                    <a:p>
                      <a:r>
                        <a:rPr lang="fr-FR" dirty="0"/>
                        <a:t>Modifiez la configuration du pare-feu Windows</a:t>
                      </a:r>
                    </a:p>
                  </a:txBody>
                  <a:tcPr anchor="ctr"/>
                </a:tc>
                <a:extLst>
                  <a:ext uri="{0D108BD9-81ED-4DB2-BD59-A6C34878D82A}">
                    <a16:rowId xmlns:a16="http://schemas.microsoft.com/office/drawing/2014/main" val="3823118335"/>
                  </a:ext>
                </a:extLst>
              </a:tr>
            </a:tbl>
          </a:graphicData>
        </a:graphic>
      </p:graphicFrame>
      <p:pic>
        <p:nvPicPr>
          <p:cNvPr id="5" name="Image 4">
            <a:extLst>
              <a:ext uri="{FF2B5EF4-FFF2-40B4-BE49-F238E27FC236}">
                <a16:creationId xmlns:a16="http://schemas.microsoft.com/office/drawing/2014/main" id="{2531E53B-5E15-45CC-78E1-23AF9BBA270E}"/>
              </a:ext>
            </a:extLst>
          </p:cNvPr>
          <p:cNvPicPr>
            <a:picLocks noChangeAspect="1"/>
          </p:cNvPicPr>
          <p:nvPr/>
        </p:nvPicPr>
        <p:blipFill>
          <a:blip r:embed="rId2"/>
          <a:stretch>
            <a:fillRect/>
          </a:stretch>
        </p:blipFill>
        <p:spPr>
          <a:xfrm>
            <a:off x="3633787" y="2466060"/>
            <a:ext cx="1247775" cy="381000"/>
          </a:xfrm>
          <a:prstGeom prst="rect">
            <a:avLst/>
          </a:prstGeom>
        </p:spPr>
      </p:pic>
    </p:spTree>
    <p:extLst>
      <p:ext uri="{BB962C8B-B14F-4D97-AF65-F5344CB8AC3E}">
        <p14:creationId xmlns:p14="http://schemas.microsoft.com/office/powerpoint/2010/main" val="210033325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p:txBody>
          <a:bodyPr/>
          <a:lstStyle/>
          <a:p>
            <a:r>
              <a:rPr lang="fr-FR" dirty="0"/>
              <a:t>Eléments à contrôler – Publication distante</a:t>
            </a:r>
          </a:p>
        </p:txBody>
      </p:sp>
      <p:sp>
        <p:nvSpPr>
          <p:cNvPr id="10" name="Espace réservé du texte 9">
            <a:extLst>
              <a:ext uri="{FF2B5EF4-FFF2-40B4-BE49-F238E27FC236}">
                <a16:creationId xmlns:a16="http://schemas.microsoft.com/office/drawing/2014/main" id="{CF3C03EA-DDD4-445D-9A36-DC7D32FDA7A4}"/>
              </a:ext>
            </a:extLst>
          </p:cNvPr>
          <p:cNvSpPr>
            <a:spLocks noGrp="1"/>
          </p:cNvSpPr>
          <p:nvPr>
            <p:ph type="body" idx="1"/>
          </p:nvPr>
        </p:nvSpPr>
        <p:spPr>
          <a:xfrm>
            <a:off x="270763" y="1580233"/>
            <a:ext cx="11797412" cy="448592"/>
          </a:xfrm>
        </p:spPr>
        <p:txBody>
          <a:bodyPr/>
          <a:lstStyle/>
          <a:p>
            <a:pPr marL="101598" indent="0">
              <a:buNone/>
            </a:pPr>
            <a:r>
              <a:rPr lang="fr-FR" sz="1800" dirty="0"/>
              <a:t>Si vous constatez que le site n’est pas accessible à distance, vérifiez les points suivants:</a:t>
            </a:r>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dirty="0"/>
              <a:t>Dépannage</a:t>
            </a:r>
          </a:p>
        </p:txBody>
      </p:sp>
      <p:graphicFrame>
        <p:nvGraphicFramePr>
          <p:cNvPr id="7" name="Tableau 6">
            <a:extLst>
              <a:ext uri="{FF2B5EF4-FFF2-40B4-BE49-F238E27FC236}">
                <a16:creationId xmlns:a16="http://schemas.microsoft.com/office/drawing/2014/main" id="{C142FFEE-659B-6571-73CA-6E3D3E5DB0D6}"/>
              </a:ext>
            </a:extLst>
          </p:cNvPr>
          <p:cNvGraphicFramePr>
            <a:graphicFrameLocks noGrp="1"/>
          </p:cNvGraphicFramePr>
          <p:nvPr>
            <p:extLst>
              <p:ext uri="{D42A27DB-BD31-4B8C-83A1-F6EECF244321}">
                <p14:modId xmlns:p14="http://schemas.microsoft.com/office/powerpoint/2010/main" val="874116875"/>
              </p:ext>
            </p:extLst>
          </p:nvPr>
        </p:nvGraphicFramePr>
        <p:xfrm>
          <a:off x="270763" y="2017468"/>
          <a:ext cx="11549762" cy="2586282"/>
        </p:xfrm>
        <a:graphic>
          <a:graphicData uri="http://schemas.openxmlformats.org/drawingml/2006/table">
            <a:tbl>
              <a:tblPr firstRow="1" bandRow="1">
                <a:tableStyleId>{5C22544A-7EE6-4342-B048-85BDC9FD1C3A}</a:tableStyleId>
              </a:tblPr>
              <a:tblGrid>
                <a:gridCol w="5605364">
                  <a:extLst>
                    <a:ext uri="{9D8B030D-6E8A-4147-A177-3AD203B41FA5}">
                      <a16:colId xmlns:a16="http://schemas.microsoft.com/office/drawing/2014/main" val="1181157168"/>
                    </a:ext>
                  </a:extLst>
                </a:gridCol>
                <a:gridCol w="5944398">
                  <a:extLst>
                    <a:ext uri="{9D8B030D-6E8A-4147-A177-3AD203B41FA5}">
                      <a16:colId xmlns:a16="http://schemas.microsoft.com/office/drawing/2014/main" val="3916079968"/>
                    </a:ext>
                  </a:extLst>
                </a:gridCol>
              </a:tblGrid>
              <a:tr h="370840">
                <a:tc>
                  <a:txBody>
                    <a:bodyPr/>
                    <a:lstStyle/>
                    <a:p>
                      <a:r>
                        <a:rPr lang="fr-FR" dirty="0"/>
                        <a:t>Contrôle</a:t>
                      </a:r>
                    </a:p>
                  </a:txBody>
                  <a:tcPr anchor="ctr"/>
                </a:tc>
                <a:tc>
                  <a:txBody>
                    <a:bodyPr/>
                    <a:lstStyle/>
                    <a:p>
                      <a:r>
                        <a:rPr lang="fr-FR" dirty="0"/>
                        <a:t>Que faire</a:t>
                      </a:r>
                    </a:p>
                  </a:txBody>
                  <a:tcPr anchor="ctr"/>
                </a:tc>
                <a:extLst>
                  <a:ext uri="{0D108BD9-81ED-4DB2-BD59-A6C34878D82A}">
                    <a16:rowId xmlns:a16="http://schemas.microsoft.com/office/drawing/2014/main" val="2896649042"/>
                  </a:ext>
                </a:extLst>
              </a:tr>
              <a:tr h="564442">
                <a:tc>
                  <a:txBody>
                    <a:bodyPr/>
                    <a:lstStyle/>
                    <a:p>
                      <a:r>
                        <a:rPr lang="fr-FR" dirty="0"/>
                        <a:t>La publication distante est démarrée </a:t>
                      </a:r>
                    </a:p>
                  </a:txBody>
                  <a:tcPr anchor="ctr"/>
                </a:tc>
                <a:tc>
                  <a:txBody>
                    <a:bodyPr/>
                    <a:lstStyle/>
                    <a:p>
                      <a:r>
                        <a:rPr lang="fr-FR" dirty="0"/>
                        <a:t>Démarrez la publication</a:t>
                      </a:r>
                    </a:p>
                  </a:txBody>
                  <a:tcPr anchor="ctr"/>
                </a:tc>
                <a:extLst>
                  <a:ext uri="{0D108BD9-81ED-4DB2-BD59-A6C34878D82A}">
                    <a16:rowId xmlns:a16="http://schemas.microsoft.com/office/drawing/2014/main" val="2586581298"/>
                  </a:ext>
                </a:extLst>
              </a:tr>
              <a:tr h="370840">
                <a:tc>
                  <a:txBody>
                    <a:bodyPr/>
                    <a:lstStyle/>
                    <a:p>
                      <a:r>
                        <a:rPr lang="fr-FR" dirty="0"/>
                        <a:t>Les paramètres de connexion FTP sont valides (compte, mot de passe répertoire)</a:t>
                      </a:r>
                    </a:p>
                  </a:txBody>
                  <a:tcPr anchor="ctr"/>
                </a:tc>
                <a:tc>
                  <a:txBody>
                    <a:bodyPr/>
                    <a:lstStyle/>
                    <a:p>
                      <a:r>
                        <a:rPr lang="fr-FR" dirty="0"/>
                        <a:t>Arrêtez la publication distante, configurer les bons paramètres et démarrez la publication distante</a:t>
                      </a:r>
                    </a:p>
                  </a:txBody>
                  <a:tcPr anchor="ctr"/>
                </a:tc>
                <a:extLst>
                  <a:ext uri="{0D108BD9-81ED-4DB2-BD59-A6C34878D82A}">
                    <a16:rowId xmlns:a16="http://schemas.microsoft.com/office/drawing/2014/main" val="4129515051"/>
                  </a:ext>
                </a:extLst>
              </a:tr>
              <a:tr h="370840">
                <a:tc>
                  <a:txBody>
                    <a:bodyPr/>
                    <a:lstStyle/>
                    <a:p>
                      <a:r>
                        <a:rPr lang="fr-FR" dirty="0"/>
                        <a:t>Le pare-feu Windows autorise la connexion FTP</a:t>
                      </a:r>
                    </a:p>
                  </a:txBody>
                  <a:tcPr anchor="ctr"/>
                </a:tc>
                <a:tc>
                  <a:txBody>
                    <a:bodyPr/>
                    <a:lstStyle/>
                    <a:p>
                      <a:r>
                        <a:rPr lang="fr-FR" dirty="0"/>
                        <a:t>Modifiez la configuration du pare-feu Windows</a:t>
                      </a:r>
                    </a:p>
                  </a:txBody>
                  <a:tcPr anchor="ctr"/>
                </a:tc>
                <a:extLst>
                  <a:ext uri="{0D108BD9-81ED-4DB2-BD59-A6C34878D82A}">
                    <a16:rowId xmlns:a16="http://schemas.microsoft.com/office/drawing/2014/main" val="3823118335"/>
                  </a:ext>
                </a:extLst>
              </a:tr>
              <a:tr h="370840">
                <a:tc>
                  <a:txBody>
                    <a:bodyPr/>
                    <a:lstStyle/>
                    <a:p>
                      <a:r>
                        <a:rPr lang="fr-FR" dirty="0"/>
                        <a:t>Le mode FTP est approprié (Actif/Passif)</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dirty="0"/>
                        <a:t>Arrêtez la publication distante, sélectionnez le mode adéquat et démarrez la publication distante</a:t>
                      </a:r>
                    </a:p>
                  </a:txBody>
                  <a:tcPr anchor="ctr"/>
                </a:tc>
                <a:extLst>
                  <a:ext uri="{0D108BD9-81ED-4DB2-BD59-A6C34878D82A}">
                    <a16:rowId xmlns:a16="http://schemas.microsoft.com/office/drawing/2014/main" val="1423062560"/>
                  </a:ext>
                </a:extLst>
              </a:tr>
            </a:tbl>
          </a:graphicData>
        </a:graphic>
      </p:graphicFrame>
      <p:pic>
        <p:nvPicPr>
          <p:cNvPr id="5" name="Image 4">
            <a:extLst>
              <a:ext uri="{FF2B5EF4-FFF2-40B4-BE49-F238E27FC236}">
                <a16:creationId xmlns:a16="http://schemas.microsoft.com/office/drawing/2014/main" id="{2531E53B-5E15-45CC-78E1-23AF9BBA270E}"/>
              </a:ext>
            </a:extLst>
          </p:cNvPr>
          <p:cNvPicPr>
            <a:picLocks noChangeAspect="1"/>
          </p:cNvPicPr>
          <p:nvPr/>
        </p:nvPicPr>
        <p:blipFill>
          <a:blip r:embed="rId2"/>
          <a:stretch>
            <a:fillRect/>
          </a:stretch>
        </p:blipFill>
        <p:spPr>
          <a:xfrm>
            <a:off x="3929062" y="2466060"/>
            <a:ext cx="1247775" cy="381000"/>
          </a:xfrm>
          <a:prstGeom prst="rect">
            <a:avLst/>
          </a:prstGeom>
        </p:spPr>
      </p:pic>
    </p:spTree>
    <p:extLst>
      <p:ext uri="{BB962C8B-B14F-4D97-AF65-F5344CB8AC3E}">
        <p14:creationId xmlns:p14="http://schemas.microsoft.com/office/powerpoint/2010/main" val="282430056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re 7">
            <a:extLst>
              <a:ext uri="{FF2B5EF4-FFF2-40B4-BE49-F238E27FC236}">
                <a16:creationId xmlns:a16="http://schemas.microsoft.com/office/drawing/2014/main" id="{0A28920A-A4B1-1B98-5CB7-04341E9FF976}"/>
              </a:ext>
            </a:extLst>
          </p:cNvPr>
          <p:cNvSpPr>
            <a:spLocks noGrp="1"/>
          </p:cNvSpPr>
          <p:nvPr>
            <p:ph type="title"/>
          </p:nvPr>
        </p:nvSpPr>
        <p:spPr/>
        <p:txBody>
          <a:bodyPr/>
          <a:lstStyle/>
          <a:p>
            <a:r>
              <a:rPr lang="fr-FR" dirty="0"/>
              <a:t>Annexe</a:t>
            </a:r>
          </a:p>
        </p:txBody>
      </p:sp>
      <p:sp>
        <p:nvSpPr>
          <p:cNvPr id="9" name="Espace réservé du contenu 8">
            <a:extLst>
              <a:ext uri="{FF2B5EF4-FFF2-40B4-BE49-F238E27FC236}">
                <a16:creationId xmlns:a16="http://schemas.microsoft.com/office/drawing/2014/main" id="{48CE4D4E-D1F7-3BE0-7833-9EB1BD2A30C8}"/>
              </a:ext>
            </a:extLst>
          </p:cNvPr>
          <p:cNvSpPr>
            <a:spLocks noGrp="1"/>
          </p:cNvSpPr>
          <p:nvPr>
            <p:ph sz="half" idx="1"/>
          </p:nvPr>
        </p:nvSpPr>
        <p:spPr/>
        <p:txBody>
          <a:bodyPr/>
          <a:lstStyle/>
          <a:p>
            <a:endParaRPr lang="fr-FR"/>
          </a:p>
        </p:txBody>
      </p:sp>
    </p:spTree>
    <p:extLst>
      <p:ext uri="{BB962C8B-B14F-4D97-AF65-F5344CB8AC3E}">
        <p14:creationId xmlns:p14="http://schemas.microsoft.com/office/powerpoint/2010/main" val="402604142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re 4">
            <a:extLst>
              <a:ext uri="{FF2B5EF4-FFF2-40B4-BE49-F238E27FC236}">
                <a16:creationId xmlns:a16="http://schemas.microsoft.com/office/drawing/2014/main" id="{A87CE6F6-4320-4BF1-A136-A65C0670D3C6}"/>
              </a:ext>
            </a:extLst>
          </p:cNvPr>
          <p:cNvSpPr>
            <a:spLocks noGrp="1"/>
          </p:cNvSpPr>
          <p:nvPr>
            <p:ph type="title"/>
          </p:nvPr>
        </p:nvSpPr>
        <p:spPr/>
        <p:txBody>
          <a:bodyPr/>
          <a:lstStyle/>
          <a:p>
            <a:r>
              <a:rPr lang="fr-FR" dirty="0"/>
              <a:t>Matrice de compatibilité</a:t>
            </a:r>
          </a:p>
        </p:txBody>
      </p:sp>
      <p:sp>
        <p:nvSpPr>
          <p:cNvPr id="7" name="Espace réservé du texte 6">
            <a:extLst>
              <a:ext uri="{FF2B5EF4-FFF2-40B4-BE49-F238E27FC236}">
                <a16:creationId xmlns:a16="http://schemas.microsoft.com/office/drawing/2014/main" id="{FE148435-48CF-CFA1-7757-31EB5D299CBF}"/>
              </a:ext>
            </a:extLst>
          </p:cNvPr>
          <p:cNvSpPr>
            <a:spLocks noGrp="1"/>
          </p:cNvSpPr>
          <p:nvPr>
            <p:ph type="body" sz="quarter" idx="15"/>
          </p:nvPr>
        </p:nvSpPr>
        <p:spPr/>
        <p:txBody>
          <a:bodyPr/>
          <a:lstStyle/>
          <a:p>
            <a:r>
              <a:rPr lang="fr-FR" dirty="0"/>
              <a:t>Annexe</a:t>
            </a:r>
          </a:p>
        </p:txBody>
      </p:sp>
      <p:graphicFrame>
        <p:nvGraphicFramePr>
          <p:cNvPr id="8" name="Tableau 7">
            <a:extLst>
              <a:ext uri="{FF2B5EF4-FFF2-40B4-BE49-F238E27FC236}">
                <a16:creationId xmlns:a16="http://schemas.microsoft.com/office/drawing/2014/main" id="{21CD416E-0666-5DE4-0469-3CA38CF7889B}"/>
              </a:ext>
            </a:extLst>
          </p:cNvPr>
          <p:cNvGraphicFramePr>
            <a:graphicFrameLocks noGrp="1"/>
          </p:cNvGraphicFramePr>
          <p:nvPr>
            <p:extLst>
              <p:ext uri="{D42A27DB-BD31-4B8C-83A1-F6EECF244321}">
                <p14:modId xmlns:p14="http://schemas.microsoft.com/office/powerpoint/2010/main" val="1698129580"/>
              </p:ext>
            </p:extLst>
          </p:nvPr>
        </p:nvGraphicFramePr>
        <p:xfrm>
          <a:off x="1282097" y="1914605"/>
          <a:ext cx="9140816" cy="3309637"/>
        </p:xfrm>
        <a:graphic>
          <a:graphicData uri="http://schemas.openxmlformats.org/drawingml/2006/table">
            <a:tbl>
              <a:tblPr>
                <a:tableStyleId>{7DF18680-E054-41AD-8BC1-D1AEF772440D}</a:tableStyleId>
              </a:tblPr>
              <a:tblGrid>
                <a:gridCol w="515345">
                  <a:extLst>
                    <a:ext uri="{9D8B030D-6E8A-4147-A177-3AD203B41FA5}">
                      <a16:colId xmlns:a16="http://schemas.microsoft.com/office/drawing/2014/main" val="3736857135"/>
                    </a:ext>
                  </a:extLst>
                </a:gridCol>
                <a:gridCol w="849471">
                  <a:extLst>
                    <a:ext uri="{9D8B030D-6E8A-4147-A177-3AD203B41FA5}">
                      <a16:colId xmlns:a16="http://schemas.microsoft.com/office/drawing/2014/main" val="3696878891"/>
                    </a:ext>
                  </a:extLst>
                </a:gridCol>
                <a:gridCol w="864000">
                  <a:extLst>
                    <a:ext uri="{9D8B030D-6E8A-4147-A177-3AD203B41FA5}">
                      <a16:colId xmlns:a16="http://schemas.microsoft.com/office/drawing/2014/main" val="2257898591"/>
                    </a:ext>
                  </a:extLst>
                </a:gridCol>
                <a:gridCol w="864000">
                  <a:extLst>
                    <a:ext uri="{9D8B030D-6E8A-4147-A177-3AD203B41FA5}">
                      <a16:colId xmlns:a16="http://schemas.microsoft.com/office/drawing/2014/main" val="2384296798"/>
                    </a:ext>
                  </a:extLst>
                </a:gridCol>
                <a:gridCol w="864000">
                  <a:extLst>
                    <a:ext uri="{9D8B030D-6E8A-4147-A177-3AD203B41FA5}">
                      <a16:colId xmlns:a16="http://schemas.microsoft.com/office/drawing/2014/main" val="618733032"/>
                    </a:ext>
                  </a:extLst>
                </a:gridCol>
                <a:gridCol w="864000">
                  <a:extLst>
                    <a:ext uri="{9D8B030D-6E8A-4147-A177-3AD203B41FA5}">
                      <a16:colId xmlns:a16="http://schemas.microsoft.com/office/drawing/2014/main" val="3964921429"/>
                    </a:ext>
                  </a:extLst>
                </a:gridCol>
                <a:gridCol w="864000">
                  <a:extLst>
                    <a:ext uri="{9D8B030D-6E8A-4147-A177-3AD203B41FA5}">
                      <a16:colId xmlns:a16="http://schemas.microsoft.com/office/drawing/2014/main" val="2528599786"/>
                    </a:ext>
                  </a:extLst>
                </a:gridCol>
                <a:gridCol w="864000">
                  <a:extLst>
                    <a:ext uri="{9D8B030D-6E8A-4147-A177-3AD203B41FA5}">
                      <a16:colId xmlns:a16="http://schemas.microsoft.com/office/drawing/2014/main" val="2631112101"/>
                    </a:ext>
                  </a:extLst>
                </a:gridCol>
                <a:gridCol w="864000">
                  <a:extLst>
                    <a:ext uri="{9D8B030D-6E8A-4147-A177-3AD203B41FA5}">
                      <a16:colId xmlns:a16="http://schemas.microsoft.com/office/drawing/2014/main" val="1640724778"/>
                    </a:ext>
                  </a:extLst>
                </a:gridCol>
                <a:gridCol w="864000">
                  <a:extLst>
                    <a:ext uri="{9D8B030D-6E8A-4147-A177-3AD203B41FA5}">
                      <a16:colId xmlns:a16="http://schemas.microsoft.com/office/drawing/2014/main" val="2824390373"/>
                    </a:ext>
                  </a:extLst>
                </a:gridCol>
                <a:gridCol w="864000">
                  <a:extLst>
                    <a:ext uri="{9D8B030D-6E8A-4147-A177-3AD203B41FA5}">
                      <a16:colId xmlns:a16="http://schemas.microsoft.com/office/drawing/2014/main" val="3229000006"/>
                    </a:ext>
                  </a:extLst>
                </a:gridCol>
              </a:tblGrid>
              <a:tr h="727366">
                <a:tc>
                  <a:txBody>
                    <a:bodyPr/>
                    <a:lstStyle/>
                    <a:p>
                      <a:endParaRPr lang="fr-FR" dirty="0"/>
                    </a:p>
                  </a:txBody>
                  <a:tcPr anchor="ctr"/>
                </a:tc>
                <a:tc>
                  <a:txBody>
                    <a:bodyPr/>
                    <a:lstStyle/>
                    <a:p>
                      <a:endParaRPr lang="fr-FR" dirty="0"/>
                    </a:p>
                  </a:txBody>
                  <a:tcPr anchor="ctr"/>
                </a:tc>
                <a:tc gridSpan="9">
                  <a:txBody>
                    <a:bodyPr/>
                    <a:lstStyle/>
                    <a:p>
                      <a:pPr algn="ctr"/>
                      <a:r>
                        <a:rPr lang="fr-FR" sz="1800" dirty="0" err="1">
                          <a:solidFill>
                            <a:schemeClr val="bg1"/>
                          </a:solidFill>
                        </a:rPr>
                        <a:t>PublicationSuiviCompetition</a:t>
                      </a:r>
                      <a:endParaRPr lang="fr-FR" dirty="0">
                        <a:solidFill>
                          <a:schemeClr val="bg1"/>
                        </a:solidFill>
                      </a:endParaRPr>
                    </a:p>
                  </a:txBody>
                  <a:tcPr anchor="ctr">
                    <a:solidFill>
                      <a:schemeClr val="accent1"/>
                    </a:solidFill>
                  </a:tcPr>
                </a:tc>
                <a:tc hMerge="1">
                  <a:txBody>
                    <a:bodyPr/>
                    <a:lstStyle/>
                    <a:p>
                      <a:endParaRPr lang="fr-FR" dirty="0"/>
                    </a:p>
                  </a:txBody>
                  <a:tcPr/>
                </a:tc>
                <a:tc hMerge="1">
                  <a:txBody>
                    <a:bodyPr/>
                    <a:lstStyle/>
                    <a:p>
                      <a:endParaRPr lang="fr-FR" dirty="0"/>
                    </a:p>
                  </a:txBody>
                  <a:tcPr/>
                </a:tc>
                <a:tc hMerge="1">
                  <a:txBody>
                    <a:bodyPr/>
                    <a:lstStyle/>
                    <a:p>
                      <a:endParaRPr lang="fr-FR" dirty="0"/>
                    </a:p>
                  </a:txBody>
                  <a:tcPr/>
                </a:tc>
                <a:tc hMerge="1">
                  <a:txBody>
                    <a:bodyPr/>
                    <a:lstStyle/>
                    <a:p>
                      <a:endParaRPr lang="fr-FR" dirty="0"/>
                    </a:p>
                  </a:txBody>
                  <a:tcPr/>
                </a:tc>
                <a:tc hMerge="1">
                  <a:txBody>
                    <a:bodyPr/>
                    <a:lstStyle/>
                    <a:p>
                      <a:endParaRPr lang="fr-FR" dirty="0"/>
                    </a:p>
                  </a:txBody>
                  <a:tcPr/>
                </a:tc>
                <a:tc hMerge="1">
                  <a:txBody>
                    <a:bodyPr/>
                    <a:lstStyle/>
                    <a:p>
                      <a:endParaRPr lang="fr-FR" dirty="0"/>
                    </a:p>
                  </a:txBody>
                  <a:tcPr/>
                </a:tc>
                <a:tc hMerge="1">
                  <a:txBody>
                    <a:bodyPr/>
                    <a:lstStyle/>
                    <a:p>
                      <a:pPr algn="ctr"/>
                      <a:endParaRPr lang="fr-FR" dirty="0">
                        <a:solidFill>
                          <a:schemeClr val="bg1"/>
                        </a:solidFill>
                      </a:endParaRPr>
                    </a:p>
                  </a:txBody>
                  <a:tcPr anchor="ctr">
                    <a:solidFill>
                      <a:schemeClr val="accent1"/>
                    </a:solidFill>
                  </a:tcPr>
                </a:tc>
                <a:tc hMerge="1">
                  <a:txBody>
                    <a:bodyPr/>
                    <a:lstStyle/>
                    <a:p>
                      <a:pPr algn="ctr"/>
                      <a:endParaRPr lang="fr-FR" dirty="0">
                        <a:solidFill>
                          <a:schemeClr val="bg1"/>
                        </a:solidFill>
                      </a:endParaRPr>
                    </a:p>
                  </a:txBody>
                  <a:tcPr anchor="ctr">
                    <a:solidFill>
                      <a:schemeClr val="accent1"/>
                    </a:solidFill>
                  </a:tcPr>
                </a:tc>
                <a:extLst>
                  <a:ext uri="{0D108BD9-81ED-4DB2-BD59-A6C34878D82A}">
                    <a16:rowId xmlns:a16="http://schemas.microsoft.com/office/drawing/2014/main" val="1913834373"/>
                  </a:ext>
                </a:extLst>
              </a:tr>
              <a:tr h="475221">
                <a:tc>
                  <a:txBody>
                    <a:bodyPr/>
                    <a:lstStyle/>
                    <a:p>
                      <a:endParaRPr lang="fr-FR" dirty="0"/>
                    </a:p>
                  </a:txBody>
                  <a:tcPr anchor="ctr"/>
                </a:tc>
                <a:tc>
                  <a:txBody>
                    <a:bodyPr/>
                    <a:lstStyle/>
                    <a:p>
                      <a:endParaRPr lang="fr-FR" dirty="0"/>
                    </a:p>
                  </a:txBody>
                  <a:tcPr anchor="ctr"/>
                </a:tc>
                <a:tc>
                  <a:txBody>
                    <a:bodyPr/>
                    <a:lstStyle/>
                    <a:p>
                      <a:r>
                        <a:rPr lang="fr-FR" dirty="0">
                          <a:solidFill>
                            <a:schemeClr val="bg1"/>
                          </a:solidFill>
                        </a:rPr>
                        <a:t>1.0.0.0</a:t>
                      </a:r>
                    </a:p>
                  </a:txBody>
                  <a:tcPr anchor="ctr">
                    <a:solidFill>
                      <a:schemeClr val="accent1"/>
                    </a:solidFill>
                  </a:tcPr>
                </a:tc>
                <a:tc>
                  <a:txBody>
                    <a:bodyPr/>
                    <a:lstStyle/>
                    <a:p>
                      <a:r>
                        <a:rPr lang="fr-FR" dirty="0">
                          <a:solidFill>
                            <a:schemeClr val="bg1"/>
                          </a:solidFill>
                        </a:rPr>
                        <a:t>1.1.0.0</a:t>
                      </a:r>
                    </a:p>
                  </a:txBody>
                  <a:tcPr anchor="ctr">
                    <a:solidFill>
                      <a:schemeClr val="accent1"/>
                    </a:solidFill>
                  </a:tcPr>
                </a:tc>
                <a:tc>
                  <a:txBody>
                    <a:bodyPr/>
                    <a:lstStyle/>
                    <a:p>
                      <a:r>
                        <a:rPr lang="fr-FR" dirty="0">
                          <a:solidFill>
                            <a:schemeClr val="bg1"/>
                          </a:solidFill>
                        </a:rPr>
                        <a:t>1.1.1.0</a:t>
                      </a:r>
                    </a:p>
                  </a:txBody>
                  <a:tcPr anchor="ctr">
                    <a:solidFill>
                      <a:schemeClr val="accent1"/>
                    </a:solidFill>
                  </a:tcPr>
                </a:tc>
                <a:tc>
                  <a:txBody>
                    <a:bodyPr/>
                    <a:lstStyle/>
                    <a:p>
                      <a:r>
                        <a:rPr lang="fr-FR" dirty="0">
                          <a:solidFill>
                            <a:schemeClr val="bg1"/>
                          </a:solidFill>
                        </a:rPr>
                        <a:t>1.1.1.1</a:t>
                      </a:r>
                    </a:p>
                  </a:txBody>
                  <a:tcPr anchor="ctr">
                    <a:solidFill>
                      <a:schemeClr val="accent1"/>
                    </a:solidFill>
                  </a:tcPr>
                </a:tc>
                <a:tc>
                  <a:txBody>
                    <a:bodyPr/>
                    <a:lstStyle/>
                    <a:p>
                      <a:r>
                        <a:rPr lang="fr-FR" dirty="0">
                          <a:solidFill>
                            <a:schemeClr val="bg1"/>
                          </a:solidFill>
                        </a:rPr>
                        <a:t>1.1.1.2</a:t>
                      </a:r>
                    </a:p>
                  </a:txBody>
                  <a:tcPr anchor="ctr">
                    <a:solidFill>
                      <a:schemeClr val="accent1"/>
                    </a:solidFill>
                  </a:tcPr>
                </a:tc>
                <a:tc>
                  <a:txBody>
                    <a:bodyPr/>
                    <a:lstStyle/>
                    <a:p>
                      <a:r>
                        <a:rPr lang="fr-FR" dirty="0">
                          <a:solidFill>
                            <a:schemeClr val="bg1"/>
                          </a:solidFill>
                        </a:rPr>
                        <a:t>1.1.1.3</a:t>
                      </a:r>
                    </a:p>
                  </a:txBody>
                  <a:tcPr anchor="ctr">
                    <a:solidFill>
                      <a:schemeClr val="accent1"/>
                    </a:solidFill>
                  </a:tcPr>
                </a:tc>
                <a:tc>
                  <a:txBody>
                    <a:bodyPr/>
                    <a:lstStyle/>
                    <a:p>
                      <a:r>
                        <a:rPr lang="fr-FR" dirty="0">
                          <a:solidFill>
                            <a:schemeClr val="bg1"/>
                          </a:solidFill>
                        </a:rPr>
                        <a:t>1.2.0.0</a:t>
                      </a:r>
                    </a:p>
                  </a:txBody>
                  <a:tcPr anchor="ctr">
                    <a:solidFill>
                      <a:schemeClr val="accent1"/>
                    </a:solidFill>
                  </a:tcPr>
                </a:tc>
                <a:tc>
                  <a:txBody>
                    <a:bodyPr/>
                    <a:lstStyle/>
                    <a:p>
                      <a:r>
                        <a:rPr lang="fr-FR" dirty="0">
                          <a:solidFill>
                            <a:schemeClr val="bg1"/>
                          </a:solidFill>
                        </a:rPr>
                        <a:t>1.2.1.0</a:t>
                      </a:r>
                    </a:p>
                  </a:txBody>
                  <a:tcPr anchor="ctr">
                    <a:solidFill>
                      <a:schemeClr val="accent1"/>
                    </a:solidFill>
                  </a:tcPr>
                </a:tc>
                <a:tc>
                  <a:txBody>
                    <a:bodyPr/>
                    <a:lstStyle/>
                    <a:p>
                      <a:r>
                        <a:rPr lang="fr-FR" dirty="0">
                          <a:solidFill>
                            <a:schemeClr val="bg1"/>
                          </a:solidFill>
                        </a:rPr>
                        <a:t>1.3.0.0</a:t>
                      </a:r>
                    </a:p>
                  </a:txBody>
                  <a:tcPr anchor="ctr">
                    <a:solidFill>
                      <a:schemeClr val="accent1"/>
                    </a:solidFill>
                  </a:tcPr>
                </a:tc>
                <a:extLst>
                  <a:ext uri="{0D108BD9-81ED-4DB2-BD59-A6C34878D82A}">
                    <a16:rowId xmlns:a16="http://schemas.microsoft.com/office/drawing/2014/main" val="407517425"/>
                  </a:ext>
                </a:extLst>
              </a:tr>
              <a:tr h="421410">
                <a:tc rowSpan="5">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dirty="0">
                          <a:solidFill>
                            <a:schemeClr val="bg1"/>
                          </a:solidFill>
                        </a:rPr>
                        <a:t>Gestion de compétition 2.0</a:t>
                      </a:r>
                    </a:p>
                  </a:txBody>
                  <a:tcPr vert="vert270" anchor="ctr">
                    <a:solidFill>
                      <a:schemeClr val="accent1"/>
                    </a:solidFill>
                  </a:tcPr>
                </a:tc>
                <a:tc>
                  <a:txBody>
                    <a:bodyPr/>
                    <a:lstStyle/>
                    <a:p>
                      <a:r>
                        <a:rPr lang="fr-FR" dirty="0">
                          <a:solidFill>
                            <a:schemeClr val="bg1"/>
                          </a:solidFill>
                        </a:rPr>
                        <a:t>1.2.5.1</a:t>
                      </a:r>
                    </a:p>
                  </a:txBody>
                  <a:tcPr anchor="ctr">
                    <a:solidFill>
                      <a:schemeClr val="accent1"/>
                    </a:solidFill>
                  </a:tcPr>
                </a:tc>
                <a:tc>
                  <a:txBody>
                    <a:bodyPr/>
                    <a:lstStyle/>
                    <a:p>
                      <a:endParaRPr lang="fr-FR" dirty="0"/>
                    </a:p>
                  </a:txBody>
                  <a:tcPr anchor="ctr">
                    <a:solidFill>
                      <a:schemeClr val="accent6"/>
                    </a:solidFill>
                  </a:tcPr>
                </a:tc>
                <a:tc>
                  <a:txBody>
                    <a:bodyPr/>
                    <a:lstStyle/>
                    <a:p>
                      <a:endParaRPr lang="fr-FR" dirty="0"/>
                    </a:p>
                  </a:txBody>
                  <a:tcPr anchor="ctr">
                    <a:solidFill>
                      <a:schemeClr val="accent6"/>
                    </a:solidFill>
                  </a:tcPr>
                </a:tc>
                <a:tc>
                  <a:txBody>
                    <a:bodyPr/>
                    <a:lstStyle/>
                    <a:p>
                      <a:endParaRPr lang="fr-FR" dirty="0"/>
                    </a:p>
                  </a:txBody>
                  <a:tcPr anchor="ctr">
                    <a:solidFill>
                      <a:schemeClr val="accent6"/>
                    </a:solidFill>
                  </a:tcPr>
                </a:tc>
                <a:tc>
                  <a:txBody>
                    <a:bodyPr/>
                    <a:lstStyle/>
                    <a:p>
                      <a:endParaRPr lang="fr-FR" dirty="0"/>
                    </a:p>
                  </a:txBody>
                  <a:tcPr anchor="ctr">
                    <a:solidFill>
                      <a:schemeClr val="accent6"/>
                    </a:solidFill>
                  </a:tcPr>
                </a:tc>
                <a:tc>
                  <a:txBody>
                    <a:bodyPr/>
                    <a:lstStyle/>
                    <a:p>
                      <a:endParaRPr lang="fr-FR" dirty="0"/>
                    </a:p>
                  </a:txBody>
                  <a:tcPr anchor="ctr">
                    <a:solidFill>
                      <a:schemeClr val="accent6"/>
                    </a:solidFill>
                  </a:tcPr>
                </a:tc>
                <a:tc>
                  <a:txBody>
                    <a:bodyPr/>
                    <a:lstStyle/>
                    <a:p>
                      <a:endParaRPr lang="fr-FR" dirty="0"/>
                    </a:p>
                  </a:txBody>
                  <a:tcPr anchor="ctr">
                    <a:solidFill>
                      <a:schemeClr val="accent6"/>
                    </a:solidFill>
                  </a:tcPr>
                </a:tc>
                <a:tc>
                  <a:txBody>
                    <a:bodyPr/>
                    <a:lstStyle/>
                    <a:p>
                      <a:endParaRPr lang="fr-FR" dirty="0"/>
                    </a:p>
                  </a:txBody>
                  <a:tcPr anchor="ctr">
                    <a:solidFill>
                      <a:srgbClr val="FFC000"/>
                    </a:solidFill>
                  </a:tcPr>
                </a:tc>
                <a:tc>
                  <a:txBody>
                    <a:bodyPr/>
                    <a:lstStyle/>
                    <a:p>
                      <a:endParaRPr lang="fr-FR" dirty="0"/>
                    </a:p>
                  </a:txBody>
                  <a:tcPr anchor="ctr">
                    <a:solidFill>
                      <a:srgbClr val="FFC000"/>
                    </a:solidFill>
                  </a:tcPr>
                </a:tc>
                <a:tc>
                  <a:txBody>
                    <a:bodyPr/>
                    <a:lstStyle/>
                    <a:p>
                      <a:endParaRPr lang="fr-FR" dirty="0"/>
                    </a:p>
                  </a:txBody>
                  <a:tcPr anchor="ctr">
                    <a:solidFill>
                      <a:srgbClr val="FFC000"/>
                    </a:solidFill>
                  </a:tcPr>
                </a:tc>
                <a:extLst>
                  <a:ext uri="{0D108BD9-81ED-4DB2-BD59-A6C34878D82A}">
                    <a16:rowId xmlns:a16="http://schemas.microsoft.com/office/drawing/2014/main" val="1939122409"/>
                  </a:ext>
                </a:extLst>
              </a:tr>
              <a:tr h="421410">
                <a:tc vMerge="1">
                  <a:txBody>
                    <a:bodyPr/>
                    <a:lstStyle/>
                    <a:p>
                      <a:endParaRPr lang="fr-FR" dirty="0"/>
                    </a:p>
                  </a:txBody>
                  <a:tcPr/>
                </a:tc>
                <a:tc>
                  <a:txBody>
                    <a:bodyPr/>
                    <a:lstStyle/>
                    <a:p>
                      <a:r>
                        <a:rPr lang="fr-FR" dirty="0">
                          <a:solidFill>
                            <a:schemeClr val="bg1"/>
                          </a:solidFill>
                        </a:rPr>
                        <a:t>1.2.6.0</a:t>
                      </a:r>
                    </a:p>
                  </a:txBody>
                  <a:tcPr anchor="ctr">
                    <a:solidFill>
                      <a:schemeClr val="accent1"/>
                    </a:solidFill>
                  </a:tcPr>
                </a:tc>
                <a:tc>
                  <a:txBody>
                    <a:bodyPr/>
                    <a:lstStyle/>
                    <a:p>
                      <a:endParaRPr lang="fr-FR" dirty="0"/>
                    </a:p>
                  </a:txBody>
                  <a:tcPr anchor="ctr">
                    <a:solidFill>
                      <a:srgbClr val="FFC000"/>
                    </a:solidFill>
                  </a:tcPr>
                </a:tc>
                <a:tc>
                  <a:txBody>
                    <a:bodyPr/>
                    <a:lstStyle/>
                    <a:p>
                      <a:endParaRPr lang="fr-FR" dirty="0"/>
                    </a:p>
                  </a:txBody>
                  <a:tcPr anchor="ctr">
                    <a:solidFill>
                      <a:srgbClr val="FFC000"/>
                    </a:solidFill>
                  </a:tcPr>
                </a:tc>
                <a:tc>
                  <a:txBody>
                    <a:bodyPr/>
                    <a:lstStyle/>
                    <a:p>
                      <a:endParaRPr lang="fr-FR" dirty="0"/>
                    </a:p>
                  </a:txBody>
                  <a:tcPr anchor="ctr">
                    <a:solidFill>
                      <a:srgbClr val="FFC000"/>
                    </a:solidFill>
                  </a:tcPr>
                </a:tc>
                <a:tc>
                  <a:txBody>
                    <a:bodyPr/>
                    <a:lstStyle/>
                    <a:p>
                      <a:endParaRPr lang="fr-FR" dirty="0"/>
                    </a:p>
                  </a:txBody>
                  <a:tcPr anchor="ctr">
                    <a:solidFill>
                      <a:srgbClr val="FFC000"/>
                    </a:solidFill>
                  </a:tcPr>
                </a:tc>
                <a:tc>
                  <a:txBody>
                    <a:bodyPr/>
                    <a:lstStyle/>
                    <a:p>
                      <a:endParaRPr lang="fr-FR" dirty="0"/>
                    </a:p>
                  </a:txBody>
                  <a:tcPr anchor="ctr">
                    <a:solidFill>
                      <a:srgbClr val="FFC000"/>
                    </a:solidFill>
                  </a:tcPr>
                </a:tc>
                <a:tc>
                  <a:txBody>
                    <a:bodyPr/>
                    <a:lstStyle/>
                    <a:p>
                      <a:endParaRPr lang="fr-FR" dirty="0"/>
                    </a:p>
                  </a:txBody>
                  <a:tcPr anchor="ctr">
                    <a:solidFill>
                      <a:srgbClr val="FFC000"/>
                    </a:solidFill>
                  </a:tcPr>
                </a:tc>
                <a:tc>
                  <a:txBody>
                    <a:bodyPr/>
                    <a:lstStyle/>
                    <a:p>
                      <a:endParaRPr lang="fr-FR" dirty="0"/>
                    </a:p>
                  </a:txBody>
                  <a:tcPr anchor="ctr">
                    <a:solidFill>
                      <a:schemeClr val="accent6"/>
                    </a:solidFill>
                  </a:tcPr>
                </a:tc>
                <a:tc>
                  <a:txBody>
                    <a:bodyPr/>
                    <a:lstStyle/>
                    <a:p>
                      <a:endParaRPr lang="fr-FR" dirty="0"/>
                    </a:p>
                  </a:txBody>
                  <a:tcPr anchor="ctr">
                    <a:solidFill>
                      <a:schemeClr val="accent6"/>
                    </a:solidFill>
                  </a:tcPr>
                </a:tc>
                <a:tc>
                  <a:txBody>
                    <a:bodyPr/>
                    <a:lstStyle/>
                    <a:p>
                      <a:endParaRPr lang="fr-FR" dirty="0"/>
                    </a:p>
                  </a:txBody>
                  <a:tcPr anchor="ctr">
                    <a:solidFill>
                      <a:schemeClr val="accent6"/>
                    </a:solidFill>
                  </a:tcPr>
                </a:tc>
                <a:extLst>
                  <a:ext uri="{0D108BD9-81ED-4DB2-BD59-A6C34878D82A}">
                    <a16:rowId xmlns:a16="http://schemas.microsoft.com/office/drawing/2014/main" val="3964935851"/>
                  </a:ext>
                </a:extLst>
              </a:tr>
              <a:tr h="421410">
                <a:tc vMerge="1">
                  <a:txBody>
                    <a:bodyPr/>
                    <a:lstStyle/>
                    <a:p>
                      <a:endParaRPr lang="fr-FR"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dirty="0">
                          <a:solidFill>
                            <a:schemeClr val="bg1"/>
                          </a:solidFill>
                        </a:rPr>
                        <a:t>1.2.6.1</a:t>
                      </a:r>
                    </a:p>
                  </a:txBody>
                  <a:tcPr anchor="ctr">
                    <a:solidFill>
                      <a:schemeClr val="accent1"/>
                    </a:solidFill>
                  </a:tcPr>
                </a:tc>
                <a:tc>
                  <a:txBody>
                    <a:bodyPr/>
                    <a:lstStyle/>
                    <a:p>
                      <a:endParaRPr lang="fr-FR"/>
                    </a:p>
                  </a:txBody>
                  <a:tcPr anchor="ctr">
                    <a:solidFill>
                      <a:srgbClr val="FFC000"/>
                    </a:solidFill>
                  </a:tcPr>
                </a:tc>
                <a:tc>
                  <a:txBody>
                    <a:bodyPr/>
                    <a:lstStyle/>
                    <a:p>
                      <a:endParaRPr lang="fr-FR"/>
                    </a:p>
                  </a:txBody>
                  <a:tcPr anchor="ctr">
                    <a:solidFill>
                      <a:srgbClr val="FFC000"/>
                    </a:solidFill>
                  </a:tcPr>
                </a:tc>
                <a:tc>
                  <a:txBody>
                    <a:bodyPr/>
                    <a:lstStyle/>
                    <a:p>
                      <a:endParaRPr lang="fr-FR" dirty="0"/>
                    </a:p>
                  </a:txBody>
                  <a:tcPr anchor="ctr">
                    <a:solidFill>
                      <a:srgbClr val="FFC000"/>
                    </a:solidFill>
                  </a:tcPr>
                </a:tc>
                <a:tc>
                  <a:txBody>
                    <a:bodyPr/>
                    <a:lstStyle/>
                    <a:p>
                      <a:endParaRPr lang="fr-FR"/>
                    </a:p>
                  </a:txBody>
                  <a:tcPr anchor="ctr">
                    <a:solidFill>
                      <a:srgbClr val="FFC000"/>
                    </a:solidFill>
                  </a:tcPr>
                </a:tc>
                <a:tc>
                  <a:txBody>
                    <a:bodyPr/>
                    <a:lstStyle/>
                    <a:p>
                      <a:endParaRPr lang="fr-FR" dirty="0"/>
                    </a:p>
                  </a:txBody>
                  <a:tcPr anchor="ctr">
                    <a:solidFill>
                      <a:srgbClr val="FFC000"/>
                    </a:solidFill>
                  </a:tcPr>
                </a:tc>
                <a:tc>
                  <a:txBody>
                    <a:bodyPr/>
                    <a:lstStyle/>
                    <a:p>
                      <a:endParaRPr lang="fr-FR"/>
                    </a:p>
                  </a:txBody>
                  <a:tcPr anchor="ctr">
                    <a:solidFill>
                      <a:srgbClr val="FFC000"/>
                    </a:solidFill>
                  </a:tcPr>
                </a:tc>
                <a:tc>
                  <a:txBody>
                    <a:bodyPr/>
                    <a:lstStyle/>
                    <a:p>
                      <a:endParaRPr lang="fr-FR" dirty="0"/>
                    </a:p>
                  </a:txBody>
                  <a:tcPr anchor="ctr">
                    <a:solidFill>
                      <a:schemeClr val="accent6"/>
                    </a:solidFill>
                  </a:tcPr>
                </a:tc>
                <a:tc>
                  <a:txBody>
                    <a:bodyPr/>
                    <a:lstStyle/>
                    <a:p>
                      <a:endParaRPr lang="fr-FR" dirty="0"/>
                    </a:p>
                  </a:txBody>
                  <a:tcPr anchor="ctr">
                    <a:solidFill>
                      <a:schemeClr val="accent6"/>
                    </a:solidFill>
                  </a:tcPr>
                </a:tc>
                <a:tc>
                  <a:txBody>
                    <a:bodyPr/>
                    <a:lstStyle/>
                    <a:p>
                      <a:endParaRPr lang="fr-FR" dirty="0"/>
                    </a:p>
                  </a:txBody>
                  <a:tcPr anchor="ctr">
                    <a:solidFill>
                      <a:schemeClr val="accent6"/>
                    </a:solidFill>
                  </a:tcPr>
                </a:tc>
                <a:extLst>
                  <a:ext uri="{0D108BD9-81ED-4DB2-BD59-A6C34878D82A}">
                    <a16:rowId xmlns:a16="http://schemas.microsoft.com/office/drawing/2014/main" val="2246006590"/>
                  </a:ext>
                </a:extLst>
              </a:tr>
              <a:tr h="421410">
                <a:tc vMerge="1">
                  <a:txBody>
                    <a:bodyPr/>
                    <a:lstStyle/>
                    <a:p>
                      <a:endParaRPr lang="fr-FR"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dirty="0">
                          <a:solidFill>
                            <a:schemeClr val="bg1"/>
                          </a:solidFill>
                        </a:rPr>
                        <a:t>1.2.6.3</a:t>
                      </a:r>
                    </a:p>
                  </a:txBody>
                  <a:tcPr anchor="ctr">
                    <a:solidFill>
                      <a:schemeClr val="accent1"/>
                    </a:solidFill>
                  </a:tcPr>
                </a:tc>
                <a:tc>
                  <a:txBody>
                    <a:bodyPr/>
                    <a:lstStyle/>
                    <a:p>
                      <a:endParaRPr lang="fr-FR"/>
                    </a:p>
                  </a:txBody>
                  <a:tcPr anchor="ctr">
                    <a:solidFill>
                      <a:srgbClr val="FFC000"/>
                    </a:solidFill>
                  </a:tcPr>
                </a:tc>
                <a:tc>
                  <a:txBody>
                    <a:bodyPr/>
                    <a:lstStyle/>
                    <a:p>
                      <a:endParaRPr lang="fr-FR"/>
                    </a:p>
                  </a:txBody>
                  <a:tcPr anchor="ctr">
                    <a:solidFill>
                      <a:srgbClr val="FFC000"/>
                    </a:solidFill>
                  </a:tcPr>
                </a:tc>
                <a:tc>
                  <a:txBody>
                    <a:bodyPr/>
                    <a:lstStyle/>
                    <a:p>
                      <a:endParaRPr lang="fr-FR"/>
                    </a:p>
                  </a:txBody>
                  <a:tcPr anchor="ctr">
                    <a:solidFill>
                      <a:srgbClr val="FFC000"/>
                    </a:solidFill>
                  </a:tcPr>
                </a:tc>
                <a:tc>
                  <a:txBody>
                    <a:bodyPr/>
                    <a:lstStyle/>
                    <a:p>
                      <a:endParaRPr lang="fr-FR"/>
                    </a:p>
                  </a:txBody>
                  <a:tcPr anchor="ctr">
                    <a:solidFill>
                      <a:srgbClr val="FFC000"/>
                    </a:solidFill>
                  </a:tcPr>
                </a:tc>
                <a:tc>
                  <a:txBody>
                    <a:bodyPr/>
                    <a:lstStyle/>
                    <a:p>
                      <a:endParaRPr lang="fr-FR" dirty="0"/>
                    </a:p>
                  </a:txBody>
                  <a:tcPr anchor="ctr">
                    <a:solidFill>
                      <a:srgbClr val="FFC000"/>
                    </a:solidFill>
                  </a:tcPr>
                </a:tc>
                <a:tc>
                  <a:txBody>
                    <a:bodyPr/>
                    <a:lstStyle/>
                    <a:p>
                      <a:endParaRPr lang="fr-FR"/>
                    </a:p>
                  </a:txBody>
                  <a:tcPr anchor="ctr">
                    <a:solidFill>
                      <a:srgbClr val="FFC000"/>
                    </a:solidFill>
                  </a:tcPr>
                </a:tc>
                <a:tc>
                  <a:txBody>
                    <a:bodyPr/>
                    <a:lstStyle/>
                    <a:p>
                      <a:endParaRPr lang="fr-FR" dirty="0"/>
                    </a:p>
                  </a:txBody>
                  <a:tcPr anchor="ctr">
                    <a:solidFill>
                      <a:schemeClr val="accent6"/>
                    </a:solidFill>
                  </a:tcPr>
                </a:tc>
                <a:tc>
                  <a:txBody>
                    <a:bodyPr/>
                    <a:lstStyle/>
                    <a:p>
                      <a:endParaRPr lang="fr-FR" dirty="0"/>
                    </a:p>
                  </a:txBody>
                  <a:tcPr anchor="ctr">
                    <a:solidFill>
                      <a:schemeClr val="accent6"/>
                    </a:solidFill>
                  </a:tcPr>
                </a:tc>
                <a:tc>
                  <a:txBody>
                    <a:bodyPr/>
                    <a:lstStyle/>
                    <a:p>
                      <a:endParaRPr lang="fr-FR" dirty="0"/>
                    </a:p>
                  </a:txBody>
                  <a:tcPr anchor="ctr">
                    <a:solidFill>
                      <a:schemeClr val="accent6"/>
                    </a:solidFill>
                  </a:tcPr>
                </a:tc>
                <a:extLst>
                  <a:ext uri="{0D108BD9-81ED-4DB2-BD59-A6C34878D82A}">
                    <a16:rowId xmlns:a16="http://schemas.microsoft.com/office/drawing/2014/main" val="836719246"/>
                  </a:ext>
                </a:extLst>
              </a:tr>
              <a:tr h="421410">
                <a:tc vMerge="1">
                  <a:txBody>
                    <a:bodyPr/>
                    <a:lstStyle/>
                    <a:p>
                      <a:endParaRPr lang="fr-FR"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dirty="0">
                          <a:solidFill>
                            <a:schemeClr val="bg1"/>
                          </a:solidFill>
                        </a:rPr>
                        <a:t>1.2.6.5</a:t>
                      </a:r>
                    </a:p>
                  </a:txBody>
                  <a:tcPr anchor="ctr">
                    <a:solidFill>
                      <a:schemeClr val="accent1"/>
                    </a:solidFill>
                  </a:tcPr>
                </a:tc>
                <a:tc>
                  <a:txBody>
                    <a:bodyPr/>
                    <a:lstStyle/>
                    <a:p>
                      <a:endParaRPr lang="fr-FR" dirty="0"/>
                    </a:p>
                  </a:txBody>
                  <a:tcPr anchor="ctr">
                    <a:solidFill>
                      <a:srgbClr val="FFC000"/>
                    </a:solidFill>
                  </a:tcPr>
                </a:tc>
                <a:tc>
                  <a:txBody>
                    <a:bodyPr/>
                    <a:lstStyle/>
                    <a:p>
                      <a:endParaRPr lang="fr-FR" dirty="0"/>
                    </a:p>
                  </a:txBody>
                  <a:tcPr anchor="ctr">
                    <a:solidFill>
                      <a:srgbClr val="FFC000"/>
                    </a:solidFill>
                  </a:tcPr>
                </a:tc>
                <a:tc>
                  <a:txBody>
                    <a:bodyPr/>
                    <a:lstStyle/>
                    <a:p>
                      <a:endParaRPr lang="fr-FR" dirty="0"/>
                    </a:p>
                  </a:txBody>
                  <a:tcPr anchor="ctr">
                    <a:solidFill>
                      <a:srgbClr val="FFC000"/>
                    </a:solidFill>
                  </a:tcPr>
                </a:tc>
                <a:tc>
                  <a:txBody>
                    <a:bodyPr/>
                    <a:lstStyle/>
                    <a:p>
                      <a:endParaRPr lang="fr-FR" dirty="0"/>
                    </a:p>
                  </a:txBody>
                  <a:tcPr anchor="ctr">
                    <a:solidFill>
                      <a:srgbClr val="FFC000"/>
                    </a:solidFill>
                  </a:tcPr>
                </a:tc>
                <a:tc>
                  <a:txBody>
                    <a:bodyPr/>
                    <a:lstStyle/>
                    <a:p>
                      <a:endParaRPr lang="fr-FR" dirty="0"/>
                    </a:p>
                  </a:txBody>
                  <a:tcPr anchor="ctr">
                    <a:solidFill>
                      <a:srgbClr val="FFC000"/>
                    </a:solidFill>
                  </a:tcPr>
                </a:tc>
                <a:tc>
                  <a:txBody>
                    <a:bodyPr/>
                    <a:lstStyle/>
                    <a:p>
                      <a:endParaRPr lang="fr-FR" dirty="0"/>
                    </a:p>
                  </a:txBody>
                  <a:tcPr anchor="ctr">
                    <a:solidFill>
                      <a:srgbClr val="FFC000"/>
                    </a:solidFill>
                  </a:tcPr>
                </a:tc>
                <a:tc>
                  <a:txBody>
                    <a:bodyPr/>
                    <a:lstStyle/>
                    <a:p>
                      <a:endParaRPr lang="fr-FR" dirty="0"/>
                    </a:p>
                  </a:txBody>
                  <a:tcPr anchor="ctr">
                    <a:solidFill>
                      <a:schemeClr val="accent6"/>
                    </a:solidFill>
                  </a:tcPr>
                </a:tc>
                <a:tc>
                  <a:txBody>
                    <a:bodyPr/>
                    <a:lstStyle/>
                    <a:p>
                      <a:endParaRPr lang="fr-FR" dirty="0"/>
                    </a:p>
                  </a:txBody>
                  <a:tcPr anchor="ctr">
                    <a:solidFill>
                      <a:schemeClr val="accent6"/>
                    </a:solidFill>
                  </a:tcPr>
                </a:tc>
                <a:tc>
                  <a:txBody>
                    <a:bodyPr/>
                    <a:lstStyle/>
                    <a:p>
                      <a:endParaRPr lang="fr-FR" dirty="0"/>
                    </a:p>
                  </a:txBody>
                  <a:tcPr anchor="ctr">
                    <a:solidFill>
                      <a:schemeClr val="accent6"/>
                    </a:solidFill>
                  </a:tcPr>
                </a:tc>
                <a:extLst>
                  <a:ext uri="{0D108BD9-81ED-4DB2-BD59-A6C34878D82A}">
                    <a16:rowId xmlns:a16="http://schemas.microsoft.com/office/drawing/2014/main" val="1191909874"/>
                  </a:ext>
                </a:extLst>
              </a:tr>
            </a:tbl>
          </a:graphicData>
        </a:graphic>
      </p:graphicFrame>
      <p:graphicFrame>
        <p:nvGraphicFramePr>
          <p:cNvPr id="9" name="Tableau 8">
            <a:extLst>
              <a:ext uri="{FF2B5EF4-FFF2-40B4-BE49-F238E27FC236}">
                <a16:creationId xmlns:a16="http://schemas.microsoft.com/office/drawing/2014/main" id="{4E2F8476-1D9B-F59F-3B36-E33FE3A033BD}"/>
              </a:ext>
            </a:extLst>
          </p:cNvPr>
          <p:cNvGraphicFramePr>
            <a:graphicFrameLocks noGrp="1"/>
          </p:cNvGraphicFramePr>
          <p:nvPr>
            <p:extLst>
              <p:ext uri="{D42A27DB-BD31-4B8C-83A1-F6EECF244321}">
                <p14:modId xmlns:p14="http://schemas.microsoft.com/office/powerpoint/2010/main" val="3205101607"/>
              </p:ext>
            </p:extLst>
          </p:nvPr>
        </p:nvGraphicFramePr>
        <p:xfrm>
          <a:off x="1505207" y="5963403"/>
          <a:ext cx="8861428" cy="528202"/>
        </p:xfrm>
        <a:graphic>
          <a:graphicData uri="http://schemas.openxmlformats.org/drawingml/2006/table">
            <a:tbl>
              <a:tblPr firstCol="1" bandRow="1">
                <a:tableStyleId>{5C22544A-7EE6-4342-B048-85BDC9FD1C3A}</a:tableStyleId>
              </a:tblPr>
              <a:tblGrid>
                <a:gridCol w="1028700">
                  <a:extLst>
                    <a:ext uri="{9D8B030D-6E8A-4147-A177-3AD203B41FA5}">
                      <a16:colId xmlns:a16="http://schemas.microsoft.com/office/drawing/2014/main" val="3592222856"/>
                    </a:ext>
                  </a:extLst>
                </a:gridCol>
                <a:gridCol w="1219200">
                  <a:extLst>
                    <a:ext uri="{9D8B030D-6E8A-4147-A177-3AD203B41FA5}">
                      <a16:colId xmlns:a16="http://schemas.microsoft.com/office/drawing/2014/main" val="765939601"/>
                    </a:ext>
                  </a:extLst>
                </a:gridCol>
                <a:gridCol w="4962525">
                  <a:extLst>
                    <a:ext uri="{9D8B030D-6E8A-4147-A177-3AD203B41FA5}">
                      <a16:colId xmlns:a16="http://schemas.microsoft.com/office/drawing/2014/main" val="3432360843"/>
                    </a:ext>
                  </a:extLst>
                </a:gridCol>
                <a:gridCol w="1651003">
                  <a:extLst>
                    <a:ext uri="{9D8B030D-6E8A-4147-A177-3AD203B41FA5}">
                      <a16:colId xmlns:a16="http://schemas.microsoft.com/office/drawing/2014/main" val="317854955"/>
                    </a:ext>
                  </a:extLst>
                </a:gridCol>
              </a:tblGrid>
              <a:tr h="528202">
                <a:tc>
                  <a:txBody>
                    <a:bodyPr/>
                    <a:lstStyle/>
                    <a:p>
                      <a:pPr algn="r"/>
                      <a:r>
                        <a:rPr lang="fr-FR" sz="1400" i="1" dirty="0"/>
                        <a:t>Légende:</a:t>
                      </a:r>
                    </a:p>
                  </a:txBody>
                  <a:tcPr anchor="ctr"/>
                </a:tc>
                <a:tc>
                  <a:txBody>
                    <a:bodyPr/>
                    <a:lstStyle/>
                    <a:p>
                      <a:r>
                        <a:rPr lang="fr-FR" sz="1400" i="1" dirty="0"/>
                        <a:t>Compatible</a:t>
                      </a:r>
                    </a:p>
                  </a:txBody>
                  <a:tcPr anchor="ctr">
                    <a:solidFill>
                      <a:schemeClr val="accent6"/>
                    </a:solidFill>
                  </a:tcPr>
                </a:tc>
                <a:tc>
                  <a:txBody>
                    <a:bodyPr/>
                    <a:lstStyle/>
                    <a:p>
                      <a:r>
                        <a:rPr lang="fr-FR" sz="1400" i="1" dirty="0"/>
                        <a:t>Utilisable mais certaines données peuvent ne pas s’afficher correctement</a:t>
                      </a:r>
                    </a:p>
                  </a:txBody>
                  <a:tcPr anchor="ctr">
                    <a:solidFill>
                      <a:schemeClr val="accent4"/>
                    </a:solidFill>
                  </a:tcPr>
                </a:tc>
                <a:tc>
                  <a:txBody>
                    <a:bodyPr/>
                    <a:lstStyle/>
                    <a:p>
                      <a:r>
                        <a:rPr lang="fr-FR" sz="1400" i="1" dirty="0"/>
                        <a:t>Incompatible</a:t>
                      </a:r>
                    </a:p>
                  </a:txBody>
                  <a:tcPr anchor="ctr">
                    <a:solidFill>
                      <a:srgbClr val="FF0000"/>
                    </a:solidFill>
                  </a:tcPr>
                </a:tc>
                <a:extLst>
                  <a:ext uri="{0D108BD9-81ED-4DB2-BD59-A6C34878D82A}">
                    <a16:rowId xmlns:a16="http://schemas.microsoft.com/office/drawing/2014/main" val="3053299885"/>
                  </a:ext>
                </a:extLst>
              </a:tr>
            </a:tbl>
          </a:graphicData>
        </a:graphic>
      </p:graphicFrame>
    </p:spTree>
    <p:extLst>
      <p:ext uri="{BB962C8B-B14F-4D97-AF65-F5344CB8AC3E}">
        <p14:creationId xmlns:p14="http://schemas.microsoft.com/office/powerpoint/2010/main" val="407963023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re 4">
            <a:extLst>
              <a:ext uri="{FF2B5EF4-FFF2-40B4-BE49-F238E27FC236}">
                <a16:creationId xmlns:a16="http://schemas.microsoft.com/office/drawing/2014/main" id="{A87CE6F6-4320-4BF1-A136-A65C0670D3C6}"/>
              </a:ext>
            </a:extLst>
          </p:cNvPr>
          <p:cNvSpPr>
            <a:spLocks noGrp="1"/>
          </p:cNvSpPr>
          <p:nvPr>
            <p:ph type="title"/>
          </p:nvPr>
        </p:nvSpPr>
        <p:spPr/>
        <p:txBody>
          <a:bodyPr/>
          <a:lstStyle/>
          <a:p>
            <a:r>
              <a:rPr lang="fr-FR" dirty="0"/>
              <a:t>Historique des versions</a:t>
            </a:r>
          </a:p>
        </p:txBody>
      </p:sp>
      <p:sp>
        <p:nvSpPr>
          <p:cNvPr id="2" name="Espace réservé du texte 1">
            <a:extLst>
              <a:ext uri="{FF2B5EF4-FFF2-40B4-BE49-F238E27FC236}">
                <a16:creationId xmlns:a16="http://schemas.microsoft.com/office/drawing/2014/main" id="{413A7101-73A3-9752-1C42-D8A61847139A}"/>
              </a:ext>
            </a:extLst>
          </p:cNvPr>
          <p:cNvSpPr>
            <a:spLocks noGrp="1"/>
          </p:cNvSpPr>
          <p:nvPr>
            <p:ph type="body" idx="1"/>
          </p:nvPr>
        </p:nvSpPr>
        <p:spPr>
          <a:xfrm>
            <a:off x="339901" y="2090500"/>
            <a:ext cx="5153779" cy="1785717"/>
          </a:xfrm>
        </p:spPr>
        <p:txBody>
          <a:bodyPr/>
          <a:lstStyle/>
          <a:p>
            <a:r>
              <a:rPr lang="fr-FR" sz="1200" b="1" dirty="0">
                <a:latin typeface="Barlow" panose="00000500000000000000" pitchFamily="2" charset="0"/>
              </a:rPr>
              <a:t>V1.3.0.0 – 01/12/2024</a:t>
            </a:r>
          </a:p>
          <a:p>
            <a:pPr lvl="1">
              <a:spcBef>
                <a:spcPts val="0"/>
              </a:spcBef>
            </a:pPr>
            <a:r>
              <a:rPr lang="fr-FR" sz="1200" dirty="0">
                <a:latin typeface="Barlow" panose="00000500000000000000" pitchFamily="2" charset="0"/>
              </a:rPr>
              <a:t>Support du site </a:t>
            </a:r>
            <a:r>
              <a:rPr lang="fr-FR" sz="1200" dirty="0" err="1">
                <a:latin typeface="Barlow" panose="00000500000000000000" pitchFamily="2" charset="0"/>
              </a:rPr>
              <a:t>FFJudo</a:t>
            </a:r>
            <a:endParaRPr lang="fr-FR" sz="1200" dirty="0">
              <a:latin typeface="Barlow" panose="00000500000000000000" pitchFamily="2" charset="0"/>
            </a:endParaRPr>
          </a:p>
          <a:p>
            <a:pPr lvl="1">
              <a:spcBef>
                <a:spcPts val="0"/>
              </a:spcBef>
            </a:pPr>
            <a:r>
              <a:rPr lang="fr-FR" sz="1200" dirty="0">
                <a:latin typeface="Barlow" panose="00000500000000000000" pitchFamily="2" charset="0"/>
              </a:rPr>
              <a:t>Fenêtre d’information</a:t>
            </a:r>
          </a:p>
          <a:p>
            <a:pPr lvl="1">
              <a:spcBef>
                <a:spcPts val="0"/>
              </a:spcBef>
            </a:pPr>
            <a:r>
              <a:rPr lang="fr-FR" sz="1200" dirty="0">
                <a:latin typeface="Barlow" panose="00000500000000000000" pitchFamily="2" charset="0"/>
              </a:rPr>
              <a:t>Export des données de diagnostique</a:t>
            </a:r>
          </a:p>
          <a:p>
            <a:pPr lvl="1">
              <a:spcBef>
                <a:spcPts val="0"/>
              </a:spcBef>
            </a:pPr>
            <a:r>
              <a:rPr lang="fr-FR" sz="1200" dirty="0">
                <a:latin typeface="Barlow" panose="00000500000000000000" pitchFamily="2" charset="0"/>
              </a:rPr>
              <a:t>Correction de bugs divers</a:t>
            </a:r>
          </a:p>
          <a:p>
            <a:pPr lvl="1">
              <a:spcBef>
                <a:spcPts val="0"/>
              </a:spcBef>
            </a:pPr>
            <a:r>
              <a:rPr lang="fr-FR" sz="1200" dirty="0">
                <a:latin typeface="Barlow" panose="00000500000000000000" pitchFamily="2" charset="0"/>
              </a:rPr>
              <a:t>Ajout de la possibilité d’ajouter un logo personnalisé</a:t>
            </a:r>
          </a:p>
          <a:p>
            <a:pPr lvl="1">
              <a:spcBef>
                <a:spcPts val="0"/>
              </a:spcBef>
            </a:pPr>
            <a:r>
              <a:rPr lang="fr-FR" sz="1200" dirty="0">
                <a:latin typeface="Barlow" panose="00000500000000000000" pitchFamily="2" charset="0"/>
              </a:rPr>
              <a:t>Gestion des URLs longues</a:t>
            </a:r>
          </a:p>
          <a:p>
            <a:endParaRPr lang="fr-FR" sz="1200" b="1" dirty="0">
              <a:latin typeface="Barlow" panose="00000500000000000000" pitchFamily="2" charset="0"/>
            </a:endParaRPr>
          </a:p>
          <a:p>
            <a:r>
              <a:rPr lang="fr-FR" sz="1200" b="1" dirty="0">
                <a:latin typeface="Barlow" panose="00000500000000000000" pitchFamily="2" charset="0"/>
              </a:rPr>
              <a:t>v1.2.1.0 – 20/04/2024</a:t>
            </a:r>
          </a:p>
          <a:p>
            <a:pPr lvl="1">
              <a:spcBef>
                <a:spcPts val="0"/>
              </a:spcBef>
            </a:pPr>
            <a:r>
              <a:rPr lang="fr-FR" sz="1200" dirty="0">
                <a:latin typeface="Barlow" panose="00000500000000000000" pitchFamily="2" charset="0"/>
              </a:rPr>
              <a:t>Ajout de la gestion de la chambre d'appel</a:t>
            </a:r>
          </a:p>
          <a:p>
            <a:pPr lvl="1">
              <a:spcBef>
                <a:spcPts val="0"/>
              </a:spcBef>
            </a:pPr>
            <a:r>
              <a:rPr lang="fr-FR" sz="1200" dirty="0">
                <a:latin typeface="Barlow" panose="00000500000000000000" pitchFamily="2" charset="0"/>
              </a:rPr>
              <a:t>Correction graphique</a:t>
            </a:r>
          </a:p>
          <a:p>
            <a:pPr lvl="1">
              <a:spcBef>
                <a:spcPts val="0"/>
              </a:spcBef>
            </a:pPr>
            <a:r>
              <a:rPr lang="fr-FR" sz="1200" dirty="0">
                <a:latin typeface="Barlow" panose="00000500000000000000" pitchFamily="2" charset="0"/>
              </a:rPr>
              <a:t>Amélioration de l'affichage des pages</a:t>
            </a:r>
          </a:p>
          <a:p>
            <a:pPr marL="101598" indent="0">
              <a:buNone/>
            </a:pPr>
            <a:endParaRPr lang="fr-FR" sz="1200" b="1" dirty="0">
              <a:latin typeface="Barlow" panose="00000500000000000000" pitchFamily="2" charset="0"/>
            </a:endParaRPr>
          </a:p>
          <a:p>
            <a:r>
              <a:rPr lang="fr-FR" sz="1200" b="1" dirty="0">
                <a:latin typeface="Barlow" panose="00000500000000000000" pitchFamily="2" charset="0"/>
              </a:rPr>
              <a:t>1.2.0.0 – 06/02/2024</a:t>
            </a:r>
          </a:p>
          <a:p>
            <a:pPr lvl="1">
              <a:spcBef>
                <a:spcPts val="0"/>
              </a:spcBef>
            </a:pPr>
            <a:r>
              <a:rPr lang="fr-FR" sz="1200" dirty="0">
                <a:latin typeface="Barlow" panose="00000500000000000000" pitchFamily="2" charset="0"/>
              </a:rPr>
              <a:t>Ajout de la gestion de la chambre d'appel</a:t>
            </a:r>
          </a:p>
          <a:p>
            <a:pPr lvl="1">
              <a:spcBef>
                <a:spcPts val="0"/>
              </a:spcBef>
            </a:pPr>
            <a:r>
              <a:rPr lang="fr-FR" sz="1200" dirty="0">
                <a:latin typeface="Barlow" panose="00000500000000000000" pitchFamily="2" charset="0"/>
              </a:rPr>
              <a:t>Correction graphique</a:t>
            </a:r>
          </a:p>
          <a:p>
            <a:pPr lvl="1">
              <a:spcBef>
                <a:spcPts val="0"/>
              </a:spcBef>
            </a:pPr>
            <a:r>
              <a:rPr lang="fr-FR" sz="1200" dirty="0">
                <a:latin typeface="Barlow" panose="00000500000000000000" pitchFamily="2" charset="0"/>
              </a:rPr>
              <a:t>Amélioration de l'affichage des pages</a:t>
            </a:r>
          </a:p>
          <a:p>
            <a:pPr marL="101598" indent="0">
              <a:buNone/>
            </a:pPr>
            <a:endParaRPr lang="fr-FR" sz="1200" b="1" dirty="0">
              <a:latin typeface="Barlow" panose="00000500000000000000" pitchFamily="2" charset="0"/>
            </a:endParaRPr>
          </a:p>
        </p:txBody>
      </p:sp>
      <p:sp>
        <p:nvSpPr>
          <p:cNvPr id="7" name="Espace réservé du texte 6">
            <a:extLst>
              <a:ext uri="{FF2B5EF4-FFF2-40B4-BE49-F238E27FC236}">
                <a16:creationId xmlns:a16="http://schemas.microsoft.com/office/drawing/2014/main" id="{FE148435-48CF-CFA1-7757-31EB5D299CBF}"/>
              </a:ext>
            </a:extLst>
          </p:cNvPr>
          <p:cNvSpPr>
            <a:spLocks noGrp="1"/>
          </p:cNvSpPr>
          <p:nvPr>
            <p:ph type="body" sz="quarter" idx="15"/>
          </p:nvPr>
        </p:nvSpPr>
        <p:spPr/>
        <p:txBody>
          <a:bodyPr/>
          <a:lstStyle/>
          <a:p>
            <a:r>
              <a:rPr lang="fr-FR" dirty="0"/>
              <a:t>Annexe</a:t>
            </a:r>
          </a:p>
        </p:txBody>
      </p:sp>
      <p:sp>
        <p:nvSpPr>
          <p:cNvPr id="3" name="Espace réservé du texte 1">
            <a:extLst>
              <a:ext uri="{FF2B5EF4-FFF2-40B4-BE49-F238E27FC236}">
                <a16:creationId xmlns:a16="http://schemas.microsoft.com/office/drawing/2014/main" id="{B3EE5219-3DA4-F35F-1D3D-92C34915FD0A}"/>
              </a:ext>
            </a:extLst>
          </p:cNvPr>
          <p:cNvSpPr txBox="1">
            <a:spLocks/>
          </p:cNvSpPr>
          <p:nvPr/>
        </p:nvSpPr>
        <p:spPr>
          <a:xfrm>
            <a:off x="5833582" y="2090500"/>
            <a:ext cx="6277729" cy="3787178"/>
          </a:xfrm>
          <a:prstGeom prst="rect">
            <a:avLst/>
          </a:prstGeom>
        </p:spPr>
        <p:txBody>
          <a:bodyPr spcFirstLastPara="1" wrap="square" lIns="0" tIns="0" rIns="0" bIns="0" anchor="t" anchorCtr="0">
            <a:noAutofit/>
          </a:bodyPr>
          <a:lstStyle>
            <a:lvl1pPr marL="609585" marR="0" lvl="0" indent="-507987" algn="l" defTabSz="914400" rtl="0" eaLnBrk="1" fontAlgn="auto" latinLnBrk="0" hangingPunct="1">
              <a:lnSpc>
                <a:spcPct val="115000"/>
              </a:lnSpc>
              <a:spcBef>
                <a:spcPts val="0"/>
              </a:spcBef>
              <a:spcAft>
                <a:spcPts val="0"/>
              </a:spcAft>
              <a:buClr>
                <a:schemeClr val="tx1">
                  <a:lumMod val="50000"/>
                  <a:lumOff val="50000"/>
                </a:schemeClr>
              </a:buClr>
              <a:buSzPts val="2400"/>
              <a:buFont typeface="Inria Sans Light"/>
              <a:buChar char="▸"/>
              <a:tabLst/>
              <a:defRPr sz="2000" kern="1200">
                <a:solidFill>
                  <a:schemeClr val="tx1">
                    <a:lumMod val="85000"/>
                    <a:lumOff val="15000"/>
                  </a:schemeClr>
                </a:solidFill>
                <a:latin typeface="Barlow"/>
                <a:ea typeface="+mn-ea"/>
                <a:cs typeface="+mn-cs"/>
              </a:defRPr>
            </a:lvl1pPr>
            <a:lvl2pPr marL="1219170" lvl="1" indent="-507987" algn="l" defTabSz="914400" rtl="0" eaLnBrk="1" latinLnBrk="0" hangingPunct="1">
              <a:lnSpc>
                <a:spcPct val="90000"/>
              </a:lnSpc>
              <a:spcBef>
                <a:spcPts val="800"/>
              </a:spcBef>
              <a:spcAft>
                <a:spcPts val="0"/>
              </a:spcAft>
              <a:buSzPts val="2400"/>
              <a:buFont typeface="Arial" panose="020B0604020202020204" pitchFamily="34" charset="0"/>
              <a:buChar char="▹"/>
              <a:defRPr sz="2400" kern="1200">
                <a:solidFill>
                  <a:schemeClr val="tx1"/>
                </a:solidFill>
                <a:latin typeface="+mn-lt"/>
                <a:ea typeface="+mn-ea"/>
                <a:cs typeface="+mn-cs"/>
              </a:defRPr>
            </a:lvl2pPr>
            <a:lvl3pPr marL="1828754" lvl="2" indent="-507987" algn="l" defTabSz="914400" rtl="0" eaLnBrk="1" latinLnBrk="0" hangingPunct="1">
              <a:lnSpc>
                <a:spcPct val="90000"/>
              </a:lnSpc>
              <a:spcBef>
                <a:spcPts val="800"/>
              </a:spcBef>
              <a:spcAft>
                <a:spcPts val="0"/>
              </a:spcAft>
              <a:buSzPts val="2400"/>
              <a:buFont typeface="Arial" panose="020B0604020202020204" pitchFamily="34" charset="0"/>
              <a:buChar char="■"/>
              <a:defRPr sz="2000" kern="1200">
                <a:solidFill>
                  <a:schemeClr val="tx1"/>
                </a:solidFill>
                <a:latin typeface="+mn-lt"/>
                <a:ea typeface="+mn-ea"/>
                <a:cs typeface="+mn-cs"/>
              </a:defRPr>
            </a:lvl3pPr>
            <a:lvl4pPr marL="2438339" lvl="3"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4pPr>
            <a:lvl5pPr marL="3047924" lvl="4"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5pPr>
            <a:lvl6pPr marL="3657509" lvl="5"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6pPr>
            <a:lvl7pPr marL="4267093" lvl="6"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7pPr>
            <a:lvl8pPr marL="4876678" lvl="7"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8pPr>
            <a:lvl9pPr marL="5486263" lvl="8" indent="-507987" algn="l" defTabSz="914400" rtl="0" eaLnBrk="1" latinLnBrk="0" hangingPunct="1">
              <a:lnSpc>
                <a:spcPct val="90000"/>
              </a:lnSpc>
              <a:spcBef>
                <a:spcPts val="800"/>
              </a:spcBef>
              <a:spcAft>
                <a:spcPts val="800"/>
              </a:spcAft>
              <a:buSzPts val="2400"/>
              <a:buFont typeface="Arial" panose="020B0604020202020204" pitchFamily="34" charset="0"/>
              <a:buChar char="■"/>
              <a:defRPr sz="1800" kern="1200">
                <a:solidFill>
                  <a:schemeClr val="tx1"/>
                </a:solidFill>
                <a:latin typeface="+mn-lt"/>
                <a:ea typeface="+mn-ea"/>
                <a:cs typeface="+mn-cs"/>
              </a:defRPr>
            </a:lvl9pPr>
          </a:lstStyle>
          <a:p>
            <a:r>
              <a:rPr lang="fr-FR" sz="1200" b="1" dirty="0">
                <a:latin typeface="Barlow" panose="00000500000000000000" pitchFamily="2" charset="0"/>
              </a:rPr>
              <a:t>v1.1.1.3 – 06/12/2023</a:t>
            </a:r>
          </a:p>
          <a:p>
            <a:pPr lvl="1">
              <a:spcBef>
                <a:spcPts val="0"/>
              </a:spcBef>
            </a:pPr>
            <a:r>
              <a:rPr lang="fr-FR" sz="1200" dirty="0">
                <a:latin typeface="Barlow" panose="00000500000000000000" pitchFamily="2" charset="0"/>
              </a:rPr>
              <a:t>Correction du non affichage du </a:t>
            </a:r>
            <a:r>
              <a:rPr lang="fr-FR" sz="1200" dirty="0" err="1">
                <a:latin typeface="Barlow" panose="00000500000000000000" pitchFamily="2" charset="0"/>
              </a:rPr>
              <a:t>status</a:t>
            </a:r>
            <a:r>
              <a:rPr lang="fr-FR" sz="1200" dirty="0">
                <a:latin typeface="Barlow" panose="00000500000000000000" pitchFamily="2" charset="0"/>
              </a:rPr>
              <a:t> FTP en cas de nettoyage</a:t>
            </a:r>
          </a:p>
          <a:p>
            <a:pPr lvl="1">
              <a:spcBef>
                <a:spcPts val="0"/>
              </a:spcBef>
            </a:pPr>
            <a:r>
              <a:rPr lang="fr-FR" sz="1200" dirty="0">
                <a:latin typeface="Barlow" panose="00000500000000000000" pitchFamily="2" charset="0"/>
              </a:rPr>
              <a:t>Correction d'un bug FTP Not a Regular File en </a:t>
            </a:r>
            <a:r>
              <a:rPr lang="fr-FR" sz="1200" dirty="0" err="1">
                <a:latin typeface="Barlow" panose="00000500000000000000" pitchFamily="2" charset="0"/>
              </a:rPr>
              <a:t>debut</a:t>
            </a:r>
            <a:r>
              <a:rPr lang="fr-FR" sz="1200" dirty="0">
                <a:latin typeface="Barlow" panose="00000500000000000000" pitchFamily="2" charset="0"/>
              </a:rPr>
              <a:t> de </a:t>
            </a:r>
            <a:r>
              <a:rPr lang="fr-FR" sz="1200" dirty="0" err="1">
                <a:latin typeface="Barlow" panose="00000500000000000000" pitchFamily="2" charset="0"/>
              </a:rPr>
              <a:t>competition</a:t>
            </a:r>
            <a:endParaRPr lang="fr-FR" sz="1200" dirty="0">
              <a:latin typeface="Barlow" panose="00000500000000000000" pitchFamily="2" charset="0"/>
            </a:endParaRPr>
          </a:p>
          <a:p>
            <a:endParaRPr lang="fr-FR" sz="1200" b="1" dirty="0">
              <a:latin typeface="Barlow" panose="00000500000000000000" pitchFamily="2" charset="0"/>
            </a:endParaRPr>
          </a:p>
          <a:p>
            <a:r>
              <a:rPr lang="fr-FR" sz="1200" b="1" dirty="0">
                <a:latin typeface="Barlow" panose="00000500000000000000" pitchFamily="2" charset="0"/>
              </a:rPr>
              <a:t>v1.1.1.2 – 25/11/2023</a:t>
            </a:r>
          </a:p>
          <a:p>
            <a:pPr lvl="1">
              <a:spcBef>
                <a:spcPts val="0"/>
              </a:spcBef>
            </a:pPr>
            <a:r>
              <a:rPr lang="fr-FR" sz="1200" dirty="0">
                <a:latin typeface="Barlow" panose="00000500000000000000" pitchFamily="2" charset="0"/>
              </a:rPr>
              <a:t>Correction anomalie en cas d'écartement Ligue</a:t>
            </a:r>
          </a:p>
          <a:p>
            <a:endParaRPr lang="fr-FR" sz="1200" b="1" dirty="0">
              <a:latin typeface="Barlow" panose="00000500000000000000" pitchFamily="2" charset="0"/>
            </a:endParaRPr>
          </a:p>
          <a:p>
            <a:r>
              <a:rPr lang="fr-FR" sz="1200" b="1" dirty="0">
                <a:latin typeface="Barlow" panose="00000500000000000000" pitchFamily="2" charset="0"/>
              </a:rPr>
              <a:t>v1.1.1.1 – 23/11/2023</a:t>
            </a:r>
          </a:p>
          <a:p>
            <a:pPr lvl="1">
              <a:spcBef>
                <a:spcPts val="0"/>
              </a:spcBef>
            </a:pPr>
            <a:r>
              <a:rPr lang="fr-FR" sz="1200" dirty="0">
                <a:latin typeface="Barlow" panose="00000500000000000000" pitchFamily="2" charset="0"/>
              </a:rPr>
              <a:t>Prise en compte des certificats serveurs auto approuvés</a:t>
            </a:r>
          </a:p>
          <a:p>
            <a:endParaRPr lang="fr-FR" sz="1200" b="1" dirty="0">
              <a:latin typeface="Barlow" panose="00000500000000000000" pitchFamily="2" charset="0"/>
            </a:endParaRPr>
          </a:p>
          <a:p>
            <a:r>
              <a:rPr lang="fr-FR" sz="1200" b="1" dirty="0">
                <a:latin typeface="Barlow" panose="00000500000000000000" pitchFamily="2" charset="0"/>
              </a:rPr>
              <a:t>v1.1.1.0 – 22/10/2023</a:t>
            </a:r>
          </a:p>
          <a:p>
            <a:pPr lvl="1">
              <a:spcBef>
                <a:spcPts val="0"/>
              </a:spcBef>
            </a:pPr>
            <a:r>
              <a:rPr lang="fr-FR" sz="1200" dirty="0">
                <a:latin typeface="Barlow" panose="00000500000000000000" pitchFamily="2" charset="0"/>
              </a:rPr>
              <a:t>Migration vers Installeur </a:t>
            </a:r>
            <a:r>
              <a:rPr lang="fr-FR" sz="1200" dirty="0" err="1">
                <a:latin typeface="Barlow" panose="00000500000000000000" pitchFamily="2" charset="0"/>
              </a:rPr>
              <a:t>innoSetup</a:t>
            </a:r>
            <a:endParaRPr lang="fr-FR" sz="1200" dirty="0">
              <a:latin typeface="Barlow" panose="00000500000000000000" pitchFamily="2" charset="0"/>
            </a:endParaRPr>
          </a:p>
          <a:p>
            <a:endParaRPr lang="fr-FR" sz="1200" b="1" dirty="0">
              <a:latin typeface="Barlow" panose="00000500000000000000" pitchFamily="2" charset="0"/>
            </a:endParaRPr>
          </a:p>
          <a:p>
            <a:r>
              <a:rPr lang="fr-FR" sz="1200" b="1" dirty="0">
                <a:latin typeface="Barlow" panose="00000500000000000000" pitchFamily="2" charset="0"/>
              </a:rPr>
              <a:t>v1.1.0.0 – 19/09/2023</a:t>
            </a:r>
          </a:p>
          <a:p>
            <a:pPr lvl="1">
              <a:spcBef>
                <a:spcPts val="0"/>
              </a:spcBef>
            </a:pPr>
            <a:r>
              <a:rPr lang="fr-FR" sz="1200" dirty="0">
                <a:latin typeface="Barlow" panose="00000500000000000000" pitchFamily="2" charset="0"/>
              </a:rPr>
              <a:t>Modernisation du design du site web (changement de librairie vers W3.CSS).</a:t>
            </a:r>
          </a:p>
          <a:p>
            <a:pPr lvl="1">
              <a:spcBef>
                <a:spcPts val="0"/>
              </a:spcBef>
            </a:pPr>
            <a:r>
              <a:rPr lang="fr-FR" sz="1200" dirty="0">
                <a:latin typeface="Barlow" panose="00000500000000000000" pitchFamily="2" charset="0"/>
              </a:rPr>
              <a:t>Amélioration de la gestion FTP</a:t>
            </a:r>
          </a:p>
          <a:p>
            <a:endParaRPr lang="fr-FR" sz="1200" b="1" dirty="0">
              <a:latin typeface="Barlow" panose="00000500000000000000" pitchFamily="2" charset="0"/>
            </a:endParaRPr>
          </a:p>
          <a:p>
            <a:r>
              <a:rPr lang="fr-FR" sz="1200" b="1" dirty="0">
                <a:latin typeface="Barlow" panose="00000500000000000000" pitchFamily="2" charset="0"/>
              </a:rPr>
              <a:t>v1.0.0.0 – 25/04/2023</a:t>
            </a:r>
          </a:p>
          <a:p>
            <a:pPr lvl="1">
              <a:spcBef>
                <a:spcPts val="0"/>
              </a:spcBef>
            </a:pPr>
            <a:r>
              <a:rPr lang="fr-FR" sz="1200" dirty="0">
                <a:latin typeface="Barlow" panose="00000500000000000000" pitchFamily="2" charset="0"/>
              </a:rPr>
              <a:t>Version initiale</a:t>
            </a:r>
          </a:p>
        </p:txBody>
      </p:sp>
    </p:spTree>
    <p:extLst>
      <p:ext uri="{BB962C8B-B14F-4D97-AF65-F5344CB8AC3E}">
        <p14:creationId xmlns:p14="http://schemas.microsoft.com/office/powerpoint/2010/main" val="210242704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C198829-35EB-6A46-EBAA-6A582DAFE970}"/>
              </a:ext>
            </a:extLst>
          </p:cNvPr>
          <p:cNvSpPr>
            <a:spLocks noGrp="1"/>
          </p:cNvSpPr>
          <p:nvPr>
            <p:ph type="title"/>
          </p:nvPr>
        </p:nvSpPr>
        <p:spPr/>
        <p:txBody>
          <a:bodyPr/>
          <a:lstStyle/>
          <a:p>
            <a:r>
              <a:rPr lang="fr-FR" dirty="0"/>
              <a:t>Plan du Site utilisateur</a:t>
            </a:r>
          </a:p>
        </p:txBody>
      </p:sp>
      <p:sp>
        <p:nvSpPr>
          <p:cNvPr id="96" name="Espace réservé du texte 95">
            <a:extLst>
              <a:ext uri="{FF2B5EF4-FFF2-40B4-BE49-F238E27FC236}">
                <a16:creationId xmlns:a16="http://schemas.microsoft.com/office/drawing/2014/main" id="{632EA303-8082-81B4-4011-C47156776500}"/>
              </a:ext>
            </a:extLst>
          </p:cNvPr>
          <p:cNvSpPr>
            <a:spLocks noGrp="1"/>
          </p:cNvSpPr>
          <p:nvPr>
            <p:ph type="body" idx="1"/>
          </p:nvPr>
        </p:nvSpPr>
        <p:spPr>
          <a:xfrm>
            <a:off x="294171" y="2705491"/>
            <a:ext cx="5648329" cy="2692716"/>
          </a:xfrm>
        </p:spPr>
        <p:txBody>
          <a:bodyPr/>
          <a:lstStyle/>
          <a:p>
            <a:pPr marL="101598" indent="0">
              <a:buNone/>
            </a:pPr>
            <a:r>
              <a:rPr lang="fr-FR" b="1" dirty="0"/>
              <a:t>Icones communs</a:t>
            </a:r>
          </a:p>
          <a:p>
            <a:pPr lvl="1">
              <a:lnSpc>
                <a:spcPct val="150000"/>
              </a:lnSpc>
            </a:pPr>
            <a:r>
              <a:rPr lang="fr-FR" sz="2000" dirty="0"/>
              <a:t>Ouvre le panneau de navigation</a:t>
            </a:r>
          </a:p>
          <a:p>
            <a:pPr lvl="1">
              <a:lnSpc>
                <a:spcPct val="150000"/>
              </a:lnSpc>
            </a:pPr>
            <a:r>
              <a:rPr lang="fr-FR" sz="2000" dirty="0"/>
              <a:t>Déplie une zone d’affichage masquée</a:t>
            </a:r>
          </a:p>
          <a:p>
            <a:pPr lvl="1">
              <a:lnSpc>
                <a:spcPct val="150000"/>
              </a:lnSpc>
            </a:pPr>
            <a:r>
              <a:rPr lang="fr-FR" sz="2000" dirty="0"/>
              <a:t>Replie une zone d’affichage</a:t>
            </a:r>
          </a:p>
        </p:txBody>
      </p:sp>
      <p:sp>
        <p:nvSpPr>
          <p:cNvPr id="4" name="Espace réservé du texte 3">
            <a:extLst>
              <a:ext uri="{FF2B5EF4-FFF2-40B4-BE49-F238E27FC236}">
                <a16:creationId xmlns:a16="http://schemas.microsoft.com/office/drawing/2014/main" id="{55EE5942-743C-7FE0-DDCC-8AF825345982}"/>
              </a:ext>
            </a:extLst>
          </p:cNvPr>
          <p:cNvSpPr>
            <a:spLocks noGrp="1"/>
          </p:cNvSpPr>
          <p:nvPr>
            <p:ph type="body" sz="quarter" idx="15"/>
          </p:nvPr>
        </p:nvSpPr>
        <p:spPr/>
        <p:txBody>
          <a:bodyPr/>
          <a:lstStyle/>
          <a:p>
            <a:r>
              <a:rPr lang="fr-FR" dirty="0"/>
              <a:t>Annexe</a:t>
            </a:r>
          </a:p>
        </p:txBody>
      </p:sp>
      <p:pic>
        <p:nvPicPr>
          <p:cNvPr id="39" name="Image 38">
            <a:extLst>
              <a:ext uri="{FF2B5EF4-FFF2-40B4-BE49-F238E27FC236}">
                <a16:creationId xmlns:a16="http://schemas.microsoft.com/office/drawing/2014/main" id="{4668D6BD-33B6-5D57-80FA-C18DE3BB775B}"/>
              </a:ext>
            </a:extLst>
          </p:cNvPr>
          <p:cNvPicPr>
            <a:picLocks noChangeAspect="1"/>
          </p:cNvPicPr>
          <p:nvPr/>
        </p:nvPicPr>
        <p:blipFill rotWithShape="1">
          <a:blip r:embed="rId2"/>
          <a:srcRect r="93167" b="81568"/>
          <a:stretch/>
        </p:blipFill>
        <p:spPr>
          <a:xfrm>
            <a:off x="582477" y="3207350"/>
            <a:ext cx="390526" cy="423110"/>
          </a:xfrm>
          <a:prstGeom prst="rect">
            <a:avLst/>
          </a:prstGeom>
        </p:spPr>
      </p:pic>
      <p:pic>
        <p:nvPicPr>
          <p:cNvPr id="93" name="Image 92">
            <a:extLst>
              <a:ext uri="{FF2B5EF4-FFF2-40B4-BE49-F238E27FC236}">
                <a16:creationId xmlns:a16="http://schemas.microsoft.com/office/drawing/2014/main" id="{5CA17C80-E623-1F6D-0B3B-1C4BAB12603F}"/>
              </a:ext>
            </a:extLst>
          </p:cNvPr>
          <p:cNvPicPr>
            <a:picLocks noChangeAspect="1"/>
          </p:cNvPicPr>
          <p:nvPr/>
        </p:nvPicPr>
        <p:blipFill rotWithShape="1">
          <a:blip r:embed="rId3"/>
          <a:srcRect l="4066" t="28114" r="92396" b="66858"/>
          <a:stretch/>
        </p:blipFill>
        <p:spPr>
          <a:xfrm>
            <a:off x="607243" y="4298044"/>
            <a:ext cx="375825" cy="423110"/>
          </a:xfrm>
          <a:prstGeom prst="rect">
            <a:avLst/>
          </a:prstGeom>
        </p:spPr>
      </p:pic>
      <p:pic>
        <p:nvPicPr>
          <p:cNvPr id="95" name="Image 94">
            <a:extLst>
              <a:ext uri="{FF2B5EF4-FFF2-40B4-BE49-F238E27FC236}">
                <a16:creationId xmlns:a16="http://schemas.microsoft.com/office/drawing/2014/main" id="{984867CE-3E59-9C52-93FB-A0A9C0CD7583}"/>
              </a:ext>
            </a:extLst>
          </p:cNvPr>
          <p:cNvPicPr>
            <a:picLocks noChangeAspect="1"/>
          </p:cNvPicPr>
          <p:nvPr/>
        </p:nvPicPr>
        <p:blipFill rotWithShape="1">
          <a:blip r:embed="rId4"/>
          <a:srcRect l="4114" t="72819" r="92274" b="17419"/>
          <a:stretch/>
        </p:blipFill>
        <p:spPr>
          <a:xfrm>
            <a:off x="607243" y="3779112"/>
            <a:ext cx="365760" cy="370280"/>
          </a:xfrm>
          <a:prstGeom prst="rect">
            <a:avLst/>
          </a:prstGeom>
        </p:spPr>
      </p:pic>
      <p:pic>
        <p:nvPicPr>
          <p:cNvPr id="97" name="Image 96">
            <a:extLst>
              <a:ext uri="{FF2B5EF4-FFF2-40B4-BE49-F238E27FC236}">
                <a16:creationId xmlns:a16="http://schemas.microsoft.com/office/drawing/2014/main" id="{2AEA0DFA-979E-1831-3CDF-EB998F1592C7}"/>
              </a:ext>
            </a:extLst>
          </p:cNvPr>
          <p:cNvPicPr>
            <a:picLocks noChangeAspect="1"/>
          </p:cNvPicPr>
          <p:nvPr/>
        </p:nvPicPr>
        <p:blipFill>
          <a:blip r:embed="rId5"/>
          <a:stretch>
            <a:fillRect/>
          </a:stretch>
        </p:blipFill>
        <p:spPr>
          <a:xfrm>
            <a:off x="6547450" y="1065770"/>
            <a:ext cx="5125529" cy="5383094"/>
          </a:xfrm>
          <a:prstGeom prst="rect">
            <a:avLst/>
          </a:prstGeom>
        </p:spPr>
      </p:pic>
      <p:sp>
        <p:nvSpPr>
          <p:cNvPr id="98" name="Rectangle 97">
            <a:extLst>
              <a:ext uri="{FF2B5EF4-FFF2-40B4-BE49-F238E27FC236}">
                <a16:creationId xmlns:a16="http://schemas.microsoft.com/office/drawing/2014/main" id="{C1D59BD6-8545-5BFA-DC66-AF87077CEC4E}"/>
              </a:ext>
            </a:extLst>
          </p:cNvPr>
          <p:cNvSpPr/>
          <p:nvPr/>
        </p:nvSpPr>
        <p:spPr>
          <a:xfrm>
            <a:off x="6547450" y="1520147"/>
            <a:ext cx="5125528" cy="4588254"/>
          </a:xfrm>
          <a:prstGeom prst="rect">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solidFill>
                  <a:schemeClr val="lt1"/>
                </a:solidFill>
              </a:rPr>
              <a:t>Affichage des informations</a:t>
            </a:r>
          </a:p>
        </p:txBody>
      </p:sp>
      <p:sp>
        <p:nvSpPr>
          <p:cNvPr id="99" name="Légende : encadrée à une bordure 98">
            <a:extLst>
              <a:ext uri="{FF2B5EF4-FFF2-40B4-BE49-F238E27FC236}">
                <a16:creationId xmlns:a16="http://schemas.microsoft.com/office/drawing/2014/main" id="{3C9B238E-A3E8-0741-3EC5-FFAFFCE4A2F9}"/>
              </a:ext>
            </a:extLst>
          </p:cNvPr>
          <p:cNvSpPr/>
          <p:nvPr/>
        </p:nvSpPr>
        <p:spPr>
          <a:xfrm flipH="1">
            <a:off x="3873260" y="5804245"/>
            <a:ext cx="2309004" cy="436961"/>
          </a:xfrm>
          <a:prstGeom prst="accentBorderCallout1">
            <a:avLst>
              <a:gd name="adj1" fmla="val 18750"/>
              <a:gd name="adj2" fmla="val -8333"/>
              <a:gd name="adj3" fmla="val 116381"/>
              <a:gd name="adj4" fmla="val -90520"/>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Date et heure de génération de la page</a:t>
            </a:r>
          </a:p>
        </p:txBody>
      </p:sp>
      <p:sp>
        <p:nvSpPr>
          <p:cNvPr id="100" name="Rectangle 99">
            <a:extLst>
              <a:ext uri="{FF2B5EF4-FFF2-40B4-BE49-F238E27FC236}">
                <a16:creationId xmlns:a16="http://schemas.microsoft.com/office/drawing/2014/main" id="{2EAF2B2D-282C-03B6-9184-4DF717E359C8}"/>
              </a:ext>
            </a:extLst>
          </p:cNvPr>
          <p:cNvSpPr/>
          <p:nvPr/>
        </p:nvSpPr>
        <p:spPr>
          <a:xfrm>
            <a:off x="8285555" y="6193764"/>
            <a:ext cx="1634822" cy="210389"/>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2" name="Rectangle 101">
            <a:extLst>
              <a:ext uri="{FF2B5EF4-FFF2-40B4-BE49-F238E27FC236}">
                <a16:creationId xmlns:a16="http://schemas.microsoft.com/office/drawing/2014/main" id="{E97E29FF-67E6-A642-B9C3-A853D238957C}"/>
              </a:ext>
            </a:extLst>
          </p:cNvPr>
          <p:cNvSpPr/>
          <p:nvPr/>
        </p:nvSpPr>
        <p:spPr>
          <a:xfrm>
            <a:off x="6532750" y="1090193"/>
            <a:ext cx="390526" cy="333165"/>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3" name="Légende : encadrée à une bordure 102">
            <a:extLst>
              <a:ext uri="{FF2B5EF4-FFF2-40B4-BE49-F238E27FC236}">
                <a16:creationId xmlns:a16="http://schemas.microsoft.com/office/drawing/2014/main" id="{F64F9F6D-CE22-254B-E61B-658E501A5F75}"/>
              </a:ext>
            </a:extLst>
          </p:cNvPr>
          <p:cNvSpPr/>
          <p:nvPr/>
        </p:nvSpPr>
        <p:spPr>
          <a:xfrm flipH="1">
            <a:off x="4386639" y="1719483"/>
            <a:ext cx="1709361" cy="579970"/>
          </a:xfrm>
          <a:prstGeom prst="accentBorderCallout1">
            <a:avLst>
              <a:gd name="adj1" fmla="val 18750"/>
              <a:gd name="adj2" fmla="val -8333"/>
              <a:gd name="adj3" fmla="val -42724"/>
              <a:gd name="adj4" fmla="val -30610"/>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Affiche le panneau de navigation</a:t>
            </a:r>
          </a:p>
        </p:txBody>
      </p:sp>
      <p:sp>
        <p:nvSpPr>
          <p:cNvPr id="104" name="Légende : encadrée à une bordure 103">
            <a:extLst>
              <a:ext uri="{FF2B5EF4-FFF2-40B4-BE49-F238E27FC236}">
                <a16:creationId xmlns:a16="http://schemas.microsoft.com/office/drawing/2014/main" id="{5A54C490-7140-FC0A-C192-022E3030A5F2}"/>
              </a:ext>
            </a:extLst>
          </p:cNvPr>
          <p:cNvSpPr/>
          <p:nvPr/>
        </p:nvSpPr>
        <p:spPr>
          <a:xfrm flipH="1">
            <a:off x="6923276" y="506826"/>
            <a:ext cx="2309004" cy="436961"/>
          </a:xfrm>
          <a:prstGeom prst="accentBorderCallout1">
            <a:avLst>
              <a:gd name="adj1" fmla="val 18750"/>
              <a:gd name="adj2" fmla="val -8333"/>
              <a:gd name="adj3" fmla="val 181529"/>
              <a:gd name="adj4" fmla="val -79312"/>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Logo sélectionné</a:t>
            </a:r>
          </a:p>
        </p:txBody>
      </p:sp>
      <p:sp>
        <p:nvSpPr>
          <p:cNvPr id="105" name="Rectangle 104">
            <a:extLst>
              <a:ext uri="{FF2B5EF4-FFF2-40B4-BE49-F238E27FC236}">
                <a16:creationId xmlns:a16="http://schemas.microsoft.com/office/drawing/2014/main" id="{9F20B463-53F3-1023-B35D-CD0F36B08443}"/>
              </a:ext>
            </a:extLst>
          </p:cNvPr>
          <p:cNvSpPr/>
          <p:nvPr/>
        </p:nvSpPr>
        <p:spPr>
          <a:xfrm>
            <a:off x="11084943" y="1082569"/>
            <a:ext cx="408316" cy="340789"/>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Tree>
    <p:extLst>
      <p:ext uri="{BB962C8B-B14F-4D97-AF65-F5344CB8AC3E}">
        <p14:creationId xmlns:p14="http://schemas.microsoft.com/office/powerpoint/2010/main" val="121583886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 name="Rectangle : coins arrondis 39">
            <a:extLst>
              <a:ext uri="{FF2B5EF4-FFF2-40B4-BE49-F238E27FC236}">
                <a16:creationId xmlns:a16="http://schemas.microsoft.com/office/drawing/2014/main" id="{58A34438-3D1A-7ADA-6577-FC12D5E3BB3A}"/>
              </a:ext>
            </a:extLst>
          </p:cNvPr>
          <p:cNvSpPr/>
          <p:nvPr/>
        </p:nvSpPr>
        <p:spPr>
          <a:xfrm>
            <a:off x="2433261" y="2229973"/>
            <a:ext cx="2114550" cy="3152674"/>
          </a:xfrm>
          <a:prstGeom prst="roundRect">
            <a:avLst>
              <a:gd name="adj" fmla="val 5969"/>
            </a:avLst>
          </a:prstGeom>
        </p:spPr>
        <p:style>
          <a:lnRef idx="2">
            <a:schemeClr val="accent5"/>
          </a:lnRef>
          <a:fillRef idx="1">
            <a:schemeClr val="lt1"/>
          </a:fillRef>
          <a:effectRef idx="0">
            <a:schemeClr val="accent5"/>
          </a:effectRef>
          <a:fontRef idx="minor">
            <a:schemeClr val="dk1"/>
          </a:fontRef>
        </p:style>
        <p:txBody>
          <a:bodyPr rtlCol="0" anchor="ctr"/>
          <a:lstStyle/>
          <a:p>
            <a:pPr algn="r"/>
            <a:endParaRPr lang="fr-FR" dirty="0"/>
          </a:p>
        </p:txBody>
      </p:sp>
      <p:sp>
        <p:nvSpPr>
          <p:cNvPr id="2" name="Titre 1">
            <a:extLst>
              <a:ext uri="{FF2B5EF4-FFF2-40B4-BE49-F238E27FC236}">
                <a16:creationId xmlns:a16="http://schemas.microsoft.com/office/drawing/2014/main" id="{2C198829-35EB-6A46-EBAA-6A582DAFE970}"/>
              </a:ext>
            </a:extLst>
          </p:cNvPr>
          <p:cNvSpPr>
            <a:spLocks noGrp="1"/>
          </p:cNvSpPr>
          <p:nvPr>
            <p:ph type="title"/>
          </p:nvPr>
        </p:nvSpPr>
        <p:spPr/>
        <p:txBody>
          <a:bodyPr/>
          <a:lstStyle/>
          <a:p>
            <a:r>
              <a:rPr lang="fr-FR" dirty="0"/>
              <a:t>Plan du Site utilisateur</a:t>
            </a:r>
          </a:p>
        </p:txBody>
      </p:sp>
      <p:sp>
        <p:nvSpPr>
          <p:cNvPr id="4" name="Espace réservé du texte 3">
            <a:extLst>
              <a:ext uri="{FF2B5EF4-FFF2-40B4-BE49-F238E27FC236}">
                <a16:creationId xmlns:a16="http://schemas.microsoft.com/office/drawing/2014/main" id="{55EE5942-743C-7FE0-DDCC-8AF825345982}"/>
              </a:ext>
            </a:extLst>
          </p:cNvPr>
          <p:cNvSpPr>
            <a:spLocks noGrp="1"/>
          </p:cNvSpPr>
          <p:nvPr>
            <p:ph type="body" sz="quarter" idx="15"/>
          </p:nvPr>
        </p:nvSpPr>
        <p:spPr/>
        <p:txBody>
          <a:bodyPr/>
          <a:lstStyle/>
          <a:p>
            <a:r>
              <a:rPr lang="fr-FR" dirty="0"/>
              <a:t>Annexe</a:t>
            </a:r>
          </a:p>
        </p:txBody>
      </p:sp>
      <p:sp>
        <p:nvSpPr>
          <p:cNvPr id="3" name="Rectangle : coins arrondis 2">
            <a:extLst>
              <a:ext uri="{FF2B5EF4-FFF2-40B4-BE49-F238E27FC236}">
                <a16:creationId xmlns:a16="http://schemas.microsoft.com/office/drawing/2014/main" id="{D90452C1-256C-09A6-C01D-DC1678FCD034}"/>
              </a:ext>
            </a:extLst>
          </p:cNvPr>
          <p:cNvSpPr/>
          <p:nvPr/>
        </p:nvSpPr>
        <p:spPr>
          <a:xfrm>
            <a:off x="6098858" y="4633252"/>
            <a:ext cx="1628776" cy="528400"/>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fr-FR" sz="1400" dirty="0"/>
              <a:t>Avancement (choix de catégorie)</a:t>
            </a:r>
          </a:p>
        </p:txBody>
      </p:sp>
      <p:sp>
        <p:nvSpPr>
          <p:cNvPr id="5" name="Rectangle : coins arrondis 4">
            <a:extLst>
              <a:ext uri="{FF2B5EF4-FFF2-40B4-BE49-F238E27FC236}">
                <a16:creationId xmlns:a16="http://schemas.microsoft.com/office/drawing/2014/main" id="{D9CAF4C6-5999-859E-C196-29EBBE376E89}"/>
              </a:ext>
            </a:extLst>
          </p:cNvPr>
          <p:cNvSpPr/>
          <p:nvPr/>
        </p:nvSpPr>
        <p:spPr>
          <a:xfrm>
            <a:off x="9307832" y="3972752"/>
            <a:ext cx="1628776" cy="528400"/>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fr-FR" sz="1400" dirty="0"/>
              <a:t>Tableaux de catégorie</a:t>
            </a:r>
          </a:p>
        </p:txBody>
      </p:sp>
      <p:sp>
        <p:nvSpPr>
          <p:cNvPr id="7" name="Rectangle : coins arrondis 6">
            <a:extLst>
              <a:ext uri="{FF2B5EF4-FFF2-40B4-BE49-F238E27FC236}">
                <a16:creationId xmlns:a16="http://schemas.microsoft.com/office/drawing/2014/main" id="{7087A589-9FC2-FD64-65CC-811A39D1A8CA}"/>
              </a:ext>
            </a:extLst>
          </p:cNvPr>
          <p:cNvSpPr/>
          <p:nvPr/>
        </p:nvSpPr>
        <p:spPr>
          <a:xfrm>
            <a:off x="9307833" y="4830745"/>
            <a:ext cx="1628776" cy="528400"/>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fr-FR" sz="1400" dirty="0"/>
              <a:t>Poule de catégorie</a:t>
            </a:r>
          </a:p>
        </p:txBody>
      </p:sp>
      <p:cxnSp>
        <p:nvCxnSpPr>
          <p:cNvPr id="11" name="Connecteur : en angle 10">
            <a:extLst>
              <a:ext uri="{FF2B5EF4-FFF2-40B4-BE49-F238E27FC236}">
                <a16:creationId xmlns:a16="http://schemas.microsoft.com/office/drawing/2014/main" id="{FFA146B2-0AD5-25A5-27D4-F4F7A616D96B}"/>
              </a:ext>
            </a:extLst>
          </p:cNvPr>
          <p:cNvCxnSpPr>
            <a:stCxn id="3" idx="3"/>
            <a:endCxn id="5" idx="1"/>
          </p:cNvCxnSpPr>
          <p:nvPr/>
        </p:nvCxnSpPr>
        <p:spPr>
          <a:xfrm flipV="1">
            <a:off x="7727634" y="4236952"/>
            <a:ext cx="1580198" cy="660500"/>
          </a:xfrm>
          <a:prstGeom prst="curved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 name="Connecteur : en angle 10">
            <a:extLst>
              <a:ext uri="{FF2B5EF4-FFF2-40B4-BE49-F238E27FC236}">
                <a16:creationId xmlns:a16="http://schemas.microsoft.com/office/drawing/2014/main" id="{F6AEDAB8-958C-A269-370A-EBE3EDB20C7B}"/>
              </a:ext>
            </a:extLst>
          </p:cNvPr>
          <p:cNvCxnSpPr>
            <a:cxnSpLocks/>
            <a:stCxn id="3" idx="3"/>
            <a:endCxn id="7" idx="1"/>
          </p:cNvCxnSpPr>
          <p:nvPr/>
        </p:nvCxnSpPr>
        <p:spPr>
          <a:xfrm>
            <a:off x="7727634" y="4897452"/>
            <a:ext cx="1580199" cy="197493"/>
          </a:xfrm>
          <a:prstGeom prst="curved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sp>
        <p:nvSpPr>
          <p:cNvPr id="19" name="Rectangle : coins arrondis 18">
            <a:extLst>
              <a:ext uri="{FF2B5EF4-FFF2-40B4-BE49-F238E27FC236}">
                <a16:creationId xmlns:a16="http://schemas.microsoft.com/office/drawing/2014/main" id="{769E8D03-59A6-5087-F0D8-84B291608D41}"/>
              </a:ext>
            </a:extLst>
          </p:cNvPr>
          <p:cNvSpPr/>
          <p:nvPr/>
        </p:nvSpPr>
        <p:spPr>
          <a:xfrm>
            <a:off x="2433261" y="2229973"/>
            <a:ext cx="2114550" cy="633650"/>
          </a:xfrm>
          <a:prstGeom prst="roundRect">
            <a:avLst/>
          </a:prstGeom>
        </p:spPr>
        <p:style>
          <a:lnRef idx="0">
            <a:schemeClr val="accent5"/>
          </a:lnRef>
          <a:fillRef idx="3">
            <a:schemeClr val="accent5"/>
          </a:fillRef>
          <a:effectRef idx="3">
            <a:schemeClr val="accent5"/>
          </a:effectRef>
          <a:fontRef idx="minor">
            <a:schemeClr val="lt1"/>
          </a:fontRef>
        </p:style>
        <p:txBody>
          <a:bodyPr rtlCol="0" anchor="ctr"/>
          <a:lstStyle/>
          <a:p>
            <a:pPr algn="r"/>
            <a:r>
              <a:rPr lang="fr-FR" dirty="0"/>
              <a:t>Panneau de navigation</a:t>
            </a:r>
          </a:p>
        </p:txBody>
      </p:sp>
      <p:sp>
        <p:nvSpPr>
          <p:cNvPr id="25" name="Rectangle : coins arrondis 24">
            <a:extLst>
              <a:ext uri="{FF2B5EF4-FFF2-40B4-BE49-F238E27FC236}">
                <a16:creationId xmlns:a16="http://schemas.microsoft.com/office/drawing/2014/main" id="{0C6E0737-9FE9-FC29-31A7-48016C78A949}"/>
              </a:ext>
            </a:extLst>
          </p:cNvPr>
          <p:cNvSpPr/>
          <p:nvPr/>
        </p:nvSpPr>
        <p:spPr>
          <a:xfrm>
            <a:off x="6098858" y="5615884"/>
            <a:ext cx="1628776" cy="528400"/>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fr-FR" sz="1400" dirty="0"/>
              <a:t>Classement (choix de catégorie)</a:t>
            </a:r>
          </a:p>
        </p:txBody>
      </p:sp>
      <p:sp>
        <p:nvSpPr>
          <p:cNvPr id="27" name="Rectangle : coins arrondis 26">
            <a:extLst>
              <a:ext uri="{FF2B5EF4-FFF2-40B4-BE49-F238E27FC236}">
                <a16:creationId xmlns:a16="http://schemas.microsoft.com/office/drawing/2014/main" id="{DBDE66BA-AC85-87E6-72A1-F65241124F0A}"/>
              </a:ext>
            </a:extLst>
          </p:cNvPr>
          <p:cNvSpPr/>
          <p:nvPr/>
        </p:nvSpPr>
        <p:spPr>
          <a:xfrm>
            <a:off x="9107808" y="5821313"/>
            <a:ext cx="2028825" cy="528400"/>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fr-FR" sz="1400" dirty="0"/>
              <a:t>Tableau de classement de la catégorie</a:t>
            </a:r>
          </a:p>
        </p:txBody>
      </p:sp>
      <p:cxnSp>
        <p:nvCxnSpPr>
          <p:cNvPr id="28" name="Connecteur : en angle 10">
            <a:extLst>
              <a:ext uri="{FF2B5EF4-FFF2-40B4-BE49-F238E27FC236}">
                <a16:creationId xmlns:a16="http://schemas.microsoft.com/office/drawing/2014/main" id="{BE64697A-1A40-BDC4-E8D6-AD8CD65F48AA}"/>
              </a:ext>
            </a:extLst>
          </p:cNvPr>
          <p:cNvCxnSpPr>
            <a:cxnSpLocks/>
            <a:stCxn id="25" idx="3"/>
            <a:endCxn id="27" idx="1"/>
          </p:cNvCxnSpPr>
          <p:nvPr/>
        </p:nvCxnSpPr>
        <p:spPr>
          <a:xfrm>
            <a:off x="7727634" y="5880084"/>
            <a:ext cx="1380174" cy="205429"/>
          </a:xfrm>
          <a:prstGeom prst="curved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sp>
        <p:nvSpPr>
          <p:cNvPr id="34" name="Rectangle : coins arrondis 33">
            <a:extLst>
              <a:ext uri="{FF2B5EF4-FFF2-40B4-BE49-F238E27FC236}">
                <a16:creationId xmlns:a16="http://schemas.microsoft.com/office/drawing/2014/main" id="{2A9E8854-3740-AEB4-DA1E-41A230566829}"/>
              </a:ext>
            </a:extLst>
          </p:cNvPr>
          <p:cNvSpPr/>
          <p:nvPr/>
        </p:nvSpPr>
        <p:spPr>
          <a:xfrm>
            <a:off x="6098858" y="1685358"/>
            <a:ext cx="1628776" cy="528400"/>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fr-FR" sz="1400" dirty="0"/>
              <a:t>Chambre d’appel par tapis</a:t>
            </a:r>
          </a:p>
        </p:txBody>
      </p:sp>
      <p:sp>
        <p:nvSpPr>
          <p:cNvPr id="36" name="Rectangle : coins arrondis 35">
            <a:extLst>
              <a:ext uri="{FF2B5EF4-FFF2-40B4-BE49-F238E27FC236}">
                <a16:creationId xmlns:a16="http://schemas.microsoft.com/office/drawing/2014/main" id="{1C05EB99-8F3D-FB84-32E4-476022E4C2CD}"/>
              </a:ext>
            </a:extLst>
          </p:cNvPr>
          <p:cNvSpPr/>
          <p:nvPr/>
        </p:nvSpPr>
        <p:spPr>
          <a:xfrm>
            <a:off x="5985982" y="2667989"/>
            <a:ext cx="1876426" cy="528400"/>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fr-FR" sz="1400" dirty="0"/>
              <a:t>Prochains combats (choix de catégorie)</a:t>
            </a:r>
          </a:p>
        </p:txBody>
      </p:sp>
      <p:sp>
        <p:nvSpPr>
          <p:cNvPr id="37" name="Rectangle : coins arrondis 36">
            <a:extLst>
              <a:ext uri="{FF2B5EF4-FFF2-40B4-BE49-F238E27FC236}">
                <a16:creationId xmlns:a16="http://schemas.microsoft.com/office/drawing/2014/main" id="{5D15D911-2337-C4AF-9F0A-FEF9DEA4E2D8}"/>
              </a:ext>
            </a:extLst>
          </p:cNvPr>
          <p:cNvSpPr/>
          <p:nvPr/>
        </p:nvSpPr>
        <p:spPr>
          <a:xfrm>
            <a:off x="9184007" y="2300831"/>
            <a:ext cx="1876426" cy="528400"/>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fr-FR" sz="1400" dirty="0"/>
              <a:t>Chambre d’appel de la catégorie par tapis</a:t>
            </a:r>
          </a:p>
        </p:txBody>
      </p:sp>
      <p:pic>
        <p:nvPicPr>
          <p:cNvPr id="38" name="Image 37">
            <a:extLst>
              <a:ext uri="{FF2B5EF4-FFF2-40B4-BE49-F238E27FC236}">
                <a16:creationId xmlns:a16="http://schemas.microsoft.com/office/drawing/2014/main" id="{F27717C4-85AF-F32E-A5B5-CA748D196B86}"/>
              </a:ext>
            </a:extLst>
          </p:cNvPr>
          <p:cNvPicPr>
            <a:picLocks noChangeAspect="1"/>
          </p:cNvPicPr>
          <p:nvPr/>
        </p:nvPicPr>
        <p:blipFill>
          <a:blip r:embed="rId2"/>
          <a:stretch>
            <a:fillRect/>
          </a:stretch>
        </p:blipFill>
        <p:spPr>
          <a:xfrm>
            <a:off x="2795211" y="2966790"/>
            <a:ext cx="1390650" cy="2295525"/>
          </a:xfrm>
          <a:prstGeom prst="rect">
            <a:avLst/>
          </a:prstGeom>
        </p:spPr>
      </p:pic>
      <p:pic>
        <p:nvPicPr>
          <p:cNvPr id="39" name="Image 38">
            <a:extLst>
              <a:ext uri="{FF2B5EF4-FFF2-40B4-BE49-F238E27FC236}">
                <a16:creationId xmlns:a16="http://schemas.microsoft.com/office/drawing/2014/main" id="{4668D6BD-33B6-5D57-80FA-C18DE3BB775B}"/>
              </a:ext>
            </a:extLst>
          </p:cNvPr>
          <p:cNvPicPr>
            <a:picLocks noChangeAspect="1"/>
          </p:cNvPicPr>
          <p:nvPr/>
        </p:nvPicPr>
        <p:blipFill rotWithShape="1">
          <a:blip r:embed="rId3"/>
          <a:srcRect r="93167" b="81568"/>
          <a:stretch/>
        </p:blipFill>
        <p:spPr>
          <a:xfrm>
            <a:off x="2527757" y="2335243"/>
            <a:ext cx="390526" cy="423110"/>
          </a:xfrm>
          <a:prstGeom prst="rect">
            <a:avLst/>
          </a:prstGeom>
        </p:spPr>
      </p:pic>
      <p:sp>
        <p:nvSpPr>
          <p:cNvPr id="41" name="Rectangle 40">
            <a:extLst>
              <a:ext uri="{FF2B5EF4-FFF2-40B4-BE49-F238E27FC236}">
                <a16:creationId xmlns:a16="http://schemas.microsoft.com/office/drawing/2014/main" id="{5891178D-4FE8-B5B9-12D6-443C5C6AE7BE}"/>
              </a:ext>
            </a:extLst>
          </p:cNvPr>
          <p:cNvSpPr/>
          <p:nvPr/>
        </p:nvSpPr>
        <p:spPr>
          <a:xfrm>
            <a:off x="2527757" y="2319223"/>
            <a:ext cx="390526" cy="439130"/>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42" name="Légende : encadrée à une bordure 41">
            <a:extLst>
              <a:ext uri="{FF2B5EF4-FFF2-40B4-BE49-F238E27FC236}">
                <a16:creationId xmlns:a16="http://schemas.microsoft.com/office/drawing/2014/main" id="{7550A1AB-563A-55C2-7F20-8E0C0D19C8FA}"/>
              </a:ext>
            </a:extLst>
          </p:cNvPr>
          <p:cNvSpPr/>
          <p:nvPr/>
        </p:nvSpPr>
        <p:spPr>
          <a:xfrm flipH="1">
            <a:off x="285747" y="1667041"/>
            <a:ext cx="1709361" cy="579970"/>
          </a:xfrm>
          <a:prstGeom prst="accentBorderCallout1">
            <a:avLst>
              <a:gd name="adj1" fmla="val 18750"/>
              <a:gd name="adj2" fmla="val -8333"/>
              <a:gd name="adj3" fmla="val 114939"/>
              <a:gd name="adj4" fmla="val -48778"/>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Affiche le panneau de navigation</a:t>
            </a:r>
          </a:p>
        </p:txBody>
      </p:sp>
      <p:sp>
        <p:nvSpPr>
          <p:cNvPr id="43" name="Légende : encadrée à une bordure 42">
            <a:extLst>
              <a:ext uri="{FF2B5EF4-FFF2-40B4-BE49-F238E27FC236}">
                <a16:creationId xmlns:a16="http://schemas.microsoft.com/office/drawing/2014/main" id="{641B8D95-C47E-7E6A-F7D3-91CFC57DD04F}"/>
              </a:ext>
            </a:extLst>
          </p:cNvPr>
          <p:cNvSpPr/>
          <p:nvPr/>
        </p:nvSpPr>
        <p:spPr>
          <a:xfrm flipH="1">
            <a:off x="228598" y="2597337"/>
            <a:ext cx="1725000" cy="579970"/>
          </a:xfrm>
          <a:prstGeom prst="accentBorderCallout1">
            <a:avLst>
              <a:gd name="adj1" fmla="val 18750"/>
              <a:gd name="adj2" fmla="val -8333"/>
              <a:gd name="adj3" fmla="val 79037"/>
              <a:gd name="adj4" fmla="val -50003"/>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Ferme le panneau de navigation</a:t>
            </a:r>
          </a:p>
        </p:txBody>
      </p:sp>
      <p:sp>
        <p:nvSpPr>
          <p:cNvPr id="45" name="Rectangle 44">
            <a:extLst>
              <a:ext uri="{FF2B5EF4-FFF2-40B4-BE49-F238E27FC236}">
                <a16:creationId xmlns:a16="http://schemas.microsoft.com/office/drawing/2014/main" id="{0202075A-7D15-48B2-A463-A3EB0139ECFF}"/>
              </a:ext>
            </a:extLst>
          </p:cNvPr>
          <p:cNvSpPr/>
          <p:nvPr/>
        </p:nvSpPr>
        <p:spPr>
          <a:xfrm>
            <a:off x="2816827" y="2954739"/>
            <a:ext cx="1369033" cy="306621"/>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46" name="Légende : encadrée à une bordure 45">
            <a:extLst>
              <a:ext uri="{FF2B5EF4-FFF2-40B4-BE49-F238E27FC236}">
                <a16:creationId xmlns:a16="http://schemas.microsoft.com/office/drawing/2014/main" id="{C09CB9CA-8341-9FBB-C112-D91E388B9806}"/>
              </a:ext>
            </a:extLst>
          </p:cNvPr>
          <p:cNvSpPr/>
          <p:nvPr/>
        </p:nvSpPr>
        <p:spPr>
          <a:xfrm flipH="1">
            <a:off x="228598" y="3532043"/>
            <a:ext cx="1725000" cy="710686"/>
          </a:xfrm>
          <a:prstGeom prst="accentBorderCallout1">
            <a:avLst>
              <a:gd name="adj1" fmla="val 18750"/>
              <a:gd name="adj2" fmla="val -8333"/>
              <a:gd name="adj3" fmla="val -13837"/>
              <a:gd name="adj4" fmla="val -50193"/>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Actualisation automatique de la page</a:t>
            </a:r>
          </a:p>
        </p:txBody>
      </p:sp>
      <p:sp>
        <p:nvSpPr>
          <p:cNvPr id="47" name="Rectangle 46">
            <a:extLst>
              <a:ext uri="{FF2B5EF4-FFF2-40B4-BE49-F238E27FC236}">
                <a16:creationId xmlns:a16="http://schemas.microsoft.com/office/drawing/2014/main" id="{0BDE8FF6-9B91-F39C-0C0B-F633F52AAA78}"/>
              </a:ext>
            </a:extLst>
          </p:cNvPr>
          <p:cNvSpPr/>
          <p:nvPr/>
        </p:nvSpPr>
        <p:spPr>
          <a:xfrm>
            <a:off x="2828921" y="3306519"/>
            <a:ext cx="1369033" cy="306621"/>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48" name="Légende : encadrée à une bordure 47">
            <a:extLst>
              <a:ext uri="{FF2B5EF4-FFF2-40B4-BE49-F238E27FC236}">
                <a16:creationId xmlns:a16="http://schemas.microsoft.com/office/drawing/2014/main" id="{F213951C-A8F3-F5A3-AF7B-CBBAFFB38DF4}"/>
              </a:ext>
            </a:extLst>
          </p:cNvPr>
          <p:cNvSpPr/>
          <p:nvPr/>
        </p:nvSpPr>
        <p:spPr>
          <a:xfrm flipH="1">
            <a:off x="228594" y="5877678"/>
            <a:ext cx="1680033" cy="436961"/>
          </a:xfrm>
          <a:prstGeom prst="accentBorderCallout1">
            <a:avLst>
              <a:gd name="adj1" fmla="val 18750"/>
              <a:gd name="adj2" fmla="val -8333"/>
              <a:gd name="adj3" fmla="val -268585"/>
              <a:gd name="adj4" fmla="val -59511"/>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Position courante</a:t>
            </a:r>
          </a:p>
        </p:txBody>
      </p:sp>
      <p:sp>
        <p:nvSpPr>
          <p:cNvPr id="49" name="Rectangle 48">
            <a:extLst>
              <a:ext uri="{FF2B5EF4-FFF2-40B4-BE49-F238E27FC236}">
                <a16:creationId xmlns:a16="http://schemas.microsoft.com/office/drawing/2014/main" id="{299BFEDB-DFFE-B803-9C49-A866E55786A6}"/>
              </a:ext>
            </a:extLst>
          </p:cNvPr>
          <p:cNvSpPr/>
          <p:nvPr/>
        </p:nvSpPr>
        <p:spPr>
          <a:xfrm>
            <a:off x="2795211" y="4398492"/>
            <a:ext cx="1402743" cy="303048"/>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50" name="Rectangle 49">
            <a:extLst>
              <a:ext uri="{FF2B5EF4-FFF2-40B4-BE49-F238E27FC236}">
                <a16:creationId xmlns:a16="http://schemas.microsoft.com/office/drawing/2014/main" id="{7EE7FD7E-D306-41D7-20DA-41609D50084B}"/>
              </a:ext>
            </a:extLst>
          </p:cNvPr>
          <p:cNvSpPr/>
          <p:nvPr/>
        </p:nvSpPr>
        <p:spPr>
          <a:xfrm>
            <a:off x="2828921" y="3675397"/>
            <a:ext cx="1356940" cy="426863"/>
          </a:xfrm>
          <a:custGeom>
            <a:avLst/>
            <a:gdLst>
              <a:gd name="connsiteX0" fmla="*/ 0 w 1356940"/>
              <a:gd name="connsiteY0" fmla="*/ 0 h 426863"/>
              <a:gd name="connsiteX1" fmla="*/ 479452 w 1356940"/>
              <a:gd name="connsiteY1" fmla="*/ 0 h 426863"/>
              <a:gd name="connsiteX2" fmla="*/ 904627 w 1356940"/>
              <a:gd name="connsiteY2" fmla="*/ 0 h 426863"/>
              <a:gd name="connsiteX3" fmla="*/ 1356940 w 1356940"/>
              <a:gd name="connsiteY3" fmla="*/ 0 h 426863"/>
              <a:gd name="connsiteX4" fmla="*/ 1356940 w 1356940"/>
              <a:gd name="connsiteY4" fmla="*/ 426863 h 426863"/>
              <a:gd name="connsiteX5" fmla="*/ 918196 w 1356940"/>
              <a:gd name="connsiteY5" fmla="*/ 426863 h 426863"/>
              <a:gd name="connsiteX6" fmla="*/ 438744 w 1356940"/>
              <a:gd name="connsiteY6" fmla="*/ 426863 h 426863"/>
              <a:gd name="connsiteX7" fmla="*/ 0 w 1356940"/>
              <a:gd name="connsiteY7" fmla="*/ 426863 h 426863"/>
              <a:gd name="connsiteX8" fmla="*/ 0 w 1356940"/>
              <a:gd name="connsiteY8" fmla="*/ 0 h 4268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56940" h="426863" extrusionOk="0">
                <a:moveTo>
                  <a:pt x="0" y="0"/>
                </a:moveTo>
                <a:cubicBezTo>
                  <a:pt x="178683" y="-19116"/>
                  <a:pt x="355043" y="31710"/>
                  <a:pt x="479452" y="0"/>
                </a:cubicBezTo>
                <a:cubicBezTo>
                  <a:pt x="603861" y="-31710"/>
                  <a:pt x="791918" y="9354"/>
                  <a:pt x="904627" y="0"/>
                </a:cubicBezTo>
                <a:cubicBezTo>
                  <a:pt x="1017336" y="-9354"/>
                  <a:pt x="1161741" y="47222"/>
                  <a:pt x="1356940" y="0"/>
                </a:cubicBezTo>
                <a:cubicBezTo>
                  <a:pt x="1366126" y="209487"/>
                  <a:pt x="1334543" y="217832"/>
                  <a:pt x="1356940" y="426863"/>
                </a:cubicBezTo>
                <a:cubicBezTo>
                  <a:pt x="1209653" y="451297"/>
                  <a:pt x="1042371" y="401582"/>
                  <a:pt x="918196" y="426863"/>
                </a:cubicBezTo>
                <a:cubicBezTo>
                  <a:pt x="794021" y="452144"/>
                  <a:pt x="535676" y="374443"/>
                  <a:pt x="438744" y="426863"/>
                </a:cubicBezTo>
                <a:cubicBezTo>
                  <a:pt x="341812" y="479283"/>
                  <a:pt x="148450" y="403986"/>
                  <a:pt x="0" y="426863"/>
                </a:cubicBezTo>
                <a:cubicBezTo>
                  <a:pt x="-33977" y="334677"/>
                  <a:pt x="3569" y="193072"/>
                  <a:pt x="0" y="0"/>
                </a:cubicBezTo>
                <a:close/>
              </a:path>
            </a:pathLst>
          </a:custGeom>
          <a:noFill/>
          <a:ln>
            <a:prstDash val="sysDash"/>
            <a:extLst>
              <a:ext uri="{C807C97D-BFC1-408E-A445-0C87EB9F89A2}">
                <ask:lineSketchStyleProps xmlns:ask="http://schemas.microsoft.com/office/drawing/2018/sketchyshapes" sd="3359201351">
                  <a:prstGeom prst="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fr-FR"/>
          </a:p>
        </p:txBody>
      </p:sp>
      <p:sp>
        <p:nvSpPr>
          <p:cNvPr id="51" name="Rectangle 50">
            <a:extLst>
              <a:ext uri="{FF2B5EF4-FFF2-40B4-BE49-F238E27FC236}">
                <a16:creationId xmlns:a16="http://schemas.microsoft.com/office/drawing/2014/main" id="{8622F010-432B-653D-F3E2-E1ED13D4ADE6}"/>
              </a:ext>
            </a:extLst>
          </p:cNvPr>
          <p:cNvSpPr/>
          <p:nvPr/>
        </p:nvSpPr>
        <p:spPr>
          <a:xfrm>
            <a:off x="2816827" y="4143636"/>
            <a:ext cx="1369033" cy="213100"/>
          </a:xfrm>
          <a:custGeom>
            <a:avLst/>
            <a:gdLst>
              <a:gd name="connsiteX0" fmla="*/ 0 w 1369033"/>
              <a:gd name="connsiteY0" fmla="*/ 0 h 213100"/>
              <a:gd name="connsiteX1" fmla="*/ 483725 w 1369033"/>
              <a:gd name="connsiteY1" fmla="*/ 0 h 213100"/>
              <a:gd name="connsiteX2" fmla="*/ 912689 w 1369033"/>
              <a:gd name="connsiteY2" fmla="*/ 0 h 213100"/>
              <a:gd name="connsiteX3" fmla="*/ 1369033 w 1369033"/>
              <a:gd name="connsiteY3" fmla="*/ 0 h 213100"/>
              <a:gd name="connsiteX4" fmla="*/ 1369033 w 1369033"/>
              <a:gd name="connsiteY4" fmla="*/ 213100 h 213100"/>
              <a:gd name="connsiteX5" fmla="*/ 926379 w 1369033"/>
              <a:gd name="connsiteY5" fmla="*/ 213100 h 213100"/>
              <a:gd name="connsiteX6" fmla="*/ 442654 w 1369033"/>
              <a:gd name="connsiteY6" fmla="*/ 213100 h 213100"/>
              <a:gd name="connsiteX7" fmla="*/ 0 w 1369033"/>
              <a:gd name="connsiteY7" fmla="*/ 213100 h 213100"/>
              <a:gd name="connsiteX8" fmla="*/ 0 w 1369033"/>
              <a:gd name="connsiteY8" fmla="*/ 0 h 2131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69033" h="213100" extrusionOk="0">
                <a:moveTo>
                  <a:pt x="0" y="0"/>
                </a:moveTo>
                <a:cubicBezTo>
                  <a:pt x="225682" y="-41141"/>
                  <a:pt x="324761" y="9020"/>
                  <a:pt x="483725" y="0"/>
                </a:cubicBezTo>
                <a:cubicBezTo>
                  <a:pt x="642689" y="-9020"/>
                  <a:pt x="701347" y="33594"/>
                  <a:pt x="912689" y="0"/>
                </a:cubicBezTo>
                <a:cubicBezTo>
                  <a:pt x="1124031" y="-33594"/>
                  <a:pt x="1153107" y="41323"/>
                  <a:pt x="1369033" y="0"/>
                </a:cubicBezTo>
                <a:cubicBezTo>
                  <a:pt x="1379352" y="93957"/>
                  <a:pt x="1348541" y="111066"/>
                  <a:pt x="1369033" y="213100"/>
                </a:cubicBezTo>
                <a:cubicBezTo>
                  <a:pt x="1200431" y="243302"/>
                  <a:pt x="1058357" y="204311"/>
                  <a:pt x="926379" y="213100"/>
                </a:cubicBezTo>
                <a:cubicBezTo>
                  <a:pt x="794401" y="221889"/>
                  <a:pt x="668696" y="189040"/>
                  <a:pt x="442654" y="213100"/>
                </a:cubicBezTo>
                <a:cubicBezTo>
                  <a:pt x="216612" y="237160"/>
                  <a:pt x="197971" y="160801"/>
                  <a:pt x="0" y="213100"/>
                </a:cubicBezTo>
                <a:cubicBezTo>
                  <a:pt x="-5914" y="167168"/>
                  <a:pt x="16461" y="102979"/>
                  <a:pt x="0" y="0"/>
                </a:cubicBezTo>
                <a:close/>
              </a:path>
            </a:pathLst>
          </a:custGeom>
          <a:noFill/>
          <a:ln>
            <a:prstDash val="sysDash"/>
            <a:extLst>
              <a:ext uri="{C807C97D-BFC1-408E-A445-0C87EB9F89A2}">
                <ask:lineSketchStyleProps xmlns:ask="http://schemas.microsoft.com/office/drawing/2018/sketchyshapes" sd="3359201351">
                  <a:prstGeom prst="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fr-FR"/>
          </a:p>
        </p:txBody>
      </p:sp>
      <p:sp>
        <p:nvSpPr>
          <p:cNvPr id="52" name="Légende : encadrée à une bordure 51">
            <a:extLst>
              <a:ext uri="{FF2B5EF4-FFF2-40B4-BE49-F238E27FC236}">
                <a16:creationId xmlns:a16="http://schemas.microsoft.com/office/drawing/2014/main" id="{4AB16756-4BA0-5875-5639-5011EC2AAE19}"/>
              </a:ext>
            </a:extLst>
          </p:cNvPr>
          <p:cNvSpPr/>
          <p:nvPr/>
        </p:nvSpPr>
        <p:spPr>
          <a:xfrm flipH="1">
            <a:off x="202213" y="4497937"/>
            <a:ext cx="1751385" cy="454039"/>
          </a:xfrm>
          <a:prstGeom prst="accentBorderCallout1">
            <a:avLst>
              <a:gd name="adj1" fmla="val 18750"/>
              <a:gd name="adj2" fmla="val -8333"/>
              <a:gd name="adj3" fmla="val -139623"/>
              <a:gd name="adj4" fmla="val -51561"/>
            </a:avLst>
          </a:prstGeom>
          <a:solidFill>
            <a:schemeClr val="accent6">
              <a:alpha val="50000"/>
            </a:schemeClr>
          </a:solidFill>
          <a:ln>
            <a:solidFill>
              <a:schemeClr val="accent6"/>
            </a:solidFill>
          </a:ln>
        </p:spPr>
        <p:style>
          <a:lnRef idx="0">
            <a:scrgbClr r="0" g="0" b="0"/>
          </a:lnRef>
          <a:fillRef idx="0">
            <a:scrgbClr r="0" g="0" b="0"/>
          </a:fillRef>
          <a:effectRef idx="0">
            <a:scrgbClr r="0" g="0" b="0"/>
          </a:effectRef>
          <a:fontRef idx="minor">
            <a:schemeClr val="lt1"/>
          </a:fontRef>
        </p:style>
        <p:txBody>
          <a:bodyPr rtlCol="0" anchor="ctr"/>
          <a:lstStyle/>
          <a:p>
            <a:pPr algn="ctr"/>
            <a:r>
              <a:rPr lang="fr-FR" sz="1050" dirty="0"/>
              <a:t>Avec option « Publier Prochains Combats »</a:t>
            </a:r>
          </a:p>
        </p:txBody>
      </p:sp>
      <p:sp>
        <p:nvSpPr>
          <p:cNvPr id="53" name="Légende : encadrée à une bordure 52">
            <a:extLst>
              <a:ext uri="{FF2B5EF4-FFF2-40B4-BE49-F238E27FC236}">
                <a16:creationId xmlns:a16="http://schemas.microsoft.com/office/drawing/2014/main" id="{09BCE489-1688-8FFE-E92F-EA2159D7E7B8}"/>
              </a:ext>
            </a:extLst>
          </p:cNvPr>
          <p:cNvSpPr/>
          <p:nvPr/>
        </p:nvSpPr>
        <p:spPr>
          <a:xfrm flipH="1">
            <a:off x="228594" y="5161652"/>
            <a:ext cx="1766513" cy="461694"/>
          </a:xfrm>
          <a:prstGeom prst="accentBorderCallout1">
            <a:avLst>
              <a:gd name="adj1" fmla="val 18750"/>
              <a:gd name="adj2" fmla="val -8333"/>
              <a:gd name="adj3" fmla="val -199779"/>
              <a:gd name="adj4" fmla="val -48290"/>
            </a:avLst>
          </a:prstGeom>
          <a:solidFill>
            <a:schemeClr val="accent6">
              <a:alpha val="50000"/>
            </a:schemeClr>
          </a:solidFill>
          <a:ln>
            <a:solidFill>
              <a:schemeClr val="accent6"/>
            </a:solidFill>
          </a:ln>
        </p:spPr>
        <p:style>
          <a:lnRef idx="0">
            <a:scrgbClr r="0" g="0" b="0"/>
          </a:lnRef>
          <a:fillRef idx="0">
            <a:scrgbClr r="0" g="0" b="0"/>
          </a:fillRef>
          <a:effectRef idx="0">
            <a:scrgbClr r="0" g="0" b="0"/>
          </a:effectRef>
          <a:fontRef idx="minor">
            <a:schemeClr val="lt1"/>
          </a:fontRef>
        </p:style>
        <p:txBody>
          <a:bodyPr rtlCol="0" anchor="ctr"/>
          <a:lstStyle/>
          <a:p>
            <a:pPr algn="ctr"/>
            <a:r>
              <a:rPr lang="fr-FR" sz="1050" dirty="0"/>
              <a:t>Avec option « Publier Affectations »</a:t>
            </a:r>
          </a:p>
        </p:txBody>
      </p:sp>
      <p:sp>
        <p:nvSpPr>
          <p:cNvPr id="62" name="Rectangle : coins arrondis 61">
            <a:extLst>
              <a:ext uri="{FF2B5EF4-FFF2-40B4-BE49-F238E27FC236}">
                <a16:creationId xmlns:a16="http://schemas.microsoft.com/office/drawing/2014/main" id="{953607BB-9442-2079-0C90-254B1DC90A98}"/>
              </a:ext>
            </a:extLst>
          </p:cNvPr>
          <p:cNvSpPr/>
          <p:nvPr/>
        </p:nvSpPr>
        <p:spPr>
          <a:xfrm>
            <a:off x="5975033" y="3650620"/>
            <a:ext cx="1876426" cy="528400"/>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fr-FR" sz="1400" dirty="0"/>
              <a:t>Affectations des tapis</a:t>
            </a:r>
          </a:p>
        </p:txBody>
      </p:sp>
      <p:cxnSp>
        <p:nvCxnSpPr>
          <p:cNvPr id="68" name="Connecteur : en angle 10">
            <a:extLst>
              <a:ext uri="{FF2B5EF4-FFF2-40B4-BE49-F238E27FC236}">
                <a16:creationId xmlns:a16="http://schemas.microsoft.com/office/drawing/2014/main" id="{878B3B8F-E63F-BD2D-6EBD-CB8B0166520A}"/>
              </a:ext>
            </a:extLst>
          </p:cNvPr>
          <p:cNvCxnSpPr>
            <a:cxnSpLocks/>
            <a:stCxn id="36" idx="3"/>
            <a:endCxn id="37" idx="1"/>
          </p:cNvCxnSpPr>
          <p:nvPr/>
        </p:nvCxnSpPr>
        <p:spPr>
          <a:xfrm flipV="1">
            <a:off x="7862408" y="2565031"/>
            <a:ext cx="1321599" cy="367158"/>
          </a:xfrm>
          <a:prstGeom prst="curved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3" name="Connecteur : en angle 10">
            <a:extLst>
              <a:ext uri="{FF2B5EF4-FFF2-40B4-BE49-F238E27FC236}">
                <a16:creationId xmlns:a16="http://schemas.microsoft.com/office/drawing/2014/main" id="{C2E4F956-B629-5C36-EC78-0293767FC156}"/>
              </a:ext>
            </a:extLst>
          </p:cNvPr>
          <p:cNvCxnSpPr>
            <a:cxnSpLocks/>
            <a:endCxn id="34" idx="1"/>
          </p:cNvCxnSpPr>
          <p:nvPr/>
        </p:nvCxnSpPr>
        <p:spPr>
          <a:xfrm flipV="1">
            <a:off x="4061940" y="1949558"/>
            <a:ext cx="2036918" cy="1828047"/>
          </a:xfrm>
          <a:prstGeom prst="curvedConnector3">
            <a:avLst>
              <a:gd name="adj1" fmla="val 50000"/>
            </a:avLst>
          </a:prstGeom>
          <a:ln>
            <a:headEnd type="diamond"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85" name="Connecteur : en angle 10">
            <a:extLst>
              <a:ext uri="{FF2B5EF4-FFF2-40B4-BE49-F238E27FC236}">
                <a16:creationId xmlns:a16="http://schemas.microsoft.com/office/drawing/2014/main" id="{9D254EBC-91AD-48DA-5DE1-786E96CC1645}"/>
              </a:ext>
            </a:extLst>
          </p:cNvPr>
          <p:cNvCxnSpPr>
            <a:cxnSpLocks/>
            <a:endCxn id="36" idx="1"/>
          </p:cNvCxnSpPr>
          <p:nvPr/>
        </p:nvCxnSpPr>
        <p:spPr>
          <a:xfrm flipV="1">
            <a:off x="4053467" y="2932189"/>
            <a:ext cx="1932515" cy="1088666"/>
          </a:xfrm>
          <a:prstGeom prst="curvedConnector3">
            <a:avLst>
              <a:gd name="adj1" fmla="val 50000"/>
            </a:avLst>
          </a:prstGeom>
          <a:ln>
            <a:headEnd type="diamond"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87" name="Connecteur : en angle 10">
            <a:extLst>
              <a:ext uri="{FF2B5EF4-FFF2-40B4-BE49-F238E27FC236}">
                <a16:creationId xmlns:a16="http://schemas.microsoft.com/office/drawing/2014/main" id="{7B514031-19A2-FF6C-2BA9-D74A5193D717}"/>
              </a:ext>
            </a:extLst>
          </p:cNvPr>
          <p:cNvCxnSpPr>
            <a:cxnSpLocks/>
            <a:endCxn id="62" idx="1"/>
          </p:cNvCxnSpPr>
          <p:nvPr/>
        </p:nvCxnSpPr>
        <p:spPr>
          <a:xfrm flipV="1">
            <a:off x="4053466" y="3914820"/>
            <a:ext cx="1921567" cy="343465"/>
          </a:xfrm>
          <a:prstGeom prst="curvedConnector3">
            <a:avLst>
              <a:gd name="adj1" fmla="val 50000"/>
            </a:avLst>
          </a:prstGeom>
          <a:ln>
            <a:headEnd type="diamond"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89" name="Connecteur : en angle 10">
            <a:extLst>
              <a:ext uri="{FF2B5EF4-FFF2-40B4-BE49-F238E27FC236}">
                <a16:creationId xmlns:a16="http://schemas.microsoft.com/office/drawing/2014/main" id="{046CCF46-7C12-8E11-2DBC-C29BFBB1EC66}"/>
              </a:ext>
            </a:extLst>
          </p:cNvPr>
          <p:cNvCxnSpPr>
            <a:cxnSpLocks/>
            <a:endCxn id="3" idx="1"/>
          </p:cNvCxnSpPr>
          <p:nvPr/>
        </p:nvCxnSpPr>
        <p:spPr>
          <a:xfrm>
            <a:off x="4061940" y="4533141"/>
            <a:ext cx="2036918" cy="364311"/>
          </a:xfrm>
          <a:prstGeom prst="curvedConnector3">
            <a:avLst>
              <a:gd name="adj1" fmla="val 50000"/>
            </a:avLst>
          </a:prstGeom>
          <a:ln>
            <a:headEnd type="diamond"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1" name="Connecteur : en angle 10">
            <a:extLst>
              <a:ext uri="{FF2B5EF4-FFF2-40B4-BE49-F238E27FC236}">
                <a16:creationId xmlns:a16="http://schemas.microsoft.com/office/drawing/2014/main" id="{F2B107B0-4656-2769-D7B9-D6E375032273}"/>
              </a:ext>
            </a:extLst>
          </p:cNvPr>
          <p:cNvCxnSpPr>
            <a:cxnSpLocks/>
            <a:endCxn id="25" idx="1"/>
          </p:cNvCxnSpPr>
          <p:nvPr/>
        </p:nvCxnSpPr>
        <p:spPr>
          <a:xfrm>
            <a:off x="4053466" y="4818463"/>
            <a:ext cx="2045392" cy="1061621"/>
          </a:xfrm>
          <a:prstGeom prst="curvedConnector3">
            <a:avLst>
              <a:gd name="adj1" fmla="val 50000"/>
            </a:avLst>
          </a:prstGeom>
          <a:ln>
            <a:headEnd type="diamond"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9452728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 name="Rectangle : coins arrondis 39">
            <a:extLst>
              <a:ext uri="{FF2B5EF4-FFF2-40B4-BE49-F238E27FC236}">
                <a16:creationId xmlns:a16="http://schemas.microsoft.com/office/drawing/2014/main" id="{58A34438-3D1A-7ADA-6577-FC12D5E3BB3A}"/>
              </a:ext>
            </a:extLst>
          </p:cNvPr>
          <p:cNvSpPr/>
          <p:nvPr/>
        </p:nvSpPr>
        <p:spPr>
          <a:xfrm>
            <a:off x="3231116" y="1647522"/>
            <a:ext cx="5829064" cy="4808792"/>
          </a:xfrm>
          <a:prstGeom prst="roundRect">
            <a:avLst>
              <a:gd name="adj" fmla="val 1691"/>
            </a:avLst>
          </a:prstGeom>
          <a:noFill/>
        </p:spPr>
        <p:style>
          <a:lnRef idx="2">
            <a:schemeClr val="accent1"/>
          </a:lnRef>
          <a:fillRef idx="1">
            <a:schemeClr val="lt1"/>
          </a:fillRef>
          <a:effectRef idx="0">
            <a:schemeClr val="accent1"/>
          </a:effectRef>
          <a:fontRef idx="minor">
            <a:schemeClr val="dk1"/>
          </a:fontRef>
        </p:style>
        <p:txBody>
          <a:bodyPr rtlCol="0" anchor="ctr"/>
          <a:lstStyle/>
          <a:p>
            <a:pPr algn="r"/>
            <a:endParaRPr lang="fr-FR" dirty="0"/>
          </a:p>
        </p:txBody>
      </p:sp>
      <p:sp>
        <p:nvSpPr>
          <p:cNvPr id="2" name="Titre 1">
            <a:extLst>
              <a:ext uri="{FF2B5EF4-FFF2-40B4-BE49-F238E27FC236}">
                <a16:creationId xmlns:a16="http://schemas.microsoft.com/office/drawing/2014/main" id="{2C198829-35EB-6A46-EBAA-6A582DAFE970}"/>
              </a:ext>
            </a:extLst>
          </p:cNvPr>
          <p:cNvSpPr>
            <a:spLocks noGrp="1"/>
          </p:cNvSpPr>
          <p:nvPr>
            <p:ph type="title"/>
          </p:nvPr>
        </p:nvSpPr>
        <p:spPr/>
        <p:txBody>
          <a:bodyPr/>
          <a:lstStyle/>
          <a:p>
            <a:r>
              <a:rPr lang="fr-FR" dirty="0"/>
              <a:t>Plan du Site utilisateur – Se Prépare</a:t>
            </a:r>
          </a:p>
        </p:txBody>
      </p:sp>
      <p:sp>
        <p:nvSpPr>
          <p:cNvPr id="4" name="Espace réservé du texte 3">
            <a:extLst>
              <a:ext uri="{FF2B5EF4-FFF2-40B4-BE49-F238E27FC236}">
                <a16:creationId xmlns:a16="http://schemas.microsoft.com/office/drawing/2014/main" id="{55EE5942-743C-7FE0-DDCC-8AF825345982}"/>
              </a:ext>
            </a:extLst>
          </p:cNvPr>
          <p:cNvSpPr>
            <a:spLocks noGrp="1"/>
          </p:cNvSpPr>
          <p:nvPr>
            <p:ph type="body" sz="quarter" idx="15"/>
          </p:nvPr>
        </p:nvSpPr>
        <p:spPr/>
        <p:txBody>
          <a:bodyPr/>
          <a:lstStyle/>
          <a:p>
            <a:r>
              <a:rPr lang="fr-FR" dirty="0"/>
              <a:t>Annexe</a:t>
            </a:r>
          </a:p>
        </p:txBody>
      </p:sp>
      <p:sp>
        <p:nvSpPr>
          <p:cNvPr id="34" name="Rectangle : coins arrondis 33">
            <a:extLst>
              <a:ext uri="{FF2B5EF4-FFF2-40B4-BE49-F238E27FC236}">
                <a16:creationId xmlns:a16="http://schemas.microsoft.com/office/drawing/2014/main" id="{2A9E8854-3740-AEB4-DA1E-41A230566829}"/>
              </a:ext>
            </a:extLst>
          </p:cNvPr>
          <p:cNvSpPr/>
          <p:nvPr/>
        </p:nvSpPr>
        <p:spPr>
          <a:xfrm>
            <a:off x="3231114" y="1639838"/>
            <a:ext cx="5829066" cy="402322"/>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fr-FR" sz="1400" dirty="0"/>
              <a:t>Chambre d’appel par tapis</a:t>
            </a:r>
          </a:p>
        </p:txBody>
      </p:sp>
      <p:pic>
        <p:nvPicPr>
          <p:cNvPr id="12" name="Image 11">
            <a:extLst>
              <a:ext uri="{FF2B5EF4-FFF2-40B4-BE49-F238E27FC236}">
                <a16:creationId xmlns:a16="http://schemas.microsoft.com/office/drawing/2014/main" id="{076E39A2-B229-FE49-FA7D-5687E8153840}"/>
              </a:ext>
            </a:extLst>
          </p:cNvPr>
          <p:cNvPicPr>
            <a:picLocks noChangeAspect="1"/>
          </p:cNvPicPr>
          <p:nvPr/>
        </p:nvPicPr>
        <p:blipFill>
          <a:blip r:embed="rId2"/>
          <a:stretch>
            <a:fillRect/>
          </a:stretch>
        </p:blipFill>
        <p:spPr>
          <a:xfrm>
            <a:off x="3672840" y="2348120"/>
            <a:ext cx="5060691" cy="4009559"/>
          </a:xfrm>
          <a:prstGeom prst="rect">
            <a:avLst/>
          </a:prstGeom>
        </p:spPr>
      </p:pic>
      <p:sp>
        <p:nvSpPr>
          <p:cNvPr id="6" name="Rectangle 5">
            <a:extLst>
              <a:ext uri="{FF2B5EF4-FFF2-40B4-BE49-F238E27FC236}">
                <a16:creationId xmlns:a16="http://schemas.microsoft.com/office/drawing/2014/main" id="{B927D197-EA8C-364D-F076-81E8BA0C3E97}"/>
              </a:ext>
            </a:extLst>
          </p:cNvPr>
          <p:cNvSpPr/>
          <p:nvPr/>
        </p:nvSpPr>
        <p:spPr>
          <a:xfrm>
            <a:off x="3672840" y="3030229"/>
            <a:ext cx="5096510" cy="346836"/>
          </a:xfrm>
          <a:custGeom>
            <a:avLst/>
            <a:gdLst>
              <a:gd name="connsiteX0" fmla="*/ 0 w 5096510"/>
              <a:gd name="connsiteY0" fmla="*/ 0 h 346836"/>
              <a:gd name="connsiteX1" fmla="*/ 668209 w 5096510"/>
              <a:gd name="connsiteY1" fmla="*/ 0 h 346836"/>
              <a:gd name="connsiteX2" fmla="*/ 1132558 w 5096510"/>
              <a:gd name="connsiteY2" fmla="*/ 0 h 346836"/>
              <a:gd name="connsiteX3" fmla="*/ 1596906 w 5096510"/>
              <a:gd name="connsiteY3" fmla="*/ 0 h 346836"/>
              <a:gd name="connsiteX4" fmla="*/ 2265116 w 5096510"/>
              <a:gd name="connsiteY4" fmla="*/ 0 h 346836"/>
              <a:gd name="connsiteX5" fmla="*/ 2882360 w 5096510"/>
              <a:gd name="connsiteY5" fmla="*/ 0 h 346836"/>
              <a:gd name="connsiteX6" fmla="*/ 3448638 w 5096510"/>
              <a:gd name="connsiteY6" fmla="*/ 0 h 346836"/>
              <a:gd name="connsiteX7" fmla="*/ 4065882 w 5096510"/>
              <a:gd name="connsiteY7" fmla="*/ 0 h 346836"/>
              <a:gd name="connsiteX8" fmla="*/ 4479266 w 5096510"/>
              <a:gd name="connsiteY8" fmla="*/ 0 h 346836"/>
              <a:gd name="connsiteX9" fmla="*/ 5096510 w 5096510"/>
              <a:gd name="connsiteY9" fmla="*/ 0 h 346836"/>
              <a:gd name="connsiteX10" fmla="*/ 5096510 w 5096510"/>
              <a:gd name="connsiteY10" fmla="*/ 346836 h 346836"/>
              <a:gd name="connsiteX11" fmla="*/ 4632161 w 5096510"/>
              <a:gd name="connsiteY11" fmla="*/ 346836 h 346836"/>
              <a:gd name="connsiteX12" fmla="*/ 4116848 w 5096510"/>
              <a:gd name="connsiteY12" fmla="*/ 346836 h 346836"/>
              <a:gd name="connsiteX13" fmla="*/ 3703464 w 5096510"/>
              <a:gd name="connsiteY13" fmla="*/ 346836 h 346836"/>
              <a:gd name="connsiteX14" fmla="*/ 3290080 w 5096510"/>
              <a:gd name="connsiteY14" fmla="*/ 346836 h 346836"/>
              <a:gd name="connsiteX15" fmla="*/ 2621871 w 5096510"/>
              <a:gd name="connsiteY15" fmla="*/ 346836 h 346836"/>
              <a:gd name="connsiteX16" fmla="*/ 2004627 w 5096510"/>
              <a:gd name="connsiteY16" fmla="*/ 346836 h 346836"/>
              <a:gd name="connsiteX17" fmla="*/ 1489313 w 5096510"/>
              <a:gd name="connsiteY17" fmla="*/ 346836 h 346836"/>
              <a:gd name="connsiteX18" fmla="*/ 872069 w 5096510"/>
              <a:gd name="connsiteY18" fmla="*/ 346836 h 346836"/>
              <a:gd name="connsiteX19" fmla="*/ 0 w 5096510"/>
              <a:gd name="connsiteY19" fmla="*/ 346836 h 346836"/>
              <a:gd name="connsiteX20" fmla="*/ 0 w 5096510"/>
              <a:gd name="connsiteY20" fmla="*/ 0 h 3468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5096510" h="346836" extrusionOk="0">
                <a:moveTo>
                  <a:pt x="0" y="0"/>
                </a:moveTo>
                <a:cubicBezTo>
                  <a:pt x="196707" y="-25070"/>
                  <a:pt x="346106" y="50751"/>
                  <a:pt x="668209" y="0"/>
                </a:cubicBezTo>
                <a:cubicBezTo>
                  <a:pt x="990312" y="-50751"/>
                  <a:pt x="901286" y="8686"/>
                  <a:pt x="1132558" y="0"/>
                </a:cubicBezTo>
                <a:cubicBezTo>
                  <a:pt x="1363830" y="-8686"/>
                  <a:pt x="1402989" y="13372"/>
                  <a:pt x="1596906" y="0"/>
                </a:cubicBezTo>
                <a:cubicBezTo>
                  <a:pt x="1790823" y="-13372"/>
                  <a:pt x="2105387" y="28608"/>
                  <a:pt x="2265116" y="0"/>
                </a:cubicBezTo>
                <a:cubicBezTo>
                  <a:pt x="2424845" y="-28608"/>
                  <a:pt x="2736156" y="71550"/>
                  <a:pt x="2882360" y="0"/>
                </a:cubicBezTo>
                <a:cubicBezTo>
                  <a:pt x="3028564" y="-71550"/>
                  <a:pt x="3301888" y="3338"/>
                  <a:pt x="3448638" y="0"/>
                </a:cubicBezTo>
                <a:cubicBezTo>
                  <a:pt x="3595388" y="-3338"/>
                  <a:pt x="3872299" y="14516"/>
                  <a:pt x="4065882" y="0"/>
                </a:cubicBezTo>
                <a:cubicBezTo>
                  <a:pt x="4259465" y="-14516"/>
                  <a:pt x="4330763" y="15807"/>
                  <a:pt x="4479266" y="0"/>
                </a:cubicBezTo>
                <a:cubicBezTo>
                  <a:pt x="4627769" y="-15807"/>
                  <a:pt x="4941131" y="23507"/>
                  <a:pt x="5096510" y="0"/>
                </a:cubicBezTo>
                <a:cubicBezTo>
                  <a:pt x="5097167" y="129543"/>
                  <a:pt x="5089054" y="229146"/>
                  <a:pt x="5096510" y="346836"/>
                </a:cubicBezTo>
                <a:cubicBezTo>
                  <a:pt x="4888653" y="386448"/>
                  <a:pt x="4788494" y="308270"/>
                  <a:pt x="4632161" y="346836"/>
                </a:cubicBezTo>
                <a:cubicBezTo>
                  <a:pt x="4475828" y="385402"/>
                  <a:pt x="4269740" y="302110"/>
                  <a:pt x="4116848" y="346836"/>
                </a:cubicBezTo>
                <a:cubicBezTo>
                  <a:pt x="3963956" y="391562"/>
                  <a:pt x="3828218" y="302253"/>
                  <a:pt x="3703464" y="346836"/>
                </a:cubicBezTo>
                <a:cubicBezTo>
                  <a:pt x="3578710" y="391419"/>
                  <a:pt x="3464539" y="327657"/>
                  <a:pt x="3290080" y="346836"/>
                </a:cubicBezTo>
                <a:cubicBezTo>
                  <a:pt x="3115621" y="366015"/>
                  <a:pt x="2763112" y="303125"/>
                  <a:pt x="2621871" y="346836"/>
                </a:cubicBezTo>
                <a:cubicBezTo>
                  <a:pt x="2480630" y="390547"/>
                  <a:pt x="2303090" y="344744"/>
                  <a:pt x="2004627" y="346836"/>
                </a:cubicBezTo>
                <a:cubicBezTo>
                  <a:pt x="1706164" y="348928"/>
                  <a:pt x="1678337" y="346321"/>
                  <a:pt x="1489313" y="346836"/>
                </a:cubicBezTo>
                <a:cubicBezTo>
                  <a:pt x="1300289" y="347351"/>
                  <a:pt x="1083075" y="325852"/>
                  <a:pt x="872069" y="346836"/>
                </a:cubicBezTo>
                <a:cubicBezTo>
                  <a:pt x="661063" y="367820"/>
                  <a:pt x="204870" y="325261"/>
                  <a:pt x="0" y="346836"/>
                </a:cubicBezTo>
                <a:cubicBezTo>
                  <a:pt x="-36981" y="220852"/>
                  <a:pt x="4905" y="171935"/>
                  <a:pt x="0" y="0"/>
                </a:cubicBezTo>
                <a:close/>
              </a:path>
            </a:pathLst>
          </a:custGeom>
          <a:noFill/>
          <a:ln>
            <a:prstDash val="sysDash"/>
            <a:extLst>
              <a:ext uri="{C807C97D-BFC1-408E-A445-0C87EB9F89A2}">
                <ask:lineSketchStyleProps xmlns:ask="http://schemas.microsoft.com/office/drawing/2018/sketchyshapes" sd="3359201351">
                  <a:prstGeom prst="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fr-FR"/>
          </a:p>
        </p:txBody>
      </p:sp>
      <p:sp>
        <p:nvSpPr>
          <p:cNvPr id="8" name="Légende : encadrée à une bordure 7">
            <a:extLst>
              <a:ext uri="{FF2B5EF4-FFF2-40B4-BE49-F238E27FC236}">
                <a16:creationId xmlns:a16="http://schemas.microsoft.com/office/drawing/2014/main" id="{FDF61AF3-6BD7-BCDC-1C11-63E8B43385D2}"/>
              </a:ext>
            </a:extLst>
          </p:cNvPr>
          <p:cNvSpPr/>
          <p:nvPr/>
        </p:nvSpPr>
        <p:spPr>
          <a:xfrm>
            <a:off x="9768839" y="3886118"/>
            <a:ext cx="1541031" cy="331600"/>
          </a:xfrm>
          <a:prstGeom prst="accentBorderCallout1">
            <a:avLst>
              <a:gd name="adj1" fmla="val 18750"/>
              <a:gd name="adj2" fmla="val -8333"/>
              <a:gd name="adj3" fmla="val -185008"/>
              <a:gd name="adj4" fmla="val -63428"/>
            </a:avLst>
          </a:prstGeom>
          <a:solidFill>
            <a:schemeClr val="accent6">
              <a:alpha val="50000"/>
            </a:schemeClr>
          </a:solidFill>
          <a:ln>
            <a:solidFill>
              <a:schemeClr val="accent6"/>
            </a:solidFill>
          </a:ln>
        </p:spPr>
        <p:style>
          <a:lnRef idx="0">
            <a:scrgbClr r="0" g="0" b="0"/>
          </a:lnRef>
          <a:fillRef idx="0">
            <a:scrgbClr r="0" g="0" b="0"/>
          </a:fillRef>
          <a:effectRef idx="0">
            <a:scrgbClr r="0" g="0" b="0"/>
          </a:effectRef>
          <a:fontRef idx="minor">
            <a:schemeClr val="lt1"/>
          </a:fontRef>
        </p:style>
        <p:txBody>
          <a:bodyPr rtlCol="0" anchor="ctr"/>
          <a:lstStyle/>
          <a:p>
            <a:pPr algn="ctr"/>
            <a:r>
              <a:rPr lang="fr-FR" sz="1050" dirty="0"/>
              <a:t>Avec message configuré</a:t>
            </a:r>
          </a:p>
        </p:txBody>
      </p:sp>
    </p:spTree>
    <p:extLst>
      <p:ext uri="{BB962C8B-B14F-4D97-AF65-F5344CB8AC3E}">
        <p14:creationId xmlns:p14="http://schemas.microsoft.com/office/powerpoint/2010/main" val="159164640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 name="Rectangle : coins arrondis 39">
            <a:extLst>
              <a:ext uri="{FF2B5EF4-FFF2-40B4-BE49-F238E27FC236}">
                <a16:creationId xmlns:a16="http://schemas.microsoft.com/office/drawing/2014/main" id="{58A34438-3D1A-7ADA-6577-FC12D5E3BB3A}"/>
              </a:ext>
            </a:extLst>
          </p:cNvPr>
          <p:cNvSpPr/>
          <p:nvPr/>
        </p:nvSpPr>
        <p:spPr>
          <a:xfrm>
            <a:off x="518396" y="1624662"/>
            <a:ext cx="4305064" cy="4808792"/>
          </a:xfrm>
          <a:prstGeom prst="roundRect">
            <a:avLst>
              <a:gd name="adj" fmla="val 1691"/>
            </a:avLst>
          </a:prstGeom>
          <a:noFill/>
        </p:spPr>
        <p:style>
          <a:lnRef idx="2">
            <a:schemeClr val="accent1"/>
          </a:lnRef>
          <a:fillRef idx="1">
            <a:schemeClr val="lt1"/>
          </a:fillRef>
          <a:effectRef idx="0">
            <a:schemeClr val="accent1"/>
          </a:effectRef>
          <a:fontRef idx="minor">
            <a:schemeClr val="dk1"/>
          </a:fontRef>
        </p:style>
        <p:txBody>
          <a:bodyPr rtlCol="0" anchor="ctr"/>
          <a:lstStyle/>
          <a:p>
            <a:pPr algn="r"/>
            <a:endParaRPr lang="fr-FR" dirty="0"/>
          </a:p>
        </p:txBody>
      </p:sp>
      <p:sp>
        <p:nvSpPr>
          <p:cNvPr id="2" name="Titre 1">
            <a:extLst>
              <a:ext uri="{FF2B5EF4-FFF2-40B4-BE49-F238E27FC236}">
                <a16:creationId xmlns:a16="http://schemas.microsoft.com/office/drawing/2014/main" id="{2C198829-35EB-6A46-EBAA-6A582DAFE970}"/>
              </a:ext>
            </a:extLst>
          </p:cNvPr>
          <p:cNvSpPr>
            <a:spLocks noGrp="1"/>
          </p:cNvSpPr>
          <p:nvPr>
            <p:ph type="title"/>
          </p:nvPr>
        </p:nvSpPr>
        <p:spPr/>
        <p:txBody>
          <a:bodyPr/>
          <a:lstStyle/>
          <a:p>
            <a:r>
              <a:rPr lang="fr-FR" dirty="0"/>
              <a:t>Plan du Site utilisateur – Prochains Combats</a:t>
            </a:r>
          </a:p>
        </p:txBody>
      </p:sp>
      <p:sp>
        <p:nvSpPr>
          <p:cNvPr id="4" name="Espace réservé du texte 3">
            <a:extLst>
              <a:ext uri="{FF2B5EF4-FFF2-40B4-BE49-F238E27FC236}">
                <a16:creationId xmlns:a16="http://schemas.microsoft.com/office/drawing/2014/main" id="{55EE5942-743C-7FE0-DDCC-8AF825345982}"/>
              </a:ext>
            </a:extLst>
          </p:cNvPr>
          <p:cNvSpPr>
            <a:spLocks noGrp="1"/>
          </p:cNvSpPr>
          <p:nvPr>
            <p:ph type="body" sz="quarter" idx="15"/>
          </p:nvPr>
        </p:nvSpPr>
        <p:spPr/>
        <p:txBody>
          <a:bodyPr/>
          <a:lstStyle/>
          <a:p>
            <a:r>
              <a:rPr lang="fr-FR" dirty="0"/>
              <a:t>Annexe</a:t>
            </a:r>
          </a:p>
        </p:txBody>
      </p:sp>
      <p:sp>
        <p:nvSpPr>
          <p:cNvPr id="34" name="Rectangle : coins arrondis 33">
            <a:extLst>
              <a:ext uri="{FF2B5EF4-FFF2-40B4-BE49-F238E27FC236}">
                <a16:creationId xmlns:a16="http://schemas.microsoft.com/office/drawing/2014/main" id="{2A9E8854-3740-AEB4-DA1E-41A230566829}"/>
              </a:ext>
            </a:extLst>
          </p:cNvPr>
          <p:cNvSpPr/>
          <p:nvPr/>
        </p:nvSpPr>
        <p:spPr>
          <a:xfrm>
            <a:off x="518394" y="1616978"/>
            <a:ext cx="4305066" cy="402322"/>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fr-FR" sz="1400" dirty="0"/>
              <a:t>Prochains combats (choix de catégorie)</a:t>
            </a:r>
          </a:p>
        </p:txBody>
      </p:sp>
      <p:sp>
        <p:nvSpPr>
          <p:cNvPr id="8" name="Rectangle : coins arrondis 7">
            <a:extLst>
              <a:ext uri="{FF2B5EF4-FFF2-40B4-BE49-F238E27FC236}">
                <a16:creationId xmlns:a16="http://schemas.microsoft.com/office/drawing/2014/main" id="{8D289D98-F1FC-01AC-62A2-BB0FAE3B2911}"/>
              </a:ext>
            </a:extLst>
          </p:cNvPr>
          <p:cNvSpPr/>
          <p:nvPr/>
        </p:nvSpPr>
        <p:spPr>
          <a:xfrm>
            <a:off x="5558554" y="1624662"/>
            <a:ext cx="5829064" cy="3267378"/>
          </a:xfrm>
          <a:prstGeom prst="roundRect">
            <a:avLst>
              <a:gd name="adj" fmla="val 1691"/>
            </a:avLst>
          </a:prstGeom>
          <a:noFill/>
        </p:spPr>
        <p:style>
          <a:lnRef idx="2">
            <a:schemeClr val="accent1"/>
          </a:lnRef>
          <a:fillRef idx="1">
            <a:schemeClr val="lt1"/>
          </a:fillRef>
          <a:effectRef idx="0">
            <a:schemeClr val="accent1"/>
          </a:effectRef>
          <a:fontRef idx="minor">
            <a:schemeClr val="dk1"/>
          </a:fontRef>
        </p:style>
        <p:txBody>
          <a:bodyPr rtlCol="0" anchor="ctr"/>
          <a:lstStyle/>
          <a:p>
            <a:pPr algn="r"/>
            <a:endParaRPr lang="fr-FR" dirty="0"/>
          </a:p>
        </p:txBody>
      </p:sp>
      <p:sp>
        <p:nvSpPr>
          <p:cNvPr id="9" name="Rectangle : coins arrondis 8">
            <a:extLst>
              <a:ext uri="{FF2B5EF4-FFF2-40B4-BE49-F238E27FC236}">
                <a16:creationId xmlns:a16="http://schemas.microsoft.com/office/drawing/2014/main" id="{C70205A8-BD08-727A-A9E4-60EFAAFFB706}"/>
              </a:ext>
            </a:extLst>
          </p:cNvPr>
          <p:cNvSpPr/>
          <p:nvPr/>
        </p:nvSpPr>
        <p:spPr>
          <a:xfrm>
            <a:off x="5558552" y="1624662"/>
            <a:ext cx="5829066" cy="402322"/>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fr-FR" sz="1400" dirty="0"/>
              <a:t>Chambre d’appel de la catégorie par tapis</a:t>
            </a:r>
          </a:p>
        </p:txBody>
      </p:sp>
      <p:pic>
        <p:nvPicPr>
          <p:cNvPr id="13" name="Image 12">
            <a:extLst>
              <a:ext uri="{FF2B5EF4-FFF2-40B4-BE49-F238E27FC236}">
                <a16:creationId xmlns:a16="http://schemas.microsoft.com/office/drawing/2014/main" id="{21E655E8-D480-2178-BCEE-19DFBF76740F}"/>
              </a:ext>
            </a:extLst>
          </p:cNvPr>
          <p:cNvPicPr>
            <a:picLocks noChangeAspect="1"/>
          </p:cNvPicPr>
          <p:nvPr/>
        </p:nvPicPr>
        <p:blipFill>
          <a:blip r:embed="rId2"/>
          <a:stretch>
            <a:fillRect/>
          </a:stretch>
        </p:blipFill>
        <p:spPr>
          <a:xfrm>
            <a:off x="6077877" y="2334641"/>
            <a:ext cx="4790416" cy="2351659"/>
          </a:xfrm>
          <a:prstGeom prst="rect">
            <a:avLst/>
          </a:prstGeom>
        </p:spPr>
      </p:pic>
      <p:pic>
        <p:nvPicPr>
          <p:cNvPr id="16" name="Image 15">
            <a:extLst>
              <a:ext uri="{FF2B5EF4-FFF2-40B4-BE49-F238E27FC236}">
                <a16:creationId xmlns:a16="http://schemas.microsoft.com/office/drawing/2014/main" id="{F7983609-72B1-7B27-A0EC-604BE6F89884}"/>
              </a:ext>
            </a:extLst>
          </p:cNvPr>
          <p:cNvPicPr>
            <a:picLocks noChangeAspect="1"/>
          </p:cNvPicPr>
          <p:nvPr/>
        </p:nvPicPr>
        <p:blipFill>
          <a:blip r:embed="rId3"/>
          <a:stretch>
            <a:fillRect/>
          </a:stretch>
        </p:blipFill>
        <p:spPr>
          <a:xfrm>
            <a:off x="804382" y="2202179"/>
            <a:ext cx="3691418" cy="3876917"/>
          </a:xfrm>
          <a:prstGeom prst="rect">
            <a:avLst/>
          </a:prstGeom>
        </p:spPr>
      </p:pic>
      <p:cxnSp>
        <p:nvCxnSpPr>
          <p:cNvPr id="7" name="Connecteur : en angle 10">
            <a:extLst>
              <a:ext uri="{FF2B5EF4-FFF2-40B4-BE49-F238E27FC236}">
                <a16:creationId xmlns:a16="http://schemas.microsoft.com/office/drawing/2014/main" id="{D226306E-9C5C-372A-32EA-E2690F0737FE}"/>
              </a:ext>
            </a:extLst>
          </p:cNvPr>
          <p:cNvCxnSpPr>
            <a:cxnSpLocks/>
            <a:endCxn id="13" idx="1"/>
          </p:cNvCxnSpPr>
          <p:nvPr/>
        </p:nvCxnSpPr>
        <p:spPr>
          <a:xfrm flipV="1">
            <a:off x="3758103" y="3510471"/>
            <a:ext cx="2319774" cy="2212149"/>
          </a:xfrm>
          <a:prstGeom prst="curvedConnector3">
            <a:avLst>
              <a:gd name="adj1" fmla="val 50000"/>
            </a:avLst>
          </a:prstGeom>
          <a:ln>
            <a:headEnd type="diamond"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9" name="Rectangle 28">
            <a:extLst>
              <a:ext uri="{FF2B5EF4-FFF2-40B4-BE49-F238E27FC236}">
                <a16:creationId xmlns:a16="http://schemas.microsoft.com/office/drawing/2014/main" id="{B095DB24-31A9-B718-B21D-77EA54A0D806}"/>
              </a:ext>
            </a:extLst>
          </p:cNvPr>
          <p:cNvSpPr/>
          <p:nvPr/>
        </p:nvSpPr>
        <p:spPr>
          <a:xfrm>
            <a:off x="6019800" y="3202815"/>
            <a:ext cx="4918075" cy="346836"/>
          </a:xfrm>
          <a:custGeom>
            <a:avLst/>
            <a:gdLst>
              <a:gd name="connsiteX0" fmla="*/ 0 w 4918075"/>
              <a:gd name="connsiteY0" fmla="*/ 0 h 346836"/>
              <a:gd name="connsiteX1" fmla="*/ 644814 w 4918075"/>
              <a:gd name="connsiteY1" fmla="*/ 0 h 346836"/>
              <a:gd name="connsiteX2" fmla="*/ 1092906 w 4918075"/>
              <a:gd name="connsiteY2" fmla="*/ 0 h 346836"/>
              <a:gd name="connsiteX3" fmla="*/ 1540997 w 4918075"/>
              <a:gd name="connsiteY3" fmla="*/ 0 h 346836"/>
              <a:gd name="connsiteX4" fmla="*/ 2185811 w 4918075"/>
              <a:gd name="connsiteY4" fmla="*/ 0 h 346836"/>
              <a:gd name="connsiteX5" fmla="*/ 2781445 w 4918075"/>
              <a:gd name="connsiteY5" fmla="*/ 0 h 346836"/>
              <a:gd name="connsiteX6" fmla="*/ 3327897 w 4918075"/>
              <a:gd name="connsiteY6" fmla="*/ 0 h 346836"/>
              <a:gd name="connsiteX7" fmla="*/ 3923531 w 4918075"/>
              <a:gd name="connsiteY7" fmla="*/ 0 h 346836"/>
              <a:gd name="connsiteX8" fmla="*/ 4322441 w 4918075"/>
              <a:gd name="connsiteY8" fmla="*/ 0 h 346836"/>
              <a:gd name="connsiteX9" fmla="*/ 4918075 w 4918075"/>
              <a:gd name="connsiteY9" fmla="*/ 0 h 346836"/>
              <a:gd name="connsiteX10" fmla="*/ 4918075 w 4918075"/>
              <a:gd name="connsiteY10" fmla="*/ 346836 h 346836"/>
              <a:gd name="connsiteX11" fmla="*/ 4469984 w 4918075"/>
              <a:gd name="connsiteY11" fmla="*/ 346836 h 346836"/>
              <a:gd name="connsiteX12" fmla="*/ 3972712 w 4918075"/>
              <a:gd name="connsiteY12" fmla="*/ 346836 h 346836"/>
              <a:gd name="connsiteX13" fmla="*/ 3573801 w 4918075"/>
              <a:gd name="connsiteY13" fmla="*/ 346836 h 346836"/>
              <a:gd name="connsiteX14" fmla="*/ 3174891 w 4918075"/>
              <a:gd name="connsiteY14" fmla="*/ 346836 h 346836"/>
              <a:gd name="connsiteX15" fmla="*/ 2530076 w 4918075"/>
              <a:gd name="connsiteY15" fmla="*/ 346836 h 346836"/>
              <a:gd name="connsiteX16" fmla="*/ 1934443 w 4918075"/>
              <a:gd name="connsiteY16" fmla="*/ 346836 h 346836"/>
              <a:gd name="connsiteX17" fmla="*/ 1437171 w 4918075"/>
              <a:gd name="connsiteY17" fmla="*/ 346836 h 346836"/>
              <a:gd name="connsiteX18" fmla="*/ 841537 w 4918075"/>
              <a:gd name="connsiteY18" fmla="*/ 346836 h 346836"/>
              <a:gd name="connsiteX19" fmla="*/ 0 w 4918075"/>
              <a:gd name="connsiteY19" fmla="*/ 346836 h 346836"/>
              <a:gd name="connsiteX20" fmla="*/ 0 w 4918075"/>
              <a:gd name="connsiteY20" fmla="*/ 0 h 3468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4918075" h="346836" extrusionOk="0">
                <a:moveTo>
                  <a:pt x="0" y="0"/>
                </a:moveTo>
                <a:cubicBezTo>
                  <a:pt x="243569" y="-61730"/>
                  <a:pt x="500601" y="47189"/>
                  <a:pt x="644814" y="0"/>
                </a:cubicBezTo>
                <a:cubicBezTo>
                  <a:pt x="789027" y="-47189"/>
                  <a:pt x="999474" y="22714"/>
                  <a:pt x="1092906" y="0"/>
                </a:cubicBezTo>
                <a:cubicBezTo>
                  <a:pt x="1186338" y="-22714"/>
                  <a:pt x="1439291" y="10609"/>
                  <a:pt x="1540997" y="0"/>
                </a:cubicBezTo>
                <a:cubicBezTo>
                  <a:pt x="1642703" y="-10609"/>
                  <a:pt x="1984201" y="16165"/>
                  <a:pt x="2185811" y="0"/>
                </a:cubicBezTo>
                <a:cubicBezTo>
                  <a:pt x="2387421" y="-16165"/>
                  <a:pt x="2590961" y="65770"/>
                  <a:pt x="2781445" y="0"/>
                </a:cubicBezTo>
                <a:cubicBezTo>
                  <a:pt x="2971929" y="-65770"/>
                  <a:pt x="3079267" y="1932"/>
                  <a:pt x="3327897" y="0"/>
                </a:cubicBezTo>
                <a:cubicBezTo>
                  <a:pt x="3576527" y="-1932"/>
                  <a:pt x="3796734" y="43598"/>
                  <a:pt x="3923531" y="0"/>
                </a:cubicBezTo>
                <a:cubicBezTo>
                  <a:pt x="4050328" y="-43598"/>
                  <a:pt x="4158603" y="33907"/>
                  <a:pt x="4322441" y="0"/>
                </a:cubicBezTo>
                <a:cubicBezTo>
                  <a:pt x="4486279" y="-33907"/>
                  <a:pt x="4683704" y="50004"/>
                  <a:pt x="4918075" y="0"/>
                </a:cubicBezTo>
                <a:cubicBezTo>
                  <a:pt x="4918732" y="129543"/>
                  <a:pt x="4910619" y="229146"/>
                  <a:pt x="4918075" y="346836"/>
                </a:cubicBezTo>
                <a:cubicBezTo>
                  <a:pt x="4793431" y="373995"/>
                  <a:pt x="4569951" y="329243"/>
                  <a:pt x="4469984" y="346836"/>
                </a:cubicBezTo>
                <a:cubicBezTo>
                  <a:pt x="4370017" y="364429"/>
                  <a:pt x="4205040" y="315626"/>
                  <a:pt x="3972712" y="346836"/>
                </a:cubicBezTo>
                <a:cubicBezTo>
                  <a:pt x="3740384" y="378046"/>
                  <a:pt x="3726240" y="300975"/>
                  <a:pt x="3573801" y="346836"/>
                </a:cubicBezTo>
                <a:cubicBezTo>
                  <a:pt x="3421362" y="392697"/>
                  <a:pt x="3331135" y="319478"/>
                  <a:pt x="3174891" y="346836"/>
                </a:cubicBezTo>
                <a:cubicBezTo>
                  <a:pt x="3018647" y="374194"/>
                  <a:pt x="2823637" y="289489"/>
                  <a:pt x="2530076" y="346836"/>
                </a:cubicBezTo>
                <a:cubicBezTo>
                  <a:pt x="2236516" y="404183"/>
                  <a:pt x="2196888" y="313953"/>
                  <a:pt x="1934443" y="346836"/>
                </a:cubicBezTo>
                <a:cubicBezTo>
                  <a:pt x="1671998" y="379719"/>
                  <a:pt x="1628146" y="296229"/>
                  <a:pt x="1437171" y="346836"/>
                </a:cubicBezTo>
                <a:cubicBezTo>
                  <a:pt x="1246196" y="397443"/>
                  <a:pt x="1079065" y="329270"/>
                  <a:pt x="841537" y="346836"/>
                </a:cubicBezTo>
                <a:cubicBezTo>
                  <a:pt x="604009" y="364402"/>
                  <a:pt x="359261" y="257195"/>
                  <a:pt x="0" y="346836"/>
                </a:cubicBezTo>
                <a:cubicBezTo>
                  <a:pt x="-36981" y="220852"/>
                  <a:pt x="4905" y="171935"/>
                  <a:pt x="0" y="0"/>
                </a:cubicBezTo>
                <a:close/>
              </a:path>
            </a:pathLst>
          </a:custGeom>
          <a:noFill/>
          <a:ln>
            <a:prstDash val="sysDash"/>
            <a:extLst>
              <a:ext uri="{C807C97D-BFC1-408E-A445-0C87EB9F89A2}">
                <ask:lineSketchStyleProps xmlns:ask="http://schemas.microsoft.com/office/drawing/2018/sketchyshapes" sd="3359201351">
                  <a:prstGeom prst="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fr-FR"/>
          </a:p>
        </p:txBody>
      </p:sp>
      <p:sp>
        <p:nvSpPr>
          <p:cNvPr id="30" name="Légende : encadrée à une bordure 29">
            <a:extLst>
              <a:ext uri="{FF2B5EF4-FFF2-40B4-BE49-F238E27FC236}">
                <a16:creationId xmlns:a16="http://schemas.microsoft.com/office/drawing/2014/main" id="{610727E6-E79C-CE42-7042-CD66628F55E8}"/>
              </a:ext>
            </a:extLst>
          </p:cNvPr>
          <p:cNvSpPr/>
          <p:nvPr/>
        </p:nvSpPr>
        <p:spPr>
          <a:xfrm>
            <a:off x="10363199" y="5025894"/>
            <a:ext cx="1541031" cy="331600"/>
          </a:xfrm>
          <a:prstGeom prst="accentBorderCallout1">
            <a:avLst>
              <a:gd name="adj1" fmla="val 18750"/>
              <a:gd name="adj2" fmla="val -8333"/>
              <a:gd name="adj3" fmla="val -452144"/>
              <a:gd name="adj4" fmla="val -100514"/>
            </a:avLst>
          </a:prstGeom>
          <a:solidFill>
            <a:schemeClr val="accent6">
              <a:alpha val="50000"/>
            </a:schemeClr>
          </a:solidFill>
          <a:ln>
            <a:solidFill>
              <a:schemeClr val="accent6"/>
            </a:solidFill>
          </a:ln>
        </p:spPr>
        <p:style>
          <a:lnRef idx="0">
            <a:scrgbClr r="0" g="0" b="0"/>
          </a:lnRef>
          <a:fillRef idx="0">
            <a:scrgbClr r="0" g="0" b="0"/>
          </a:fillRef>
          <a:effectRef idx="0">
            <a:scrgbClr r="0" g="0" b="0"/>
          </a:effectRef>
          <a:fontRef idx="minor">
            <a:schemeClr val="lt1"/>
          </a:fontRef>
        </p:style>
        <p:txBody>
          <a:bodyPr rtlCol="0" anchor="ctr"/>
          <a:lstStyle/>
          <a:p>
            <a:pPr algn="ctr"/>
            <a:r>
              <a:rPr lang="fr-FR" sz="1050" dirty="0"/>
              <a:t>Avec message configuré</a:t>
            </a:r>
          </a:p>
        </p:txBody>
      </p:sp>
    </p:spTree>
    <p:extLst>
      <p:ext uri="{BB962C8B-B14F-4D97-AF65-F5344CB8AC3E}">
        <p14:creationId xmlns:p14="http://schemas.microsoft.com/office/powerpoint/2010/main" val="128252302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 name="Rectangle : coins arrondis 39">
            <a:extLst>
              <a:ext uri="{FF2B5EF4-FFF2-40B4-BE49-F238E27FC236}">
                <a16:creationId xmlns:a16="http://schemas.microsoft.com/office/drawing/2014/main" id="{58A34438-3D1A-7ADA-6577-FC12D5E3BB3A}"/>
              </a:ext>
            </a:extLst>
          </p:cNvPr>
          <p:cNvSpPr/>
          <p:nvPr/>
        </p:nvSpPr>
        <p:spPr>
          <a:xfrm>
            <a:off x="3231116" y="1647522"/>
            <a:ext cx="5829064" cy="4808792"/>
          </a:xfrm>
          <a:prstGeom prst="roundRect">
            <a:avLst>
              <a:gd name="adj" fmla="val 1691"/>
            </a:avLst>
          </a:prstGeom>
          <a:noFill/>
        </p:spPr>
        <p:style>
          <a:lnRef idx="2">
            <a:schemeClr val="accent1"/>
          </a:lnRef>
          <a:fillRef idx="1">
            <a:schemeClr val="lt1"/>
          </a:fillRef>
          <a:effectRef idx="0">
            <a:schemeClr val="accent1"/>
          </a:effectRef>
          <a:fontRef idx="minor">
            <a:schemeClr val="dk1"/>
          </a:fontRef>
        </p:style>
        <p:txBody>
          <a:bodyPr rtlCol="0" anchor="ctr"/>
          <a:lstStyle/>
          <a:p>
            <a:pPr algn="r"/>
            <a:endParaRPr lang="fr-FR" dirty="0"/>
          </a:p>
        </p:txBody>
      </p:sp>
      <p:sp>
        <p:nvSpPr>
          <p:cNvPr id="2" name="Titre 1">
            <a:extLst>
              <a:ext uri="{FF2B5EF4-FFF2-40B4-BE49-F238E27FC236}">
                <a16:creationId xmlns:a16="http://schemas.microsoft.com/office/drawing/2014/main" id="{2C198829-35EB-6A46-EBAA-6A582DAFE970}"/>
              </a:ext>
            </a:extLst>
          </p:cNvPr>
          <p:cNvSpPr>
            <a:spLocks noGrp="1"/>
          </p:cNvSpPr>
          <p:nvPr>
            <p:ph type="title"/>
          </p:nvPr>
        </p:nvSpPr>
        <p:spPr/>
        <p:txBody>
          <a:bodyPr/>
          <a:lstStyle/>
          <a:p>
            <a:r>
              <a:rPr lang="fr-FR" dirty="0"/>
              <a:t>Plan du Site utilisateur – Affectations</a:t>
            </a:r>
          </a:p>
        </p:txBody>
      </p:sp>
      <p:sp>
        <p:nvSpPr>
          <p:cNvPr id="4" name="Espace réservé du texte 3">
            <a:extLst>
              <a:ext uri="{FF2B5EF4-FFF2-40B4-BE49-F238E27FC236}">
                <a16:creationId xmlns:a16="http://schemas.microsoft.com/office/drawing/2014/main" id="{55EE5942-743C-7FE0-DDCC-8AF825345982}"/>
              </a:ext>
            </a:extLst>
          </p:cNvPr>
          <p:cNvSpPr>
            <a:spLocks noGrp="1"/>
          </p:cNvSpPr>
          <p:nvPr>
            <p:ph type="body" sz="quarter" idx="15"/>
          </p:nvPr>
        </p:nvSpPr>
        <p:spPr/>
        <p:txBody>
          <a:bodyPr/>
          <a:lstStyle/>
          <a:p>
            <a:r>
              <a:rPr lang="fr-FR" dirty="0"/>
              <a:t>Annexe</a:t>
            </a:r>
          </a:p>
        </p:txBody>
      </p:sp>
      <p:sp>
        <p:nvSpPr>
          <p:cNvPr id="34" name="Rectangle : coins arrondis 33">
            <a:extLst>
              <a:ext uri="{FF2B5EF4-FFF2-40B4-BE49-F238E27FC236}">
                <a16:creationId xmlns:a16="http://schemas.microsoft.com/office/drawing/2014/main" id="{2A9E8854-3740-AEB4-DA1E-41A230566829}"/>
              </a:ext>
            </a:extLst>
          </p:cNvPr>
          <p:cNvSpPr/>
          <p:nvPr/>
        </p:nvSpPr>
        <p:spPr>
          <a:xfrm>
            <a:off x="3231114" y="1639838"/>
            <a:ext cx="5829066" cy="402322"/>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fr-FR" sz="1400" dirty="0"/>
              <a:t>Affectations des tapis</a:t>
            </a:r>
          </a:p>
        </p:txBody>
      </p:sp>
      <p:pic>
        <p:nvPicPr>
          <p:cNvPr id="5" name="Image 4">
            <a:extLst>
              <a:ext uri="{FF2B5EF4-FFF2-40B4-BE49-F238E27FC236}">
                <a16:creationId xmlns:a16="http://schemas.microsoft.com/office/drawing/2014/main" id="{299E2910-1D4D-F715-AB09-C6B0203E31BC}"/>
              </a:ext>
            </a:extLst>
          </p:cNvPr>
          <p:cNvPicPr>
            <a:picLocks noChangeAspect="1"/>
          </p:cNvPicPr>
          <p:nvPr/>
        </p:nvPicPr>
        <p:blipFill>
          <a:blip r:embed="rId2"/>
          <a:stretch>
            <a:fillRect/>
          </a:stretch>
        </p:blipFill>
        <p:spPr>
          <a:xfrm>
            <a:off x="3878697" y="2145295"/>
            <a:ext cx="4533900" cy="4207884"/>
          </a:xfrm>
          <a:prstGeom prst="rect">
            <a:avLst/>
          </a:prstGeom>
        </p:spPr>
      </p:pic>
    </p:spTree>
    <p:extLst>
      <p:ext uri="{BB962C8B-B14F-4D97-AF65-F5344CB8AC3E}">
        <p14:creationId xmlns:p14="http://schemas.microsoft.com/office/powerpoint/2010/main" val="205597927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C198829-35EB-6A46-EBAA-6A582DAFE970}"/>
              </a:ext>
            </a:extLst>
          </p:cNvPr>
          <p:cNvSpPr>
            <a:spLocks noGrp="1"/>
          </p:cNvSpPr>
          <p:nvPr>
            <p:ph type="title"/>
          </p:nvPr>
        </p:nvSpPr>
        <p:spPr/>
        <p:txBody>
          <a:bodyPr/>
          <a:lstStyle/>
          <a:p>
            <a:r>
              <a:rPr lang="fr-FR" dirty="0"/>
              <a:t>Plan du Site utilisateur – Avancements</a:t>
            </a:r>
          </a:p>
        </p:txBody>
      </p:sp>
      <p:sp>
        <p:nvSpPr>
          <p:cNvPr id="4" name="Espace réservé du texte 3">
            <a:extLst>
              <a:ext uri="{FF2B5EF4-FFF2-40B4-BE49-F238E27FC236}">
                <a16:creationId xmlns:a16="http://schemas.microsoft.com/office/drawing/2014/main" id="{55EE5942-743C-7FE0-DDCC-8AF825345982}"/>
              </a:ext>
            </a:extLst>
          </p:cNvPr>
          <p:cNvSpPr>
            <a:spLocks noGrp="1"/>
          </p:cNvSpPr>
          <p:nvPr>
            <p:ph type="body" sz="quarter" idx="15"/>
          </p:nvPr>
        </p:nvSpPr>
        <p:spPr/>
        <p:txBody>
          <a:bodyPr/>
          <a:lstStyle/>
          <a:p>
            <a:r>
              <a:rPr lang="fr-FR" dirty="0"/>
              <a:t>Annexe</a:t>
            </a:r>
          </a:p>
        </p:txBody>
      </p:sp>
      <p:sp>
        <p:nvSpPr>
          <p:cNvPr id="3" name="Rectangle : coins arrondis 2">
            <a:extLst>
              <a:ext uri="{FF2B5EF4-FFF2-40B4-BE49-F238E27FC236}">
                <a16:creationId xmlns:a16="http://schemas.microsoft.com/office/drawing/2014/main" id="{503174A0-941A-A415-3B71-EFB82484532B}"/>
              </a:ext>
            </a:extLst>
          </p:cNvPr>
          <p:cNvSpPr/>
          <p:nvPr/>
        </p:nvSpPr>
        <p:spPr>
          <a:xfrm>
            <a:off x="221059" y="1972782"/>
            <a:ext cx="3529729" cy="3861738"/>
          </a:xfrm>
          <a:prstGeom prst="roundRect">
            <a:avLst>
              <a:gd name="adj" fmla="val 1691"/>
            </a:avLst>
          </a:prstGeom>
          <a:noFill/>
        </p:spPr>
        <p:style>
          <a:lnRef idx="2">
            <a:schemeClr val="accent1"/>
          </a:lnRef>
          <a:fillRef idx="1">
            <a:schemeClr val="lt1"/>
          </a:fillRef>
          <a:effectRef idx="0">
            <a:schemeClr val="accent1"/>
          </a:effectRef>
          <a:fontRef idx="minor">
            <a:schemeClr val="dk1"/>
          </a:fontRef>
        </p:style>
        <p:txBody>
          <a:bodyPr rtlCol="0" anchor="ctr"/>
          <a:lstStyle/>
          <a:p>
            <a:pPr algn="r"/>
            <a:endParaRPr lang="fr-FR" dirty="0"/>
          </a:p>
        </p:txBody>
      </p:sp>
      <p:sp>
        <p:nvSpPr>
          <p:cNvPr id="6" name="Rectangle : coins arrondis 5">
            <a:extLst>
              <a:ext uri="{FF2B5EF4-FFF2-40B4-BE49-F238E27FC236}">
                <a16:creationId xmlns:a16="http://schemas.microsoft.com/office/drawing/2014/main" id="{1FF9D910-74CE-77AC-4697-C5E04C287AF0}"/>
              </a:ext>
            </a:extLst>
          </p:cNvPr>
          <p:cNvSpPr/>
          <p:nvPr/>
        </p:nvSpPr>
        <p:spPr>
          <a:xfrm>
            <a:off x="221057" y="1965098"/>
            <a:ext cx="3529731" cy="402322"/>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fr-FR" sz="1400" dirty="0"/>
              <a:t>Avancements (choix de catégorie)</a:t>
            </a:r>
          </a:p>
        </p:txBody>
      </p:sp>
      <p:sp>
        <p:nvSpPr>
          <p:cNvPr id="7" name="Rectangle : coins arrondis 6">
            <a:extLst>
              <a:ext uri="{FF2B5EF4-FFF2-40B4-BE49-F238E27FC236}">
                <a16:creationId xmlns:a16="http://schemas.microsoft.com/office/drawing/2014/main" id="{1A86364E-4B4A-25F5-F6B9-3ED2D611FCB6}"/>
              </a:ext>
            </a:extLst>
          </p:cNvPr>
          <p:cNvSpPr/>
          <p:nvPr/>
        </p:nvSpPr>
        <p:spPr>
          <a:xfrm>
            <a:off x="4046431" y="1534320"/>
            <a:ext cx="2690096" cy="3526522"/>
          </a:xfrm>
          <a:prstGeom prst="roundRect">
            <a:avLst>
              <a:gd name="adj" fmla="val 1691"/>
            </a:avLst>
          </a:prstGeom>
          <a:noFill/>
        </p:spPr>
        <p:style>
          <a:lnRef idx="2">
            <a:schemeClr val="accent1"/>
          </a:lnRef>
          <a:fillRef idx="1">
            <a:schemeClr val="lt1"/>
          </a:fillRef>
          <a:effectRef idx="0">
            <a:schemeClr val="accent1"/>
          </a:effectRef>
          <a:fontRef idx="minor">
            <a:schemeClr val="dk1"/>
          </a:fontRef>
        </p:style>
        <p:txBody>
          <a:bodyPr rtlCol="0" anchor="ctr"/>
          <a:lstStyle/>
          <a:p>
            <a:pPr algn="r"/>
            <a:endParaRPr lang="fr-FR" dirty="0"/>
          </a:p>
        </p:txBody>
      </p:sp>
      <p:sp>
        <p:nvSpPr>
          <p:cNvPr id="8" name="Rectangle : coins arrondis 7">
            <a:extLst>
              <a:ext uri="{FF2B5EF4-FFF2-40B4-BE49-F238E27FC236}">
                <a16:creationId xmlns:a16="http://schemas.microsoft.com/office/drawing/2014/main" id="{784D7F57-DCD9-FF19-1D50-01AEC1AFCAAE}"/>
              </a:ext>
            </a:extLst>
          </p:cNvPr>
          <p:cNvSpPr/>
          <p:nvPr/>
        </p:nvSpPr>
        <p:spPr>
          <a:xfrm>
            <a:off x="4046429" y="1534320"/>
            <a:ext cx="2690098" cy="402322"/>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fr-FR" sz="1400" dirty="0"/>
              <a:t>Tableau de catégorie</a:t>
            </a:r>
          </a:p>
        </p:txBody>
      </p:sp>
      <p:pic>
        <p:nvPicPr>
          <p:cNvPr id="14" name="Image 13">
            <a:extLst>
              <a:ext uri="{FF2B5EF4-FFF2-40B4-BE49-F238E27FC236}">
                <a16:creationId xmlns:a16="http://schemas.microsoft.com/office/drawing/2014/main" id="{569F78C2-1079-9B2D-317A-BEFB7F12F78D}"/>
              </a:ext>
            </a:extLst>
          </p:cNvPr>
          <p:cNvPicPr>
            <a:picLocks noChangeAspect="1"/>
          </p:cNvPicPr>
          <p:nvPr/>
        </p:nvPicPr>
        <p:blipFill>
          <a:blip r:embed="rId2"/>
          <a:stretch>
            <a:fillRect/>
          </a:stretch>
        </p:blipFill>
        <p:spPr>
          <a:xfrm>
            <a:off x="571095" y="2515039"/>
            <a:ext cx="2834168" cy="3194967"/>
          </a:xfrm>
          <a:prstGeom prst="rect">
            <a:avLst/>
          </a:prstGeom>
        </p:spPr>
      </p:pic>
      <p:pic>
        <p:nvPicPr>
          <p:cNvPr id="15" name="Image 14">
            <a:extLst>
              <a:ext uri="{FF2B5EF4-FFF2-40B4-BE49-F238E27FC236}">
                <a16:creationId xmlns:a16="http://schemas.microsoft.com/office/drawing/2014/main" id="{E087A879-379E-56AC-1AF7-F653744646ED}"/>
              </a:ext>
            </a:extLst>
          </p:cNvPr>
          <p:cNvPicPr>
            <a:picLocks noChangeAspect="1"/>
          </p:cNvPicPr>
          <p:nvPr/>
        </p:nvPicPr>
        <p:blipFill>
          <a:blip r:embed="rId3"/>
          <a:stretch>
            <a:fillRect/>
          </a:stretch>
        </p:blipFill>
        <p:spPr>
          <a:xfrm>
            <a:off x="4226822" y="2083601"/>
            <a:ext cx="2270163" cy="2826353"/>
          </a:xfrm>
          <a:prstGeom prst="rect">
            <a:avLst/>
          </a:prstGeom>
        </p:spPr>
      </p:pic>
      <p:sp>
        <p:nvSpPr>
          <p:cNvPr id="16" name="Rectangle : coins arrondis 15">
            <a:extLst>
              <a:ext uri="{FF2B5EF4-FFF2-40B4-BE49-F238E27FC236}">
                <a16:creationId xmlns:a16="http://schemas.microsoft.com/office/drawing/2014/main" id="{EFB40968-59E3-B5AA-6426-D47479177ACF}"/>
              </a:ext>
            </a:extLst>
          </p:cNvPr>
          <p:cNvSpPr/>
          <p:nvPr/>
        </p:nvSpPr>
        <p:spPr>
          <a:xfrm>
            <a:off x="7032172" y="2720037"/>
            <a:ext cx="4938769" cy="3526522"/>
          </a:xfrm>
          <a:prstGeom prst="roundRect">
            <a:avLst>
              <a:gd name="adj" fmla="val 1691"/>
            </a:avLst>
          </a:prstGeom>
          <a:noFill/>
        </p:spPr>
        <p:style>
          <a:lnRef idx="2">
            <a:schemeClr val="accent1"/>
          </a:lnRef>
          <a:fillRef idx="1">
            <a:schemeClr val="lt1"/>
          </a:fillRef>
          <a:effectRef idx="0">
            <a:schemeClr val="accent1"/>
          </a:effectRef>
          <a:fontRef idx="minor">
            <a:schemeClr val="dk1"/>
          </a:fontRef>
        </p:style>
        <p:txBody>
          <a:bodyPr rtlCol="0" anchor="ctr"/>
          <a:lstStyle/>
          <a:p>
            <a:pPr algn="r"/>
            <a:endParaRPr lang="fr-FR" dirty="0"/>
          </a:p>
        </p:txBody>
      </p:sp>
      <p:sp>
        <p:nvSpPr>
          <p:cNvPr id="17" name="Rectangle : coins arrondis 16">
            <a:extLst>
              <a:ext uri="{FF2B5EF4-FFF2-40B4-BE49-F238E27FC236}">
                <a16:creationId xmlns:a16="http://schemas.microsoft.com/office/drawing/2014/main" id="{27C9924D-127A-4599-64CD-4C4545D933E9}"/>
              </a:ext>
            </a:extLst>
          </p:cNvPr>
          <p:cNvSpPr/>
          <p:nvPr/>
        </p:nvSpPr>
        <p:spPr>
          <a:xfrm>
            <a:off x="7032170" y="2720037"/>
            <a:ext cx="4938769" cy="402322"/>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fr-FR" sz="1400" dirty="0"/>
              <a:t>Poule de catégorie</a:t>
            </a:r>
          </a:p>
        </p:txBody>
      </p:sp>
      <p:pic>
        <p:nvPicPr>
          <p:cNvPr id="18" name="Image 17">
            <a:extLst>
              <a:ext uri="{FF2B5EF4-FFF2-40B4-BE49-F238E27FC236}">
                <a16:creationId xmlns:a16="http://schemas.microsoft.com/office/drawing/2014/main" id="{B16364DA-96FA-F0CD-AE6C-E157B021F957}"/>
              </a:ext>
            </a:extLst>
          </p:cNvPr>
          <p:cNvPicPr>
            <a:picLocks noChangeAspect="1"/>
          </p:cNvPicPr>
          <p:nvPr/>
        </p:nvPicPr>
        <p:blipFill>
          <a:blip r:embed="rId4"/>
          <a:stretch>
            <a:fillRect/>
          </a:stretch>
        </p:blipFill>
        <p:spPr>
          <a:xfrm>
            <a:off x="7204249" y="3288701"/>
            <a:ext cx="2660296" cy="1978623"/>
          </a:xfrm>
          <a:prstGeom prst="rect">
            <a:avLst/>
          </a:prstGeom>
        </p:spPr>
      </p:pic>
      <p:pic>
        <p:nvPicPr>
          <p:cNvPr id="19" name="Image 18">
            <a:extLst>
              <a:ext uri="{FF2B5EF4-FFF2-40B4-BE49-F238E27FC236}">
                <a16:creationId xmlns:a16="http://schemas.microsoft.com/office/drawing/2014/main" id="{0C7124AE-7EA4-DB9F-D8BC-2C87D82F528E}"/>
              </a:ext>
            </a:extLst>
          </p:cNvPr>
          <p:cNvPicPr>
            <a:picLocks noChangeAspect="1"/>
          </p:cNvPicPr>
          <p:nvPr/>
        </p:nvPicPr>
        <p:blipFill>
          <a:blip r:embed="rId5"/>
          <a:stretch>
            <a:fillRect/>
          </a:stretch>
        </p:blipFill>
        <p:spPr>
          <a:xfrm>
            <a:off x="9116679" y="4055692"/>
            <a:ext cx="2656626" cy="2010299"/>
          </a:xfrm>
          <a:prstGeom prst="rect">
            <a:avLst/>
          </a:prstGeom>
        </p:spPr>
      </p:pic>
      <p:cxnSp>
        <p:nvCxnSpPr>
          <p:cNvPr id="11" name="Connecteur : en angle 10">
            <a:extLst>
              <a:ext uri="{FF2B5EF4-FFF2-40B4-BE49-F238E27FC236}">
                <a16:creationId xmlns:a16="http://schemas.microsoft.com/office/drawing/2014/main" id="{F5813451-B99C-85D9-890B-7BD6D792A98D}"/>
              </a:ext>
            </a:extLst>
          </p:cNvPr>
          <p:cNvCxnSpPr>
            <a:cxnSpLocks/>
            <a:endCxn id="15" idx="1"/>
          </p:cNvCxnSpPr>
          <p:nvPr/>
        </p:nvCxnSpPr>
        <p:spPr>
          <a:xfrm flipV="1">
            <a:off x="2916791" y="3496778"/>
            <a:ext cx="1310031" cy="1237147"/>
          </a:xfrm>
          <a:prstGeom prst="curvedConnector3">
            <a:avLst>
              <a:gd name="adj1" fmla="val 50000"/>
            </a:avLst>
          </a:prstGeom>
          <a:ln>
            <a:headEnd type="diamond"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2" name="Connecteur : en angle 10">
            <a:extLst>
              <a:ext uri="{FF2B5EF4-FFF2-40B4-BE49-F238E27FC236}">
                <a16:creationId xmlns:a16="http://schemas.microsoft.com/office/drawing/2014/main" id="{49F7FAC1-9236-3A9E-5C30-67587362A919}"/>
              </a:ext>
            </a:extLst>
          </p:cNvPr>
          <p:cNvCxnSpPr>
            <a:cxnSpLocks/>
            <a:endCxn id="18" idx="2"/>
          </p:cNvCxnSpPr>
          <p:nvPr/>
        </p:nvCxnSpPr>
        <p:spPr>
          <a:xfrm>
            <a:off x="2916791" y="4909954"/>
            <a:ext cx="5617606" cy="357370"/>
          </a:xfrm>
          <a:prstGeom prst="curvedConnector4">
            <a:avLst>
              <a:gd name="adj1" fmla="val 20527"/>
              <a:gd name="adj2" fmla="val 163967"/>
            </a:avLst>
          </a:prstGeom>
          <a:ln>
            <a:headEnd type="diamond"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6" name="Légende : encadrée à une bordure 25">
            <a:extLst>
              <a:ext uri="{FF2B5EF4-FFF2-40B4-BE49-F238E27FC236}">
                <a16:creationId xmlns:a16="http://schemas.microsoft.com/office/drawing/2014/main" id="{6D3D5DAC-84E4-A2D1-6D7D-E05FD8DFE120}"/>
              </a:ext>
            </a:extLst>
          </p:cNvPr>
          <p:cNvSpPr/>
          <p:nvPr/>
        </p:nvSpPr>
        <p:spPr>
          <a:xfrm flipH="1">
            <a:off x="7032170" y="2188659"/>
            <a:ext cx="1806691" cy="331600"/>
          </a:xfrm>
          <a:prstGeom prst="accentBorderCallout1">
            <a:avLst>
              <a:gd name="adj1" fmla="val 18750"/>
              <a:gd name="adj2" fmla="val -8333"/>
              <a:gd name="adj3" fmla="val 535974"/>
              <a:gd name="adj4" fmla="val -72045"/>
            </a:avLst>
          </a:prstGeom>
          <a:solidFill>
            <a:schemeClr val="accent6">
              <a:alpha val="50000"/>
            </a:schemeClr>
          </a:solidFill>
          <a:ln>
            <a:solidFill>
              <a:schemeClr val="accent6"/>
            </a:solidFill>
          </a:ln>
        </p:spPr>
        <p:style>
          <a:lnRef idx="0">
            <a:scrgbClr r="0" g="0" b="0"/>
          </a:lnRef>
          <a:fillRef idx="0">
            <a:scrgbClr r="0" g="0" b="0"/>
          </a:fillRef>
          <a:effectRef idx="0">
            <a:scrgbClr r="0" g="0" b="0"/>
          </a:effectRef>
          <a:fontRef idx="minor">
            <a:schemeClr val="lt1"/>
          </a:fontRef>
        </p:style>
        <p:txBody>
          <a:bodyPr rtlCol="0" anchor="ctr"/>
          <a:lstStyle/>
          <a:p>
            <a:pPr algn="ctr"/>
            <a:r>
              <a:rPr lang="fr-FR" sz="1050" dirty="0"/>
              <a:t>Selon la disposition configuré</a:t>
            </a:r>
          </a:p>
        </p:txBody>
      </p:sp>
    </p:spTree>
    <p:extLst>
      <p:ext uri="{BB962C8B-B14F-4D97-AF65-F5344CB8AC3E}">
        <p14:creationId xmlns:p14="http://schemas.microsoft.com/office/powerpoint/2010/main" val="126241379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C198829-35EB-6A46-EBAA-6A582DAFE970}"/>
              </a:ext>
            </a:extLst>
          </p:cNvPr>
          <p:cNvSpPr>
            <a:spLocks noGrp="1"/>
          </p:cNvSpPr>
          <p:nvPr>
            <p:ph type="title"/>
          </p:nvPr>
        </p:nvSpPr>
        <p:spPr/>
        <p:txBody>
          <a:bodyPr/>
          <a:lstStyle/>
          <a:p>
            <a:r>
              <a:rPr lang="fr-FR" dirty="0"/>
              <a:t>Plan du Site utilisateur – Classements</a:t>
            </a:r>
          </a:p>
        </p:txBody>
      </p:sp>
      <p:sp>
        <p:nvSpPr>
          <p:cNvPr id="4" name="Espace réservé du texte 3">
            <a:extLst>
              <a:ext uri="{FF2B5EF4-FFF2-40B4-BE49-F238E27FC236}">
                <a16:creationId xmlns:a16="http://schemas.microsoft.com/office/drawing/2014/main" id="{55EE5942-743C-7FE0-DDCC-8AF825345982}"/>
              </a:ext>
            </a:extLst>
          </p:cNvPr>
          <p:cNvSpPr>
            <a:spLocks noGrp="1"/>
          </p:cNvSpPr>
          <p:nvPr>
            <p:ph type="body" sz="quarter" idx="15"/>
          </p:nvPr>
        </p:nvSpPr>
        <p:spPr/>
        <p:txBody>
          <a:bodyPr/>
          <a:lstStyle/>
          <a:p>
            <a:r>
              <a:rPr lang="fr-FR" dirty="0"/>
              <a:t>Annexe</a:t>
            </a:r>
          </a:p>
        </p:txBody>
      </p:sp>
      <p:sp>
        <p:nvSpPr>
          <p:cNvPr id="3" name="Rectangle : coins arrondis 2">
            <a:extLst>
              <a:ext uri="{FF2B5EF4-FFF2-40B4-BE49-F238E27FC236}">
                <a16:creationId xmlns:a16="http://schemas.microsoft.com/office/drawing/2014/main" id="{503174A0-941A-A415-3B71-EFB82484532B}"/>
              </a:ext>
            </a:extLst>
          </p:cNvPr>
          <p:cNvSpPr/>
          <p:nvPr/>
        </p:nvSpPr>
        <p:spPr>
          <a:xfrm>
            <a:off x="1240592" y="1972782"/>
            <a:ext cx="3529729" cy="3861738"/>
          </a:xfrm>
          <a:prstGeom prst="roundRect">
            <a:avLst>
              <a:gd name="adj" fmla="val 1691"/>
            </a:avLst>
          </a:prstGeom>
          <a:noFill/>
        </p:spPr>
        <p:style>
          <a:lnRef idx="2">
            <a:schemeClr val="accent1"/>
          </a:lnRef>
          <a:fillRef idx="1">
            <a:schemeClr val="lt1"/>
          </a:fillRef>
          <a:effectRef idx="0">
            <a:schemeClr val="accent1"/>
          </a:effectRef>
          <a:fontRef idx="minor">
            <a:schemeClr val="dk1"/>
          </a:fontRef>
        </p:style>
        <p:txBody>
          <a:bodyPr rtlCol="0" anchor="ctr"/>
          <a:lstStyle/>
          <a:p>
            <a:pPr algn="r"/>
            <a:endParaRPr lang="fr-FR" dirty="0"/>
          </a:p>
        </p:txBody>
      </p:sp>
      <p:sp>
        <p:nvSpPr>
          <p:cNvPr id="6" name="Rectangle : coins arrondis 5">
            <a:extLst>
              <a:ext uri="{FF2B5EF4-FFF2-40B4-BE49-F238E27FC236}">
                <a16:creationId xmlns:a16="http://schemas.microsoft.com/office/drawing/2014/main" id="{1FF9D910-74CE-77AC-4697-C5E04C287AF0}"/>
              </a:ext>
            </a:extLst>
          </p:cNvPr>
          <p:cNvSpPr/>
          <p:nvPr/>
        </p:nvSpPr>
        <p:spPr>
          <a:xfrm>
            <a:off x="1240590" y="1965098"/>
            <a:ext cx="3529731" cy="402322"/>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fr-FR" sz="1400" dirty="0"/>
              <a:t>Classements (choix de catégorie)</a:t>
            </a:r>
          </a:p>
        </p:txBody>
      </p:sp>
      <p:sp>
        <p:nvSpPr>
          <p:cNvPr id="7" name="Rectangle : coins arrondis 6">
            <a:extLst>
              <a:ext uri="{FF2B5EF4-FFF2-40B4-BE49-F238E27FC236}">
                <a16:creationId xmlns:a16="http://schemas.microsoft.com/office/drawing/2014/main" id="{1A86364E-4B4A-25F5-F6B9-3ED2D611FCB6}"/>
              </a:ext>
            </a:extLst>
          </p:cNvPr>
          <p:cNvSpPr/>
          <p:nvPr/>
        </p:nvSpPr>
        <p:spPr>
          <a:xfrm>
            <a:off x="6427681" y="1965098"/>
            <a:ext cx="3678344" cy="3526522"/>
          </a:xfrm>
          <a:prstGeom prst="roundRect">
            <a:avLst>
              <a:gd name="adj" fmla="val 1691"/>
            </a:avLst>
          </a:prstGeom>
          <a:noFill/>
        </p:spPr>
        <p:style>
          <a:lnRef idx="2">
            <a:schemeClr val="accent1"/>
          </a:lnRef>
          <a:fillRef idx="1">
            <a:schemeClr val="lt1"/>
          </a:fillRef>
          <a:effectRef idx="0">
            <a:schemeClr val="accent1"/>
          </a:effectRef>
          <a:fontRef idx="minor">
            <a:schemeClr val="dk1"/>
          </a:fontRef>
        </p:style>
        <p:txBody>
          <a:bodyPr rtlCol="0" anchor="ctr"/>
          <a:lstStyle/>
          <a:p>
            <a:pPr algn="r"/>
            <a:endParaRPr lang="fr-FR" dirty="0"/>
          </a:p>
        </p:txBody>
      </p:sp>
      <p:sp>
        <p:nvSpPr>
          <p:cNvPr id="8" name="Rectangle : coins arrondis 7">
            <a:extLst>
              <a:ext uri="{FF2B5EF4-FFF2-40B4-BE49-F238E27FC236}">
                <a16:creationId xmlns:a16="http://schemas.microsoft.com/office/drawing/2014/main" id="{784D7F57-DCD9-FF19-1D50-01AEC1AFCAAE}"/>
              </a:ext>
            </a:extLst>
          </p:cNvPr>
          <p:cNvSpPr/>
          <p:nvPr/>
        </p:nvSpPr>
        <p:spPr>
          <a:xfrm>
            <a:off x="6427679" y="1965098"/>
            <a:ext cx="3678346" cy="402322"/>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fr-FR" sz="1400" dirty="0"/>
              <a:t>Tableau de classement de la catégorie</a:t>
            </a:r>
          </a:p>
        </p:txBody>
      </p:sp>
      <p:pic>
        <p:nvPicPr>
          <p:cNvPr id="14" name="Image 13">
            <a:extLst>
              <a:ext uri="{FF2B5EF4-FFF2-40B4-BE49-F238E27FC236}">
                <a16:creationId xmlns:a16="http://schemas.microsoft.com/office/drawing/2014/main" id="{569F78C2-1079-9B2D-317A-BEFB7F12F78D}"/>
              </a:ext>
            </a:extLst>
          </p:cNvPr>
          <p:cNvPicPr>
            <a:picLocks noChangeAspect="1"/>
          </p:cNvPicPr>
          <p:nvPr/>
        </p:nvPicPr>
        <p:blipFill>
          <a:blip r:embed="rId2"/>
          <a:stretch>
            <a:fillRect/>
          </a:stretch>
        </p:blipFill>
        <p:spPr>
          <a:xfrm>
            <a:off x="1590628" y="2515039"/>
            <a:ext cx="2834168" cy="3194967"/>
          </a:xfrm>
          <a:prstGeom prst="rect">
            <a:avLst/>
          </a:prstGeom>
        </p:spPr>
      </p:pic>
      <p:cxnSp>
        <p:nvCxnSpPr>
          <p:cNvPr id="11" name="Connecteur : en angle 10">
            <a:extLst>
              <a:ext uri="{FF2B5EF4-FFF2-40B4-BE49-F238E27FC236}">
                <a16:creationId xmlns:a16="http://schemas.microsoft.com/office/drawing/2014/main" id="{F5813451-B99C-85D9-890B-7BD6D792A98D}"/>
              </a:ext>
            </a:extLst>
          </p:cNvPr>
          <p:cNvCxnSpPr>
            <a:cxnSpLocks/>
          </p:cNvCxnSpPr>
          <p:nvPr/>
        </p:nvCxnSpPr>
        <p:spPr>
          <a:xfrm flipV="1">
            <a:off x="3936324" y="3276600"/>
            <a:ext cx="3135075" cy="1457325"/>
          </a:xfrm>
          <a:prstGeom prst="curvedConnector3">
            <a:avLst>
              <a:gd name="adj1" fmla="val 50000"/>
            </a:avLst>
          </a:prstGeom>
          <a:ln>
            <a:headEnd type="diamond" w="med" len="med"/>
            <a:tailEnd type="triangle" w="med" len="med"/>
          </a:ln>
        </p:spPr>
        <p:style>
          <a:lnRef idx="1">
            <a:schemeClr val="accent1"/>
          </a:lnRef>
          <a:fillRef idx="0">
            <a:schemeClr val="accent1"/>
          </a:fillRef>
          <a:effectRef idx="0">
            <a:schemeClr val="accent1"/>
          </a:effectRef>
          <a:fontRef idx="minor">
            <a:schemeClr val="tx1"/>
          </a:fontRef>
        </p:style>
      </p:cxnSp>
      <p:pic>
        <p:nvPicPr>
          <p:cNvPr id="5" name="Image 4">
            <a:extLst>
              <a:ext uri="{FF2B5EF4-FFF2-40B4-BE49-F238E27FC236}">
                <a16:creationId xmlns:a16="http://schemas.microsoft.com/office/drawing/2014/main" id="{8B2F415D-8326-8A03-AE1D-86DD1719AD63}"/>
              </a:ext>
            </a:extLst>
          </p:cNvPr>
          <p:cNvPicPr>
            <a:picLocks noChangeAspect="1"/>
          </p:cNvPicPr>
          <p:nvPr/>
        </p:nvPicPr>
        <p:blipFill>
          <a:blip r:embed="rId3"/>
          <a:stretch>
            <a:fillRect/>
          </a:stretch>
        </p:blipFill>
        <p:spPr>
          <a:xfrm>
            <a:off x="7071399" y="2602235"/>
            <a:ext cx="2390905" cy="2724520"/>
          </a:xfrm>
          <a:prstGeom prst="rect">
            <a:avLst/>
          </a:prstGeom>
        </p:spPr>
      </p:pic>
    </p:spTree>
    <p:extLst>
      <p:ext uri="{BB962C8B-B14F-4D97-AF65-F5344CB8AC3E}">
        <p14:creationId xmlns:p14="http://schemas.microsoft.com/office/powerpoint/2010/main" val="129092888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929188241"/>
      </p:ext>
    </p:extLst>
  </p:cSld>
  <p:clrMapOvr>
    <a:masterClrMapping/>
  </p:clrMapOvr>
</p:sld>
</file>

<file path=ppt/theme/theme1.xml><?xml version="1.0" encoding="utf-8"?>
<a:theme xmlns:a="http://schemas.openxmlformats.org/drawingml/2006/main" name="Template FFJD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MODELE PRESENTATION FFJDA.pptx" id="{6ADBFADA-0158-4E1B-9FA4-BAB3B4423016}" vid="{CA8A6674-F4ED-4B61-ABA0-31B973694F17}"/>
    </a:ext>
  </a:extLst>
</a:theme>
</file>

<file path=ppt/theme/theme2.xml><?xml version="1.0" encoding="utf-8"?>
<a:theme xmlns:a="http://schemas.openxmlformats.org/drawingml/2006/main" name="2_Template FFJD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MODELE PRESENTATION FFJDA.pptx" id="{6ADBFADA-0158-4E1B-9FA4-BAB3B4423016}" vid="{317BEDE3-203A-4E66-A0B0-85E35BE9F342}"/>
    </a:ext>
  </a:extLst>
</a:theme>
</file>

<file path=ppt/theme/theme3.xml><?xml version="1.0" encoding="utf-8"?>
<a:theme xmlns:a="http://schemas.openxmlformats.org/drawingml/2006/main" name="3_Template FFJD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MODELE PRESENTATION FFJDA.pptx" id="{6ADBFADA-0158-4E1B-9FA4-BAB3B4423016}" vid="{317BEDE3-203A-4E66-A0B0-85E35BE9F342}"/>
    </a:ext>
  </a:extLst>
</a:theme>
</file>

<file path=ppt/theme/theme4.xml><?xml version="1.0" encoding="utf-8"?>
<a:theme xmlns:a="http://schemas.openxmlformats.org/drawingml/2006/main" name="4_Template FFJD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MODELE PRESENTATION FFJDA.pptx" id="{6ADBFADA-0158-4E1B-9FA4-BAB3B4423016}" vid="{317BEDE3-203A-4E66-A0B0-85E35BE9F342}"/>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TaxCatchAll xmlns="5d7a3535-6ccc-4381-989f-ae061031b78e" xsi:nil="true"/>
    <lcf76f155ced4ddcb4097134ff3c332f xmlns="f9bf1094-3609-4046-a6fd-76c9c0caa714">
      <Terms xmlns="http://schemas.microsoft.com/office/infopath/2007/PartnerControls"/>
    </lcf76f155ced4ddcb4097134ff3c332f>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94D69007D53E474D873D1C4BCA1E8F18" ma:contentTypeVersion="15" ma:contentTypeDescription="Crée un document." ma:contentTypeScope="" ma:versionID="b94b5753296409f7397b66632584fdb0">
  <xsd:schema xmlns:xsd="http://www.w3.org/2001/XMLSchema" xmlns:xs="http://www.w3.org/2001/XMLSchema" xmlns:p="http://schemas.microsoft.com/office/2006/metadata/properties" xmlns:ns2="f9bf1094-3609-4046-a6fd-76c9c0caa714" xmlns:ns3="5d7a3535-6ccc-4381-989f-ae061031b78e" targetNamespace="http://schemas.microsoft.com/office/2006/metadata/properties" ma:root="true" ma:fieldsID="fee6db9217be9a70816f6107f4b0cedb" ns2:_="" ns3:_="">
    <xsd:import namespace="f9bf1094-3609-4046-a6fd-76c9c0caa714"/>
    <xsd:import namespace="5d7a3535-6ccc-4381-989f-ae061031b78e"/>
    <xsd:element name="properties">
      <xsd:complexType>
        <xsd:sequence>
          <xsd:element name="documentManagement">
            <xsd:complexType>
              <xsd:all>
                <xsd:element ref="ns2:MediaServiceMetadata" minOccurs="0"/>
                <xsd:element ref="ns2:MediaServiceFastMetadata" minOccurs="0"/>
                <xsd:element ref="ns2:MediaServiceDateTaken" minOccurs="0"/>
                <xsd:element ref="ns2:MediaServiceOCR" minOccurs="0"/>
                <xsd:element ref="ns2:MediaServiceGenerationTime" minOccurs="0"/>
                <xsd:element ref="ns2:MediaServiceEventHashCode" minOccurs="0"/>
                <xsd:element ref="ns2:MediaLengthInSeconds" minOccurs="0"/>
                <xsd:element ref="ns3:SharedWithUsers" minOccurs="0"/>
                <xsd:element ref="ns3:SharedWithDetails" minOccurs="0"/>
                <xsd:element ref="ns2:lcf76f155ced4ddcb4097134ff3c332f" minOccurs="0"/>
                <xsd:element ref="ns3:TaxCatchAll" minOccurs="0"/>
                <xsd:element ref="ns2:MediaServiceObjectDetectorVersion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f9bf1094-3609-4046-a6fd-76c9c0caa714"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ternalName="MediaServiceDateTaken" ma:readOnly="true">
      <xsd:simpleType>
        <xsd:restriction base="dms:Text"/>
      </xsd:simpleType>
    </xsd:element>
    <xsd:element name="MediaServiceOCR" ma:index="11" nillable="true" ma:displayName="Extracted Text" ma:internalName="MediaServiceOCR" ma:readOnly="true">
      <xsd:simpleType>
        <xsd:restriction base="dms:Note">
          <xsd:maxLength value="255"/>
        </xsd:restriction>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LengthInSeconds" ma:index="14" nillable="true" ma:displayName="Length (seconds)" ma:internalName="MediaLengthInSeconds" ma:readOnly="true">
      <xsd:simpleType>
        <xsd:restriction base="dms:Unknown"/>
      </xsd:simpleType>
    </xsd:element>
    <xsd:element name="lcf76f155ced4ddcb4097134ff3c332f" ma:index="18" nillable="true" ma:taxonomy="true" ma:internalName="lcf76f155ced4ddcb4097134ff3c332f" ma:taxonomyFieldName="MediaServiceImageTags" ma:displayName="Balises d’images" ma:readOnly="false" ma:fieldId="{5cf76f15-5ced-4ddc-b409-7134ff3c332f}" ma:taxonomyMulti="true" ma:sspId="4ac12db7-0135-45bb-ac12-848fabb1bcf5"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0" nillable="true" ma:displayName="MediaServiceObjectDetectorVersions" ma:hidden="true" ma:indexed="true" ma:internalName="MediaServiceObjectDetectorVersions" ma:readOnly="true">
      <xsd:simpleType>
        <xsd:restriction base="dms:Text"/>
      </xsd:simpleType>
    </xsd:element>
    <xsd:element name="MediaServiceSearchProperties" ma:index="21"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5d7a3535-6ccc-4381-989f-ae061031b78e" elementFormDefault="qualified">
    <xsd:import namespace="http://schemas.microsoft.com/office/2006/documentManagement/types"/>
    <xsd:import namespace="http://schemas.microsoft.com/office/infopath/2007/PartnerControls"/>
    <xsd:element name="SharedWithUsers" ma:index="15" nillable="true" ma:displayName="Partagé avec"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6" nillable="true" ma:displayName="Partagé avec détails" ma:internalName="SharedWithDetails" ma:readOnly="true">
      <xsd:simpleType>
        <xsd:restriction base="dms:Note">
          <xsd:maxLength value="255"/>
        </xsd:restriction>
      </xsd:simpleType>
    </xsd:element>
    <xsd:element name="TaxCatchAll" ma:index="19" nillable="true" ma:displayName="Taxonomy Catch All Column" ma:hidden="true" ma:list="{7703bd99-27bb-4d1f-985d-473908c9c069}" ma:internalName="TaxCatchAll" ma:showField="CatchAllData" ma:web="5d7a3535-6ccc-4381-989f-ae061031b78e">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Type de contenu"/>
        <xsd:element ref="dc:title" minOccurs="0" maxOccurs="1" ma:index="4" ma:displayName="Titr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A397F285-9F9C-4CEA-8DC8-CF9392934C5A}">
  <ds:schemaRefs>
    <ds:schemaRef ds:uri="http://purl.org/dc/terms/"/>
    <ds:schemaRef ds:uri="http://purl.org/dc/dcmitype/"/>
    <ds:schemaRef ds:uri="http://www.w3.org/XML/1998/namespace"/>
    <ds:schemaRef ds:uri="http://schemas.microsoft.com/office/2006/documentManagement/types"/>
    <ds:schemaRef ds:uri="http://schemas.openxmlformats.org/package/2006/metadata/core-properties"/>
    <ds:schemaRef ds:uri="http://schemas.microsoft.com/office/infopath/2007/PartnerControls"/>
    <ds:schemaRef ds:uri="f9bf1094-3609-4046-a6fd-76c9c0caa714"/>
    <ds:schemaRef ds:uri="http://schemas.microsoft.com/office/2006/metadata/properties"/>
    <ds:schemaRef ds:uri="5d7a3535-6ccc-4381-989f-ae061031b78e"/>
    <ds:schemaRef ds:uri="http://purl.org/dc/elements/1.1/"/>
  </ds:schemaRefs>
</ds:datastoreItem>
</file>

<file path=customXml/itemProps2.xml><?xml version="1.0" encoding="utf-8"?>
<ds:datastoreItem xmlns:ds="http://schemas.openxmlformats.org/officeDocument/2006/customXml" ds:itemID="{A23C0DE2-5723-4EBE-BB67-CD0D7BAFEF2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f9bf1094-3609-4046-a6fd-76c9c0caa714"/>
    <ds:schemaRef ds:uri="5d7a3535-6ccc-4381-989f-ae061031b78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37867E26-7D2E-4C08-8937-A5EDA2DC982A}">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MODELE PRESENTATION FFJDA</Template>
  <TotalTime>9932</TotalTime>
  <Words>2945</Words>
  <Application>Microsoft Office PowerPoint</Application>
  <PresentationFormat>Grand écran</PresentationFormat>
  <Paragraphs>409</Paragraphs>
  <Slides>41</Slides>
  <Notes>0</Notes>
  <HiddenSlides>0</HiddenSlides>
  <MMClips>0</MMClips>
  <ScaleCrop>false</ScaleCrop>
  <HeadingPairs>
    <vt:vector size="6" baseType="variant">
      <vt:variant>
        <vt:lpstr>Polices utilisées</vt:lpstr>
      </vt:variant>
      <vt:variant>
        <vt:i4>8</vt:i4>
      </vt:variant>
      <vt:variant>
        <vt:lpstr>Thème</vt:lpstr>
      </vt:variant>
      <vt:variant>
        <vt:i4>4</vt:i4>
      </vt:variant>
      <vt:variant>
        <vt:lpstr>Titres des diapositives</vt:lpstr>
      </vt:variant>
      <vt:variant>
        <vt:i4>41</vt:i4>
      </vt:variant>
    </vt:vector>
  </HeadingPairs>
  <TitlesOfParts>
    <vt:vector size="53" baseType="lpstr">
      <vt:lpstr>Arial</vt:lpstr>
      <vt:lpstr>Barlow</vt:lpstr>
      <vt:lpstr>Calibri</vt:lpstr>
      <vt:lpstr>Inria Sans</vt:lpstr>
      <vt:lpstr>Inria Sans Light</vt:lpstr>
      <vt:lpstr>Inria Serif</vt:lpstr>
      <vt:lpstr>Montserrat</vt:lpstr>
      <vt:lpstr>Wingdings</vt:lpstr>
      <vt:lpstr>Template FFJDA</vt:lpstr>
      <vt:lpstr>2_Template FFJDA</vt:lpstr>
      <vt:lpstr>3_Template FFJDA</vt:lpstr>
      <vt:lpstr>4_Template FFJDA</vt:lpstr>
      <vt:lpstr>Présentation PowerPoint</vt:lpstr>
      <vt:lpstr>Présentation PowerPoint</vt:lpstr>
      <vt:lpstr>Description générale</vt:lpstr>
      <vt:lpstr>Aperçu du logiciel</vt:lpstr>
      <vt:lpstr>Configuration nécessaire</vt:lpstr>
      <vt:lpstr>Principe de fonctionnement</vt:lpstr>
      <vt:lpstr>Ecrans &amp; fonctionnalités</vt:lpstr>
      <vt:lpstr>Ecran Principal</vt:lpstr>
      <vt:lpstr>Ecran Principal – Panneau de commande principal</vt:lpstr>
      <vt:lpstr>Ecran Principal – Publication locale</vt:lpstr>
      <vt:lpstr>Ecran Principal – Publication distante (config. FFJudo)</vt:lpstr>
      <vt:lpstr>Ecran Principal – Publication distante (config. avancée)</vt:lpstr>
      <vt:lpstr>Ecran Principal – Publication sur FFJudo</vt:lpstr>
      <vt:lpstr>Ecran Principal - Compléments</vt:lpstr>
      <vt:lpstr>Ecran de connexion à une compétition</vt:lpstr>
      <vt:lpstr>Ecran de Configuration</vt:lpstr>
      <vt:lpstr>Ecran de Configuration – Contenu du site</vt:lpstr>
      <vt:lpstr>Ecran de Configuration – Configuration technique</vt:lpstr>
      <vt:lpstr>Ecran des statistiques</vt:lpstr>
      <vt:lpstr>Manuel</vt:lpstr>
      <vt:lpstr>Ecran d’information</vt:lpstr>
      <vt:lpstr>Mise en œuvre</vt:lpstr>
      <vt:lpstr>Installation</vt:lpstr>
      <vt:lpstr> Publier une compétition sur le site FFJudo</vt:lpstr>
      <vt:lpstr> Publier une compétition sur un site distant</vt:lpstr>
      <vt:lpstr> Publier une compétition sur le site local</vt:lpstr>
      <vt:lpstr>Dépannage</vt:lpstr>
      <vt:lpstr>Eléments à contrôler - Génération</vt:lpstr>
      <vt:lpstr>Eléments à contrôler – Publication locale</vt:lpstr>
      <vt:lpstr>Eléments à contrôler – Publication distante</vt:lpstr>
      <vt:lpstr>Annexe</vt:lpstr>
      <vt:lpstr>Matrice de compatibilité</vt:lpstr>
      <vt:lpstr>Historique des versions</vt:lpstr>
      <vt:lpstr>Plan du Site utilisateur</vt:lpstr>
      <vt:lpstr>Plan du Site utilisateur</vt:lpstr>
      <vt:lpstr>Plan du Site utilisateur – Se Prépare</vt:lpstr>
      <vt:lpstr>Plan du Site utilisateur – Prochains Combats</vt:lpstr>
      <vt:lpstr>Plan du Site utilisateur – Affectations</vt:lpstr>
      <vt:lpstr>Plan du Site utilisateur – Avancements</vt:lpstr>
      <vt:lpstr>Plan du Site utilisateur – Classements</vt:lpstr>
      <vt:lpstr>Présentation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Présentation PowerPoint</dc:title>
  <dc:creator>Gizem  CANER</dc:creator>
  <cp:lastModifiedBy>Daniel GARRIVIER</cp:lastModifiedBy>
  <cp:revision>81</cp:revision>
  <dcterms:created xsi:type="dcterms:W3CDTF">2021-04-26T15:18:08Z</dcterms:created>
  <dcterms:modified xsi:type="dcterms:W3CDTF">2024-12-17T19:21:51Z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0x01010094D69007D53E474D873D1C4BCA1E8F18</vt:lpwstr>
  </property>
  <property fmtid="{D5CDD505-2E9C-101B-9397-08002B2CF9AE}" pid="3" name="MediaServiceImageTags">
    <vt:lpwstr/>
  </property>
</Properties>
</file>